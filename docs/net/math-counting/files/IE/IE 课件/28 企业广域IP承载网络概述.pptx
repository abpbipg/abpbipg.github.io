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</p:sldMasterIdLst>
  <p:notesMasterIdLst>
    <p:notesMasterId r:id="rId39"/>
  </p:notesMasterIdLst>
  <p:handoutMasterIdLst>
    <p:handoutMasterId r:id="rId40"/>
  </p:handoutMasterIdLst>
  <p:sldIdLst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302" r:id="rId30"/>
    <p:sldId id="303" r:id="rId31"/>
    <p:sldId id="295" r:id="rId32"/>
    <p:sldId id="296" r:id="rId33"/>
    <p:sldId id="297" r:id="rId34"/>
    <p:sldId id="298" r:id="rId35"/>
    <p:sldId id="299" r:id="rId36"/>
    <p:sldId id="300" r:id="rId37"/>
    <p:sldId id="301" r:id="rId38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yueyuezjhw" initials="l" lastIdx="5" clrIdx="0">
    <p:extLst>
      <p:ext uri="{19B8F6BF-5375-455C-9EA6-DF929625EA0E}">
        <p15:presenceInfo xmlns:p15="http://schemas.microsoft.com/office/powerpoint/2012/main" userId="S-1-5-21-147214757-305610072-1517763936-4736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B5C5"/>
    <a:srgbClr val="ADCDEA"/>
    <a:srgbClr val="404040"/>
    <a:srgbClr val="EBEBEB"/>
    <a:srgbClr val="151515"/>
    <a:srgbClr val="C7000B"/>
    <a:srgbClr val="575756"/>
    <a:srgbClr val="FFFFFF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6" autoAdjust="0"/>
    <p:restoredTop sz="89394" autoAdjust="0"/>
  </p:normalViewPr>
  <p:slideViewPr>
    <p:cSldViewPr snapToGrid="0" snapToObjects="1">
      <p:cViewPr varScale="1">
        <p:scale>
          <a:sx n="97" d="100"/>
          <a:sy n="97" d="100"/>
        </p:scale>
        <p:origin x="72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25" d="100"/>
          <a:sy n="125" d="100"/>
        </p:scale>
        <p:origin x="2868" y="-2334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10/13/2021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 mod="1"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幻灯片图像占位符 7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9" name="备注占位符 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569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幻灯片图像占位符 16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18" name="备注占位符 1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492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516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471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087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2278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234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Internet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互联网专线：以太专线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xPON</a:t>
            </a:r>
            <a:r>
              <a:rPr lang="zh-CN" altLang="en-US" dirty="0" smtClean="0"/>
              <a:t>专线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xDSL</a:t>
            </a:r>
            <a:r>
              <a:rPr lang="zh-CN" altLang="en-US" dirty="0" smtClean="0"/>
              <a:t>专线。接入受地理位置限制。适用于基于</a:t>
            </a:r>
            <a:r>
              <a:rPr lang="en-US" altLang="zh-CN" dirty="0" smtClean="0"/>
              <a:t>Internet</a:t>
            </a:r>
            <a:r>
              <a:rPr lang="zh-CN" altLang="en-US" dirty="0" smtClean="0"/>
              <a:t>的加密隧道的企业间通信。</a:t>
            </a:r>
          </a:p>
          <a:p>
            <a:pPr lvl="1"/>
            <a:r>
              <a:rPr lang="zh-CN" altLang="en-US" dirty="0" smtClean="0"/>
              <a:t>拨号连接：低带宽、低资费。接入不受地理位置限制。适用于个人用户。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BGP</a:t>
            </a:r>
            <a:r>
              <a:rPr lang="zh-CN" altLang="en-US" dirty="0" smtClean="0"/>
              <a:t>：适用于数据中心互联网出口。</a:t>
            </a:r>
          </a:p>
          <a:p>
            <a:r>
              <a:rPr lang="zh-CN" altLang="en-US" dirty="0" smtClean="0"/>
              <a:t>由于技术发展，历史上的广域网技术例如</a:t>
            </a:r>
            <a:r>
              <a:rPr lang="en-US" altLang="zh-CN" dirty="0" smtClean="0"/>
              <a:t>T1/E1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PSTN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ATM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Frame Relay</a:t>
            </a:r>
            <a:r>
              <a:rPr lang="zh-CN" altLang="en-US" dirty="0" smtClean="0"/>
              <a:t>等不在此介绍。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367044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7486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314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132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1876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935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731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5587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7185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822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954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在过去，我们的网络大多是烟囱式的专网，例如教育专网、医疗专网、政务专网等，这些网络都是相互独立的物理专网且数据不互通，这使得公众在办理一项业务时，可能需要在多个机构之间周转。而在一个专网内，业务也可能是分段部署的，例如，由于管理域的划分，网络中可能存在多个</a:t>
            </a:r>
            <a:r>
              <a:rPr lang="en-US" altLang="zh-CN" smtClean="0"/>
              <a:t>AS</a:t>
            </a:r>
            <a:r>
              <a:rPr lang="zh-CN" altLang="en-US" smtClean="0"/>
              <a:t>（自治域），一个网络业务（在常见的网络中，业务数据一般通过</a:t>
            </a:r>
            <a:r>
              <a:rPr lang="en-US" altLang="zh-CN" smtClean="0"/>
              <a:t>MPLS</a:t>
            </a:r>
            <a:r>
              <a:rPr lang="zh-CN" altLang="en-US" smtClean="0"/>
              <a:t>承载）的部署在跨越不同的</a:t>
            </a:r>
            <a:r>
              <a:rPr lang="en-US" altLang="zh-CN" smtClean="0"/>
              <a:t>AS</a:t>
            </a:r>
            <a:r>
              <a:rPr lang="zh-CN" altLang="en-US" smtClean="0"/>
              <a:t>时需要进行大量设备配置及人员沟通工作，网络管理员需要在</a:t>
            </a:r>
            <a:r>
              <a:rPr lang="en-US" altLang="zh-CN" smtClean="0"/>
              <a:t>AS</a:t>
            </a:r>
            <a:r>
              <a:rPr lang="zh-CN" altLang="en-US" smtClean="0"/>
              <a:t>边界设备上进行大量配置，业务上云周期长；企业数字化转型加速驱动着网络与云的匹配。</a:t>
            </a:r>
            <a:endParaRPr lang="en-US" altLang="zh-CN" smtClean="0"/>
          </a:p>
          <a:p>
            <a:pPr lvl="0"/>
            <a:r>
              <a:rPr lang="zh-CN" altLang="en-US" smtClean="0"/>
              <a:t>现在，越来越多的行业将数据部署到云端，这使得数据融合或共享变得更加简单；而</a:t>
            </a:r>
            <a:r>
              <a:rPr lang="en-US" altLang="zh-CN" smtClean="0"/>
              <a:t>SRv6</a:t>
            </a:r>
            <a:r>
              <a:rPr lang="zh-CN" altLang="en-US" smtClean="0"/>
              <a:t>技术的引入，能够打破流程壁垒加速业务开通。简单地说，使用</a:t>
            </a:r>
            <a:r>
              <a:rPr lang="en-US" altLang="zh-CN" smtClean="0"/>
              <a:t>SRv6</a:t>
            </a:r>
            <a:r>
              <a:rPr lang="zh-CN" altLang="en-US" smtClean="0"/>
              <a:t>技术，只要在</a:t>
            </a:r>
            <a:r>
              <a:rPr lang="en-US" altLang="zh-CN" smtClean="0"/>
              <a:t>SRv6</a:t>
            </a:r>
            <a:r>
              <a:rPr lang="zh-CN" altLang="en-US" smtClean="0"/>
              <a:t>隧道两端进行部署，即可实现业务一跳入云。</a:t>
            </a:r>
            <a:r>
              <a:rPr lang="en-US" altLang="zh-CN" smtClean="0"/>
              <a:t> </a:t>
            </a:r>
          </a:p>
          <a:p>
            <a:pPr lvl="0"/>
            <a:r>
              <a:rPr lang="zh-CN" altLang="en-US" smtClean="0"/>
              <a:t>在</a:t>
            </a:r>
            <a:r>
              <a:rPr lang="en-US" altLang="zh-CN" smtClean="0"/>
              <a:t>MPLS</a:t>
            </a:r>
            <a:r>
              <a:rPr lang="zh-CN" altLang="en-US" smtClean="0"/>
              <a:t>时代，为了在网络中承载</a:t>
            </a:r>
            <a:r>
              <a:rPr lang="en-US" altLang="zh-CN" smtClean="0"/>
              <a:t>VPN</a:t>
            </a:r>
            <a:r>
              <a:rPr lang="zh-CN" altLang="en-US" smtClean="0"/>
              <a:t>业务，或者实现流量工程，我们不得不同时使用</a:t>
            </a:r>
            <a:r>
              <a:rPr lang="en-US" altLang="zh-CN" smtClean="0"/>
              <a:t>IGP</a:t>
            </a:r>
            <a:r>
              <a:rPr lang="zh-CN" altLang="en-US" smtClean="0"/>
              <a:t>、</a:t>
            </a:r>
            <a:r>
              <a:rPr lang="en-US" altLang="zh-CN" smtClean="0"/>
              <a:t>BGP</a:t>
            </a:r>
            <a:r>
              <a:rPr lang="zh-CN" altLang="en-US" smtClean="0"/>
              <a:t>、</a:t>
            </a:r>
            <a:r>
              <a:rPr lang="en-US" altLang="zh-CN" smtClean="0"/>
              <a:t>LDP</a:t>
            </a:r>
            <a:r>
              <a:rPr lang="zh-CN" altLang="en-US" smtClean="0"/>
              <a:t>及</a:t>
            </a:r>
            <a:r>
              <a:rPr lang="en-US" altLang="zh-CN" smtClean="0"/>
              <a:t>RSVP-TE</a:t>
            </a:r>
            <a:r>
              <a:rPr lang="zh-CN" altLang="en-US" smtClean="0"/>
              <a:t>等大量控制面协议，而在转发面则有</a:t>
            </a:r>
            <a:r>
              <a:rPr lang="en-US" altLang="zh-CN" smtClean="0">
                <a:sym typeface="Huawei Sans" panose="020C0503030203020204" pitchFamily="34" charset="0"/>
              </a:rPr>
              <a:t>MPLS</a:t>
            </a:r>
            <a:r>
              <a:rPr lang="zh-CN" altLang="en-US" smtClean="0">
                <a:sym typeface="Huawei Sans" panose="020C0503030203020204" pitchFamily="34" charset="0"/>
              </a:rPr>
              <a:t>、</a:t>
            </a:r>
            <a:r>
              <a:rPr lang="en-US" altLang="zh-CN" smtClean="0">
                <a:sym typeface="Huawei Sans" panose="020C0503030203020204" pitchFamily="34" charset="0"/>
              </a:rPr>
              <a:t>GRE</a:t>
            </a:r>
            <a:r>
              <a:rPr lang="zh-CN" altLang="en-US" smtClean="0">
                <a:sym typeface="Huawei Sans" panose="020C0503030203020204" pitchFamily="34" charset="0"/>
              </a:rPr>
              <a:t>、</a:t>
            </a:r>
            <a:r>
              <a:rPr lang="en-US" altLang="zh-CN" smtClean="0">
                <a:sym typeface="Huawei Sans" panose="020C0503030203020204" pitchFamily="34" charset="0"/>
              </a:rPr>
              <a:t>L2TP</a:t>
            </a:r>
            <a:r>
              <a:rPr lang="zh-CN" altLang="en-US" smtClean="0">
                <a:sym typeface="Huawei Sans" panose="020C0503030203020204" pitchFamily="34" charset="0"/>
              </a:rPr>
              <a:t>、或裸</a:t>
            </a:r>
            <a:r>
              <a:rPr lang="en-US" altLang="zh-CN" smtClean="0">
                <a:sym typeface="Huawei Sans" panose="020C0503030203020204" pitchFamily="34" charset="0"/>
              </a:rPr>
              <a:t>IP</a:t>
            </a:r>
            <a:r>
              <a:rPr lang="zh-CN" altLang="en-US" smtClean="0">
                <a:sym typeface="Huawei Sans" panose="020C0503030203020204" pitchFamily="34" charset="0"/>
              </a:rPr>
              <a:t>等各种协议，网络配置及变更复杂。华为</a:t>
            </a:r>
            <a:r>
              <a:rPr lang="en-US" altLang="zh-CN" smtClean="0">
                <a:sym typeface="Huawei Sans" panose="020C0503030203020204" pitchFamily="34" charset="0"/>
              </a:rPr>
              <a:t>CloudWAN</a:t>
            </a:r>
            <a:r>
              <a:rPr lang="zh-CN" altLang="en-US" smtClean="0">
                <a:sym typeface="Huawei Sans" panose="020C0503030203020204" pitchFamily="34" charset="0"/>
              </a:rPr>
              <a:t>解决方案将原有的多个网络协议精简为</a:t>
            </a:r>
            <a:r>
              <a:rPr lang="en-US" altLang="zh-CN" smtClean="0">
                <a:sym typeface="Huawei Sans" panose="020C0503030203020204" pitchFamily="34" charset="0"/>
              </a:rPr>
              <a:t>SRv6+IGP/BGP</a:t>
            </a:r>
            <a:r>
              <a:rPr lang="zh-CN" altLang="en-US" smtClean="0">
                <a:sym typeface="Huawei Sans" panose="020C0503030203020204" pitchFamily="34" charset="0"/>
              </a:rPr>
              <a:t>，使得网络部署更加简单。</a:t>
            </a:r>
            <a:r>
              <a:rPr lang="en-US" altLang="zh-CN" smtClean="0">
                <a:sym typeface="Huawei Sans" panose="020C0503030203020204" pitchFamily="34" charset="0"/>
              </a:rPr>
              <a:t>SRv6</a:t>
            </a:r>
            <a:r>
              <a:rPr lang="zh-CN" altLang="en-US" smtClean="0">
                <a:sym typeface="Huawei Sans" panose="020C0503030203020204" pitchFamily="34" charset="0"/>
              </a:rPr>
              <a:t>使用</a:t>
            </a:r>
            <a:r>
              <a:rPr lang="en-US" altLang="zh-CN" smtClean="0">
                <a:sym typeface="Huawei Sans" panose="020C0503030203020204" pitchFamily="34" charset="0"/>
              </a:rPr>
              <a:t>IPv6</a:t>
            </a:r>
            <a:r>
              <a:rPr lang="zh-CN" altLang="en-US" smtClean="0">
                <a:sym typeface="Huawei Sans" panose="020C0503030203020204" pitchFamily="34" charset="0"/>
              </a:rPr>
              <a:t>作为转发面协议，在一个部署了</a:t>
            </a:r>
            <a:r>
              <a:rPr lang="en-US" altLang="zh-CN" smtClean="0">
                <a:sym typeface="Huawei Sans" panose="020C0503030203020204" pitchFamily="34" charset="0"/>
              </a:rPr>
              <a:t>IPv6</a:t>
            </a:r>
            <a:r>
              <a:rPr lang="zh-CN" altLang="en-US" smtClean="0">
                <a:sym typeface="Huawei Sans" panose="020C0503030203020204" pitchFamily="34" charset="0"/>
              </a:rPr>
              <a:t>的广域网络中，部署一条端到端的隧道变得非常简单，即使网络中存在跨域的场景。而结合</a:t>
            </a:r>
            <a:r>
              <a:rPr lang="en-US" altLang="zh-CN" smtClean="0">
                <a:sym typeface="Huawei Sans" panose="020C0503030203020204" pitchFamily="34" charset="0"/>
              </a:rPr>
              <a:t>SDN</a:t>
            </a:r>
            <a:r>
              <a:rPr lang="zh-CN" altLang="en-US" smtClean="0">
                <a:sym typeface="Huawei Sans" panose="020C0503030203020204" pitchFamily="34" charset="0"/>
              </a:rPr>
              <a:t>控制器，更能实现分钟级的</a:t>
            </a:r>
            <a:r>
              <a:rPr lang="en-US" altLang="zh-CN" smtClean="0">
                <a:sym typeface="Huawei Sans" panose="020C0503030203020204" pitchFamily="34" charset="0"/>
              </a:rPr>
              <a:t>SRv6</a:t>
            </a:r>
            <a:r>
              <a:rPr lang="zh-CN" altLang="en-US" smtClean="0">
                <a:sym typeface="Huawei Sans" panose="020C0503030203020204" pitchFamily="34" charset="0"/>
              </a:rPr>
              <a:t>业务自动化布放。</a:t>
            </a:r>
            <a:endParaRPr lang="zh-CN" altLang="en-US" dirty="0" smtClean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1595279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华为通过层次化切片技术使能生产网</a:t>
            </a:r>
            <a:r>
              <a:rPr lang="en-US" altLang="zh-CN" dirty="0" smtClean="0"/>
              <a:t>IP</a:t>
            </a:r>
            <a:r>
              <a:rPr lang="zh-CN" altLang="en-US" dirty="0" smtClean="0"/>
              <a:t>化，保障生产业务的确定性</a:t>
            </a:r>
            <a:r>
              <a:rPr lang="en-US" altLang="zh-CN" dirty="0" smtClean="0"/>
              <a:t>SLA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过去的生产、办公等业务都是承载在多张独立的专网内，重复的建网造成了高投入成本，并且多张网运维起来也更加复杂，通过一张</a:t>
            </a:r>
            <a:r>
              <a:rPr lang="en-US" altLang="zh-CN" dirty="0" smtClean="0"/>
              <a:t>IP</a:t>
            </a:r>
            <a:r>
              <a:rPr lang="zh-CN" altLang="en-US" dirty="0" smtClean="0"/>
              <a:t>承载网上进行多个切片，实现远程工业控制、视频监控等生产类业务与办公业务直接进行安全硬隔离，对关键业务实现带宽</a:t>
            </a:r>
            <a:r>
              <a:rPr lang="en-US" altLang="zh-CN" dirty="0" smtClean="0"/>
              <a:t>100%</a:t>
            </a:r>
            <a:r>
              <a:rPr lang="zh-CN" altLang="en-US" dirty="0" smtClean="0"/>
              <a:t>保障。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4239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 err="1" smtClean="0">
                <a:sym typeface="Huawei Sans" panose="020C0503030203020204" pitchFamily="34" charset="0"/>
              </a:rPr>
              <a:t>iFIT</a:t>
            </a:r>
            <a:r>
              <a:rPr lang="zh-CN" altLang="en-US" dirty="0" smtClean="0">
                <a:sym typeface="Huawei Sans" panose="020C0503030203020204" pitchFamily="34" charset="0"/>
              </a:rPr>
              <a:t>融合</a:t>
            </a:r>
            <a:r>
              <a:rPr lang="en-US" altLang="zh-CN" dirty="0" smtClean="0">
                <a:sym typeface="Huawei Sans" panose="020C0503030203020204" pitchFamily="34" charset="0"/>
              </a:rPr>
              <a:t>RFC 8321</a:t>
            </a:r>
            <a:r>
              <a:rPr lang="zh-CN" altLang="en-US" dirty="0" smtClean="0">
                <a:sym typeface="Huawei Sans" panose="020C0503030203020204" pitchFamily="34" charset="0"/>
              </a:rPr>
              <a:t>染色技术</a:t>
            </a:r>
            <a:r>
              <a:rPr lang="en-US" altLang="zh-CN" dirty="0" smtClean="0">
                <a:sym typeface="Huawei Sans" panose="020C0503030203020204" pitchFamily="34" charset="0"/>
              </a:rPr>
              <a:t>+</a:t>
            </a:r>
            <a:r>
              <a:rPr lang="zh-CN" altLang="en-US" dirty="0" smtClean="0">
                <a:sym typeface="Huawei Sans" panose="020C0503030203020204" pitchFamily="34" charset="0"/>
              </a:rPr>
              <a:t>随流检测技术，直接对业务报文进行测量，配合</a:t>
            </a:r>
            <a:r>
              <a:rPr lang="en-US" altLang="zh-CN" dirty="0" smtClean="0">
                <a:sym typeface="Huawei Sans" panose="020C0503030203020204" pitchFamily="34" charset="0"/>
              </a:rPr>
              <a:t>Telemetry</a:t>
            </a:r>
            <a:r>
              <a:rPr lang="zh-CN" altLang="en-US" dirty="0" smtClean="0">
                <a:sym typeface="Huawei Sans" panose="020C0503030203020204" pitchFamily="34" charset="0"/>
              </a:rPr>
              <a:t>秒级数据采集和</a:t>
            </a:r>
            <a:r>
              <a:rPr lang="en-US" altLang="zh-CN" dirty="0" err="1" smtClean="0">
                <a:sym typeface="Huawei Sans" panose="020C0503030203020204" pitchFamily="34" charset="0"/>
              </a:rPr>
              <a:t>iMaster</a:t>
            </a:r>
            <a:r>
              <a:rPr lang="en-US" altLang="zh-CN" dirty="0" smtClean="0">
                <a:sym typeface="Huawei Sans" panose="020C0503030203020204" pitchFamily="34" charset="0"/>
              </a:rPr>
              <a:t> NCE</a:t>
            </a:r>
            <a:r>
              <a:rPr lang="zh-CN" altLang="en-US" dirty="0" smtClean="0">
                <a:sym typeface="Huawei Sans" panose="020C0503030203020204" pitchFamily="34" charset="0"/>
              </a:rPr>
              <a:t>统一管控、计算和可视化，实现网络质量</a:t>
            </a:r>
            <a:r>
              <a:rPr lang="en-US" altLang="zh-CN" dirty="0" smtClean="0">
                <a:sym typeface="Huawei Sans" panose="020C0503030203020204" pitchFamily="34" charset="0"/>
              </a:rPr>
              <a:t>SLA</a:t>
            </a:r>
            <a:r>
              <a:rPr lang="zh-CN" altLang="en-US" dirty="0" smtClean="0">
                <a:sym typeface="Huawei Sans" panose="020C0503030203020204" pitchFamily="34" charset="0"/>
              </a:rPr>
              <a:t>实时可视、主动监控，故障快速定界定位。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3891672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1472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28693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跨厂家设备管理场景由华为提供驱动包，客户自开发或者华为服务提供业务包。</a:t>
            </a:r>
            <a:endParaRPr lang="en-US" altLang="zh-CN" dirty="0" smtClean="0"/>
          </a:p>
          <a:p>
            <a:r>
              <a:rPr lang="zh-CN" altLang="en-US" dirty="0" smtClean="0"/>
              <a:t>跨厂家网络管理场景由华为提供驱动包，</a:t>
            </a:r>
            <a:r>
              <a:rPr lang="en-US" altLang="zh-CN" dirty="0" smtClean="0"/>
              <a:t>NCE-Super</a:t>
            </a:r>
            <a:r>
              <a:rPr lang="zh-CN" altLang="en-US" dirty="0" smtClean="0"/>
              <a:t>和</a:t>
            </a:r>
            <a:r>
              <a:rPr lang="en-US" altLang="zh-CN" dirty="0" smtClean="0"/>
              <a:t>AOC</a:t>
            </a:r>
            <a:r>
              <a:rPr lang="zh-CN" altLang="en-US" dirty="0" smtClean="0"/>
              <a:t>（</a:t>
            </a:r>
            <a:r>
              <a:rPr lang="en-US" altLang="zh-CN" dirty="0" smtClean="0"/>
              <a:t>Agile Open Container</a:t>
            </a:r>
            <a:r>
              <a:rPr lang="zh-CN" altLang="en-US" dirty="0" smtClean="0"/>
              <a:t>，敏捷开放容器）。</a:t>
            </a:r>
            <a:r>
              <a:rPr lang="en-US" altLang="zh-CN" dirty="0" smtClean="0"/>
              <a:t>AOC</a:t>
            </a:r>
            <a:r>
              <a:rPr lang="zh-CN" altLang="en-US" dirty="0" smtClean="0"/>
              <a:t>对接三方设备，</a:t>
            </a:r>
            <a:r>
              <a:rPr lang="en-US" altLang="zh-CN" dirty="0" smtClean="0"/>
              <a:t>NCE-Super</a:t>
            </a:r>
            <a:r>
              <a:rPr lang="zh-CN" altLang="en-US" dirty="0" smtClean="0"/>
              <a:t>通过</a:t>
            </a:r>
            <a:r>
              <a:rPr lang="en-US" altLang="zh-CN" dirty="0" smtClean="0"/>
              <a:t>NCE-IP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AOC</a:t>
            </a:r>
            <a:r>
              <a:rPr lang="zh-CN" altLang="en-US" dirty="0" smtClean="0"/>
              <a:t>做端到端业务开通。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网络变更场景由</a:t>
            </a:r>
            <a:r>
              <a:rPr lang="en-US" altLang="zh-CN" dirty="0" smtClean="0"/>
              <a:t>AOC</a:t>
            </a:r>
            <a:r>
              <a:rPr lang="zh-CN" altLang="en-US" dirty="0" smtClean="0"/>
              <a:t>提供原子</a:t>
            </a:r>
            <a:r>
              <a:rPr lang="en-US" altLang="zh-CN" dirty="0" smtClean="0"/>
              <a:t>API</a:t>
            </a:r>
            <a:r>
              <a:rPr lang="zh-CN" altLang="en-US" dirty="0" smtClean="0"/>
              <a:t>及网络编排，</a:t>
            </a:r>
            <a:r>
              <a:rPr lang="en-US" altLang="zh-CN" dirty="0" smtClean="0"/>
              <a:t>ISPA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Intelligent Service Process Automation</a:t>
            </a:r>
            <a:r>
              <a:rPr lang="zh-CN" altLang="en-US" dirty="0" smtClean="0"/>
              <a:t>，智能服务流程自动化）平台做业务流程编排，提供意图</a:t>
            </a:r>
            <a:r>
              <a:rPr lang="en-US" altLang="zh-CN" dirty="0" smtClean="0"/>
              <a:t>API</a:t>
            </a:r>
            <a:r>
              <a:rPr lang="zh-CN" altLang="en-US" dirty="0" smtClean="0"/>
              <a:t>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9352159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7" name="备注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540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7287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9397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0949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</p:spTree>
    <p:extLst>
      <p:ext uri="{BB962C8B-B14F-4D97-AF65-F5344CB8AC3E}">
        <p14:creationId xmlns:p14="http://schemas.microsoft.com/office/powerpoint/2010/main" val="40460813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9296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20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 smtClean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>
            <p:extLst/>
          </p:nvPr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>
            <p:extLst/>
          </p:nvPr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 smtClean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</a:t>
            </a:r>
            <a:r>
              <a:rPr lang="zh-CN" altLang="en-US" dirty="0" smtClean="0"/>
              <a:t>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 smtClean="0"/>
              <a:t>学完本课程后，您将能够：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  <a:endParaRPr lang="zh-CN" altLang="en-US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 smtClean="0"/>
              <a:t>此</a:t>
            </a:r>
            <a:r>
              <a:rPr lang="zh-CN" altLang="en-US" dirty="0"/>
              <a:t>版式用于</a:t>
            </a:r>
            <a:r>
              <a:rPr lang="zh-CN" altLang="en-US" dirty="0" smtClean="0"/>
              <a:t>思考题具体格式</a:t>
            </a:r>
            <a:endParaRPr lang="en-US" altLang="zh-CN" dirty="0" smtClean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 smtClean="0"/>
              <a:t>此版式用于每一节的小结</a:t>
            </a:r>
          </a:p>
          <a:p>
            <a:pPr lvl="1"/>
            <a:r>
              <a:rPr lang="zh-CN" altLang="en-US" dirty="0" smtClean="0"/>
              <a:t>第二</a:t>
            </a:r>
            <a:r>
              <a:rPr lang="zh-CN" altLang="en-US" dirty="0"/>
              <a:t>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xmlns="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xmlns="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  <a:endParaRPr kumimoji="1" lang="zh-CN" altLang="en-US" sz="3636" baseline="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 smtClean="0"/>
              <a:t>单击</a:t>
            </a:r>
            <a:r>
              <a:rPr lang="zh-CN" altLang="en-US" dirty="0"/>
              <a:t>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 bwMode="gray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 smtClean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iming>
    <p:tnLst>
      <p:par>
        <p:cTn id="1" dur="indefinite" restart="never" nodeType="tmRoot"/>
      </p:par>
    </p:tnLst>
  </p:timing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1.wdp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jpe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20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microsoft.com/office/2007/relationships/hdphoto" Target="../media/hdphoto3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占位符 5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3" name="文本占位符 5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/>
              <a:t>Datacom</a:t>
            </a:r>
            <a:endParaRPr lang="zh-CN" alt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 smtClean="0"/>
              <a:t>通用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 smtClean="0"/>
              <a:t>V1.0</a:t>
            </a:r>
            <a:endParaRPr lang="zh-CN" altLang="en-US" dirty="0"/>
          </a:p>
        </p:txBody>
      </p:sp>
      <p:sp>
        <p:nvSpPr>
          <p:cNvPr id="46" name="文本占位符 4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 smtClean="0"/>
              <a:t>何军建</a:t>
            </a:r>
            <a:r>
              <a:rPr lang="en-US" altLang="zh-CN" dirty="0" smtClean="0"/>
              <a:t>/WX580230</a:t>
            </a:r>
            <a:endParaRPr lang="zh-CN" altLang="en-US" dirty="0"/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 smtClean="0"/>
              <a:t>2021.05.25</a:t>
            </a:r>
            <a:endParaRPr lang="zh-CN" altLang="en-US" dirty="0"/>
          </a:p>
        </p:txBody>
      </p:sp>
      <p:sp>
        <p:nvSpPr>
          <p:cNvPr id="48" name="文本占位符 4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 smtClean="0"/>
              <a:t>朱仕耿</a:t>
            </a:r>
            <a:r>
              <a:rPr lang="en-US" altLang="zh-CN" dirty="0" smtClean="0"/>
              <a:t>/00261992</a:t>
            </a:r>
            <a:endParaRPr lang="zh-CN" altLang="en-US" dirty="0"/>
          </a:p>
        </p:txBody>
      </p:sp>
      <p:sp>
        <p:nvSpPr>
          <p:cNvPr id="49" name="文本占位符 4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 smtClean="0"/>
              <a:t>新</a:t>
            </a:r>
            <a:r>
              <a:rPr lang="zh-CN" altLang="en-US" dirty="0"/>
              <a:t>开发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吴</a:t>
            </a:r>
            <a:r>
              <a:rPr lang="zh-CN" altLang="en-US" dirty="0" smtClean="0"/>
              <a:t>越</a:t>
            </a:r>
            <a:r>
              <a:rPr lang="en-US" altLang="zh-CN" dirty="0" smtClean="0"/>
              <a:t>/WX291773</a:t>
            </a:r>
            <a:endParaRPr lang="zh-CN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 dirty="0" smtClean="0"/>
              <a:t>2021.09.18</a:t>
            </a:r>
            <a:endParaRPr lang="zh-CN" alt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卢玥玥</a:t>
            </a:r>
            <a:r>
              <a:rPr lang="en-US" altLang="zh-CN" dirty="0" smtClean="0"/>
              <a:t>/WX445705</a:t>
            </a:r>
            <a:endParaRPr lang="en-US" altLang="zh-C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/>
              <a:t>优化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40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 bwMode="gray"/>
        <p:txBody>
          <a:bodyPr/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企</a:t>
            </a:r>
            <a:r>
              <a:rPr lang="zh-CN" altLang="en-US" dirty="0">
                <a:sym typeface="Huawei Sans" panose="020C0503030203020204" pitchFamily="34" charset="0"/>
              </a:rPr>
              <a:t>业广域</a:t>
            </a:r>
            <a:r>
              <a:rPr lang="en-US" altLang="zh-CN" dirty="0">
                <a:sym typeface="Huawei Sans" panose="020C0503030203020204" pitchFamily="34" charset="0"/>
              </a:rPr>
              <a:t>IP</a:t>
            </a:r>
            <a:r>
              <a:rPr lang="zh-CN" altLang="en-US" dirty="0">
                <a:sym typeface="Huawei Sans" panose="020C0503030203020204" pitchFamily="34" charset="0"/>
              </a:rPr>
              <a:t>承载网络概述</a:t>
            </a:r>
          </a:p>
        </p:txBody>
      </p:sp>
    </p:spTree>
    <p:extLst>
      <p:ext uri="{BB962C8B-B14F-4D97-AF65-F5344CB8AC3E}">
        <p14:creationId xmlns:p14="http://schemas.microsoft.com/office/powerpoint/2010/main" val="68738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2000" dirty="0" smtClean="0">
                <a:sym typeface="Huawei Sans" panose="020C0503030203020204" pitchFamily="34" charset="0"/>
              </a:rPr>
              <a:t>广域网（</a:t>
            </a:r>
            <a:r>
              <a:rPr lang="en-US" altLang="zh-CN" sz="2000" dirty="0">
                <a:sym typeface="Huawei Sans" panose="020C0503030203020204" pitchFamily="34" charset="0"/>
              </a:rPr>
              <a:t>Wide Area Network</a:t>
            </a:r>
            <a:r>
              <a:rPr lang="zh-CN" altLang="en-US" sz="2000" dirty="0">
                <a:sym typeface="Huawei Sans" panose="020C0503030203020204" pitchFamily="34" charset="0"/>
              </a:rPr>
              <a:t>，</a:t>
            </a:r>
            <a:r>
              <a:rPr lang="en-US" altLang="zh-CN" sz="2000" dirty="0">
                <a:sym typeface="Huawei Sans" panose="020C0503030203020204" pitchFamily="34" charset="0"/>
              </a:rPr>
              <a:t>WAN</a:t>
            </a:r>
            <a:r>
              <a:rPr lang="zh-CN" altLang="en-US" sz="2000" dirty="0" smtClean="0">
                <a:sym typeface="Huawei Sans" panose="020C0503030203020204" pitchFamily="34" charset="0"/>
              </a:rPr>
              <a:t>）是连接不同地区的局域网或城域网的计算机网络，通过广域网可实现相当大范围内的信息与网络资源共享。</a:t>
            </a:r>
            <a:endParaRPr lang="en-US" altLang="zh-CN" sz="2000" dirty="0" smtClean="0">
              <a:sym typeface="Huawei Sans" panose="020C0503030203020204" pitchFamily="34" charset="0"/>
            </a:endParaRPr>
          </a:p>
          <a:p>
            <a:r>
              <a:rPr lang="zh-CN" altLang="en-US" sz="2000" dirty="0">
                <a:sym typeface="Huawei Sans" panose="020C0503030203020204" pitchFamily="34" charset="0"/>
              </a:rPr>
              <a:t>企业广域</a:t>
            </a:r>
            <a:r>
              <a:rPr lang="en-US" altLang="zh-CN" sz="2000" dirty="0">
                <a:sym typeface="Huawei Sans" panose="020C0503030203020204" pitchFamily="34" charset="0"/>
              </a:rPr>
              <a:t>IP</a:t>
            </a:r>
            <a:r>
              <a:rPr lang="zh-CN" altLang="en-US" sz="2000" dirty="0">
                <a:sym typeface="Huawei Sans" panose="020C0503030203020204" pitchFamily="34" charset="0"/>
              </a:rPr>
              <a:t>承载</a:t>
            </a:r>
            <a:r>
              <a:rPr lang="zh-CN" altLang="en-US" sz="2000" dirty="0" smtClean="0">
                <a:sym typeface="Huawei Sans" panose="020C0503030203020204" pitchFamily="34" charset="0"/>
              </a:rPr>
              <a:t>网络指的是用于实现企业内跨地域互联互通的广域骨干网络，在企业网场景中，政府、金融、教育、电力等各行各业都在广泛使用广域</a:t>
            </a:r>
            <a:r>
              <a:rPr lang="en-US" altLang="zh-CN" sz="2000" dirty="0" smtClean="0">
                <a:sym typeface="Huawei Sans" panose="020C0503030203020204" pitchFamily="34" charset="0"/>
              </a:rPr>
              <a:t>IP</a:t>
            </a:r>
            <a:r>
              <a:rPr lang="zh-CN" altLang="en-US" sz="2000" dirty="0" smtClean="0">
                <a:sym typeface="Huawei Sans" panose="020C0503030203020204" pitchFamily="34" charset="0"/>
              </a:rPr>
              <a:t>承载网络实现位于不同地理位置的站点、云之间的连接，助力企业实现数字化。</a:t>
            </a:r>
            <a:endParaRPr lang="en-US" altLang="zh-CN" sz="2000" dirty="0" smtClean="0">
              <a:sym typeface="Huawei Sans" panose="020C0503030203020204" pitchFamily="34" charset="0"/>
            </a:endParaRPr>
          </a:p>
          <a:p>
            <a:r>
              <a:rPr lang="zh-CN" altLang="en-US" sz="2000" dirty="0" smtClean="0">
                <a:sym typeface="Huawei Sans" panose="020C0503030203020204" pitchFamily="34" charset="0"/>
              </a:rPr>
              <a:t>本</a:t>
            </a:r>
            <a:r>
              <a:rPr lang="zh-CN" altLang="en-US" sz="2000" dirty="0">
                <a:sym typeface="Huawei Sans" panose="020C0503030203020204" pitchFamily="34" charset="0"/>
              </a:rPr>
              <a:t>课程首先将介绍</a:t>
            </a:r>
            <a:r>
              <a:rPr lang="zh-CN" altLang="en-US" sz="2000" dirty="0" smtClean="0">
                <a:sym typeface="Huawei Sans" panose="020C0503030203020204" pitchFamily="34" charset="0"/>
              </a:rPr>
              <a:t>广域网的基本概念、广域承载网络技术演进，然后</a:t>
            </a:r>
            <a:r>
              <a:rPr lang="zh-CN" altLang="en-US" sz="2000" dirty="0">
                <a:sym typeface="Huawei Sans" panose="020C0503030203020204" pitchFamily="34" charset="0"/>
              </a:rPr>
              <a:t>介绍华为云广域网络解决方案（</a:t>
            </a:r>
            <a:r>
              <a:rPr lang="en-US" altLang="zh-CN" sz="2000" dirty="0" err="1">
                <a:sym typeface="Huawei Sans" panose="020C0503030203020204" pitchFamily="34" charset="0"/>
              </a:rPr>
              <a:t>CloudWAN</a:t>
            </a:r>
            <a:r>
              <a:rPr lang="en-US" altLang="zh-CN" sz="2000" dirty="0">
                <a:sym typeface="Huawei Sans" panose="020C0503030203020204" pitchFamily="34" charset="0"/>
              </a:rPr>
              <a:t> 3.0</a:t>
            </a:r>
            <a:r>
              <a:rPr lang="zh-CN" altLang="en-US" sz="2000" dirty="0">
                <a:sym typeface="Huawei Sans" panose="020C0503030203020204" pitchFamily="34" charset="0"/>
              </a:rPr>
              <a:t>）与</a:t>
            </a:r>
            <a:r>
              <a:rPr lang="zh-CN" altLang="en-US" sz="2000" dirty="0" smtClean="0">
                <a:sym typeface="Huawei Sans" panose="020C0503030203020204" pitchFamily="34" charset="0"/>
              </a:rPr>
              <a:t>关键技术。</a:t>
            </a:r>
          </a:p>
          <a:p>
            <a:endParaRPr lang="zh-CN" altLang="en-US" sz="20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6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学完本课程后，您将能够：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描述广域网</a:t>
            </a:r>
            <a:r>
              <a:rPr lang="zh-CN" altLang="en-US" dirty="0" smtClean="0">
                <a:sym typeface="Huawei Sans" panose="020C0503030203020204" pitchFamily="34" charset="0"/>
              </a:rPr>
              <a:t>络的基本</a:t>
            </a:r>
            <a:r>
              <a:rPr lang="zh-CN" altLang="en-US" dirty="0">
                <a:sym typeface="Huawei Sans" panose="020C0503030203020204" pitchFamily="34" charset="0"/>
              </a:rPr>
              <a:t>概念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描述广</a:t>
            </a:r>
            <a:r>
              <a:rPr lang="zh-CN" altLang="en-US" dirty="0" smtClean="0">
                <a:sym typeface="Huawei Sans" panose="020C0503030203020204" pitchFamily="34" charset="0"/>
              </a:rPr>
              <a:t>域</a:t>
            </a:r>
            <a:r>
              <a:rPr lang="en-US" altLang="zh-CN" dirty="0" smtClean="0">
                <a:sym typeface="Huawei Sans" panose="020C0503030203020204" pitchFamily="34" charset="0"/>
              </a:rPr>
              <a:t>IP</a:t>
            </a:r>
            <a:r>
              <a:rPr lang="zh-CN" altLang="en-US" dirty="0" smtClean="0">
                <a:sym typeface="Huawei Sans" panose="020C0503030203020204" pitchFamily="34" charset="0"/>
              </a:rPr>
              <a:t>承载</a:t>
            </a:r>
            <a:r>
              <a:rPr lang="zh-CN" altLang="en-US" dirty="0">
                <a:sym typeface="Huawei Sans" panose="020C0503030203020204" pitchFamily="34" charset="0"/>
              </a:rPr>
              <a:t>网络</a:t>
            </a:r>
            <a:r>
              <a:rPr lang="zh-CN" altLang="en-US" dirty="0" smtClean="0">
                <a:sym typeface="Huawei Sans" panose="020C0503030203020204" pitchFamily="34" charset="0"/>
              </a:rPr>
              <a:t>的趋势、挑战及演进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描述华</a:t>
            </a:r>
            <a:r>
              <a:rPr lang="zh-CN" altLang="en-US" dirty="0" smtClean="0">
                <a:sym typeface="Huawei Sans" panose="020C0503030203020204" pitchFamily="34" charset="0"/>
              </a:rPr>
              <a:t>为</a:t>
            </a:r>
            <a:r>
              <a:rPr lang="en-US" altLang="zh-CN" dirty="0" err="1" smtClean="0">
                <a:sym typeface="Huawei Sans" panose="020C0503030203020204" pitchFamily="34" charset="0"/>
              </a:rPr>
              <a:t>CloudWAN</a:t>
            </a:r>
            <a:r>
              <a:rPr lang="zh-CN" altLang="en-US" dirty="0" smtClean="0">
                <a:sym typeface="Huawei Sans" panose="020C0503030203020204" pitchFamily="34" charset="0"/>
              </a:rPr>
              <a:t>解决</a:t>
            </a:r>
            <a:r>
              <a:rPr lang="zh-CN" altLang="en-US" dirty="0">
                <a:sym typeface="Huawei Sans" panose="020C0503030203020204" pitchFamily="34" charset="0"/>
              </a:rPr>
              <a:t>方案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描述华</a:t>
            </a:r>
            <a:r>
              <a:rPr lang="zh-CN" altLang="en-US" dirty="0" smtClean="0">
                <a:sym typeface="Huawei Sans" panose="020C0503030203020204" pitchFamily="34" charset="0"/>
              </a:rPr>
              <a:t>为</a:t>
            </a:r>
            <a:r>
              <a:rPr lang="en-US" altLang="zh-CN" dirty="0" err="1" smtClean="0">
                <a:sym typeface="Huawei Sans" panose="020C0503030203020204" pitchFamily="34" charset="0"/>
              </a:rPr>
              <a:t>CloudWAN</a:t>
            </a:r>
            <a:r>
              <a:rPr lang="zh-CN" altLang="en-US" dirty="0" smtClean="0">
                <a:sym typeface="Huawei Sans" panose="020C0503030203020204" pitchFamily="34" charset="0"/>
              </a:rPr>
              <a:t>解决方案的关键技术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描述华为</a:t>
            </a:r>
            <a:r>
              <a:rPr lang="en-US" altLang="zh-CN" dirty="0" err="1">
                <a:sym typeface="Huawei Sans" panose="020C0503030203020204" pitchFamily="34" charset="0"/>
              </a:rPr>
              <a:t>CloudWAN</a:t>
            </a:r>
            <a:r>
              <a:rPr lang="zh-CN" altLang="en-US" dirty="0">
                <a:sym typeface="Huawei Sans" panose="020C0503030203020204" pitchFamily="34" charset="0"/>
              </a:rPr>
              <a:t>解决方案</a:t>
            </a:r>
            <a:r>
              <a:rPr lang="zh-CN" altLang="en-US" dirty="0" smtClean="0">
                <a:sym typeface="Huawei Sans" panose="020C0503030203020204" pitchFamily="34" charset="0"/>
              </a:rPr>
              <a:t>的典型行业应用场景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77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b="1" smtClean="0">
                <a:sym typeface="Huawei Sans" panose="020C0503030203020204" pitchFamily="34" charset="0"/>
              </a:rPr>
              <a:t>企业广域</a:t>
            </a:r>
            <a:r>
              <a:rPr lang="en-US" altLang="zh-CN" b="1" smtClean="0">
                <a:sym typeface="Huawei Sans" panose="020C0503030203020204" pitchFamily="34" charset="0"/>
              </a:rPr>
              <a:t>IP</a:t>
            </a:r>
            <a:r>
              <a:rPr lang="zh-CN" altLang="en-US" b="1" smtClean="0">
                <a:sym typeface="Huawei Sans" panose="020C0503030203020204" pitchFamily="34" charset="0"/>
              </a:rPr>
              <a:t>承载网络概述</a:t>
            </a:r>
            <a:endParaRPr lang="en-US" altLang="zh-CN" b="1">
              <a:sym typeface="Huawei Sans" panose="020C0503030203020204" pitchFamily="34" charset="0"/>
            </a:endParaRPr>
          </a:p>
          <a:p>
            <a:r>
              <a:rPr lang="en-US" altLang="zh-CN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CloudWAN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解决方案概述 </a:t>
            </a:r>
            <a:endParaRPr lang="zh-CN" altLang="en-US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CloudWAN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解决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方案典型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应用</a:t>
            </a:r>
            <a:r>
              <a:rPr lang="zh-CN" altLang="en-US" smtClean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场景</a:t>
            </a:r>
            <a:endParaRPr lang="zh-CN" altLang="en-US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02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企业广域网络简介</a:t>
            </a:r>
          </a:p>
        </p:txBody>
      </p:sp>
      <p:sp>
        <p:nvSpPr>
          <p:cNvPr id="313" name="文本框 312">
            <a:extLst>
              <a:ext uri="{FF2B5EF4-FFF2-40B4-BE49-F238E27FC236}">
                <a16:creationId xmlns:a16="http://schemas.microsoft.com/office/drawing/2014/main" xmlns="" id="{3DD6634D-C89C-4638-B26D-1A3364F39DE0}"/>
              </a:ext>
            </a:extLst>
          </p:cNvPr>
          <p:cNvSpPr txBox="1"/>
          <p:nvPr/>
        </p:nvSpPr>
        <p:spPr bwMode="gray">
          <a:xfrm>
            <a:off x="1333056" y="4728728"/>
            <a:ext cx="49362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企业广域网络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定义：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企业广域网络用于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实现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企业内跨地域的互联互通。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企业广域网络连接企业总部与分支、连接企业与云，也实现云之间的互联互通。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6" name="文本框 405">
            <a:extLst>
              <a:ext uri="{FF2B5EF4-FFF2-40B4-BE49-F238E27FC236}">
                <a16:creationId xmlns:a16="http://schemas.microsoft.com/office/drawing/2014/main" xmlns="" id="{3DD6634D-C89C-4638-B26D-1A3364F39DE0}"/>
              </a:ext>
            </a:extLst>
          </p:cNvPr>
          <p:cNvSpPr txBox="1"/>
          <p:nvPr/>
        </p:nvSpPr>
        <p:spPr bwMode="gray">
          <a:xfrm>
            <a:off x="7150274" y="4728728"/>
            <a:ext cx="39815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企业广域网络按照使用对象分类</a:t>
            </a:r>
            <a:endParaRPr lang="en-US" altLang="zh-CN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自建自用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自建他用</a:t>
            </a:r>
          </a:p>
        </p:txBody>
      </p:sp>
      <p:grpSp>
        <p:nvGrpSpPr>
          <p:cNvPr id="33" name="组合 32"/>
          <p:cNvGrpSpPr/>
          <p:nvPr/>
        </p:nvGrpSpPr>
        <p:grpSpPr bwMode="gray">
          <a:xfrm>
            <a:off x="1061108" y="1520049"/>
            <a:ext cx="10069784" cy="3115716"/>
            <a:chOff x="1070685" y="1459089"/>
            <a:chExt cx="10069784" cy="3115716"/>
          </a:xfrm>
        </p:grpSpPr>
        <p:sp>
          <p:nvSpPr>
            <p:cNvPr id="314" name="圆角矩形 313"/>
            <p:cNvSpPr/>
            <p:nvPr/>
          </p:nvSpPr>
          <p:spPr bwMode="gray">
            <a:xfrm>
              <a:off x="9789388" y="1459089"/>
              <a:ext cx="1351081" cy="3115716"/>
            </a:xfrm>
            <a:prstGeom prst="roundRect">
              <a:avLst>
                <a:gd name="adj" fmla="val 711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 defTabSz="914400">
                <a:defRPr/>
              </a:pPr>
              <a:endParaRPr lang="zh-CN" altLang="en-US" sz="1400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5" name="圆角矩形 314"/>
            <p:cNvSpPr/>
            <p:nvPr/>
          </p:nvSpPr>
          <p:spPr bwMode="gray">
            <a:xfrm>
              <a:off x="1070685" y="1459089"/>
              <a:ext cx="1657844" cy="3115716"/>
            </a:xfrm>
            <a:prstGeom prst="roundRect">
              <a:avLst>
                <a:gd name="adj" fmla="val 711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 defTabSz="914400">
                <a:defRPr/>
              </a:pPr>
              <a:endParaRPr lang="zh-CN" altLang="en-US" sz="1400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6" name="圆角矩形 315"/>
            <p:cNvSpPr/>
            <p:nvPr/>
          </p:nvSpPr>
          <p:spPr bwMode="gray">
            <a:xfrm>
              <a:off x="2794563" y="1459089"/>
              <a:ext cx="6923648" cy="3115716"/>
            </a:xfrm>
            <a:prstGeom prst="roundRect">
              <a:avLst>
                <a:gd name="adj" fmla="val 385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 defTabSz="914400">
                <a:defRPr/>
              </a:pPr>
              <a:endParaRPr lang="zh-CN" altLang="en-US" sz="1400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317" name="直接连接符 316"/>
            <p:cNvCxnSpPr/>
            <p:nvPr/>
          </p:nvCxnSpPr>
          <p:spPr bwMode="gray">
            <a:xfrm flipH="1">
              <a:off x="2666329" y="2869105"/>
              <a:ext cx="1730455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18" name="直接连接符 317"/>
            <p:cNvCxnSpPr/>
            <p:nvPr/>
          </p:nvCxnSpPr>
          <p:spPr bwMode="gray">
            <a:xfrm>
              <a:off x="2666329" y="3521252"/>
              <a:ext cx="1730455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19" name="直接连接符 318"/>
            <p:cNvCxnSpPr/>
            <p:nvPr/>
          </p:nvCxnSpPr>
          <p:spPr bwMode="gray">
            <a:xfrm>
              <a:off x="8405584" y="4145131"/>
              <a:ext cx="1479019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20" name="直接连接符 319"/>
            <p:cNvCxnSpPr/>
            <p:nvPr/>
          </p:nvCxnSpPr>
          <p:spPr bwMode="gray">
            <a:xfrm>
              <a:off x="8405584" y="3521252"/>
              <a:ext cx="1479019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21" name="直接连接符 320"/>
            <p:cNvCxnSpPr/>
            <p:nvPr/>
          </p:nvCxnSpPr>
          <p:spPr bwMode="gray">
            <a:xfrm>
              <a:off x="8405584" y="2865168"/>
              <a:ext cx="1479019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22" name="直接连接符 321"/>
            <p:cNvCxnSpPr/>
            <p:nvPr/>
          </p:nvCxnSpPr>
          <p:spPr bwMode="gray">
            <a:xfrm>
              <a:off x="8405584" y="2196308"/>
              <a:ext cx="1479019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323" name="文本框 322"/>
            <p:cNvSpPr txBox="1"/>
            <p:nvPr/>
          </p:nvSpPr>
          <p:spPr bwMode="gray">
            <a:xfrm>
              <a:off x="1089100" y="2743358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914400">
                <a:defRPr/>
              </a:pPr>
              <a:r>
                <a:rPr lang="zh-CN" altLang="en-US" sz="1200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企业总部</a:t>
              </a:r>
            </a:p>
          </p:txBody>
        </p:sp>
        <p:sp>
          <p:nvSpPr>
            <p:cNvPr id="324" name="文本框 323"/>
            <p:cNvSpPr txBox="1"/>
            <p:nvPr/>
          </p:nvSpPr>
          <p:spPr bwMode="gray">
            <a:xfrm>
              <a:off x="5406261" y="1512226"/>
              <a:ext cx="1662733" cy="3258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4400">
                <a:defRPr/>
              </a:pPr>
              <a:r>
                <a:rPr lang="zh-CN" altLang="en-US" sz="1600" b="1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企业广域网络</a:t>
              </a:r>
              <a:endParaRPr lang="en-US" altLang="zh-CN" sz="1600" b="1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325" name="直接连接符 324"/>
            <p:cNvCxnSpPr>
              <a:stCxn id="350" idx="3"/>
              <a:endCxn id="351" idx="1"/>
            </p:cNvCxnSpPr>
            <p:nvPr/>
          </p:nvCxnSpPr>
          <p:spPr bwMode="gray">
            <a:xfrm>
              <a:off x="6188011" y="2869105"/>
              <a:ext cx="512156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26" name="直接连接符 325"/>
            <p:cNvCxnSpPr>
              <a:stCxn id="350" idx="2"/>
              <a:endCxn id="352" idx="0"/>
            </p:cNvCxnSpPr>
            <p:nvPr/>
          </p:nvCxnSpPr>
          <p:spPr bwMode="gray">
            <a:xfrm>
              <a:off x="6003598" y="3019988"/>
              <a:ext cx="0" cy="35038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27" name="直接连接符 326"/>
            <p:cNvCxnSpPr>
              <a:stCxn id="352" idx="3"/>
              <a:endCxn id="353" idx="1"/>
            </p:cNvCxnSpPr>
            <p:nvPr/>
          </p:nvCxnSpPr>
          <p:spPr bwMode="gray">
            <a:xfrm>
              <a:off x="6188011" y="3521252"/>
              <a:ext cx="512156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28" name="直接连接符 327"/>
            <p:cNvCxnSpPr>
              <a:stCxn id="351" idx="2"/>
              <a:endCxn id="353" idx="0"/>
            </p:cNvCxnSpPr>
            <p:nvPr/>
          </p:nvCxnSpPr>
          <p:spPr bwMode="gray">
            <a:xfrm>
              <a:off x="6884581" y="3019988"/>
              <a:ext cx="0" cy="35038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29" name="直接连接符 328"/>
            <p:cNvCxnSpPr>
              <a:stCxn id="350" idx="2"/>
              <a:endCxn id="353" idx="0"/>
            </p:cNvCxnSpPr>
            <p:nvPr/>
          </p:nvCxnSpPr>
          <p:spPr bwMode="gray">
            <a:xfrm>
              <a:off x="6003598" y="3019988"/>
              <a:ext cx="880983" cy="35038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0" name="直接连接符 329"/>
            <p:cNvCxnSpPr>
              <a:stCxn id="352" idx="0"/>
              <a:endCxn id="351" idx="2"/>
            </p:cNvCxnSpPr>
            <p:nvPr/>
          </p:nvCxnSpPr>
          <p:spPr bwMode="gray">
            <a:xfrm flipV="1">
              <a:off x="6003598" y="3019988"/>
              <a:ext cx="880983" cy="35038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1" name="直接连接符 330"/>
            <p:cNvCxnSpPr>
              <a:stCxn id="350" idx="1"/>
              <a:endCxn id="349" idx="3"/>
            </p:cNvCxnSpPr>
            <p:nvPr/>
          </p:nvCxnSpPr>
          <p:spPr bwMode="gray">
            <a:xfrm flipH="1" flipV="1">
              <a:off x="4868348" y="2209085"/>
              <a:ext cx="950836" cy="66002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2" name="直接连接符 331"/>
            <p:cNvCxnSpPr>
              <a:stCxn id="350" idx="1"/>
              <a:endCxn id="347" idx="3"/>
            </p:cNvCxnSpPr>
            <p:nvPr/>
          </p:nvCxnSpPr>
          <p:spPr bwMode="gray">
            <a:xfrm flipH="1">
              <a:off x="4088729" y="2869105"/>
              <a:ext cx="1730455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3" name="直接连接符 332"/>
            <p:cNvCxnSpPr>
              <a:stCxn id="350" idx="1"/>
              <a:endCxn id="348" idx="3"/>
            </p:cNvCxnSpPr>
            <p:nvPr/>
          </p:nvCxnSpPr>
          <p:spPr bwMode="gray">
            <a:xfrm flipH="1">
              <a:off x="4088729" y="2869105"/>
              <a:ext cx="1730455" cy="652147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4" name="直接连接符 333"/>
            <p:cNvCxnSpPr>
              <a:stCxn id="350" idx="1"/>
              <a:endCxn id="358" idx="0"/>
            </p:cNvCxnSpPr>
            <p:nvPr/>
          </p:nvCxnSpPr>
          <p:spPr bwMode="gray">
            <a:xfrm flipH="1">
              <a:off x="4683935" y="2869105"/>
              <a:ext cx="1135249" cy="1117955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5" name="直接连接符 334"/>
            <p:cNvCxnSpPr>
              <a:stCxn id="349" idx="3"/>
              <a:endCxn id="352" idx="1"/>
            </p:cNvCxnSpPr>
            <p:nvPr/>
          </p:nvCxnSpPr>
          <p:spPr bwMode="gray">
            <a:xfrm>
              <a:off x="4868348" y="2209085"/>
              <a:ext cx="950836" cy="1312167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6" name="直接连接符 335"/>
            <p:cNvCxnSpPr>
              <a:stCxn id="347" idx="3"/>
              <a:endCxn id="352" idx="1"/>
            </p:cNvCxnSpPr>
            <p:nvPr/>
          </p:nvCxnSpPr>
          <p:spPr bwMode="gray">
            <a:xfrm>
              <a:off x="4088729" y="2869105"/>
              <a:ext cx="1730455" cy="652147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7" name="直接连接符 336"/>
            <p:cNvCxnSpPr>
              <a:stCxn id="348" idx="3"/>
              <a:endCxn id="352" idx="1"/>
            </p:cNvCxnSpPr>
            <p:nvPr/>
          </p:nvCxnSpPr>
          <p:spPr bwMode="gray">
            <a:xfrm>
              <a:off x="4088729" y="3521252"/>
              <a:ext cx="1730455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8" name="直接连接符 337"/>
            <p:cNvCxnSpPr>
              <a:stCxn id="358" idx="0"/>
              <a:endCxn id="352" idx="1"/>
            </p:cNvCxnSpPr>
            <p:nvPr/>
          </p:nvCxnSpPr>
          <p:spPr bwMode="gray">
            <a:xfrm flipV="1">
              <a:off x="4683935" y="3521252"/>
              <a:ext cx="1135249" cy="465808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39" name="直接连接符 338"/>
            <p:cNvCxnSpPr>
              <a:stCxn id="351" idx="3"/>
              <a:endCxn id="354" idx="2"/>
            </p:cNvCxnSpPr>
            <p:nvPr/>
          </p:nvCxnSpPr>
          <p:spPr bwMode="gray">
            <a:xfrm flipV="1">
              <a:off x="7068994" y="2359968"/>
              <a:ext cx="1183526" cy="509137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40" name="直接连接符 339"/>
            <p:cNvCxnSpPr>
              <a:stCxn id="351" idx="3"/>
              <a:endCxn id="355" idx="1"/>
            </p:cNvCxnSpPr>
            <p:nvPr/>
          </p:nvCxnSpPr>
          <p:spPr bwMode="gray">
            <a:xfrm>
              <a:off x="7068994" y="2869105"/>
              <a:ext cx="1479019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41" name="直接连接符 340"/>
            <p:cNvCxnSpPr>
              <a:stCxn id="351" idx="3"/>
              <a:endCxn id="356" idx="0"/>
            </p:cNvCxnSpPr>
            <p:nvPr/>
          </p:nvCxnSpPr>
          <p:spPr bwMode="gray">
            <a:xfrm>
              <a:off x="7068994" y="2869105"/>
              <a:ext cx="1255144" cy="1117955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42" name="直接连接符 341"/>
            <p:cNvCxnSpPr>
              <a:stCxn id="351" idx="3"/>
              <a:endCxn id="357" idx="1"/>
            </p:cNvCxnSpPr>
            <p:nvPr/>
          </p:nvCxnSpPr>
          <p:spPr bwMode="gray">
            <a:xfrm>
              <a:off x="7068994" y="2869105"/>
              <a:ext cx="1470584" cy="652147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43" name="直接连接符 342"/>
            <p:cNvCxnSpPr>
              <a:stCxn id="353" idx="3"/>
              <a:endCxn id="354" idx="2"/>
            </p:cNvCxnSpPr>
            <p:nvPr/>
          </p:nvCxnSpPr>
          <p:spPr bwMode="gray">
            <a:xfrm flipV="1">
              <a:off x="7068994" y="2359968"/>
              <a:ext cx="1183526" cy="1161284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44" name="直接连接符 343"/>
            <p:cNvCxnSpPr>
              <a:stCxn id="353" idx="3"/>
              <a:endCxn id="355" idx="1"/>
            </p:cNvCxnSpPr>
            <p:nvPr/>
          </p:nvCxnSpPr>
          <p:spPr bwMode="gray">
            <a:xfrm flipV="1">
              <a:off x="7068994" y="2869105"/>
              <a:ext cx="1479019" cy="652147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45" name="直接连接符 344"/>
            <p:cNvCxnSpPr>
              <a:stCxn id="353" idx="3"/>
              <a:endCxn id="356" idx="0"/>
            </p:cNvCxnSpPr>
            <p:nvPr/>
          </p:nvCxnSpPr>
          <p:spPr bwMode="gray">
            <a:xfrm>
              <a:off x="7068994" y="3521252"/>
              <a:ext cx="1255144" cy="465808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46" name="直接连接符 345"/>
            <p:cNvCxnSpPr>
              <a:stCxn id="353" idx="3"/>
              <a:endCxn id="357" idx="1"/>
            </p:cNvCxnSpPr>
            <p:nvPr/>
          </p:nvCxnSpPr>
          <p:spPr bwMode="gray">
            <a:xfrm>
              <a:off x="7068994" y="3521252"/>
              <a:ext cx="1470584" cy="0"/>
            </a:xfrm>
            <a:prstGeom prst="line">
              <a:avLst/>
            </a:prstGeom>
            <a:noFill/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</p:cxnSp>
        <p:pic>
          <p:nvPicPr>
            <p:cNvPr id="347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3719902" y="271822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48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3719902" y="3370368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49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4499521" y="205820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0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5819184" y="271822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1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6700167" y="271822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2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5819184" y="3370368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3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6700167" y="3370368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8068106" y="205820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8548013" y="271822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6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8139724" y="3987060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7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8539578" y="3370368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8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4499521" y="3987060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59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2624806" y="271822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360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2624806" y="3370368"/>
              <a:ext cx="368827" cy="301767"/>
            </a:xfrm>
            <a:prstGeom prst="rect">
              <a:avLst/>
            </a:prstGeom>
            <a:noFill/>
          </p:spPr>
        </p:pic>
        <p:grpSp>
          <p:nvGrpSpPr>
            <p:cNvPr id="361" name="组合 360"/>
            <p:cNvGrpSpPr/>
            <p:nvPr/>
          </p:nvGrpSpPr>
          <p:grpSpPr bwMode="gray">
            <a:xfrm>
              <a:off x="2069985" y="2551135"/>
              <a:ext cx="456178" cy="506905"/>
              <a:chOff x="635" y="11755"/>
              <a:chExt cx="1259" cy="1399"/>
            </a:xfrm>
          </p:grpSpPr>
          <p:sp>
            <p:nvSpPr>
              <p:cNvPr id="362" name="任意多边形 361"/>
              <p:cNvSpPr/>
              <p:nvPr/>
            </p:nvSpPr>
            <p:spPr bwMode="gray">
              <a:xfrm>
                <a:off x="1010" y="12063"/>
                <a:ext cx="508" cy="1055"/>
              </a:xfrm>
              <a:custGeom>
                <a:avLst/>
                <a:gdLst/>
                <a:ahLst/>
                <a:cxnLst/>
                <a:rect l="0" t="0" r="0" b="0"/>
                <a:pathLst>
                  <a:path w="897" h="1863">
                    <a:moveTo>
                      <a:pt x="896" y="1862"/>
                    </a:moveTo>
                    <a:lnTo>
                      <a:pt x="0" y="1862"/>
                    </a:lnTo>
                    <a:lnTo>
                      <a:pt x="0" y="0"/>
                    </a:lnTo>
                    <a:lnTo>
                      <a:pt x="896" y="0"/>
                    </a:lnTo>
                    <a:lnTo>
                      <a:pt x="896" y="1862"/>
                    </a:lnTo>
                    <a:close/>
                    <a:moveTo>
                      <a:pt x="74" y="1789"/>
                    </a:moveTo>
                    <a:lnTo>
                      <a:pt x="824" y="1789"/>
                    </a:lnTo>
                    <a:lnTo>
                      <a:pt x="824" y="73"/>
                    </a:lnTo>
                    <a:lnTo>
                      <a:pt x="74" y="73"/>
                    </a:lnTo>
                    <a:lnTo>
                      <a:pt x="74" y="1789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3" name="任意多边形 362"/>
              <p:cNvSpPr/>
              <p:nvPr/>
            </p:nvSpPr>
            <p:spPr bwMode="gray">
              <a:xfrm>
                <a:off x="1205" y="11755"/>
                <a:ext cx="233" cy="328"/>
              </a:xfrm>
              <a:custGeom>
                <a:avLst/>
                <a:gdLst/>
                <a:ahLst/>
                <a:cxnLst/>
                <a:rect l="0" t="0" r="0" b="0"/>
                <a:pathLst>
                  <a:path w="412" h="577">
                    <a:moveTo>
                      <a:pt x="73" y="576"/>
                    </a:moveTo>
                    <a:lnTo>
                      <a:pt x="0" y="576"/>
                    </a:lnTo>
                    <a:lnTo>
                      <a:pt x="0" y="0"/>
                    </a:lnTo>
                    <a:lnTo>
                      <a:pt x="411" y="0"/>
                    </a:lnTo>
                    <a:lnTo>
                      <a:pt x="411" y="266"/>
                    </a:lnTo>
                    <a:lnTo>
                      <a:pt x="73" y="266"/>
                    </a:lnTo>
                    <a:lnTo>
                      <a:pt x="73" y="576"/>
                    </a:lnTo>
                    <a:close/>
                    <a:moveTo>
                      <a:pt x="73" y="193"/>
                    </a:moveTo>
                    <a:lnTo>
                      <a:pt x="336" y="193"/>
                    </a:lnTo>
                    <a:lnTo>
                      <a:pt x="336" y="74"/>
                    </a:lnTo>
                    <a:lnTo>
                      <a:pt x="73" y="74"/>
                    </a:lnTo>
                    <a:lnTo>
                      <a:pt x="73" y="193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4" name="任意多边形 363"/>
              <p:cNvSpPr/>
              <p:nvPr/>
            </p:nvSpPr>
            <p:spPr bwMode="gray">
              <a:xfrm>
                <a:off x="1093" y="12208"/>
                <a:ext cx="147" cy="230"/>
              </a:xfrm>
              <a:custGeom>
                <a:avLst/>
                <a:gdLst/>
                <a:ahLst/>
                <a:cxnLst/>
                <a:rect l="0" t="0" r="0" b="0"/>
                <a:pathLst>
                  <a:path w="258" h="406">
                    <a:moveTo>
                      <a:pt x="257" y="405"/>
                    </a:moveTo>
                    <a:lnTo>
                      <a:pt x="0" y="405"/>
                    </a:lnTo>
                    <a:lnTo>
                      <a:pt x="0" y="0"/>
                    </a:lnTo>
                    <a:lnTo>
                      <a:pt x="257" y="0"/>
                    </a:lnTo>
                    <a:lnTo>
                      <a:pt x="257" y="405"/>
                    </a:lnTo>
                    <a:close/>
                    <a:moveTo>
                      <a:pt x="74" y="331"/>
                    </a:moveTo>
                    <a:lnTo>
                      <a:pt x="183" y="331"/>
                    </a:lnTo>
                    <a:lnTo>
                      <a:pt x="183" y="74"/>
                    </a:lnTo>
                    <a:lnTo>
                      <a:pt x="74" y="74"/>
                    </a:lnTo>
                    <a:lnTo>
                      <a:pt x="74" y="331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5" name="任意多边形 364"/>
              <p:cNvSpPr/>
              <p:nvPr/>
            </p:nvSpPr>
            <p:spPr bwMode="gray">
              <a:xfrm>
                <a:off x="1290" y="12208"/>
                <a:ext cx="148" cy="230"/>
              </a:xfrm>
              <a:custGeom>
                <a:avLst/>
                <a:gdLst/>
                <a:ahLst/>
                <a:cxnLst/>
                <a:rect l="0" t="0" r="0" b="0"/>
                <a:pathLst>
                  <a:path w="258" h="406">
                    <a:moveTo>
                      <a:pt x="257" y="405"/>
                    </a:moveTo>
                    <a:lnTo>
                      <a:pt x="0" y="405"/>
                    </a:lnTo>
                    <a:lnTo>
                      <a:pt x="0" y="0"/>
                    </a:lnTo>
                    <a:lnTo>
                      <a:pt x="257" y="0"/>
                    </a:lnTo>
                    <a:lnTo>
                      <a:pt x="257" y="405"/>
                    </a:lnTo>
                    <a:close/>
                    <a:moveTo>
                      <a:pt x="75" y="331"/>
                    </a:moveTo>
                    <a:lnTo>
                      <a:pt x="184" y="331"/>
                    </a:lnTo>
                    <a:lnTo>
                      <a:pt x="184" y="74"/>
                    </a:lnTo>
                    <a:lnTo>
                      <a:pt x="75" y="74"/>
                    </a:lnTo>
                    <a:lnTo>
                      <a:pt x="75" y="331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6" name="任意多边形 365"/>
              <p:cNvSpPr/>
              <p:nvPr/>
            </p:nvSpPr>
            <p:spPr bwMode="gray">
              <a:xfrm>
                <a:off x="1558" y="12290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7" name="任意多边形 366"/>
              <p:cNvSpPr/>
              <p:nvPr/>
            </p:nvSpPr>
            <p:spPr bwMode="gray">
              <a:xfrm>
                <a:off x="1660" y="12290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6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6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8" name="任意多边形 367"/>
              <p:cNvSpPr/>
              <p:nvPr/>
            </p:nvSpPr>
            <p:spPr bwMode="gray">
              <a:xfrm>
                <a:off x="1760" y="12290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9" name="任意多边形 368"/>
              <p:cNvSpPr/>
              <p:nvPr/>
            </p:nvSpPr>
            <p:spPr bwMode="gray">
              <a:xfrm>
                <a:off x="1558" y="12448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0" name="任意多边形 369"/>
              <p:cNvSpPr/>
              <p:nvPr/>
            </p:nvSpPr>
            <p:spPr bwMode="gray">
              <a:xfrm>
                <a:off x="1660" y="12448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6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6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1" name="任意多边形 370"/>
              <p:cNvSpPr/>
              <p:nvPr/>
            </p:nvSpPr>
            <p:spPr bwMode="gray">
              <a:xfrm>
                <a:off x="1760" y="12448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2" name="任意多边形 371"/>
              <p:cNvSpPr/>
              <p:nvPr/>
            </p:nvSpPr>
            <p:spPr bwMode="gray">
              <a:xfrm>
                <a:off x="1558" y="12605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3" name="任意多边形 372"/>
              <p:cNvSpPr/>
              <p:nvPr/>
            </p:nvSpPr>
            <p:spPr bwMode="gray">
              <a:xfrm>
                <a:off x="1660" y="12605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6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6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4" name="任意多边形 373"/>
              <p:cNvSpPr/>
              <p:nvPr/>
            </p:nvSpPr>
            <p:spPr bwMode="gray">
              <a:xfrm>
                <a:off x="1760" y="12605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5" name="任意多边形 374"/>
              <p:cNvSpPr/>
              <p:nvPr/>
            </p:nvSpPr>
            <p:spPr bwMode="gray">
              <a:xfrm>
                <a:off x="1558" y="12763"/>
                <a:ext cx="52" cy="87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5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5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6" name="任意多边形 375"/>
              <p:cNvSpPr/>
              <p:nvPr/>
            </p:nvSpPr>
            <p:spPr bwMode="gray">
              <a:xfrm>
                <a:off x="1660" y="12763"/>
                <a:ext cx="53" cy="87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6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6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7" name="任意多边形 376"/>
              <p:cNvSpPr/>
              <p:nvPr/>
            </p:nvSpPr>
            <p:spPr bwMode="gray">
              <a:xfrm>
                <a:off x="1760" y="12763"/>
                <a:ext cx="53" cy="87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5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5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8" name="任意多边形 377"/>
              <p:cNvSpPr/>
              <p:nvPr/>
            </p:nvSpPr>
            <p:spPr bwMode="gray">
              <a:xfrm>
                <a:off x="1558" y="12920"/>
                <a:ext cx="52" cy="88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5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5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9" name="任意多边形 378"/>
              <p:cNvSpPr/>
              <p:nvPr/>
            </p:nvSpPr>
            <p:spPr bwMode="gray">
              <a:xfrm>
                <a:off x="1660" y="12920"/>
                <a:ext cx="53" cy="88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6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6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0" name="任意多边形 379"/>
              <p:cNvSpPr/>
              <p:nvPr/>
            </p:nvSpPr>
            <p:spPr bwMode="gray">
              <a:xfrm>
                <a:off x="1760" y="12920"/>
                <a:ext cx="53" cy="88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5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5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1" name="任意多边形 380"/>
              <p:cNvSpPr/>
              <p:nvPr/>
            </p:nvSpPr>
            <p:spPr bwMode="gray">
              <a:xfrm>
                <a:off x="635" y="12180"/>
                <a:ext cx="418" cy="940"/>
              </a:xfrm>
              <a:custGeom>
                <a:avLst/>
                <a:gdLst/>
                <a:ahLst/>
                <a:cxnLst/>
                <a:rect l="0" t="0" r="0" b="0"/>
                <a:pathLst>
                  <a:path w="736" h="1656">
                    <a:moveTo>
                      <a:pt x="735" y="1655"/>
                    </a:moveTo>
                    <a:lnTo>
                      <a:pt x="0" y="1655"/>
                    </a:lnTo>
                    <a:lnTo>
                      <a:pt x="0" y="0"/>
                    </a:lnTo>
                    <a:lnTo>
                      <a:pt x="735" y="0"/>
                    </a:lnTo>
                    <a:lnTo>
                      <a:pt x="735" y="1655"/>
                    </a:lnTo>
                    <a:close/>
                    <a:moveTo>
                      <a:pt x="74" y="1582"/>
                    </a:moveTo>
                    <a:lnTo>
                      <a:pt x="662" y="1582"/>
                    </a:lnTo>
                    <a:lnTo>
                      <a:pt x="662" y="74"/>
                    </a:lnTo>
                    <a:lnTo>
                      <a:pt x="74" y="74"/>
                    </a:lnTo>
                    <a:lnTo>
                      <a:pt x="74" y="1582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2" name="任意多边形 381"/>
              <p:cNvSpPr/>
              <p:nvPr/>
            </p:nvSpPr>
            <p:spPr bwMode="gray">
              <a:xfrm>
                <a:off x="718" y="12290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3" name="任意多边形 382"/>
              <p:cNvSpPr/>
              <p:nvPr/>
            </p:nvSpPr>
            <p:spPr bwMode="gray">
              <a:xfrm>
                <a:off x="818" y="12290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6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6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4" name="任意多边形 383"/>
              <p:cNvSpPr/>
              <p:nvPr/>
            </p:nvSpPr>
            <p:spPr bwMode="gray">
              <a:xfrm>
                <a:off x="920" y="12290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5" name="任意多边形 384"/>
              <p:cNvSpPr/>
              <p:nvPr/>
            </p:nvSpPr>
            <p:spPr bwMode="gray">
              <a:xfrm>
                <a:off x="718" y="12448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6" name="任意多边形 385"/>
              <p:cNvSpPr/>
              <p:nvPr/>
            </p:nvSpPr>
            <p:spPr bwMode="gray">
              <a:xfrm>
                <a:off x="818" y="12448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6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6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7" name="任意多边形 386"/>
              <p:cNvSpPr/>
              <p:nvPr/>
            </p:nvSpPr>
            <p:spPr bwMode="gray">
              <a:xfrm>
                <a:off x="920" y="12448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8" name="任意多边形 387"/>
              <p:cNvSpPr/>
              <p:nvPr/>
            </p:nvSpPr>
            <p:spPr bwMode="gray">
              <a:xfrm>
                <a:off x="718" y="12605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89" name="任意多边形 388"/>
              <p:cNvSpPr/>
              <p:nvPr/>
            </p:nvSpPr>
            <p:spPr bwMode="gray">
              <a:xfrm>
                <a:off x="818" y="12605"/>
                <a:ext cx="52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6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6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0" name="任意多边形 389"/>
              <p:cNvSpPr/>
              <p:nvPr/>
            </p:nvSpPr>
            <p:spPr bwMode="gray">
              <a:xfrm>
                <a:off x="920" y="12605"/>
                <a:ext cx="53" cy="90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7">
                    <a:moveTo>
                      <a:pt x="45" y="156"/>
                    </a:moveTo>
                    <a:lnTo>
                      <a:pt x="0" y="156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6"/>
                    </a:lnTo>
                    <a:lnTo>
                      <a:pt x="45" y="15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1" name="任意多边形 390"/>
              <p:cNvSpPr/>
              <p:nvPr/>
            </p:nvSpPr>
            <p:spPr bwMode="gray">
              <a:xfrm>
                <a:off x="718" y="12763"/>
                <a:ext cx="52" cy="87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5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5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2" name="任意多边形 391"/>
              <p:cNvSpPr/>
              <p:nvPr/>
            </p:nvSpPr>
            <p:spPr bwMode="gray">
              <a:xfrm>
                <a:off x="818" y="12763"/>
                <a:ext cx="52" cy="87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6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6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3" name="任意多边形 392"/>
              <p:cNvSpPr/>
              <p:nvPr/>
            </p:nvSpPr>
            <p:spPr bwMode="gray">
              <a:xfrm>
                <a:off x="920" y="12763"/>
                <a:ext cx="53" cy="87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5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5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4" name="任意多边形 393"/>
              <p:cNvSpPr/>
              <p:nvPr/>
            </p:nvSpPr>
            <p:spPr bwMode="gray">
              <a:xfrm>
                <a:off x="718" y="12920"/>
                <a:ext cx="52" cy="88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5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5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5" name="任意多边形 394"/>
              <p:cNvSpPr/>
              <p:nvPr/>
            </p:nvSpPr>
            <p:spPr bwMode="gray">
              <a:xfrm>
                <a:off x="818" y="12920"/>
                <a:ext cx="52" cy="88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6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6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6" name="任意多边形 395"/>
              <p:cNvSpPr/>
              <p:nvPr/>
            </p:nvSpPr>
            <p:spPr bwMode="gray">
              <a:xfrm>
                <a:off x="920" y="12920"/>
                <a:ext cx="53" cy="88"/>
              </a:xfrm>
              <a:custGeom>
                <a:avLst/>
                <a:gdLst/>
                <a:ahLst/>
                <a:cxnLst/>
                <a:rect l="0" t="0" r="0" b="0"/>
                <a:pathLst>
                  <a:path w="92" h="156">
                    <a:moveTo>
                      <a:pt x="45" y="155"/>
                    </a:moveTo>
                    <a:lnTo>
                      <a:pt x="0" y="155"/>
                    </a:lnTo>
                    <a:lnTo>
                      <a:pt x="0" y="0"/>
                    </a:lnTo>
                    <a:lnTo>
                      <a:pt x="91" y="0"/>
                    </a:lnTo>
                    <a:lnTo>
                      <a:pt x="91" y="155"/>
                    </a:lnTo>
                    <a:lnTo>
                      <a:pt x="45" y="1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7" name="任意多边形 396"/>
              <p:cNvSpPr/>
              <p:nvPr/>
            </p:nvSpPr>
            <p:spPr bwMode="gray">
              <a:xfrm>
                <a:off x="1100" y="12690"/>
                <a:ext cx="328" cy="430"/>
              </a:xfrm>
              <a:custGeom>
                <a:avLst/>
                <a:gdLst/>
                <a:ahLst/>
                <a:cxnLst/>
                <a:rect l="0" t="0" r="0" b="0"/>
                <a:pathLst>
                  <a:path w="577" h="759">
                    <a:moveTo>
                      <a:pt x="576" y="758"/>
                    </a:moveTo>
                    <a:lnTo>
                      <a:pt x="0" y="758"/>
                    </a:lnTo>
                    <a:lnTo>
                      <a:pt x="0" y="334"/>
                    </a:lnTo>
                    <a:cubicBezTo>
                      <a:pt x="0" y="150"/>
                      <a:pt x="129" y="0"/>
                      <a:pt x="288" y="0"/>
                    </a:cubicBezTo>
                    <a:cubicBezTo>
                      <a:pt x="447" y="0"/>
                      <a:pt x="576" y="150"/>
                      <a:pt x="576" y="334"/>
                    </a:cubicBezTo>
                    <a:lnTo>
                      <a:pt x="576" y="758"/>
                    </a:lnTo>
                    <a:close/>
                    <a:moveTo>
                      <a:pt x="74" y="684"/>
                    </a:moveTo>
                    <a:lnTo>
                      <a:pt x="503" y="684"/>
                    </a:lnTo>
                    <a:lnTo>
                      <a:pt x="503" y="335"/>
                    </a:lnTo>
                    <a:cubicBezTo>
                      <a:pt x="503" y="192"/>
                      <a:pt x="407" y="74"/>
                      <a:pt x="288" y="74"/>
                    </a:cubicBezTo>
                    <a:cubicBezTo>
                      <a:pt x="170" y="74"/>
                      <a:pt x="73" y="192"/>
                      <a:pt x="73" y="335"/>
                    </a:cubicBezTo>
                    <a:lnTo>
                      <a:pt x="73" y="684"/>
                    </a:lnTo>
                    <a:lnTo>
                      <a:pt x="74" y="684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8" name="任意多边形 397"/>
              <p:cNvSpPr/>
              <p:nvPr/>
            </p:nvSpPr>
            <p:spPr bwMode="gray">
              <a:xfrm>
                <a:off x="1010" y="12575"/>
                <a:ext cx="508" cy="300"/>
              </a:xfrm>
              <a:custGeom>
                <a:avLst/>
                <a:gdLst/>
                <a:ahLst/>
                <a:cxnLst/>
                <a:rect l="0" t="0" r="0" b="0"/>
                <a:pathLst>
                  <a:path w="895" h="531">
                    <a:moveTo>
                      <a:pt x="894" y="530"/>
                    </a:moveTo>
                    <a:lnTo>
                      <a:pt x="821" y="530"/>
                    </a:lnTo>
                    <a:cubicBezTo>
                      <a:pt x="821" y="274"/>
                      <a:pt x="659" y="74"/>
                      <a:pt x="453" y="74"/>
                    </a:cubicBezTo>
                    <a:cubicBezTo>
                      <a:pt x="244" y="74"/>
                      <a:pt x="73" y="278"/>
                      <a:pt x="73" y="530"/>
                    </a:cubicBezTo>
                    <a:lnTo>
                      <a:pt x="0" y="530"/>
                    </a:lnTo>
                    <a:cubicBezTo>
                      <a:pt x="0" y="238"/>
                      <a:pt x="203" y="0"/>
                      <a:pt x="453" y="0"/>
                    </a:cubicBezTo>
                    <a:cubicBezTo>
                      <a:pt x="701" y="0"/>
                      <a:pt x="894" y="233"/>
                      <a:pt x="894" y="530"/>
                    </a:cubicBez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9" name="任意多边形 398"/>
              <p:cNvSpPr/>
              <p:nvPr/>
            </p:nvSpPr>
            <p:spPr bwMode="gray">
              <a:xfrm>
                <a:off x="1148" y="12785"/>
                <a:ext cx="90" cy="315"/>
              </a:xfrm>
              <a:custGeom>
                <a:avLst/>
                <a:gdLst/>
                <a:ahLst/>
                <a:cxnLst/>
                <a:rect l="0" t="0" r="0" b="0"/>
                <a:pathLst>
                  <a:path w="158" h="556">
                    <a:moveTo>
                      <a:pt x="157" y="555"/>
                    </a:moveTo>
                    <a:lnTo>
                      <a:pt x="83" y="555"/>
                    </a:lnTo>
                    <a:lnTo>
                      <a:pt x="83" y="74"/>
                    </a:lnTo>
                    <a:lnTo>
                      <a:pt x="0" y="74"/>
                    </a:lnTo>
                    <a:lnTo>
                      <a:pt x="0" y="0"/>
                    </a:lnTo>
                    <a:lnTo>
                      <a:pt x="157" y="0"/>
                    </a:lnTo>
                    <a:lnTo>
                      <a:pt x="157" y="5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0" name="任意多边形 399"/>
              <p:cNvSpPr/>
              <p:nvPr/>
            </p:nvSpPr>
            <p:spPr bwMode="gray">
              <a:xfrm>
                <a:off x="1328" y="12905"/>
                <a:ext cx="72" cy="180"/>
              </a:xfrm>
              <a:custGeom>
                <a:avLst/>
                <a:gdLst/>
                <a:ahLst/>
                <a:cxnLst/>
                <a:rect l="0" t="0" r="0" b="0"/>
                <a:pathLst>
                  <a:path w="128" h="317">
                    <a:moveTo>
                      <a:pt x="73" y="316"/>
                    </a:moveTo>
                    <a:lnTo>
                      <a:pt x="0" y="316"/>
                    </a:lnTo>
                    <a:lnTo>
                      <a:pt x="0" y="0"/>
                    </a:lnTo>
                    <a:lnTo>
                      <a:pt x="127" y="0"/>
                    </a:lnTo>
                    <a:lnTo>
                      <a:pt x="127" y="74"/>
                    </a:lnTo>
                    <a:lnTo>
                      <a:pt x="73" y="74"/>
                    </a:lnTo>
                    <a:lnTo>
                      <a:pt x="73" y="31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1" name="任意多边形 400"/>
              <p:cNvSpPr/>
              <p:nvPr/>
            </p:nvSpPr>
            <p:spPr bwMode="gray">
              <a:xfrm>
                <a:off x="1478" y="12180"/>
                <a:ext cx="417" cy="940"/>
              </a:xfrm>
              <a:custGeom>
                <a:avLst/>
                <a:gdLst/>
                <a:ahLst/>
                <a:cxnLst/>
                <a:rect l="0" t="0" r="0" b="0"/>
                <a:pathLst>
                  <a:path w="735" h="1656">
                    <a:moveTo>
                      <a:pt x="734" y="1655"/>
                    </a:moveTo>
                    <a:lnTo>
                      <a:pt x="545" y="1655"/>
                    </a:lnTo>
                    <a:lnTo>
                      <a:pt x="545" y="1582"/>
                    </a:lnTo>
                    <a:lnTo>
                      <a:pt x="661" y="1582"/>
                    </a:lnTo>
                    <a:lnTo>
                      <a:pt x="661" y="74"/>
                    </a:lnTo>
                    <a:lnTo>
                      <a:pt x="73" y="74"/>
                    </a:lnTo>
                    <a:lnTo>
                      <a:pt x="73" y="1582"/>
                    </a:lnTo>
                    <a:lnTo>
                      <a:pt x="234" y="1582"/>
                    </a:lnTo>
                    <a:lnTo>
                      <a:pt x="234" y="1655"/>
                    </a:lnTo>
                    <a:lnTo>
                      <a:pt x="0" y="1655"/>
                    </a:lnTo>
                    <a:lnTo>
                      <a:pt x="0" y="0"/>
                    </a:lnTo>
                    <a:lnTo>
                      <a:pt x="734" y="0"/>
                    </a:lnTo>
                    <a:lnTo>
                      <a:pt x="734" y="16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2" name="任意多边形 401"/>
              <p:cNvSpPr/>
              <p:nvPr/>
            </p:nvSpPr>
            <p:spPr bwMode="gray">
              <a:xfrm>
                <a:off x="1548" y="13050"/>
                <a:ext cx="105" cy="105"/>
              </a:xfrm>
              <a:custGeom>
                <a:avLst/>
                <a:gdLst/>
                <a:ahLst/>
                <a:cxnLst/>
                <a:rect l="0" t="0" r="0" b="0"/>
                <a:pathLst>
                  <a:path w="185" h="185">
                    <a:moveTo>
                      <a:pt x="184" y="92"/>
                    </a:moveTo>
                    <a:cubicBezTo>
                      <a:pt x="184" y="109"/>
                      <a:pt x="180" y="123"/>
                      <a:pt x="172" y="138"/>
                    </a:cubicBezTo>
                    <a:cubicBezTo>
                      <a:pt x="163" y="153"/>
                      <a:pt x="153" y="163"/>
                      <a:pt x="138" y="172"/>
                    </a:cubicBezTo>
                    <a:cubicBezTo>
                      <a:pt x="123" y="180"/>
                      <a:pt x="109" y="184"/>
                      <a:pt x="92" y="184"/>
                    </a:cubicBezTo>
                    <a:cubicBezTo>
                      <a:pt x="75" y="184"/>
                      <a:pt x="61" y="180"/>
                      <a:pt x="46" y="172"/>
                    </a:cubicBezTo>
                    <a:cubicBezTo>
                      <a:pt x="31" y="163"/>
                      <a:pt x="20" y="153"/>
                      <a:pt x="12" y="138"/>
                    </a:cubicBezTo>
                    <a:cubicBezTo>
                      <a:pt x="3" y="123"/>
                      <a:pt x="0" y="109"/>
                      <a:pt x="0" y="92"/>
                    </a:cubicBezTo>
                    <a:cubicBezTo>
                      <a:pt x="0" y="75"/>
                      <a:pt x="3" y="61"/>
                      <a:pt x="12" y="46"/>
                    </a:cubicBezTo>
                    <a:cubicBezTo>
                      <a:pt x="20" y="31"/>
                      <a:pt x="31" y="20"/>
                      <a:pt x="46" y="12"/>
                    </a:cubicBezTo>
                    <a:cubicBezTo>
                      <a:pt x="61" y="3"/>
                      <a:pt x="75" y="0"/>
                      <a:pt x="92" y="0"/>
                    </a:cubicBezTo>
                    <a:cubicBezTo>
                      <a:pt x="109" y="0"/>
                      <a:pt x="123" y="3"/>
                      <a:pt x="138" y="12"/>
                    </a:cubicBezTo>
                    <a:cubicBezTo>
                      <a:pt x="153" y="20"/>
                      <a:pt x="163" y="31"/>
                      <a:pt x="172" y="46"/>
                    </a:cubicBezTo>
                    <a:cubicBezTo>
                      <a:pt x="180" y="61"/>
                      <a:pt x="184" y="75"/>
                      <a:pt x="184" y="92"/>
                    </a:cubicBez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3" name="任意多边形 402"/>
              <p:cNvSpPr/>
              <p:nvPr/>
            </p:nvSpPr>
            <p:spPr bwMode="gray">
              <a:xfrm>
                <a:off x="1715" y="13050"/>
                <a:ext cx="105" cy="105"/>
              </a:xfrm>
              <a:custGeom>
                <a:avLst/>
                <a:gdLst/>
                <a:ahLst/>
                <a:cxnLst/>
                <a:rect l="0" t="0" r="0" b="0"/>
                <a:pathLst>
                  <a:path w="185" h="185">
                    <a:moveTo>
                      <a:pt x="184" y="92"/>
                    </a:moveTo>
                    <a:cubicBezTo>
                      <a:pt x="184" y="109"/>
                      <a:pt x="180" y="123"/>
                      <a:pt x="172" y="138"/>
                    </a:cubicBezTo>
                    <a:cubicBezTo>
                      <a:pt x="163" y="153"/>
                      <a:pt x="153" y="163"/>
                      <a:pt x="138" y="172"/>
                    </a:cubicBezTo>
                    <a:cubicBezTo>
                      <a:pt x="123" y="180"/>
                      <a:pt x="109" y="184"/>
                      <a:pt x="92" y="184"/>
                    </a:cubicBezTo>
                    <a:cubicBezTo>
                      <a:pt x="75" y="184"/>
                      <a:pt x="61" y="180"/>
                      <a:pt x="46" y="172"/>
                    </a:cubicBezTo>
                    <a:cubicBezTo>
                      <a:pt x="31" y="163"/>
                      <a:pt x="20" y="153"/>
                      <a:pt x="12" y="138"/>
                    </a:cubicBezTo>
                    <a:cubicBezTo>
                      <a:pt x="3" y="123"/>
                      <a:pt x="0" y="109"/>
                      <a:pt x="0" y="92"/>
                    </a:cubicBezTo>
                    <a:cubicBezTo>
                      <a:pt x="0" y="75"/>
                      <a:pt x="3" y="61"/>
                      <a:pt x="12" y="46"/>
                    </a:cubicBezTo>
                    <a:cubicBezTo>
                      <a:pt x="20" y="31"/>
                      <a:pt x="31" y="20"/>
                      <a:pt x="46" y="12"/>
                    </a:cubicBezTo>
                    <a:cubicBezTo>
                      <a:pt x="61" y="3"/>
                      <a:pt x="75" y="0"/>
                      <a:pt x="92" y="0"/>
                    </a:cubicBezTo>
                    <a:cubicBezTo>
                      <a:pt x="109" y="0"/>
                      <a:pt x="123" y="3"/>
                      <a:pt x="138" y="12"/>
                    </a:cubicBezTo>
                    <a:cubicBezTo>
                      <a:pt x="153" y="20"/>
                      <a:pt x="163" y="31"/>
                      <a:pt x="172" y="46"/>
                    </a:cubicBezTo>
                    <a:cubicBezTo>
                      <a:pt x="180" y="61"/>
                      <a:pt x="184" y="75"/>
                      <a:pt x="184" y="92"/>
                    </a:cubicBez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404" name="文本框 403"/>
            <p:cNvSpPr txBox="1"/>
            <p:nvPr/>
          </p:nvSpPr>
          <p:spPr bwMode="gray">
            <a:xfrm>
              <a:off x="1460729" y="1512226"/>
              <a:ext cx="886441" cy="3258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4400">
                <a:defRPr/>
              </a:pPr>
              <a:r>
                <a:rPr lang="zh-CN" altLang="en-US" sz="1600" b="1" kern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企业</a:t>
              </a:r>
              <a:endParaRPr lang="en-US" altLang="zh-CN" sz="1600" b="1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5" name="文本框 404"/>
            <p:cNvSpPr txBox="1"/>
            <p:nvPr/>
          </p:nvSpPr>
          <p:spPr bwMode="gray">
            <a:xfrm>
              <a:off x="10197112" y="1512226"/>
              <a:ext cx="646852" cy="3258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4400">
                <a:defRPr/>
              </a:pPr>
              <a:r>
                <a:rPr lang="zh-CN" altLang="en-US" sz="1600" b="1" kern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云</a:t>
              </a:r>
              <a:endParaRPr lang="en-US" altLang="zh-CN" sz="1600" b="1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07" name="组合 406"/>
            <p:cNvGrpSpPr/>
            <p:nvPr/>
          </p:nvGrpSpPr>
          <p:grpSpPr bwMode="gray">
            <a:xfrm>
              <a:off x="1998783" y="3256639"/>
              <a:ext cx="527380" cy="413500"/>
              <a:chOff x="13163" y="9650"/>
              <a:chExt cx="1255" cy="984"/>
            </a:xfrm>
          </p:grpSpPr>
          <p:sp>
            <p:nvSpPr>
              <p:cNvPr id="408" name="任意多边形 407"/>
              <p:cNvSpPr/>
              <p:nvPr/>
            </p:nvSpPr>
            <p:spPr bwMode="gray">
              <a:xfrm>
                <a:off x="13650" y="10528"/>
                <a:ext cx="108" cy="107"/>
              </a:xfrm>
              <a:custGeom>
                <a:avLst/>
                <a:gdLst/>
                <a:ahLst/>
                <a:cxnLst/>
                <a:rect l="0" t="0" r="0" b="0"/>
                <a:pathLst>
                  <a:path w="191" h="191">
                    <a:moveTo>
                      <a:pt x="190" y="95"/>
                    </a:moveTo>
                    <a:cubicBezTo>
                      <a:pt x="190" y="112"/>
                      <a:pt x="185" y="127"/>
                      <a:pt x="177" y="142"/>
                    </a:cubicBezTo>
                    <a:cubicBezTo>
                      <a:pt x="168" y="157"/>
                      <a:pt x="158" y="168"/>
                      <a:pt x="143" y="177"/>
                    </a:cubicBezTo>
                    <a:cubicBezTo>
                      <a:pt x="127" y="186"/>
                      <a:pt x="112" y="190"/>
                      <a:pt x="95" y="190"/>
                    </a:cubicBezTo>
                    <a:cubicBezTo>
                      <a:pt x="77" y="190"/>
                      <a:pt x="63" y="186"/>
                      <a:pt x="48" y="177"/>
                    </a:cubicBezTo>
                    <a:cubicBezTo>
                      <a:pt x="33" y="168"/>
                      <a:pt x="22" y="157"/>
                      <a:pt x="13" y="142"/>
                    </a:cubicBezTo>
                    <a:cubicBezTo>
                      <a:pt x="4" y="127"/>
                      <a:pt x="0" y="112"/>
                      <a:pt x="0" y="95"/>
                    </a:cubicBezTo>
                    <a:cubicBezTo>
                      <a:pt x="0" y="77"/>
                      <a:pt x="4" y="62"/>
                      <a:pt x="13" y="47"/>
                    </a:cubicBezTo>
                    <a:cubicBezTo>
                      <a:pt x="22" y="32"/>
                      <a:pt x="33" y="21"/>
                      <a:pt x="48" y="13"/>
                    </a:cubicBezTo>
                    <a:cubicBezTo>
                      <a:pt x="63" y="4"/>
                      <a:pt x="78" y="0"/>
                      <a:pt x="95" y="0"/>
                    </a:cubicBezTo>
                    <a:cubicBezTo>
                      <a:pt x="113" y="0"/>
                      <a:pt x="127" y="4"/>
                      <a:pt x="143" y="13"/>
                    </a:cubicBezTo>
                    <a:cubicBezTo>
                      <a:pt x="158" y="21"/>
                      <a:pt x="168" y="32"/>
                      <a:pt x="177" y="47"/>
                    </a:cubicBezTo>
                    <a:cubicBezTo>
                      <a:pt x="185" y="62"/>
                      <a:pt x="190" y="77"/>
                      <a:pt x="190" y="95"/>
                    </a:cubicBez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09" name="任意多边形 408"/>
              <p:cNvSpPr/>
              <p:nvPr/>
            </p:nvSpPr>
            <p:spPr bwMode="gray">
              <a:xfrm>
                <a:off x="13863" y="10528"/>
                <a:ext cx="107" cy="107"/>
              </a:xfrm>
              <a:custGeom>
                <a:avLst/>
                <a:gdLst/>
                <a:ahLst/>
                <a:cxnLst/>
                <a:rect l="0" t="0" r="0" b="0"/>
                <a:pathLst>
                  <a:path w="191" h="191">
                    <a:moveTo>
                      <a:pt x="190" y="95"/>
                    </a:moveTo>
                    <a:cubicBezTo>
                      <a:pt x="190" y="112"/>
                      <a:pt x="186" y="127"/>
                      <a:pt x="177" y="142"/>
                    </a:cubicBezTo>
                    <a:cubicBezTo>
                      <a:pt x="168" y="157"/>
                      <a:pt x="157" y="168"/>
                      <a:pt x="142" y="177"/>
                    </a:cubicBezTo>
                    <a:cubicBezTo>
                      <a:pt x="126" y="186"/>
                      <a:pt x="112" y="190"/>
                      <a:pt x="95" y="190"/>
                    </a:cubicBezTo>
                    <a:cubicBezTo>
                      <a:pt x="78" y="190"/>
                      <a:pt x="63" y="186"/>
                      <a:pt x="48" y="177"/>
                    </a:cubicBezTo>
                    <a:cubicBezTo>
                      <a:pt x="32" y="168"/>
                      <a:pt x="22" y="157"/>
                      <a:pt x="13" y="142"/>
                    </a:cubicBezTo>
                    <a:cubicBezTo>
                      <a:pt x="4" y="127"/>
                      <a:pt x="0" y="112"/>
                      <a:pt x="0" y="95"/>
                    </a:cubicBezTo>
                    <a:cubicBezTo>
                      <a:pt x="0" y="77"/>
                      <a:pt x="4" y="62"/>
                      <a:pt x="13" y="47"/>
                    </a:cubicBezTo>
                    <a:cubicBezTo>
                      <a:pt x="22" y="32"/>
                      <a:pt x="32" y="21"/>
                      <a:pt x="48" y="13"/>
                    </a:cubicBezTo>
                    <a:cubicBezTo>
                      <a:pt x="63" y="4"/>
                      <a:pt x="78" y="0"/>
                      <a:pt x="95" y="0"/>
                    </a:cubicBezTo>
                    <a:cubicBezTo>
                      <a:pt x="112" y="0"/>
                      <a:pt x="126" y="4"/>
                      <a:pt x="142" y="13"/>
                    </a:cubicBezTo>
                    <a:cubicBezTo>
                      <a:pt x="157" y="21"/>
                      <a:pt x="168" y="32"/>
                      <a:pt x="177" y="47"/>
                    </a:cubicBezTo>
                    <a:cubicBezTo>
                      <a:pt x="186" y="62"/>
                      <a:pt x="190" y="77"/>
                      <a:pt x="190" y="95"/>
                    </a:cubicBez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0" name="任意多边形 409"/>
              <p:cNvSpPr/>
              <p:nvPr/>
            </p:nvSpPr>
            <p:spPr bwMode="gray">
              <a:xfrm>
                <a:off x="14088" y="10440"/>
                <a:ext cx="255" cy="43"/>
              </a:xfrm>
              <a:custGeom>
                <a:avLst/>
                <a:gdLst/>
                <a:ahLst/>
                <a:cxnLst/>
                <a:rect l="0" t="0" r="0" b="0"/>
                <a:pathLst>
                  <a:path w="448" h="75">
                    <a:moveTo>
                      <a:pt x="223" y="74"/>
                    </a:moveTo>
                    <a:lnTo>
                      <a:pt x="0" y="74"/>
                    </a:lnTo>
                    <a:lnTo>
                      <a:pt x="0" y="0"/>
                    </a:lnTo>
                    <a:lnTo>
                      <a:pt x="447" y="0"/>
                    </a:lnTo>
                    <a:lnTo>
                      <a:pt x="447" y="74"/>
                    </a:lnTo>
                    <a:lnTo>
                      <a:pt x="223" y="74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1" name="任意多边形 410"/>
              <p:cNvSpPr/>
              <p:nvPr/>
            </p:nvSpPr>
            <p:spPr bwMode="gray">
              <a:xfrm>
                <a:off x="13350" y="10440"/>
                <a:ext cx="128" cy="43"/>
              </a:xfrm>
              <a:custGeom>
                <a:avLst/>
                <a:gdLst/>
                <a:ahLst/>
                <a:cxnLst/>
                <a:rect l="0" t="0" r="0" b="0"/>
                <a:pathLst>
                  <a:path w="224" h="75">
                    <a:moveTo>
                      <a:pt x="111" y="74"/>
                    </a:moveTo>
                    <a:lnTo>
                      <a:pt x="0" y="74"/>
                    </a:lnTo>
                    <a:lnTo>
                      <a:pt x="0" y="0"/>
                    </a:lnTo>
                    <a:lnTo>
                      <a:pt x="223" y="0"/>
                    </a:lnTo>
                    <a:lnTo>
                      <a:pt x="223" y="74"/>
                    </a:lnTo>
                    <a:lnTo>
                      <a:pt x="111" y="74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2" name="任意多边形 411"/>
              <p:cNvSpPr/>
              <p:nvPr/>
            </p:nvSpPr>
            <p:spPr bwMode="gray">
              <a:xfrm>
                <a:off x="13213" y="10440"/>
                <a:ext cx="92" cy="43"/>
              </a:xfrm>
              <a:custGeom>
                <a:avLst/>
                <a:gdLst/>
                <a:ahLst/>
                <a:cxnLst/>
                <a:rect l="0" t="0" r="0" b="0"/>
                <a:pathLst>
                  <a:path w="163" h="75">
                    <a:moveTo>
                      <a:pt x="81" y="74"/>
                    </a:moveTo>
                    <a:lnTo>
                      <a:pt x="0" y="74"/>
                    </a:lnTo>
                    <a:lnTo>
                      <a:pt x="0" y="0"/>
                    </a:lnTo>
                    <a:lnTo>
                      <a:pt x="162" y="0"/>
                    </a:lnTo>
                    <a:lnTo>
                      <a:pt x="162" y="74"/>
                    </a:lnTo>
                    <a:lnTo>
                      <a:pt x="81" y="74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3" name="任意多边形 412"/>
              <p:cNvSpPr/>
              <p:nvPr/>
            </p:nvSpPr>
            <p:spPr bwMode="gray">
              <a:xfrm>
                <a:off x="13273" y="10350"/>
                <a:ext cx="30" cy="115"/>
              </a:xfrm>
              <a:custGeom>
                <a:avLst/>
                <a:gdLst/>
                <a:ahLst/>
                <a:cxnLst/>
                <a:rect l="0" t="0" r="0" b="0"/>
                <a:pathLst>
                  <a:path w="55" h="205">
                    <a:moveTo>
                      <a:pt x="27" y="204"/>
                    </a:moveTo>
                    <a:lnTo>
                      <a:pt x="0" y="204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204"/>
                    </a:lnTo>
                    <a:lnTo>
                      <a:pt x="27" y="204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4" name="任意多边形 413"/>
              <p:cNvSpPr/>
              <p:nvPr/>
            </p:nvSpPr>
            <p:spPr bwMode="gray">
              <a:xfrm>
                <a:off x="13350" y="10350"/>
                <a:ext cx="33" cy="115"/>
              </a:xfrm>
              <a:custGeom>
                <a:avLst/>
                <a:gdLst/>
                <a:ahLst/>
                <a:cxnLst/>
                <a:rect l="0" t="0" r="0" b="0"/>
                <a:pathLst>
                  <a:path w="56" h="205">
                    <a:moveTo>
                      <a:pt x="28" y="204"/>
                    </a:moveTo>
                    <a:lnTo>
                      <a:pt x="0" y="204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204"/>
                    </a:lnTo>
                    <a:lnTo>
                      <a:pt x="28" y="204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5" name="任意多边形 414"/>
              <p:cNvSpPr/>
              <p:nvPr/>
            </p:nvSpPr>
            <p:spPr bwMode="gray">
              <a:xfrm>
                <a:off x="13238" y="10125"/>
                <a:ext cx="180" cy="240"/>
              </a:xfrm>
              <a:custGeom>
                <a:avLst/>
                <a:gdLst/>
                <a:ahLst/>
                <a:cxnLst/>
                <a:rect l="0" t="0" r="0" b="0"/>
                <a:pathLst>
                  <a:path w="317" h="424">
                    <a:moveTo>
                      <a:pt x="269" y="423"/>
                    </a:moveTo>
                    <a:lnTo>
                      <a:pt x="46" y="423"/>
                    </a:lnTo>
                    <a:cubicBezTo>
                      <a:pt x="21" y="423"/>
                      <a:pt x="0" y="402"/>
                      <a:pt x="0" y="377"/>
                    </a:cubicBezTo>
                    <a:lnTo>
                      <a:pt x="0" y="45"/>
                    </a:lnTo>
                    <a:cubicBezTo>
                      <a:pt x="0" y="20"/>
                      <a:pt x="21" y="0"/>
                      <a:pt x="46" y="0"/>
                    </a:cubicBezTo>
                    <a:lnTo>
                      <a:pt x="269" y="0"/>
                    </a:lnTo>
                    <a:cubicBezTo>
                      <a:pt x="294" y="0"/>
                      <a:pt x="315" y="20"/>
                      <a:pt x="315" y="45"/>
                    </a:cubicBezTo>
                    <a:lnTo>
                      <a:pt x="315" y="376"/>
                    </a:lnTo>
                    <a:cubicBezTo>
                      <a:pt x="316" y="402"/>
                      <a:pt x="294" y="423"/>
                      <a:pt x="269" y="423"/>
                    </a:cubicBezTo>
                    <a:close/>
                    <a:moveTo>
                      <a:pt x="55" y="367"/>
                    </a:moveTo>
                    <a:lnTo>
                      <a:pt x="260" y="367"/>
                    </a:lnTo>
                    <a:lnTo>
                      <a:pt x="260" y="54"/>
                    </a:lnTo>
                    <a:lnTo>
                      <a:pt x="55" y="54"/>
                    </a:lnTo>
                    <a:lnTo>
                      <a:pt x="55" y="367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6" name="任意多边形 415"/>
              <p:cNvSpPr/>
              <p:nvPr/>
            </p:nvSpPr>
            <p:spPr bwMode="gray">
              <a:xfrm>
                <a:off x="13293" y="10183"/>
                <a:ext cx="72" cy="32"/>
              </a:xfrm>
              <a:custGeom>
                <a:avLst/>
                <a:gdLst/>
                <a:ahLst/>
                <a:cxnLst/>
                <a:rect l="0" t="0" r="0" b="0"/>
                <a:pathLst>
                  <a:path w="127" h="56">
                    <a:moveTo>
                      <a:pt x="63" y="55"/>
                    </a:moveTo>
                    <a:lnTo>
                      <a:pt x="0" y="55"/>
                    </a:lnTo>
                    <a:lnTo>
                      <a:pt x="0" y="0"/>
                    </a:lnTo>
                    <a:lnTo>
                      <a:pt x="126" y="0"/>
                    </a:lnTo>
                    <a:lnTo>
                      <a:pt x="126" y="55"/>
                    </a:lnTo>
                    <a:lnTo>
                      <a:pt x="63" y="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7" name="任意多边形 416"/>
              <p:cNvSpPr/>
              <p:nvPr/>
            </p:nvSpPr>
            <p:spPr bwMode="gray">
              <a:xfrm>
                <a:off x="13293" y="10233"/>
                <a:ext cx="72" cy="32"/>
              </a:xfrm>
              <a:custGeom>
                <a:avLst/>
                <a:gdLst/>
                <a:ahLst/>
                <a:cxnLst/>
                <a:rect l="0" t="0" r="0" b="0"/>
                <a:pathLst>
                  <a:path w="127" h="56">
                    <a:moveTo>
                      <a:pt x="63" y="55"/>
                    </a:moveTo>
                    <a:lnTo>
                      <a:pt x="0" y="55"/>
                    </a:lnTo>
                    <a:lnTo>
                      <a:pt x="0" y="0"/>
                    </a:lnTo>
                    <a:lnTo>
                      <a:pt x="126" y="0"/>
                    </a:lnTo>
                    <a:lnTo>
                      <a:pt x="126" y="55"/>
                    </a:lnTo>
                    <a:lnTo>
                      <a:pt x="63" y="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8" name="任意多边形 417"/>
              <p:cNvSpPr/>
              <p:nvPr/>
            </p:nvSpPr>
            <p:spPr bwMode="gray">
              <a:xfrm>
                <a:off x="13293" y="10278"/>
                <a:ext cx="72" cy="32"/>
              </a:xfrm>
              <a:custGeom>
                <a:avLst/>
                <a:gdLst/>
                <a:ahLst/>
                <a:cxnLst/>
                <a:rect l="0" t="0" r="0" b="0"/>
                <a:pathLst>
                  <a:path w="127" h="56">
                    <a:moveTo>
                      <a:pt x="63" y="55"/>
                    </a:moveTo>
                    <a:lnTo>
                      <a:pt x="0" y="55"/>
                    </a:lnTo>
                    <a:lnTo>
                      <a:pt x="0" y="0"/>
                    </a:lnTo>
                    <a:lnTo>
                      <a:pt x="126" y="0"/>
                    </a:lnTo>
                    <a:lnTo>
                      <a:pt x="126" y="55"/>
                    </a:lnTo>
                    <a:lnTo>
                      <a:pt x="63" y="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19" name="任意多边形 418"/>
              <p:cNvSpPr/>
              <p:nvPr/>
            </p:nvSpPr>
            <p:spPr bwMode="gray">
              <a:xfrm>
                <a:off x="14098" y="9650"/>
                <a:ext cx="265" cy="663"/>
              </a:xfrm>
              <a:custGeom>
                <a:avLst/>
                <a:gdLst/>
                <a:ahLst/>
                <a:cxnLst/>
                <a:rect l="0" t="0" r="0" b="0"/>
                <a:pathLst>
                  <a:path w="466" h="1170">
                    <a:moveTo>
                      <a:pt x="11" y="1169"/>
                    </a:moveTo>
                    <a:lnTo>
                      <a:pt x="11" y="1095"/>
                    </a:lnTo>
                    <a:lnTo>
                      <a:pt x="385" y="1093"/>
                    </a:lnTo>
                    <a:lnTo>
                      <a:pt x="150" y="132"/>
                    </a:lnTo>
                    <a:lnTo>
                      <a:pt x="70" y="421"/>
                    </a:lnTo>
                    <a:lnTo>
                      <a:pt x="0" y="401"/>
                    </a:lnTo>
                    <a:lnTo>
                      <a:pt x="99" y="40"/>
                    </a:lnTo>
                    <a:cubicBezTo>
                      <a:pt x="107" y="16"/>
                      <a:pt x="127" y="0"/>
                      <a:pt x="152" y="1"/>
                    </a:cubicBezTo>
                    <a:cubicBezTo>
                      <a:pt x="177" y="2"/>
                      <a:pt x="198" y="17"/>
                      <a:pt x="203" y="42"/>
                    </a:cubicBezTo>
                    <a:lnTo>
                      <a:pt x="461" y="1102"/>
                    </a:lnTo>
                    <a:cubicBezTo>
                      <a:pt x="465" y="1117"/>
                      <a:pt x="461" y="1134"/>
                      <a:pt x="451" y="1147"/>
                    </a:cubicBezTo>
                    <a:cubicBezTo>
                      <a:pt x="441" y="1160"/>
                      <a:pt x="425" y="1168"/>
                      <a:pt x="409" y="1168"/>
                    </a:cubicBezTo>
                    <a:lnTo>
                      <a:pt x="11" y="1169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0" name="任意多边形 419"/>
              <p:cNvSpPr/>
              <p:nvPr/>
            </p:nvSpPr>
            <p:spPr bwMode="gray">
              <a:xfrm>
                <a:off x="14205" y="10305"/>
                <a:ext cx="43" cy="143"/>
              </a:xfrm>
              <a:custGeom>
                <a:avLst/>
                <a:gdLst/>
                <a:ahLst/>
                <a:cxnLst/>
                <a:rect l="0" t="0" r="0" b="0"/>
                <a:pathLst>
                  <a:path w="74" h="251">
                    <a:moveTo>
                      <a:pt x="36" y="250"/>
                    </a:moveTo>
                    <a:lnTo>
                      <a:pt x="0" y="250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3" y="250"/>
                    </a:lnTo>
                    <a:lnTo>
                      <a:pt x="36" y="250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1" name="任意多边形 420"/>
              <p:cNvSpPr/>
              <p:nvPr/>
            </p:nvSpPr>
            <p:spPr bwMode="gray">
              <a:xfrm>
                <a:off x="14110" y="10093"/>
                <a:ext cx="190" cy="42"/>
              </a:xfrm>
              <a:custGeom>
                <a:avLst/>
                <a:gdLst/>
                <a:ahLst/>
                <a:cxnLst/>
                <a:rect l="0" t="0" r="0" b="0"/>
                <a:pathLst>
                  <a:path w="335" h="74">
                    <a:moveTo>
                      <a:pt x="167" y="73"/>
                    </a:moveTo>
                    <a:lnTo>
                      <a:pt x="0" y="73"/>
                    </a:lnTo>
                    <a:lnTo>
                      <a:pt x="0" y="0"/>
                    </a:lnTo>
                    <a:lnTo>
                      <a:pt x="334" y="0"/>
                    </a:lnTo>
                    <a:lnTo>
                      <a:pt x="334" y="73"/>
                    </a:lnTo>
                    <a:lnTo>
                      <a:pt x="167" y="73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2" name="任意多边形 421"/>
              <p:cNvSpPr/>
              <p:nvPr/>
            </p:nvSpPr>
            <p:spPr bwMode="gray">
              <a:xfrm>
                <a:off x="14135" y="9910"/>
                <a:ext cx="128" cy="43"/>
              </a:xfrm>
              <a:custGeom>
                <a:avLst/>
                <a:gdLst/>
                <a:ahLst/>
                <a:cxnLst/>
                <a:rect l="0" t="0" r="0" b="0"/>
                <a:pathLst>
                  <a:path w="224" h="76">
                    <a:moveTo>
                      <a:pt x="112" y="74"/>
                    </a:moveTo>
                    <a:lnTo>
                      <a:pt x="1" y="75"/>
                    </a:lnTo>
                    <a:lnTo>
                      <a:pt x="0" y="2"/>
                    </a:lnTo>
                    <a:lnTo>
                      <a:pt x="222" y="0"/>
                    </a:lnTo>
                    <a:lnTo>
                      <a:pt x="223" y="74"/>
                    </a:lnTo>
                    <a:lnTo>
                      <a:pt x="112" y="74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3" name="任意多边形 422"/>
              <p:cNvSpPr/>
              <p:nvPr/>
            </p:nvSpPr>
            <p:spPr bwMode="gray">
              <a:xfrm>
                <a:off x="13393" y="9768"/>
                <a:ext cx="767" cy="692"/>
              </a:xfrm>
              <a:custGeom>
                <a:avLst/>
                <a:gdLst/>
                <a:ahLst/>
                <a:cxnLst/>
                <a:rect l="0" t="0" r="0" b="0"/>
                <a:pathLst>
                  <a:path w="1354" h="1221">
                    <a:moveTo>
                      <a:pt x="123" y="455"/>
                    </a:moveTo>
                    <a:cubicBezTo>
                      <a:pt x="134" y="457"/>
                      <a:pt x="145" y="459"/>
                      <a:pt x="156" y="459"/>
                    </a:cubicBezTo>
                    <a:cubicBezTo>
                      <a:pt x="210" y="459"/>
                      <a:pt x="258" y="431"/>
                      <a:pt x="286" y="389"/>
                    </a:cubicBezTo>
                    <a:cubicBezTo>
                      <a:pt x="314" y="431"/>
                      <a:pt x="362" y="459"/>
                      <a:pt x="416" y="459"/>
                    </a:cubicBezTo>
                    <a:cubicBezTo>
                      <a:pt x="470" y="459"/>
                      <a:pt x="519" y="431"/>
                      <a:pt x="547" y="389"/>
                    </a:cubicBezTo>
                    <a:cubicBezTo>
                      <a:pt x="574" y="431"/>
                      <a:pt x="623" y="459"/>
                      <a:pt x="677" y="459"/>
                    </a:cubicBezTo>
                    <a:cubicBezTo>
                      <a:pt x="731" y="459"/>
                      <a:pt x="779" y="431"/>
                      <a:pt x="807" y="389"/>
                    </a:cubicBezTo>
                    <a:cubicBezTo>
                      <a:pt x="835" y="431"/>
                      <a:pt x="883" y="459"/>
                      <a:pt x="937" y="459"/>
                    </a:cubicBezTo>
                    <a:cubicBezTo>
                      <a:pt x="991" y="459"/>
                      <a:pt x="1038" y="431"/>
                      <a:pt x="1067" y="389"/>
                    </a:cubicBezTo>
                    <a:cubicBezTo>
                      <a:pt x="1095" y="431"/>
                      <a:pt x="1144" y="459"/>
                      <a:pt x="1197" y="459"/>
                    </a:cubicBezTo>
                    <a:cubicBezTo>
                      <a:pt x="1209" y="459"/>
                      <a:pt x="1219" y="458"/>
                      <a:pt x="1229" y="455"/>
                    </a:cubicBezTo>
                    <a:lnTo>
                      <a:pt x="1229" y="1194"/>
                    </a:lnTo>
                    <a:cubicBezTo>
                      <a:pt x="1229" y="1209"/>
                      <a:pt x="1241" y="1220"/>
                      <a:pt x="1255" y="1220"/>
                    </a:cubicBezTo>
                    <a:cubicBezTo>
                      <a:pt x="1270" y="1220"/>
                      <a:pt x="1281" y="1208"/>
                      <a:pt x="1281" y="1194"/>
                    </a:cubicBezTo>
                    <a:lnTo>
                      <a:pt x="1281" y="433"/>
                    </a:lnTo>
                    <a:cubicBezTo>
                      <a:pt x="1324" y="405"/>
                      <a:pt x="1353" y="356"/>
                      <a:pt x="1353" y="301"/>
                    </a:cubicBezTo>
                    <a:cubicBezTo>
                      <a:pt x="1353" y="296"/>
                      <a:pt x="1351" y="291"/>
                      <a:pt x="1348" y="287"/>
                    </a:cubicBezTo>
                    <a:lnTo>
                      <a:pt x="1222" y="15"/>
                    </a:lnTo>
                    <a:cubicBezTo>
                      <a:pt x="1217" y="6"/>
                      <a:pt x="1208" y="0"/>
                      <a:pt x="1197" y="0"/>
                    </a:cubicBezTo>
                    <a:lnTo>
                      <a:pt x="157" y="0"/>
                    </a:lnTo>
                    <a:cubicBezTo>
                      <a:pt x="147" y="0"/>
                      <a:pt x="137" y="6"/>
                      <a:pt x="133" y="15"/>
                    </a:cubicBezTo>
                    <a:lnTo>
                      <a:pt x="3" y="289"/>
                    </a:lnTo>
                    <a:cubicBezTo>
                      <a:pt x="0" y="295"/>
                      <a:pt x="0" y="300"/>
                      <a:pt x="1" y="305"/>
                    </a:cubicBezTo>
                    <a:cubicBezTo>
                      <a:pt x="3" y="358"/>
                      <a:pt x="30" y="404"/>
                      <a:pt x="71" y="431"/>
                    </a:cubicBezTo>
                    <a:lnTo>
                      <a:pt x="123" y="455"/>
                    </a:lnTo>
                    <a:close/>
                    <a:moveTo>
                      <a:pt x="1195" y="406"/>
                    </a:moveTo>
                    <a:cubicBezTo>
                      <a:pt x="1146" y="406"/>
                      <a:pt x="1106" y="373"/>
                      <a:pt x="1094" y="328"/>
                    </a:cubicBezTo>
                    <a:lnTo>
                      <a:pt x="1294" y="328"/>
                    </a:lnTo>
                    <a:cubicBezTo>
                      <a:pt x="1283" y="373"/>
                      <a:pt x="1243" y="406"/>
                      <a:pt x="1195" y="406"/>
                    </a:cubicBezTo>
                    <a:close/>
                    <a:moveTo>
                      <a:pt x="1092" y="54"/>
                    </a:moveTo>
                    <a:lnTo>
                      <a:pt x="1180" y="54"/>
                    </a:lnTo>
                    <a:lnTo>
                      <a:pt x="1283" y="276"/>
                    </a:lnTo>
                    <a:lnTo>
                      <a:pt x="1092" y="276"/>
                    </a:lnTo>
                    <a:lnTo>
                      <a:pt x="1092" y="54"/>
                    </a:lnTo>
                    <a:close/>
                    <a:moveTo>
                      <a:pt x="935" y="406"/>
                    </a:moveTo>
                    <a:cubicBezTo>
                      <a:pt x="887" y="406"/>
                      <a:pt x="847" y="373"/>
                      <a:pt x="835" y="328"/>
                    </a:cubicBezTo>
                    <a:lnTo>
                      <a:pt x="1035" y="328"/>
                    </a:lnTo>
                    <a:cubicBezTo>
                      <a:pt x="1024" y="373"/>
                      <a:pt x="984" y="406"/>
                      <a:pt x="935" y="406"/>
                    </a:cubicBezTo>
                    <a:close/>
                    <a:moveTo>
                      <a:pt x="832" y="54"/>
                    </a:moveTo>
                    <a:lnTo>
                      <a:pt x="1039" y="54"/>
                    </a:lnTo>
                    <a:lnTo>
                      <a:pt x="1039" y="276"/>
                    </a:lnTo>
                    <a:lnTo>
                      <a:pt x="832" y="276"/>
                    </a:lnTo>
                    <a:lnTo>
                      <a:pt x="832" y="54"/>
                    </a:lnTo>
                    <a:close/>
                    <a:moveTo>
                      <a:pt x="676" y="406"/>
                    </a:moveTo>
                    <a:cubicBezTo>
                      <a:pt x="627" y="406"/>
                      <a:pt x="587" y="373"/>
                      <a:pt x="575" y="328"/>
                    </a:cubicBezTo>
                    <a:lnTo>
                      <a:pt x="775" y="328"/>
                    </a:lnTo>
                    <a:cubicBezTo>
                      <a:pt x="764" y="373"/>
                      <a:pt x="723" y="406"/>
                      <a:pt x="676" y="406"/>
                    </a:cubicBezTo>
                    <a:close/>
                    <a:moveTo>
                      <a:pt x="573" y="54"/>
                    </a:moveTo>
                    <a:lnTo>
                      <a:pt x="780" y="54"/>
                    </a:lnTo>
                    <a:lnTo>
                      <a:pt x="780" y="276"/>
                    </a:lnTo>
                    <a:lnTo>
                      <a:pt x="780" y="276"/>
                    </a:lnTo>
                    <a:lnTo>
                      <a:pt x="573" y="276"/>
                    </a:lnTo>
                    <a:lnTo>
                      <a:pt x="573" y="54"/>
                    </a:lnTo>
                    <a:close/>
                    <a:moveTo>
                      <a:pt x="415" y="406"/>
                    </a:moveTo>
                    <a:cubicBezTo>
                      <a:pt x="367" y="406"/>
                      <a:pt x="327" y="373"/>
                      <a:pt x="315" y="328"/>
                    </a:cubicBezTo>
                    <a:lnTo>
                      <a:pt x="515" y="328"/>
                    </a:lnTo>
                    <a:cubicBezTo>
                      <a:pt x="504" y="373"/>
                      <a:pt x="464" y="406"/>
                      <a:pt x="415" y="406"/>
                    </a:cubicBezTo>
                    <a:close/>
                    <a:moveTo>
                      <a:pt x="312" y="54"/>
                    </a:moveTo>
                    <a:lnTo>
                      <a:pt x="520" y="54"/>
                    </a:lnTo>
                    <a:lnTo>
                      <a:pt x="520" y="276"/>
                    </a:lnTo>
                    <a:lnTo>
                      <a:pt x="312" y="276"/>
                    </a:lnTo>
                    <a:lnTo>
                      <a:pt x="312" y="54"/>
                    </a:lnTo>
                    <a:close/>
                    <a:moveTo>
                      <a:pt x="172" y="54"/>
                    </a:moveTo>
                    <a:lnTo>
                      <a:pt x="259" y="54"/>
                    </a:lnTo>
                    <a:lnTo>
                      <a:pt x="259" y="276"/>
                    </a:lnTo>
                    <a:lnTo>
                      <a:pt x="67" y="276"/>
                    </a:lnTo>
                    <a:lnTo>
                      <a:pt x="172" y="54"/>
                    </a:lnTo>
                    <a:close/>
                    <a:moveTo>
                      <a:pt x="56" y="328"/>
                    </a:moveTo>
                    <a:lnTo>
                      <a:pt x="255" y="328"/>
                    </a:lnTo>
                    <a:cubicBezTo>
                      <a:pt x="243" y="373"/>
                      <a:pt x="203" y="406"/>
                      <a:pt x="155" y="406"/>
                    </a:cubicBezTo>
                    <a:cubicBezTo>
                      <a:pt x="108" y="406"/>
                      <a:pt x="68" y="373"/>
                      <a:pt x="56" y="328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4" name="任意多边形 423"/>
              <p:cNvSpPr/>
              <p:nvPr/>
            </p:nvSpPr>
            <p:spPr bwMode="gray">
              <a:xfrm>
                <a:off x="13595" y="10243"/>
                <a:ext cx="35" cy="35"/>
              </a:xfrm>
              <a:custGeom>
                <a:avLst/>
                <a:gdLst/>
                <a:ahLst/>
                <a:cxnLst/>
                <a:rect l="0" t="0" r="0" b="0"/>
                <a:pathLst>
                  <a:path w="60" h="60">
                    <a:moveTo>
                      <a:pt x="51" y="8"/>
                    </a:moveTo>
                    <a:cubicBezTo>
                      <a:pt x="45" y="3"/>
                      <a:pt x="38" y="0"/>
                      <a:pt x="30" y="0"/>
                    </a:cubicBezTo>
                    <a:cubicBezTo>
                      <a:pt x="22" y="0"/>
                      <a:pt x="14" y="3"/>
                      <a:pt x="8" y="8"/>
                    </a:cubicBezTo>
                    <a:cubicBezTo>
                      <a:pt x="3" y="14"/>
                      <a:pt x="0" y="21"/>
                      <a:pt x="0" y="30"/>
                    </a:cubicBezTo>
                    <a:cubicBezTo>
                      <a:pt x="0" y="37"/>
                      <a:pt x="3" y="45"/>
                      <a:pt x="8" y="51"/>
                    </a:cubicBezTo>
                    <a:cubicBezTo>
                      <a:pt x="14" y="56"/>
                      <a:pt x="21" y="59"/>
                      <a:pt x="30" y="59"/>
                    </a:cubicBezTo>
                    <a:cubicBezTo>
                      <a:pt x="37" y="59"/>
                      <a:pt x="45" y="56"/>
                      <a:pt x="51" y="51"/>
                    </a:cubicBezTo>
                    <a:cubicBezTo>
                      <a:pt x="57" y="45"/>
                      <a:pt x="59" y="38"/>
                      <a:pt x="59" y="30"/>
                    </a:cubicBezTo>
                    <a:cubicBezTo>
                      <a:pt x="59" y="21"/>
                      <a:pt x="57" y="14"/>
                      <a:pt x="51" y="8"/>
                    </a:cubicBezTo>
                  </a:path>
                </a:pathLst>
              </a:custGeom>
              <a:solidFill>
                <a:srgbClr val="4D4D4C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5" name="任意多边形 424"/>
              <p:cNvSpPr/>
              <p:nvPr/>
            </p:nvSpPr>
            <p:spPr bwMode="gray">
              <a:xfrm>
                <a:off x="13445" y="10005"/>
                <a:ext cx="33" cy="470"/>
              </a:xfrm>
              <a:custGeom>
                <a:avLst/>
                <a:gdLst/>
                <a:ahLst/>
                <a:cxnLst/>
                <a:rect l="0" t="0" r="0" b="0"/>
                <a:pathLst>
                  <a:path w="56" h="831">
                    <a:moveTo>
                      <a:pt x="27" y="830"/>
                    </a:moveTo>
                    <a:lnTo>
                      <a:pt x="0" y="830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830"/>
                    </a:lnTo>
                    <a:lnTo>
                      <a:pt x="27" y="830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6" name="任意多边形 425"/>
              <p:cNvSpPr/>
              <p:nvPr/>
            </p:nvSpPr>
            <p:spPr bwMode="gray">
              <a:xfrm>
                <a:off x="13918" y="10448"/>
                <a:ext cx="500" cy="157"/>
              </a:xfrm>
              <a:custGeom>
                <a:avLst/>
                <a:gdLst/>
                <a:ahLst/>
                <a:cxnLst/>
                <a:rect l="0" t="0" r="0" b="0"/>
                <a:pathLst>
                  <a:path w="883" h="278">
                    <a:moveTo>
                      <a:pt x="882" y="277"/>
                    </a:moveTo>
                    <a:lnTo>
                      <a:pt x="0" y="277"/>
                    </a:lnTo>
                    <a:lnTo>
                      <a:pt x="0" y="202"/>
                    </a:lnTo>
                    <a:lnTo>
                      <a:pt x="764" y="202"/>
                    </a:lnTo>
                    <a:lnTo>
                      <a:pt x="680" y="32"/>
                    </a:lnTo>
                    <a:lnTo>
                      <a:pt x="745" y="0"/>
                    </a:lnTo>
                    <a:lnTo>
                      <a:pt x="882" y="277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7" name="任意多边形 426"/>
              <p:cNvSpPr/>
              <p:nvPr/>
            </p:nvSpPr>
            <p:spPr bwMode="gray">
              <a:xfrm>
                <a:off x="13163" y="10450"/>
                <a:ext cx="550" cy="155"/>
              </a:xfrm>
              <a:custGeom>
                <a:avLst/>
                <a:gdLst/>
                <a:ahLst/>
                <a:cxnLst/>
                <a:rect l="0" t="0" r="0" b="0"/>
                <a:pathLst>
                  <a:path w="969" h="274">
                    <a:moveTo>
                      <a:pt x="968" y="273"/>
                    </a:moveTo>
                    <a:lnTo>
                      <a:pt x="0" y="273"/>
                    </a:lnTo>
                    <a:lnTo>
                      <a:pt x="88" y="0"/>
                    </a:lnTo>
                    <a:lnTo>
                      <a:pt x="157" y="24"/>
                    </a:lnTo>
                    <a:lnTo>
                      <a:pt x="101" y="198"/>
                    </a:lnTo>
                    <a:lnTo>
                      <a:pt x="968" y="198"/>
                    </a:lnTo>
                    <a:lnTo>
                      <a:pt x="968" y="273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8" name="任意多边形 427"/>
              <p:cNvSpPr/>
              <p:nvPr/>
            </p:nvSpPr>
            <p:spPr bwMode="gray">
              <a:xfrm>
                <a:off x="13540" y="10103"/>
                <a:ext cx="185" cy="357"/>
              </a:xfrm>
              <a:custGeom>
                <a:avLst/>
                <a:gdLst/>
                <a:ahLst/>
                <a:cxnLst/>
                <a:rect l="0" t="0" r="0" b="0"/>
                <a:pathLst>
                  <a:path w="325" h="630">
                    <a:moveTo>
                      <a:pt x="324" y="629"/>
                    </a:moveTo>
                    <a:lnTo>
                      <a:pt x="0" y="629"/>
                    </a:lnTo>
                    <a:lnTo>
                      <a:pt x="0" y="0"/>
                    </a:lnTo>
                    <a:lnTo>
                      <a:pt x="324" y="0"/>
                    </a:lnTo>
                    <a:lnTo>
                      <a:pt x="324" y="629"/>
                    </a:lnTo>
                    <a:close/>
                    <a:moveTo>
                      <a:pt x="56" y="574"/>
                    </a:moveTo>
                    <a:lnTo>
                      <a:pt x="269" y="574"/>
                    </a:lnTo>
                    <a:lnTo>
                      <a:pt x="269" y="55"/>
                    </a:lnTo>
                    <a:lnTo>
                      <a:pt x="56" y="55"/>
                    </a:lnTo>
                    <a:lnTo>
                      <a:pt x="56" y="574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29" name="任意多边形 428"/>
              <p:cNvSpPr/>
              <p:nvPr/>
            </p:nvSpPr>
            <p:spPr bwMode="gray">
              <a:xfrm>
                <a:off x="13768" y="10103"/>
                <a:ext cx="262" cy="182"/>
              </a:xfrm>
              <a:custGeom>
                <a:avLst/>
                <a:gdLst/>
                <a:ahLst/>
                <a:cxnLst/>
                <a:rect l="0" t="0" r="0" b="0"/>
                <a:pathLst>
                  <a:path w="465" h="324">
                    <a:moveTo>
                      <a:pt x="464" y="323"/>
                    </a:moveTo>
                    <a:lnTo>
                      <a:pt x="0" y="323"/>
                    </a:lnTo>
                    <a:lnTo>
                      <a:pt x="0" y="0"/>
                    </a:lnTo>
                    <a:lnTo>
                      <a:pt x="464" y="0"/>
                    </a:lnTo>
                    <a:lnTo>
                      <a:pt x="464" y="323"/>
                    </a:lnTo>
                    <a:close/>
                    <a:moveTo>
                      <a:pt x="55" y="268"/>
                    </a:moveTo>
                    <a:lnTo>
                      <a:pt x="408" y="268"/>
                    </a:lnTo>
                    <a:lnTo>
                      <a:pt x="408" y="55"/>
                    </a:lnTo>
                    <a:lnTo>
                      <a:pt x="55" y="55"/>
                    </a:lnTo>
                    <a:lnTo>
                      <a:pt x="55" y="268"/>
                    </a:lnTo>
                    <a:close/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30" name="任意多边形 429"/>
              <p:cNvSpPr/>
              <p:nvPr/>
            </p:nvSpPr>
            <p:spPr bwMode="gray">
              <a:xfrm>
                <a:off x="13773" y="10165"/>
                <a:ext cx="252" cy="33"/>
              </a:xfrm>
              <a:custGeom>
                <a:avLst/>
                <a:gdLst/>
                <a:ahLst/>
                <a:cxnLst/>
                <a:rect l="0" t="0" r="0" b="0"/>
                <a:pathLst>
                  <a:path w="446" h="56">
                    <a:moveTo>
                      <a:pt x="222" y="55"/>
                    </a:moveTo>
                    <a:lnTo>
                      <a:pt x="0" y="55"/>
                    </a:lnTo>
                    <a:lnTo>
                      <a:pt x="0" y="0"/>
                    </a:lnTo>
                    <a:lnTo>
                      <a:pt x="445" y="0"/>
                    </a:lnTo>
                    <a:lnTo>
                      <a:pt x="445" y="55"/>
                    </a:lnTo>
                    <a:lnTo>
                      <a:pt x="222" y="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31" name="任意多边形 430"/>
              <p:cNvSpPr/>
              <p:nvPr/>
            </p:nvSpPr>
            <p:spPr bwMode="gray">
              <a:xfrm>
                <a:off x="13883" y="10188"/>
                <a:ext cx="32" cy="37"/>
              </a:xfrm>
              <a:custGeom>
                <a:avLst/>
                <a:gdLst/>
                <a:ahLst/>
                <a:cxnLst/>
                <a:rect l="0" t="0" r="0" b="0"/>
                <a:pathLst>
                  <a:path w="56" h="67">
                    <a:moveTo>
                      <a:pt x="28" y="66"/>
                    </a:moveTo>
                    <a:lnTo>
                      <a:pt x="0" y="66"/>
                    </a:lnTo>
                    <a:lnTo>
                      <a:pt x="0" y="0"/>
                    </a:lnTo>
                    <a:lnTo>
                      <a:pt x="55" y="0"/>
                    </a:lnTo>
                    <a:lnTo>
                      <a:pt x="55" y="66"/>
                    </a:lnTo>
                    <a:lnTo>
                      <a:pt x="28" y="66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432" name="任意多边形 431"/>
              <p:cNvSpPr/>
              <p:nvPr/>
            </p:nvSpPr>
            <p:spPr bwMode="gray">
              <a:xfrm>
                <a:off x="13768" y="10385"/>
                <a:ext cx="260" cy="33"/>
              </a:xfrm>
              <a:custGeom>
                <a:avLst/>
                <a:gdLst/>
                <a:ahLst/>
                <a:cxnLst/>
                <a:rect l="0" t="0" r="0" b="0"/>
                <a:pathLst>
                  <a:path w="460" h="56">
                    <a:moveTo>
                      <a:pt x="230" y="55"/>
                    </a:moveTo>
                    <a:lnTo>
                      <a:pt x="0" y="55"/>
                    </a:lnTo>
                    <a:lnTo>
                      <a:pt x="0" y="0"/>
                    </a:lnTo>
                    <a:lnTo>
                      <a:pt x="459" y="0"/>
                    </a:lnTo>
                    <a:lnTo>
                      <a:pt x="459" y="55"/>
                    </a:lnTo>
                    <a:lnTo>
                      <a:pt x="230" y="55"/>
                    </a:lnTo>
                  </a:path>
                </a:pathLst>
              </a:custGeom>
              <a:solidFill>
                <a:srgbClr val="59575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433" name="文本框 432"/>
            <p:cNvSpPr txBox="1"/>
            <p:nvPr/>
          </p:nvSpPr>
          <p:spPr bwMode="gray">
            <a:xfrm>
              <a:off x="1089100" y="3350818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 defTabSz="914400">
                <a:defRPr/>
              </a:pPr>
              <a:r>
                <a:rPr lang="zh-CN" altLang="en-US" sz="1200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企业分支</a:t>
              </a:r>
            </a:p>
          </p:txBody>
        </p:sp>
        <p:pic>
          <p:nvPicPr>
            <p:cNvPr id="43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9586953" y="205820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43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9586953" y="2718221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436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9586953" y="3987060"/>
              <a:ext cx="368827" cy="301767"/>
            </a:xfrm>
            <a:prstGeom prst="rect">
              <a:avLst/>
            </a:prstGeom>
            <a:noFill/>
          </p:spPr>
        </p:pic>
        <p:pic>
          <p:nvPicPr>
            <p:cNvPr id="437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9586953" y="3370368"/>
              <a:ext cx="368827" cy="301767"/>
            </a:xfrm>
            <a:prstGeom prst="rect">
              <a:avLst/>
            </a:prstGeom>
            <a:noFill/>
          </p:spPr>
        </p:pic>
        <p:sp>
          <p:nvSpPr>
            <p:cNvPr id="438" name="Freeform 159"/>
            <p:cNvSpPr/>
            <p:nvPr/>
          </p:nvSpPr>
          <p:spPr bwMode="gray">
            <a:xfrm flipH="1">
              <a:off x="10065797" y="1903347"/>
              <a:ext cx="909482" cy="475412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108000" rtlCol="0" anchor="ctr">
              <a:noAutofit/>
            </a:bodyPr>
            <a:lstStyle/>
            <a:p>
              <a:pPr algn="ctr"/>
              <a:r>
                <a:rPr lang="zh-CN" altLang="en-US" sz="12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公有云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9" name="Freeform 159"/>
            <p:cNvSpPr/>
            <p:nvPr/>
          </p:nvSpPr>
          <p:spPr bwMode="gray">
            <a:xfrm flipH="1">
              <a:off x="10065797" y="2550426"/>
              <a:ext cx="909482" cy="475412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108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行业云</a:t>
              </a:r>
            </a:p>
          </p:txBody>
        </p:sp>
        <p:sp>
          <p:nvSpPr>
            <p:cNvPr id="440" name="Freeform 159"/>
            <p:cNvSpPr/>
            <p:nvPr/>
          </p:nvSpPr>
          <p:spPr bwMode="gray">
            <a:xfrm flipH="1">
              <a:off x="10065797" y="3210779"/>
              <a:ext cx="909482" cy="475412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108000" rtlCol="0" anchor="ctr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私有云</a:t>
              </a:r>
            </a:p>
          </p:txBody>
        </p:sp>
        <p:sp>
          <p:nvSpPr>
            <p:cNvPr id="441" name="Freeform 159"/>
            <p:cNvSpPr/>
            <p:nvPr/>
          </p:nvSpPr>
          <p:spPr bwMode="gray">
            <a:xfrm flipH="1">
              <a:off x="10065797" y="3837637"/>
              <a:ext cx="909482" cy="475412"/>
            </a:xfrm>
            <a:custGeom>
              <a:avLst/>
              <a:gdLst>
                <a:gd name="connsiteX0" fmla="*/ 2693983 w 4431601"/>
                <a:gd name="connsiteY0" fmla="*/ 0 h 2316519"/>
                <a:gd name="connsiteX1" fmla="*/ 1918242 w 4431601"/>
                <a:gd name="connsiteY1" fmla="*/ 324162 h 2316519"/>
                <a:gd name="connsiteX2" fmla="*/ 1859647 w 4431601"/>
                <a:gd name="connsiteY2" fmla="*/ 395807 h 2316519"/>
                <a:gd name="connsiteX3" fmla="*/ 1815580 w 4431601"/>
                <a:gd name="connsiteY3" fmla="*/ 362462 h 2316519"/>
                <a:gd name="connsiteX4" fmla="*/ 1347603 w 4431601"/>
                <a:gd name="connsiteY4" fmla="*/ 231362 h 2316519"/>
                <a:gd name="connsiteX5" fmla="*/ 527605 w 4431601"/>
                <a:gd name="connsiteY5" fmla="*/ 844290 h 2316519"/>
                <a:gd name="connsiteX6" fmla="*/ 523639 w 4431601"/>
                <a:gd name="connsiteY6" fmla="*/ 880372 h 2316519"/>
                <a:gd name="connsiteX7" fmla="*/ 444716 w 4431601"/>
                <a:gd name="connsiteY7" fmla="*/ 905088 h 2316519"/>
                <a:gd name="connsiteX8" fmla="*/ 0 w 4431601"/>
                <a:gd name="connsiteY8" fmla="*/ 1581940 h 2316519"/>
                <a:gd name="connsiteX9" fmla="*/ 653694 w 4431601"/>
                <a:gd name="connsiteY9" fmla="*/ 2312727 h 2316519"/>
                <a:gd name="connsiteX10" fmla="*/ 653931 w 4431601"/>
                <a:gd name="connsiteY10" fmla="*/ 2312739 h 2316519"/>
                <a:gd name="connsiteX11" fmla="*/ 653931 w 4431601"/>
                <a:gd name="connsiteY11" fmla="*/ 2316518 h 2316519"/>
                <a:gd name="connsiteX12" fmla="*/ 728123 w 4431601"/>
                <a:gd name="connsiteY12" fmla="*/ 2316518 h 2316519"/>
                <a:gd name="connsiteX13" fmla="*/ 728142 w 4431601"/>
                <a:gd name="connsiteY13" fmla="*/ 2316519 h 2316519"/>
                <a:gd name="connsiteX14" fmla="*/ 728162 w 4431601"/>
                <a:gd name="connsiteY14" fmla="*/ 2316518 h 2316519"/>
                <a:gd name="connsiteX15" fmla="*/ 3745239 w 4431601"/>
                <a:gd name="connsiteY15" fmla="*/ 2316518 h 2316519"/>
                <a:gd name="connsiteX16" fmla="*/ 3745249 w 4431601"/>
                <a:gd name="connsiteY16" fmla="*/ 2316519 h 2316519"/>
                <a:gd name="connsiteX17" fmla="*/ 3745259 w 4431601"/>
                <a:gd name="connsiteY17" fmla="*/ 2316518 h 2316519"/>
                <a:gd name="connsiteX18" fmla="*/ 3788771 w 4431601"/>
                <a:gd name="connsiteY18" fmla="*/ 2316518 h 2316519"/>
                <a:gd name="connsiteX19" fmla="*/ 3788771 w 4431601"/>
                <a:gd name="connsiteY19" fmla="*/ 2312093 h 2316519"/>
                <a:gd name="connsiteX20" fmla="*/ 3883573 w 4431601"/>
                <a:gd name="connsiteY20" fmla="*/ 2302452 h 2316519"/>
                <a:gd name="connsiteX21" fmla="*/ 4431601 w 4431601"/>
                <a:gd name="connsiteY21" fmla="*/ 1624103 h 2316519"/>
                <a:gd name="connsiteX22" fmla="*/ 3883573 w 4431601"/>
                <a:gd name="connsiteY22" fmla="*/ 945754 h 2316519"/>
                <a:gd name="connsiteX23" fmla="*/ 3773844 w 4431601"/>
                <a:gd name="connsiteY23" fmla="*/ 934595 h 2316519"/>
                <a:gd name="connsiteX24" fmla="*/ 3768759 w 4431601"/>
                <a:gd name="connsiteY24" fmla="*/ 883707 h 2316519"/>
                <a:gd name="connsiteX25" fmla="*/ 2693983 w 4431601"/>
                <a:gd name="connsiteY25" fmla="*/ 0 h 2316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31601" h="2316519">
                  <a:moveTo>
                    <a:pt x="2693983" y="0"/>
                  </a:moveTo>
                  <a:cubicBezTo>
                    <a:pt x="2391037" y="0"/>
                    <a:pt x="2116771" y="123878"/>
                    <a:pt x="1918242" y="324162"/>
                  </a:cubicBezTo>
                  <a:lnTo>
                    <a:pt x="1859647" y="395807"/>
                  </a:lnTo>
                  <a:lnTo>
                    <a:pt x="1815580" y="362462"/>
                  </a:lnTo>
                  <a:cubicBezTo>
                    <a:pt x="1681993" y="279692"/>
                    <a:pt x="1520952" y="231362"/>
                    <a:pt x="1347603" y="231362"/>
                  </a:cubicBezTo>
                  <a:cubicBezTo>
                    <a:pt x="943122" y="231362"/>
                    <a:pt x="605652" y="494493"/>
                    <a:pt x="527605" y="844290"/>
                  </a:cubicBezTo>
                  <a:lnTo>
                    <a:pt x="523639" y="880372"/>
                  </a:lnTo>
                  <a:lnTo>
                    <a:pt x="444716" y="905088"/>
                  </a:lnTo>
                  <a:cubicBezTo>
                    <a:pt x="183375" y="1016603"/>
                    <a:pt x="0" y="1277667"/>
                    <a:pt x="0" y="1581940"/>
                  </a:cubicBezTo>
                  <a:cubicBezTo>
                    <a:pt x="0" y="1962281"/>
                    <a:pt x="286523" y="2275109"/>
                    <a:pt x="653694" y="2312727"/>
                  </a:cubicBezTo>
                  <a:lnTo>
                    <a:pt x="653931" y="2312739"/>
                  </a:lnTo>
                  <a:lnTo>
                    <a:pt x="653931" y="2316518"/>
                  </a:lnTo>
                  <a:lnTo>
                    <a:pt x="728123" y="2316518"/>
                  </a:lnTo>
                  <a:lnTo>
                    <a:pt x="728142" y="2316519"/>
                  </a:lnTo>
                  <a:lnTo>
                    <a:pt x="728162" y="2316518"/>
                  </a:lnTo>
                  <a:lnTo>
                    <a:pt x="3745239" y="2316518"/>
                  </a:lnTo>
                  <a:lnTo>
                    <a:pt x="3745249" y="2316519"/>
                  </a:lnTo>
                  <a:lnTo>
                    <a:pt x="3745259" y="2316518"/>
                  </a:lnTo>
                  <a:lnTo>
                    <a:pt x="3788771" y="2316518"/>
                  </a:lnTo>
                  <a:lnTo>
                    <a:pt x="3788771" y="2312093"/>
                  </a:lnTo>
                  <a:lnTo>
                    <a:pt x="3883573" y="2302452"/>
                  </a:lnTo>
                  <a:cubicBezTo>
                    <a:pt x="4196332" y="2237887"/>
                    <a:pt x="4431601" y="1958713"/>
                    <a:pt x="4431601" y="1624103"/>
                  </a:cubicBezTo>
                  <a:cubicBezTo>
                    <a:pt x="4431601" y="1289493"/>
                    <a:pt x="4196332" y="1010319"/>
                    <a:pt x="3883573" y="945754"/>
                  </a:cubicBezTo>
                  <a:lnTo>
                    <a:pt x="3773844" y="934595"/>
                  </a:lnTo>
                  <a:lnTo>
                    <a:pt x="3768759" y="883707"/>
                  </a:lnTo>
                  <a:cubicBezTo>
                    <a:pt x="3666462" y="379376"/>
                    <a:pt x="3224139" y="0"/>
                    <a:pt x="2693983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tIns="108000" rtlCol="0" anchor="ctr">
              <a:noAutofit/>
            </a:bodyPr>
            <a:lstStyle/>
            <a:p>
              <a:pPr algn="ctr"/>
              <a:r>
                <a:rPr lang="zh-CN" altLang="en-US" sz="1200" dirty="0" smtClean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数据中心</a:t>
              </a:r>
              <a:endParaRPr lang="zh-CN" altLang="en-US" sz="12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236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企业广域</a:t>
            </a:r>
            <a:r>
              <a:rPr lang="en-US" altLang="zh-CN">
                <a:sym typeface="Huawei Sans" panose="020C0503030203020204" pitchFamily="34" charset="0"/>
              </a:rPr>
              <a:t>IP</a:t>
            </a:r>
            <a:r>
              <a:rPr lang="zh-CN" altLang="en-US">
                <a:sym typeface="Huawei Sans" panose="020C0503030203020204" pitchFamily="34" charset="0"/>
              </a:rPr>
              <a:t>承载网络</a:t>
            </a:r>
          </a:p>
        </p:txBody>
      </p:sp>
      <p:sp>
        <p:nvSpPr>
          <p:cNvPr id="55" name="圆角矩形 54"/>
          <p:cNvSpPr/>
          <p:nvPr/>
        </p:nvSpPr>
        <p:spPr bwMode="gray">
          <a:xfrm>
            <a:off x="3435704" y="1520049"/>
            <a:ext cx="5763961" cy="3115716"/>
          </a:xfrm>
          <a:prstGeom prst="roundRect">
            <a:avLst>
              <a:gd name="adj" fmla="val 385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endParaRPr lang="zh-CN" altLang="en-US" sz="1400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50" name="直接连接符 149"/>
          <p:cNvCxnSpPr/>
          <p:nvPr/>
        </p:nvCxnSpPr>
        <p:spPr bwMode="gray">
          <a:xfrm flipH="1">
            <a:off x="2656169" y="2930065"/>
            <a:ext cx="1730455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63" name="直接连接符 162"/>
          <p:cNvCxnSpPr/>
          <p:nvPr/>
        </p:nvCxnSpPr>
        <p:spPr bwMode="gray">
          <a:xfrm>
            <a:off x="2656169" y="3582212"/>
            <a:ext cx="1730455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46" name="直接连接符 145"/>
          <p:cNvCxnSpPr/>
          <p:nvPr/>
        </p:nvCxnSpPr>
        <p:spPr bwMode="gray">
          <a:xfrm>
            <a:off x="8395424" y="4206091"/>
            <a:ext cx="1479019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47" name="直接连接符 146"/>
          <p:cNvCxnSpPr/>
          <p:nvPr/>
        </p:nvCxnSpPr>
        <p:spPr bwMode="gray">
          <a:xfrm>
            <a:off x="8395424" y="3582212"/>
            <a:ext cx="1479019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48" name="直接连接符 147"/>
          <p:cNvCxnSpPr/>
          <p:nvPr/>
        </p:nvCxnSpPr>
        <p:spPr bwMode="gray">
          <a:xfrm>
            <a:off x="8395424" y="2926128"/>
            <a:ext cx="1479019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49" name="直接连接符 148"/>
          <p:cNvCxnSpPr/>
          <p:nvPr/>
        </p:nvCxnSpPr>
        <p:spPr bwMode="gray">
          <a:xfrm>
            <a:off x="8395424" y="2257268"/>
            <a:ext cx="1479019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sp>
        <p:nvSpPr>
          <p:cNvPr id="71" name="文本框 70"/>
          <p:cNvSpPr txBox="1"/>
          <p:nvPr/>
        </p:nvSpPr>
        <p:spPr bwMode="gray">
          <a:xfrm>
            <a:off x="1078940" y="280431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914400">
              <a:defRPr/>
            </a:pPr>
            <a:r>
              <a:rPr lang="zh-CN" altLang="en-US" sz="12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企业总部</a:t>
            </a:r>
            <a:endParaRPr lang="zh-CN" altLang="en-US" sz="1200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5254974" y="1573186"/>
            <a:ext cx="2150954" cy="3258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400">
              <a:defRPr/>
            </a:pPr>
            <a:r>
              <a:rPr lang="zh-CN" altLang="en-US" sz="1600" b="1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企业广</a:t>
            </a:r>
            <a:r>
              <a:rPr lang="zh-CN" altLang="en-US" sz="1600" b="1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</a:t>
            </a:r>
            <a:r>
              <a:rPr lang="en-US" altLang="zh-CN" sz="1600" b="1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b="1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承载网络</a:t>
            </a:r>
            <a:endParaRPr lang="en-US" altLang="zh-CN" sz="1600" b="1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00" name="直接连接符 99"/>
          <p:cNvCxnSpPr>
            <a:stCxn id="228" idx="3"/>
            <a:endCxn id="229" idx="1"/>
          </p:cNvCxnSpPr>
          <p:nvPr/>
        </p:nvCxnSpPr>
        <p:spPr bwMode="gray">
          <a:xfrm>
            <a:off x="6177851" y="2930065"/>
            <a:ext cx="512156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01" name="直接连接符 100"/>
          <p:cNvCxnSpPr>
            <a:stCxn id="228" idx="2"/>
            <a:endCxn id="230" idx="0"/>
          </p:cNvCxnSpPr>
          <p:nvPr/>
        </p:nvCxnSpPr>
        <p:spPr bwMode="gray">
          <a:xfrm>
            <a:off x="5993438" y="3080948"/>
            <a:ext cx="0" cy="35038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03" name="直接连接符 102"/>
          <p:cNvCxnSpPr>
            <a:stCxn id="230" idx="3"/>
            <a:endCxn id="231" idx="1"/>
          </p:cNvCxnSpPr>
          <p:nvPr/>
        </p:nvCxnSpPr>
        <p:spPr bwMode="gray">
          <a:xfrm>
            <a:off x="6177851" y="3582212"/>
            <a:ext cx="512156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04" name="直接连接符 103"/>
          <p:cNvCxnSpPr>
            <a:stCxn id="229" idx="2"/>
            <a:endCxn id="231" idx="0"/>
          </p:cNvCxnSpPr>
          <p:nvPr/>
        </p:nvCxnSpPr>
        <p:spPr bwMode="gray">
          <a:xfrm>
            <a:off x="6874421" y="3080948"/>
            <a:ext cx="0" cy="35038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05" name="直接连接符 104"/>
          <p:cNvCxnSpPr>
            <a:stCxn id="228" idx="2"/>
            <a:endCxn id="231" idx="0"/>
          </p:cNvCxnSpPr>
          <p:nvPr/>
        </p:nvCxnSpPr>
        <p:spPr bwMode="gray">
          <a:xfrm>
            <a:off x="5993438" y="3080948"/>
            <a:ext cx="880983" cy="35038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06" name="直接连接符 105"/>
          <p:cNvCxnSpPr>
            <a:stCxn id="230" idx="0"/>
            <a:endCxn id="229" idx="2"/>
          </p:cNvCxnSpPr>
          <p:nvPr/>
        </p:nvCxnSpPr>
        <p:spPr bwMode="gray">
          <a:xfrm flipV="1">
            <a:off x="5993438" y="3080948"/>
            <a:ext cx="880983" cy="35038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07" name="直接连接符 106"/>
          <p:cNvCxnSpPr>
            <a:stCxn id="228" idx="1"/>
            <a:endCxn id="227" idx="3"/>
          </p:cNvCxnSpPr>
          <p:nvPr/>
        </p:nvCxnSpPr>
        <p:spPr bwMode="gray">
          <a:xfrm flipH="1" flipV="1">
            <a:off x="4858188" y="2270045"/>
            <a:ext cx="950836" cy="66002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09" name="直接连接符 108"/>
          <p:cNvCxnSpPr>
            <a:stCxn id="228" idx="1"/>
            <a:endCxn id="225" idx="3"/>
          </p:cNvCxnSpPr>
          <p:nvPr/>
        </p:nvCxnSpPr>
        <p:spPr bwMode="gray">
          <a:xfrm flipH="1">
            <a:off x="4078569" y="2930065"/>
            <a:ext cx="1730455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10" name="直接连接符 109"/>
          <p:cNvCxnSpPr>
            <a:stCxn id="228" idx="1"/>
            <a:endCxn id="226" idx="3"/>
          </p:cNvCxnSpPr>
          <p:nvPr/>
        </p:nvCxnSpPr>
        <p:spPr bwMode="gray">
          <a:xfrm flipH="1">
            <a:off x="4078569" y="2930065"/>
            <a:ext cx="1730455" cy="652147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11" name="直接连接符 110"/>
          <p:cNvCxnSpPr>
            <a:stCxn id="228" idx="1"/>
            <a:endCxn id="237" idx="0"/>
          </p:cNvCxnSpPr>
          <p:nvPr/>
        </p:nvCxnSpPr>
        <p:spPr bwMode="gray">
          <a:xfrm flipH="1">
            <a:off x="4673775" y="2930065"/>
            <a:ext cx="1135249" cy="1117955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13" name="直接连接符 112"/>
          <p:cNvCxnSpPr>
            <a:stCxn id="227" idx="3"/>
            <a:endCxn id="230" idx="1"/>
          </p:cNvCxnSpPr>
          <p:nvPr/>
        </p:nvCxnSpPr>
        <p:spPr bwMode="gray">
          <a:xfrm>
            <a:off x="4858188" y="2270045"/>
            <a:ext cx="950836" cy="1312167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14" name="直接连接符 113"/>
          <p:cNvCxnSpPr>
            <a:stCxn id="225" idx="3"/>
            <a:endCxn id="230" idx="1"/>
          </p:cNvCxnSpPr>
          <p:nvPr/>
        </p:nvCxnSpPr>
        <p:spPr bwMode="gray">
          <a:xfrm>
            <a:off x="4078569" y="2930065"/>
            <a:ext cx="1730455" cy="652147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16" name="直接连接符 115"/>
          <p:cNvCxnSpPr>
            <a:stCxn id="226" idx="3"/>
            <a:endCxn id="230" idx="1"/>
          </p:cNvCxnSpPr>
          <p:nvPr/>
        </p:nvCxnSpPr>
        <p:spPr bwMode="gray">
          <a:xfrm>
            <a:off x="4078569" y="3582212"/>
            <a:ext cx="1730455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17" name="直接连接符 116"/>
          <p:cNvCxnSpPr>
            <a:stCxn id="237" idx="0"/>
            <a:endCxn id="230" idx="1"/>
          </p:cNvCxnSpPr>
          <p:nvPr/>
        </p:nvCxnSpPr>
        <p:spPr bwMode="gray">
          <a:xfrm flipV="1">
            <a:off x="4673775" y="3582212"/>
            <a:ext cx="1135249" cy="465808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23" name="直接连接符 122"/>
          <p:cNvCxnSpPr>
            <a:stCxn id="229" idx="3"/>
            <a:endCxn id="232" idx="2"/>
          </p:cNvCxnSpPr>
          <p:nvPr/>
        </p:nvCxnSpPr>
        <p:spPr bwMode="gray">
          <a:xfrm flipV="1">
            <a:off x="7058834" y="2420928"/>
            <a:ext cx="1183526" cy="509137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24" name="直接连接符 123"/>
          <p:cNvCxnSpPr>
            <a:stCxn id="229" idx="3"/>
            <a:endCxn id="233" idx="1"/>
          </p:cNvCxnSpPr>
          <p:nvPr/>
        </p:nvCxnSpPr>
        <p:spPr bwMode="gray">
          <a:xfrm>
            <a:off x="7058834" y="2930065"/>
            <a:ext cx="1479019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25" name="直接连接符 124"/>
          <p:cNvCxnSpPr>
            <a:stCxn id="229" idx="3"/>
            <a:endCxn id="234" idx="0"/>
          </p:cNvCxnSpPr>
          <p:nvPr/>
        </p:nvCxnSpPr>
        <p:spPr bwMode="gray">
          <a:xfrm>
            <a:off x="7058834" y="2930065"/>
            <a:ext cx="1255144" cy="1117955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26" name="直接连接符 125"/>
          <p:cNvCxnSpPr>
            <a:stCxn id="229" idx="3"/>
            <a:endCxn id="235" idx="1"/>
          </p:cNvCxnSpPr>
          <p:nvPr/>
        </p:nvCxnSpPr>
        <p:spPr bwMode="gray">
          <a:xfrm>
            <a:off x="7058834" y="2930065"/>
            <a:ext cx="1470584" cy="652147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27" name="直接连接符 126"/>
          <p:cNvCxnSpPr>
            <a:stCxn id="231" idx="3"/>
            <a:endCxn id="232" idx="2"/>
          </p:cNvCxnSpPr>
          <p:nvPr/>
        </p:nvCxnSpPr>
        <p:spPr bwMode="gray">
          <a:xfrm flipV="1">
            <a:off x="7058834" y="2420928"/>
            <a:ext cx="1183526" cy="1161284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28" name="直接连接符 127"/>
          <p:cNvCxnSpPr>
            <a:stCxn id="231" idx="3"/>
            <a:endCxn id="233" idx="1"/>
          </p:cNvCxnSpPr>
          <p:nvPr/>
        </p:nvCxnSpPr>
        <p:spPr bwMode="gray">
          <a:xfrm flipV="1">
            <a:off x="7058834" y="2930065"/>
            <a:ext cx="1479019" cy="652147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29" name="直接连接符 128"/>
          <p:cNvCxnSpPr>
            <a:stCxn id="231" idx="3"/>
            <a:endCxn id="234" idx="0"/>
          </p:cNvCxnSpPr>
          <p:nvPr/>
        </p:nvCxnSpPr>
        <p:spPr bwMode="gray">
          <a:xfrm>
            <a:off x="7058834" y="3582212"/>
            <a:ext cx="1255144" cy="465808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cxnSp>
        <p:nvCxnSpPr>
          <p:cNvPr id="130" name="直接连接符 129"/>
          <p:cNvCxnSpPr>
            <a:stCxn id="231" idx="3"/>
            <a:endCxn id="235" idx="1"/>
          </p:cNvCxnSpPr>
          <p:nvPr/>
        </p:nvCxnSpPr>
        <p:spPr bwMode="gray">
          <a:xfrm>
            <a:off x="7058834" y="3582212"/>
            <a:ext cx="1470584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cxnSp>
      <p:pic>
        <p:nvPicPr>
          <p:cNvPr id="22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709742" y="2779181"/>
            <a:ext cx="368827" cy="301767"/>
          </a:xfrm>
          <a:prstGeom prst="rect">
            <a:avLst/>
          </a:prstGeom>
          <a:noFill/>
        </p:spPr>
      </p:pic>
      <p:pic>
        <p:nvPicPr>
          <p:cNvPr id="22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709742" y="3431328"/>
            <a:ext cx="368827" cy="301767"/>
          </a:xfrm>
          <a:prstGeom prst="rect">
            <a:avLst/>
          </a:prstGeom>
          <a:noFill/>
        </p:spPr>
      </p:pic>
      <p:pic>
        <p:nvPicPr>
          <p:cNvPr id="22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489361" y="2119161"/>
            <a:ext cx="368827" cy="301767"/>
          </a:xfrm>
          <a:prstGeom prst="rect">
            <a:avLst/>
          </a:prstGeom>
          <a:noFill/>
        </p:spPr>
      </p:pic>
      <p:pic>
        <p:nvPicPr>
          <p:cNvPr id="22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809024" y="2779181"/>
            <a:ext cx="368827" cy="301767"/>
          </a:xfrm>
          <a:prstGeom prst="rect">
            <a:avLst/>
          </a:prstGeom>
          <a:noFill/>
        </p:spPr>
      </p:pic>
      <p:pic>
        <p:nvPicPr>
          <p:cNvPr id="22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690007" y="2779181"/>
            <a:ext cx="368827" cy="301767"/>
          </a:xfrm>
          <a:prstGeom prst="rect">
            <a:avLst/>
          </a:prstGeom>
          <a:noFill/>
        </p:spPr>
      </p:pic>
      <p:pic>
        <p:nvPicPr>
          <p:cNvPr id="23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809024" y="3431328"/>
            <a:ext cx="368827" cy="301767"/>
          </a:xfrm>
          <a:prstGeom prst="rect">
            <a:avLst/>
          </a:prstGeom>
          <a:noFill/>
        </p:spPr>
      </p:pic>
      <p:pic>
        <p:nvPicPr>
          <p:cNvPr id="23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690007" y="3431328"/>
            <a:ext cx="368827" cy="301767"/>
          </a:xfrm>
          <a:prstGeom prst="rect">
            <a:avLst/>
          </a:prstGeom>
          <a:noFill/>
        </p:spPr>
      </p:pic>
      <p:pic>
        <p:nvPicPr>
          <p:cNvPr id="23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8057946" y="2119161"/>
            <a:ext cx="368827" cy="301767"/>
          </a:xfrm>
          <a:prstGeom prst="rect">
            <a:avLst/>
          </a:prstGeom>
          <a:noFill/>
        </p:spPr>
      </p:pic>
      <p:pic>
        <p:nvPicPr>
          <p:cNvPr id="23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8537853" y="2779181"/>
            <a:ext cx="368827" cy="301767"/>
          </a:xfrm>
          <a:prstGeom prst="rect">
            <a:avLst/>
          </a:prstGeom>
          <a:noFill/>
        </p:spPr>
      </p:pic>
      <p:pic>
        <p:nvPicPr>
          <p:cNvPr id="23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8129564" y="4048020"/>
            <a:ext cx="368827" cy="301767"/>
          </a:xfrm>
          <a:prstGeom prst="rect">
            <a:avLst/>
          </a:prstGeom>
          <a:noFill/>
        </p:spPr>
      </p:pic>
      <p:pic>
        <p:nvPicPr>
          <p:cNvPr id="23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8529418" y="3431328"/>
            <a:ext cx="368827" cy="301767"/>
          </a:xfrm>
          <a:prstGeom prst="rect">
            <a:avLst/>
          </a:prstGeom>
          <a:noFill/>
        </p:spPr>
      </p:pic>
      <p:pic>
        <p:nvPicPr>
          <p:cNvPr id="23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489361" y="4048020"/>
            <a:ext cx="368827" cy="301767"/>
          </a:xfrm>
          <a:prstGeom prst="rect">
            <a:avLst/>
          </a:prstGeom>
          <a:noFill/>
        </p:spPr>
      </p:pic>
      <p:pic>
        <p:nvPicPr>
          <p:cNvPr id="14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614646" y="2779181"/>
            <a:ext cx="368827" cy="301767"/>
          </a:xfrm>
          <a:prstGeom prst="rect">
            <a:avLst/>
          </a:prstGeom>
          <a:noFill/>
        </p:spPr>
      </p:pic>
      <p:pic>
        <p:nvPicPr>
          <p:cNvPr id="14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614646" y="3431328"/>
            <a:ext cx="368827" cy="301767"/>
          </a:xfrm>
          <a:prstGeom prst="rect">
            <a:avLst/>
          </a:prstGeom>
          <a:noFill/>
        </p:spPr>
      </p:pic>
      <p:grpSp>
        <p:nvGrpSpPr>
          <p:cNvPr id="172" name="组合 171"/>
          <p:cNvGrpSpPr/>
          <p:nvPr/>
        </p:nvGrpSpPr>
        <p:grpSpPr bwMode="gray">
          <a:xfrm>
            <a:off x="2059825" y="2612095"/>
            <a:ext cx="456178" cy="506905"/>
            <a:chOff x="635" y="11755"/>
            <a:chExt cx="1259" cy="1399"/>
          </a:xfrm>
        </p:grpSpPr>
        <p:sp>
          <p:nvSpPr>
            <p:cNvPr id="173" name="任意多边形 172"/>
            <p:cNvSpPr/>
            <p:nvPr/>
          </p:nvSpPr>
          <p:spPr bwMode="gray">
            <a:xfrm>
              <a:off x="1010" y="12063"/>
              <a:ext cx="508" cy="1055"/>
            </a:xfrm>
            <a:custGeom>
              <a:avLst/>
              <a:gdLst/>
              <a:ahLst/>
              <a:cxnLst/>
              <a:rect l="0" t="0" r="0" b="0"/>
              <a:pathLst>
                <a:path w="897" h="1863">
                  <a:moveTo>
                    <a:pt x="896" y="1862"/>
                  </a:moveTo>
                  <a:lnTo>
                    <a:pt x="0" y="1862"/>
                  </a:lnTo>
                  <a:lnTo>
                    <a:pt x="0" y="0"/>
                  </a:lnTo>
                  <a:lnTo>
                    <a:pt x="896" y="0"/>
                  </a:lnTo>
                  <a:lnTo>
                    <a:pt x="896" y="1862"/>
                  </a:lnTo>
                  <a:close/>
                  <a:moveTo>
                    <a:pt x="74" y="1789"/>
                  </a:moveTo>
                  <a:lnTo>
                    <a:pt x="824" y="1789"/>
                  </a:lnTo>
                  <a:lnTo>
                    <a:pt x="824" y="73"/>
                  </a:lnTo>
                  <a:lnTo>
                    <a:pt x="74" y="73"/>
                  </a:lnTo>
                  <a:lnTo>
                    <a:pt x="74" y="1789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4" name="任意多边形 173"/>
            <p:cNvSpPr/>
            <p:nvPr/>
          </p:nvSpPr>
          <p:spPr bwMode="gray">
            <a:xfrm>
              <a:off x="1205" y="11755"/>
              <a:ext cx="233" cy="328"/>
            </a:xfrm>
            <a:custGeom>
              <a:avLst/>
              <a:gdLst/>
              <a:ahLst/>
              <a:cxnLst/>
              <a:rect l="0" t="0" r="0" b="0"/>
              <a:pathLst>
                <a:path w="412" h="577">
                  <a:moveTo>
                    <a:pt x="73" y="57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411" y="0"/>
                  </a:lnTo>
                  <a:lnTo>
                    <a:pt x="411" y="266"/>
                  </a:lnTo>
                  <a:lnTo>
                    <a:pt x="73" y="266"/>
                  </a:lnTo>
                  <a:lnTo>
                    <a:pt x="73" y="576"/>
                  </a:lnTo>
                  <a:close/>
                  <a:moveTo>
                    <a:pt x="73" y="193"/>
                  </a:moveTo>
                  <a:lnTo>
                    <a:pt x="336" y="193"/>
                  </a:lnTo>
                  <a:lnTo>
                    <a:pt x="336" y="74"/>
                  </a:lnTo>
                  <a:lnTo>
                    <a:pt x="73" y="74"/>
                  </a:lnTo>
                  <a:lnTo>
                    <a:pt x="73" y="193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5" name="任意多边形 174"/>
            <p:cNvSpPr/>
            <p:nvPr/>
          </p:nvSpPr>
          <p:spPr bwMode="gray">
            <a:xfrm>
              <a:off x="1093" y="12208"/>
              <a:ext cx="147" cy="230"/>
            </a:xfrm>
            <a:custGeom>
              <a:avLst/>
              <a:gdLst/>
              <a:ahLst/>
              <a:cxnLst/>
              <a:rect l="0" t="0" r="0" b="0"/>
              <a:pathLst>
                <a:path w="258" h="406">
                  <a:moveTo>
                    <a:pt x="257" y="405"/>
                  </a:moveTo>
                  <a:lnTo>
                    <a:pt x="0" y="405"/>
                  </a:lnTo>
                  <a:lnTo>
                    <a:pt x="0" y="0"/>
                  </a:lnTo>
                  <a:lnTo>
                    <a:pt x="257" y="0"/>
                  </a:lnTo>
                  <a:lnTo>
                    <a:pt x="257" y="405"/>
                  </a:lnTo>
                  <a:close/>
                  <a:moveTo>
                    <a:pt x="74" y="331"/>
                  </a:moveTo>
                  <a:lnTo>
                    <a:pt x="183" y="331"/>
                  </a:lnTo>
                  <a:lnTo>
                    <a:pt x="183" y="74"/>
                  </a:lnTo>
                  <a:lnTo>
                    <a:pt x="74" y="74"/>
                  </a:lnTo>
                  <a:lnTo>
                    <a:pt x="74" y="331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6" name="任意多边形 175"/>
            <p:cNvSpPr/>
            <p:nvPr/>
          </p:nvSpPr>
          <p:spPr bwMode="gray">
            <a:xfrm>
              <a:off x="1290" y="12208"/>
              <a:ext cx="148" cy="230"/>
            </a:xfrm>
            <a:custGeom>
              <a:avLst/>
              <a:gdLst/>
              <a:ahLst/>
              <a:cxnLst/>
              <a:rect l="0" t="0" r="0" b="0"/>
              <a:pathLst>
                <a:path w="258" h="406">
                  <a:moveTo>
                    <a:pt x="257" y="405"/>
                  </a:moveTo>
                  <a:lnTo>
                    <a:pt x="0" y="405"/>
                  </a:lnTo>
                  <a:lnTo>
                    <a:pt x="0" y="0"/>
                  </a:lnTo>
                  <a:lnTo>
                    <a:pt x="257" y="0"/>
                  </a:lnTo>
                  <a:lnTo>
                    <a:pt x="257" y="405"/>
                  </a:lnTo>
                  <a:close/>
                  <a:moveTo>
                    <a:pt x="75" y="331"/>
                  </a:moveTo>
                  <a:lnTo>
                    <a:pt x="184" y="331"/>
                  </a:lnTo>
                  <a:lnTo>
                    <a:pt x="184" y="74"/>
                  </a:lnTo>
                  <a:lnTo>
                    <a:pt x="75" y="74"/>
                  </a:lnTo>
                  <a:lnTo>
                    <a:pt x="75" y="331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7" name="任意多边形 176"/>
            <p:cNvSpPr/>
            <p:nvPr/>
          </p:nvSpPr>
          <p:spPr bwMode="gray">
            <a:xfrm>
              <a:off x="1558" y="12290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8" name="任意多边形 177"/>
            <p:cNvSpPr/>
            <p:nvPr/>
          </p:nvSpPr>
          <p:spPr bwMode="gray">
            <a:xfrm>
              <a:off x="1660" y="12290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9" name="任意多边形 178"/>
            <p:cNvSpPr/>
            <p:nvPr/>
          </p:nvSpPr>
          <p:spPr bwMode="gray">
            <a:xfrm>
              <a:off x="1760" y="12290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0" name="任意多边形 179"/>
            <p:cNvSpPr/>
            <p:nvPr/>
          </p:nvSpPr>
          <p:spPr bwMode="gray">
            <a:xfrm>
              <a:off x="1558" y="12448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1" name="任意多边形 180"/>
            <p:cNvSpPr/>
            <p:nvPr/>
          </p:nvSpPr>
          <p:spPr bwMode="gray">
            <a:xfrm>
              <a:off x="1660" y="12448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2" name="任意多边形 181"/>
            <p:cNvSpPr/>
            <p:nvPr/>
          </p:nvSpPr>
          <p:spPr bwMode="gray">
            <a:xfrm>
              <a:off x="1760" y="12448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3" name="任意多边形 182"/>
            <p:cNvSpPr/>
            <p:nvPr/>
          </p:nvSpPr>
          <p:spPr bwMode="gray">
            <a:xfrm>
              <a:off x="1558" y="12605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4" name="任意多边形 183"/>
            <p:cNvSpPr/>
            <p:nvPr/>
          </p:nvSpPr>
          <p:spPr bwMode="gray">
            <a:xfrm>
              <a:off x="1660" y="12605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5" name="任意多边形 184"/>
            <p:cNvSpPr/>
            <p:nvPr/>
          </p:nvSpPr>
          <p:spPr bwMode="gray">
            <a:xfrm>
              <a:off x="1760" y="12605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6" name="任意多边形 185"/>
            <p:cNvSpPr/>
            <p:nvPr/>
          </p:nvSpPr>
          <p:spPr bwMode="gray">
            <a:xfrm>
              <a:off x="1558" y="12763"/>
              <a:ext cx="52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7" name="任意多边形 186"/>
            <p:cNvSpPr/>
            <p:nvPr/>
          </p:nvSpPr>
          <p:spPr bwMode="gray">
            <a:xfrm>
              <a:off x="1660" y="12763"/>
              <a:ext cx="53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6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6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8" name="任意多边形 187"/>
            <p:cNvSpPr/>
            <p:nvPr/>
          </p:nvSpPr>
          <p:spPr bwMode="gray">
            <a:xfrm>
              <a:off x="1760" y="12763"/>
              <a:ext cx="53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9" name="任意多边形 188"/>
            <p:cNvSpPr/>
            <p:nvPr/>
          </p:nvSpPr>
          <p:spPr bwMode="gray">
            <a:xfrm>
              <a:off x="1558" y="12920"/>
              <a:ext cx="52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0" name="任意多边形 189"/>
            <p:cNvSpPr/>
            <p:nvPr/>
          </p:nvSpPr>
          <p:spPr bwMode="gray">
            <a:xfrm>
              <a:off x="1660" y="12920"/>
              <a:ext cx="53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6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6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1" name="任意多边形 190"/>
            <p:cNvSpPr/>
            <p:nvPr/>
          </p:nvSpPr>
          <p:spPr bwMode="gray">
            <a:xfrm>
              <a:off x="1760" y="12920"/>
              <a:ext cx="53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2" name="任意多边形 191"/>
            <p:cNvSpPr/>
            <p:nvPr/>
          </p:nvSpPr>
          <p:spPr bwMode="gray">
            <a:xfrm>
              <a:off x="635" y="12180"/>
              <a:ext cx="418" cy="940"/>
            </a:xfrm>
            <a:custGeom>
              <a:avLst/>
              <a:gdLst/>
              <a:ahLst/>
              <a:cxnLst/>
              <a:rect l="0" t="0" r="0" b="0"/>
              <a:pathLst>
                <a:path w="736" h="1656">
                  <a:moveTo>
                    <a:pt x="735" y="1655"/>
                  </a:moveTo>
                  <a:lnTo>
                    <a:pt x="0" y="1655"/>
                  </a:lnTo>
                  <a:lnTo>
                    <a:pt x="0" y="0"/>
                  </a:lnTo>
                  <a:lnTo>
                    <a:pt x="735" y="0"/>
                  </a:lnTo>
                  <a:lnTo>
                    <a:pt x="735" y="1655"/>
                  </a:lnTo>
                  <a:close/>
                  <a:moveTo>
                    <a:pt x="74" y="1582"/>
                  </a:moveTo>
                  <a:lnTo>
                    <a:pt x="662" y="1582"/>
                  </a:lnTo>
                  <a:lnTo>
                    <a:pt x="662" y="74"/>
                  </a:lnTo>
                  <a:lnTo>
                    <a:pt x="74" y="74"/>
                  </a:lnTo>
                  <a:lnTo>
                    <a:pt x="74" y="1582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3" name="任意多边形 192"/>
            <p:cNvSpPr/>
            <p:nvPr/>
          </p:nvSpPr>
          <p:spPr bwMode="gray">
            <a:xfrm>
              <a:off x="718" y="12290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4" name="任意多边形 193"/>
            <p:cNvSpPr/>
            <p:nvPr/>
          </p:nvSpPr>
          <p:spPr bwMode="gray">
            <a:xfrm>
              <a:off x="818" y="12290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5" name="任意多边形 194"/>
            <p:cNvSpPr/>
            <p:nvPr/>
          </p:nvSpPr>
          <p:spPr bwMode="gray">
            <a:xfrm>
              <a:off x="920" y="12290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6" name="任意多边形 195"/>
            <p:cNvSpPr/>
            <p:nvPr/>
          </p:nvSpPr>
          <p:spPr bwMode="gray">
            <a:xfrm>
              <a:off x="718" y="12448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7" name="任意多边形 196"/>
            <p:cNvSpPr/>
            <p:nvPr/>
          </p:nvSpPr>
          <p:spPr bwMode="gray">
            <a:xfrm>
              <a:off x="818" y="12448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8" name="任意多边形 197"/>
            <p:cNvSpPr/>
            <p:nvPr/>
          </p:nvSpPr>
          <p:spPr bwMode="gray">
            <a:xfrm>
              <a:off x="920" y="12448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9" name="任意多边形 198"/>
            <p:cNvSpPr/>
            <p:nvPr/>
          </p:nvSpPr>
          <p:spPr bwMode="gray">
            <a:xfrm>
              <a:off x="718" y="12605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0" name="任意多边形 199"/>
            <p:cNvSpPr/>
            <p:nvPr/>
          </p:nvSpPr>
          <p:spPr bwMode="gray">
            <a:xfrm>
              <a:off x="818" y="12605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1" name="任意多边形 200"/>
            <p:cNvSpPr/>
            <p:nvPr/>
          </p:nvSpPr>
          <p:spPr bwMode="gray">
            <a:xfrm>
              <a:off x="920" y="12605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2" name="任意多边形 201"/>
            <p:cNvSpPr/>
            <p:nvPr/>
          </p:nvSpPr>
          <p:spPr bwMode="gray">
            <a:xfrm>
              <a:off x="718" y="12763"/>
              <a:ext cx="52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3" name="任意多边形 202"/>
            <p:cNvSpPr/>
            <p:nvPr/>
          </p:nvSpPr>
          <p:spPr bwMode="gray">
            <a:xfrm>
              <a:off x="818" y="12763"/>
              <a:ext cx="52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6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6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4" name="任意多边形 203"/>
            <p:cNvSpPr/>
            <p:nvPr/>
          </p:nvSpPr>
          <p:spPr bwMode="gray">
            <a:xfrm>
              <a:off x="920" y="12763"/>
              <a:ext cx="53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5" name="任意多边形 204"/>
            <p:cNvSpPr/>
            <p:nvPr/>
          </p:nvSpPr>
          <p:spPr bwMode="gray">
            <a:xfrm>
              <a:off x="718" y="12920"/>
              <a:ext cx="52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6" name="任意多边形 205"/>
            <p:cNvSpPr/>
            <p:nvPr/>
          </p:nvSpPr>
          <p:spPr bwMode="gray">
            <a:xfrm>
              <a:off x="818" y="12920"/>
              <a:ext cx="52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6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6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7" name="任意多边形 206"/>
            <p:cNvSpPr/>
            <p:nvPr/>
          </p:nvSpPr>
          <p:spPr bwMode="gray">
            <a:xfrm>
              <a:off x="920" y="12920"/>
              <a:ext cx="53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8" name="任意多边形 207"/>
            <p:cNvSpPr/>
            <p:nvPr/>
          </p:nvSpPr>
          <p:spPr bwMode="gray">
            <a:xfrm>
              <a:off x="1100" y="12690"/>
              <a:ext cx="328" cy="430"/>
            </a:xfrm>
            <a:custGeom>
              <a:avLst/>
              <a:gdLst/>
              <a:ahLst/>
              <a:cxnLst/>
              <a:rect l="0" t="0" r="0" b="0"/>
              <a:pathLst>
                <a:path w="577" h="759">
                  <a:moveTo>
                    <a:pt x="576" y="758"/>
                  </a:moveTo>
                  <a:lnTo>
                    <a:pt x="0" y="758"/>
                  </a:lnTo>
                  <a:lnTo>
                    <a:pt x="0" y="334"/>
                  </a:lnTo>
                  <a:cubicBezTo>
                    <a:pt x="0" y="150"/>
                    <a:pt x="129" y="0"/>
                    <a:pt x="288" y="0"/>
                  </a:cubicBezTo>
                  <a:cubicBezTo>
                    <a:pt x="447" y="0"/>
                    <a:pt x="576" y="150"/>
                    <a:pt x="576" y="334"/>
                  </a:cubicBezTo>
                  <a:lnTo>
                    <a:pt x="576" y="758"/>
                  </a:lnTo>
                  <a:close/>
                  <a:moveTo>
                    <a:pt x="74" y="684"/>
                  </a:moveTo>
                  <a:lnTo>
                    <a:pt x="503" y="684"/>
                  </a:lnTo>
                  <a:lnTo>
                    <a:pt x="503" y="335"/>
                  </a:lnTo>
                  <a:cubicBezTo>
                    <a:pt x="503" y="192"/>
                    <a:pt x="407" y="74"/>
                    <a:pt x="288" y="74"/>
                  </a:cubicBezTo>
                  <a:cubicBezTo>
                    <a:pt x="170" y="74"/>
                    <a:pt x="73" y="192"/>
                    <a:pt x="73" y="335"/>
                  </a:cubicBezTo>
                  <a:lnTo>
                    <a:pt x="73" y="684"/>
                  </a:lnTo>
                  <a:lnTo>
                    <a:pt x="74" y="684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9" name="任意多边形 208"/>
            <p:cNvSpPr/>
            <p:nvPr/>
          </p:nvSpPr>
          <p:spPr bwMode="gray">
            <a:xfrm>
              <a:off x="1010" y="12575"/>
              <a:ext cx="508" cy="300"/>
            </a:xfrm>
            <a:custGeom>
              <a:avLst/>
              <a:gdLst/>
              <a:ahLst/>
              <a:cxnLst/>
              <a:rect l="0" t="0" r="0" b="0"/>
              <a:pathLst>
                <a:path w="895" h="531">
                  <a:moveTo>
                    <a:pt x="894" y="530"/>
                  </a:moveTo>
                  <a:lnTo>
                    <a:pt x="821" y="530"/>
                  </a:lnTo>
                  <a:cubicBezTo>
                    <a:pt x="821" y="274"/>
                    <a:pt x="659" y="74"/>
                    <a:pt x="453" y="74"/>
                  </a:cubicBezTo>
                  <a:cubicBezTo>
                    <a:pt x="244" y="74"/>
                    <a:pt x="73" y="278"/>
                    <a:pt x="73" y="530"/>
                  </a:cubicBezTo>
                  <a:lnTo>
                    <a:pt x="0" y="530"/>
                  </a:lnTo>
                  <a:cubicBezTo>
                    <a:pt x="0" y="238"/>
                    <a:pt x="203" y="0"/>
                    <a:pt x="453" y="0"/>
                  </a:cubicBezTo>
                  <a:cubicBezTo>
                    <a:pt x="701" y="0"/>
                    <a:pt x="894" y="233"/>
                    <a:pt x="894" y="530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0" name="任意多边形 209"/>
            <p:cNvSpPr/>
            <p:nvPr/>
          </p:nvSpPr>
          <p:spPr bwMode="gray">
            <a:xfrm>
              <a:off x="1148" y="12785"/>
              <a:ext cx="90" cy="315"/>
            </a:xfrm>
            <a:custGeom>
              <a:avLst/>
              <a:gdLst/>
              <a:ahLst/>
              <a:cxnLst/>
              <a:rect l="0" t="0" r="0" b="0"/>
              <a:pathLst>
                <a:path w="158" h="556">
                  <a:moveTo>
                    <a:pt x="157" y="555"/>
                  </a:moveTo>
                  <a:lnTo>
                    <a:pt x="83" y="555"/>
                  </a:lnTo>
                  <a:lnTo>
                    <a:pt x="83" y="74"/>
                  </a:lnTo>
                  <a:lnTo>
                    <a:pt x="0" y="74"/>
                  </a:lnTo>
                  <a:lnTo>
                    <a:pt x="0" y="0"/>
                  </a:lnTo>
                  <a:lnTo>
                    <a:pt x="157" y="0"/>
                  </a:lnTo>
                  <a:lnTo>
                    <a:pt x="157" y="5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1" name="任意多边形 210"/>
            <p:cNvSpPr/>
            <p:nvPr/>
          </p:nvSpPr>
          <p:spPr bwMode="gray">
            <a:xfrm>
              <a:off x="1328" y="12905"/>
              <a:ext cx="72" cy="180"/>
            </a:xfrm>
            <a:custGeom>
              <a:avLst/>
              <a:gdLst/>
              <a:ahLst/>
              <a:cxnLst/>
              <a:rect l="0" t="0" r="0" b="0"/>
              <a:pathLst>
                <a:path w="128" h="317">
                  <a:moveTo>
                    <a:pt x="73" y="316"/>
                  </a:moveTo>
                  <a:lnTo>
                    <a:pt x="0" y="316"/>
                  </a:lnTo>
                  <a:lnTo>
                    <a:pt x="0" y="0"/>
                  </a:lnTo>
                  <a:lnTo>
                    <a:pt x="127" y="0"/>
                  </a:lnTo>
                  <a:lnTo>
                    <a:pt x="127" y="74"/>
                  </a:lnTo>
                  <a:lnTo>
                    <a:pt x="73" y="74"/>
                  </a:lnTo>
                  <a:lnTo>
                    <a:pt x="73" y="31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2" name="任意多边形 211"/>
            <p:cNvSpPr/>
            <p:nvPr/>
          </p:nvSpPr>
          <p:spPr bwMode="gray">
            <a:xfrm>
              <a:off x="1478" y="12180"/>
              <a:ext cx="417" cy="940"/>
            </a:xfrm>
            <a:custGeom>
              <a:avLst/>
              <a:gdLst/>
              <a:ahLst/>
              <a:cxnLst/>
              <a:rect l="0" t="0" r="0" b="0"/>
              <a:pathLst>
                <a:path w="735" h="1656">
                  <a:moveTo>
                    <a:pt x="734" y="1655"/>
                  </a:moveTo>
                  <a:lnTo>
                    <a:pt x="545" y="1655"/>
                  </a:lnTo>
                  <a:lnTo>
                    <a:pt x="545" y="1582"/>
                  </a:lnTo>
                  <a:lnTo>
                    <a:pt x="661" y="1582"/>
                  </a:lnTo>
                  <a:lnTo>
                    <a:pt x="661" y="74"/>
                  </a:lnTo>
                  <a:lnTo>
                    <a:pt x="73" y="74"/>
                  </a:lnTo>
                  <a:lnTo>
                    <a:pt x="73" y="1582"/>
                  </a:lnTo>
                  <a:lnTo>
                    <a:pt x="234" y="1582"/>
                  </a:lnTo>
                  <a:lnTo>
                    <a:pt x="234" y="1655"/>
                  </a:lnTo>
                  <a:lnTo>
                    <a:pt x="0" y="1655"/>
                  </a:lnTo>
                  <a:lnTo>
                    <a:pt x="0" y="0"/>
                  </a:lnTo>
                  <a:lnTo>
                    <a:pt x="734" y="0"/>
                  </a:lnTo>
                  <a:lnTo>
                    <a:pt x="734" y="16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3" name="任意多边形 212"/>
            <p:cNvSpPr/>
            <p:nvPr/>
          </p:nvSpPr>
          <p:spPr bwMode="gray">
            <a:xfrm>
              <a:off x="1548" y="13050"/>
              <a:ext cx="105" cy="105"/>
            </a:xfrm>
            <a:custGeom>
              <a:avLst/>
              <a:gdLst/>
              <a:ahLst/>
              <a:cxnLst/>
              <a:rect l="0" t="0" r="0" b="0"/>
              <a:pathLst>
                <a:path w="185" h="185">
                  <a:moveTo>
                    <a:pt x="184" y="92"/>
                  </a:moveTo>
                  <a:cubicBezTo>
                    <a:pt x="184" y="109"/>
                    <a:pt x="180" y="123"/>
                    <a:pt x="172" y="138"/>
                  </a:cubicBezTo>
                  <a:cubicBezTo>
                    <a:pt x="163" y="153"/>
                    <a:pt x="153" y="163"/>
                    <a:pt x="138" y="172"/>
                  </a:cubicBezTo>
                  <a:cubicBezTo>
                    <a:pt x="123" y="180"/>
                    <a:pt x="109" y="184"/>
                    <a:pt x="92" y="184"/>
                  </a:cubicBezTo>
                  <a:cubicBezTo>
                    <a:pt x="75" y="184"/>
                    <a:pt x="61" y="180"/>
                    <a:pt x="46" y="172"/>
                  </a:cubicBezTo>
                  <a:cubicBezTo>
                    <a:pt x="31" y="163"/>
                    <a:pt x="20" y="153"/>
                    <a:pt x="12" y="138"/>
                  </a:cubicBezTo>
                  <a:cubicBezTo>
                    <a:pt x="3" y="123"/>
                    <a:pt x="0" y="109"/>
                    <a:pt x="0" y="92"/>
                  </a:cubicBezTo>
                  <a:cubicBezTo>
                    <a:pt x="0" y="75"/>
                    <a:pt x="3" y="61"/>
                    <a:pt x="12" y="46"/>
                  </a:cubicBezTo>
                  <a:cubicBezTo>
                    <a:pt x="20" y="31"/>
                    <a:pt x="31" y="20"/>
                    <a:pt x="46" y="12"/>
                  </a:cubicBezTo>
                  <a:cubicBezTo>
                    <a:pt x="61" y="3"/>
                    <a:pt x="75" y="0"/>
                    <a:pt x="92" y="0"/>
                  </a:cubicBezTo>
                  <a:cubicBezTo>
                    <a:pt x="109" y="0"/>
                    <a:pt x="123" y="3"/>
                    <a:pt x="138" y="12"/>
                  </a:cubicBezTo>
                  <a:cubicBezTo>
                    <a:pt x="153" y="20"/>
                    <a:pt x="163" y="31"/>
                    <a:pt x="172" y="46"/>
                  </a:cubicBezTo>
                  <a:cubicBezTo>
                    <a:pt x="180" y="61"/>
                    <a:pt x="184" y="75"/>
                    <a:pt x="184" y="92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4" name="任意多边形 213"/>
            <p:cNvSpPr/>
            <p:nvPr/>
          </p:nvSpPr>
          <p:spPr bwMode="gray">
            <a:xfrm>
              <a:off x="1715" y="13050"/>
              <a:ext cx="105" cy="105"/>
            </a:xfrm>
            <a:custGeom>
              <a:avLst/>
              <a:gdLst/>
              <a:ahLst/>
              <a:cxnLst/>
              <a:rect l="0" t="0" r="0" b="0"/>
              <a:pathLst>
                <a:path w="185" h="185">
                  <a:moveTo>
                    <a:pt x="184" y="92"/>
                  </a:moveTo>
                  <a:cubicBezTo>
                    <a:pt x="184" y="109"/>
                    <a:pt x="180" y="123"/>
                    <a:pt x="172" y="138"/>
                  </a:cubicBezTo>
                  <a:cubicBezTo>
                    <a:pt x="163" y="153"/>
                    <a:pt x="153" y="163"/>
                    <a:pt x="138" y="172"/>
                  </a:cubicBezTo>
                  <a:cubicBezTo>
                    <a:pt x="123" y="180"/>
                    <a:pt x="109" y="184"/>
                    <a:pt x="92" y="184"/>
                  </a:cubicBezTo>
                  <a:cubicBezTo>
                    <a:pt x="75" y="184"/>
                    <a:pt x="61" y="180"/>
                    <a:pt x="46" y="172"/>
                  </a:cubicBezTo>
                  <a:cubicBezTo>
                    <a:pt x="31" y="163"/>
                    <a:pt x="20" y="153"/>
                    <a:pt x="12" y="138"/>
                  </a:cubicBezTo>
                  <a:cubicBezTo>
                    <a:pt x="3" y="123"/>
                    <a:pt x="0" y="109"/>
                    <a:pt x="0" y="92"/>
                  </a:cubicBezTo>
                  <a:cubicBezTo>
                    <a:pt x="0" y="75"/>
                    <a:pt x="3" y="61"/>
                    <a:pt x="12" y="46"/>
                  </a:cubicBezTo>
                  <a:cubicBezTo>
                    <a:pt x="20" y="31"/>
                    <a:pt x="31" y="20"/>
                    <a:pt x="46" y="12"/>
                  </a:cubicBezTo>
                  <a:cubicBezTo>
                    <a:pt x="61" y="3"/>
                    <a:pt x="75" y="0"/>
                    <a:pt x="92" y="0"/>
                  </a:cubicBezTo>
                  <a:cubicBezTo>
                    <a:pt x="109" y="0"/>
                    <a:pt x="123" y="3"/>
                    <a:pt x="138" y="12"/>
                  </a:cubicBezTo>
                  <a:cubicBezTo>
                    <a:pt x="153" y="20"/>
                    <a:pt x="163" y="31"/>
                    <a:pt x="172" y="46"/>
                  </a:cubicBezTo>
                  <a:cubicBezTo>
                    <a:pt x="180" y="61"/>
                    <a:pt x="184" y="75"/>
                    <a:pt x="184" y="92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82" name="文本框 281"/>
          <p:cNvSpPr txBox="1"/>
          <p:nvPr/>
        </p:nvSpPr>
        <p:spPr bwMode="gray">
          <a:xfrm>
            <a:off x="2304631" y="1330743"/>
            <a:ext cx="1019338" cy="3258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400">
              <a:defRPr/>
            </a:pPr>
            <a:r>
              <a:rPr lang="zh-CN" altLang="en-US" sz="1600" b="1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网络出口</a:t>
            </a:r>
            <a:endParaRPr lang="en-US" altLang="zh-CN" sz="1600" b="1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4" name="文本框 283"/>
          <p:cNvSpPr txBox="1"/>
          <p:nvPr/>
        </p:nvSpPr>
        <p:spPr bwMode="gray">
          <a:xfrm>
            <a:off x="9183138" y="1330743"/>
            <a:ext cx="1134129" cy="3258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defTabSz="914400">
              <a:defRPr/>
            </a:pPr>
            <a:r>
              <a:rPr lang="zh-CN" altLang="en-US" sz="1600" b="1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网络出口</a:t>
            </a:r>
            <a:endParaRPr lang="en-US" altLang="zh-CN" sz="1600" b="1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86" name="组合 285"/>
          <p:cNvGrpSpPr/>
          <p:nvPr/>
        </p:nvGrpSpPr>
        <p:grpSpPr bwMode="gray">
          <a:xfrm>
            <a:off x="1988623" y="3317599"/>
            <a:ext cx="527380" cy="413500"/>
            <a:chOff x="13163" y="9650"/>
            <a:chExt cx="1255" cy="984"/>
          </a:xfrm>
        </p:grpSpPr>
        <p:sp>
          <p:nvSpPr>
            <p:cNvPr id="287" name="任意多边形 286"/>
            <p:cNvSpPr/>
            <p:nvPr/>
          </p:nvSpPr>
          <p:spPr bwMode="gray">
            <a:xfrm>
              <a:off x="13650" y="10528"/>
              <a:ext cx="108" cy="107"/>
            </a:xfrm>
            <a:custGeom>
              <a:avLst/>
              <a:gdLst/>
              <a:ahLst/>
              <a:cxnLst/>
              <a:rect l="0" t="0" r="0" b="0"/>
              <a:pathLst>
                <a:path w="191" h="191">
                  <a:moveTo>
                    <a:pt x="190" y="95"/>
                  </a:moveTo>
                  <a:cubicBezTo>
                    <a:pt x="190" y="112"/>
                    <a:pt x="185" y="127"/>
                    <a:pt x="177" y="142"/>
                  </a:cubicBezTo>
                  <a:cubicBezTo>
                    <a:pt x="168" y="157"/>
                    <a:pt x="158" y="168"/>
                    <a:pt x="143" y="177"/>
                  </a:cubicBezTo>
                  <a:cubicBezTo>
                    <a:pt x="127" y="186"/>
                    <a:pt x="112" y="190"/>
                    <a:pt x="95" y="190"/>
                  </a:cubicBezTo>
                  <a:cubicBezTo>
                    <a:pt x="77" y="190"/>
                    <a:pt x="63" y="186"/>
                    <a:pt x="48" y="177"/>
                  </a:cubicBezTo>
                  <a:cubicBezTo>
                    <a:pt x="33" y="168"/>
                    <a:pt x="22" y="157"/>
                    <a:pt x="13" y="142"/>
                  </a:cubicBezTo>
                  <a:cubicBezTo>
                    <a:pt x="4" y="127"/>
                    <a:pt x="0" y="112"/>
                    <a:pt x="0" y="95"/>
                  </a:cubicBezTo>
                  <a:cubicBezTo>
                    <a:pt x="0" y="77"/>
                    <a:pt x="4" y="62"/>
                    <a:pt x="13" y="47"/>
                  </a:cubicBezTo>
                  <a:cubicBezTo>
                    <a:pt x="22" y="32"/>
                    <a:pt x="33" y="21"/>
                    <a:pt x="48" y="13"/>
                  </a:cubicBezTo>
                  <a:cubicBezTo>
                    <a:pt x="63" y="4"/>
                    <a:pt x="78" y="0"/>
                    <a:pt x="95" y="0"/>
                  </a:cubicBezTo>
                  <a:cubicBezTo>
                    <a:pt x="113" y="0"/>
                    <a:pt x="127" y="4"/>
                    <a:pt x="143" y="13"/>
                  </a:cubicBezTo>
                  <a:cubicBezTo>
                    <a:pt x="158" y="21"/>
                    <a:pt x="168" y="32"/>
                    <a:pt x="177" y="47"/>
                  </a:cubicBezTo>
                  <a:cubicBezTo>
                    <a:pt x="185" y="62"/>
                    <a:pt x="190" y="77"/>
                    <a:pt x="190" y="95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8" name="任意多边形 287"/>
            <p:cNvSpPr/>
            <p:nvPr/>
          </p:nvSpPr>
          <p:spPr bwMode="gray">
            <a:xfrm>
              <a:off x="13863" y="10528"/>
              <a:ext cx="107" cy="107"/>
            </a:xfrm>
            <a:custGeom>
              <a:avLst/>
              <a:gdLst/>
              <a:ahLst/>
              <a:cxnLst/>
              <a:rect l="0" t="0" r="0" b="0"/>
              <a:pathLst>
                <a:path w="191" h="191">
                  <a:moveTo>
                    <a:pt x="190" y="95"/>
                  </a:moveTo>
                  <a:cubicBezTo>
                    <a:pt x="190" y="112"/>
                    <a:pt x="186" y="127"/>
                    <a:pt x="177" y="142"/>
                  </a:cubicBezTo>
                  <a:cubicBezTo>
                    <a:pt x="168" y="157"/>
                    <a:pt x="157" y="168"/>
                    <a:pt x="142" y="177"/>
                  </a:cubicBezTo>
                  <a:cubicBezTo>
                    <a:pt x="126" y="186"/>
                    <a:pt x="112" y="190"/>
                    <a:pt x="95" y="190"/>
                  </a:cubicBezTo>
                  <a:cubicBezTo>
                    <a:pt x="78" y="190"/>
                    <a:pt x="63" y="186"/>
                    <a:pt x="48" y="177"/>
                  </a:cubicBezTo>
                  <a:cubicBezTo>
                    <a:pt x="32" y="168"/>
                    <a:pt x="22" y="157"/>
                    <a:pt x="13" y="142"/>
                  </a:cubicBezTo>
                  <a:cubicBezTo>
                    <a:pt x="4" y="127"/>
                    <a:pt x="0" y="112"/>
                    <a:pt x="0" y="95"/>
                  </a:cubicBezTo>
                  <a:cubicBezTo>
                    <a:pt x="0" y="77"/>
                    <a:pt x="4" y="62"/>
                    <a:pt x="13" y="47"/>
                  </a:cubicBezTo>
                  <a:cubicBezTo>
                    <a:pt x="22" y="32"/>
                    <a:pt x="32" y="21"/>
                    <a:pt x="48" y="13"/>
                  </a:cubicBezTo>
                  <a:cubicBezTo>
                    <a:pt x="63" y="4"/>
                    <a:pt x="78" y="0"/>
                    <a:pt x="95" y="0"/>
                  </a:cubicBezTo>
                  <a:cubicBezTo>
                    <a:pt x="112" y="0"/>
                    <a:pt x="126" y="4"/>
                    <a:pt x="142" y="13"/>
                  </a:cubicBezTo>
                  <a:cubicBezTo>
                    <a:pt x="157" y="21"/>
                    <a:pt x="168" y="32"/>
                    <a:pt x="177" y="47"/>
                  </a:cubicBezTo>
                  <a:cubicBezTo>
                    <a:pt x="186" y="62"/>
                    <a:pt x="190" y="77"/>
                    <a:pt x="190" y="95"/>
                  </a:cubicBez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9" name="任意多边形 288"/>
            <p:cNvSpPr/>
            <p:nvPr/>
          </p:nvSpPr>
          <p:spPr bwMode="gray">
            <a:xfrm>
              <a:off x="14088" y="10440"/>
              <a:ext cx="255" cy="43"/>
            </a:xfrm>
            <a:custGeom>
              <a:avLst/>
              <a:gdLst/>
              <a:ahLst/>
              <a:cxnLst/>
              <a:rect l="0" t="0" r="0" b="0"/>
              <a:pathLst>
                <a:path w="448" h="75">
                  <a:moveTo>
                    <a:pt x="223" y="74"/>
                  </a:moveTo>
                  <a:lnTo>
                    <a:pt x="0" y="74"/>
                  </a:lnTo>
                  <a:lnTo>
                    <a:pt x="0" y="0"/>
                  </a:lnTo>
                  <a:lnTo>
                    <a:pt x="447" y="0"/>
                  </a:lnTo>
                  <a:lnTo>
                    <a:pt x="447" y="74"/>
                  </a:lnTo>
                  <a:lnTo>
                    <a:pt x="223" y="74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0" name="任意多边形 289"/>
            <p:cNvSpPr/>
            <p:nvPr/>
          </p:nvSpPr>
          <p:spPr bwMode="gray">
            <a:xfrm>
              <a:off x="13350" y="10440"/>
              <a:ext cx="128" cy="43"/>
            </a:xfrm>
            <a:custGeom>
              <a:avLst/>
              <a:gdLst/>
              <a:ahLst/>
              <a:cxnLst/>
              <a:rect l="0" t="0" r="0" b="0"/>
              <a:pathLst>
                <a:path w="224" h="75">
                  <a:moveTo>
                    <a:pt x="111" y="74"/>
                  </a:moveTo>
                  <a:lnTo>
                    <a:pt x="0" y="74"/>
                  </a:lnTo>
                  <a:lnTo>
                    <a:pt x="0" y="0"/>
                  </a:lnTo>
                  <a:lnTo>
                    <a:pt x="223" y="0"/>
                  </a:lnTo>
                  <a:lnTo>
                    <a:pt x="223" y="74"/>
                  </a:lnTo>
                  <a:lnTo>
                    <a:pt x="111" y="74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1" name="任意多边形 290"/>
            <p:cNvSpPr/>
            <p:nvPr/>
          </p:nvSpPr>
          <p:spPr bwMode="gray">
            <a:xfrm>
              <a:off x="13213" y="10440"/>
              <a:ext cx="92" cy="43"/>
            </a:xfrm>
            <a:custGeom>
              <a:avLst/>
              <a:gdLst/>
              <a:ahLst/>
              <a:cxnLst/>
              <a:rect l="0" t="0" r="0" b="0"/>
              <a:pathLst>
                <a:path w="163" h="75">
                  <a:moveTo>
                    <a:pt x="81" y="74"/>
                  </a:moveTo>
                  <a:lnTo>
                    <a:pt x="0" y="74"/>
                  </a:lnTo>
                  <a:lnTo>
                    <a:pt x="0" y="0"/>
                  </a:lnTo>
                  <a:lnTo>
                    <a:pt x="162" y="0"/>
                  </a:lnTo>
                  <a:lnTo>
                    <a:pt x="162" y="74"/>
                  </a:lnTo>
                  <a:lnTo>
                    <a:pt x="81" y="74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2" name="任意多边形 291"/>
            <p:cNvSpPr/>
            <p:nvPr/>
          </p:nvSpPr>
          <p:spPr bwMode="gray">
            <a:xfrm>
              <a:off x="13273" y="10350"/>
              <a:ext cx="30" cy="115"/>
            </a:xfrm>
            <a:custGeom>
              <a:avLst/>
              <a:gdLst/>
              <a:ahLst/>
              <a:cxnLst/>
              <a:rect l="0" t="0" r="0" b="0"/>
              <a:pathLst>
                <a:path w="55" h="205">
                  <a:moveTo>
                    <a:pt x="27" y="204"/>
                  </a:moveTo>
                  <a:lnTo>
                    <a:pt x="0" y="204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204"/>
                  </a:lnTo>
                  <a:lnTo>
                    <a:pt x="27" y="204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3" name="任意多边形 292"/>
            <p:cNvSpPr/>
            <p:nvPr/>
          </p:nvSpPr>
          <p:spPr bwMode="gray">
            <a:xfrm>
              <a:off x="13350" y="10350"/>
              <a:ext cx="33" cy="115"/>
            </a:xfrm>
            <a:custGeom>
              <a:avLst/>
              <a:gdLst/>
              <a:ahLst/>
              <a:cxnLst/>
              <a:rect l="0" t="0" r="0" b="0"/>
              <a:pathLst>
                <a:path w="56" h="205">
                  <a:moveTo>
                    <a:pt x="28" y="204"/>
                  </a:moveTo>
                  <a:lnTo>
                    <a:pt x="0" y="204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204"/>
                  </a:lnTo>
                  <a:lnTo>
                    <a:pt x="28" y="204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4" name="任意多边形 293"/>
            <p:cNvSpPr/>
            <p:nvPr/>
          </p:nvSpPr>
          <p:spPr bwMode="gray">
            <a:xfrm>
              <a:off x="13238" y="10125"/>
              <a:ext cx="180" cy="240"/>
            </a:xfrm>
            <a:custGeom>
              <a:avLst/>
              <a:gdLst/>
              <a:ahLst/>
              <a:cxnLst/>
              <a:rect l="0" t="0" r="0" b="0"/>
              <a:pathLst>
                <a:path w="317" h="424">
                  <a:moveTo>
                    <a:pt x="269" y="423"/>
                  </a:moveTo>
                  <a:lnTo>
                    <a:pt x="46" y="423"/>
                  </a:lnTo>
                  <a:cubicBezTo>
                    <a:pt x="21" y="423"/>
                    <a:pt x="0" y="402"/>
                    <a:pt x="0" y="377"/>
                  </a:cubicBezTo>
                  <a:lnTo>
                    <a:pt x="0" y="45"/>
                  </a:lnTo>
                  <a:cubicBezTo>
                    <a:pt x="0" y="20"/>
                    <a:pt x="21" y="0"/>
                    <a:pt x="46" y="0"/>
                  </a:cubicBezTo>
                  <a:lnTo>
                    <a:pt x="269" y="0"/>
                  </a:lnTo>
                  <a:cubicBezTo>
                    <a:pt x="294" y="0"/>
                    <a:pt x="315" y="20"/>
                    <a:pt x="315" y="45"/>
                  </a:cubicBezTo>
                  <a:lnTo>
                    <a:pt x="315" y="376"/>
                  </a:lnTo>
                  <a:cubicBezTo>
                    <a:pt x="316" y="402"/>
                    <a:pt x="294" y="423"/>
                    <a:pt x="269" y="423"/>
                  </a:cubicBezTo>
                  <a:close/>
                  <a:moveTo>
                    <a:pt x="55" y="367"/>
                  </a:moveTo>
                  <a:lnTo>
                    <a:pt x="260" y="367"/>
                  </a:lnTo>
                  <a:lnTo>
                    <a:pt x="260" y="54"/>
                  </a:lnTo>
                  <a:lnTo>
                    <a:pt x="55" y="54"/>
                  </a:lnTo>
                  <a:lnTo>
                    <a:pt x="55" y="367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5" name="任意多边形 294"/>
            <p:cNvSpPr/>
            <p:nvPr/>
          </p:nvSpPr>
          <p:spPr bwMode="gray">
            <a:xfrm>
              <a:off x="13293" y="10183"/>
              <a:ext cx="72" cy="32"/>
            </a:xfrm>
            <a:custGeom>
              <a:avLst/>
              <a:gdLst/>
              <a:ahLst/>
              <a:cxnLst/>
              <a:rect l="0" t="0" r="0" b="0"/>
              <a:pathLst>
                <a:path w="127" h="56">
                  <a:moveTo>
                    <a:pt x="63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55"/>
                  </a:lnTo>
                  <a:lnTo>
                    <a:pt x="63" y="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6" name="任意多边形 295"/>
            <p:cNvSpPr/>
            <p:nvPr/>
          </p:nvSpPr>
          <p:spPr bwMode="gray">
            <a:xfrm>
              <a:off x="13293" y="10233"/>
              <a:ext cx="72" cy="32"/>
            </a:xfrm>
            <a:custGeom>
              <a:avLst/>
              <a:gdLst/>
              <a:ahLst/>
              <a:cxnLst/>
              <a:rect l="0" t="0" r="0" b="0"/>
              <a:pathLst>
                <a:path w="127" h="56">
                  <a:moveTo>
                    <a:pt x="63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55"/>
                  </a:lnTo>
                  <a:lnTo>
                    <a:pt x="63" y="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7" name="任意多边形 296"/>
            <p:cNvSpPr/>
            <p:nvPr/>
          </p:nvSpPr>
          <p:spPr bwMode="gray">
            <a:xfrm>
              <a:off x="13293" y="10278"/>
              <a:ext cx="72" cy="32"/>
            </a:xfrm>
            <a:custGeom>
              <a:avLst/>
              <a:gdLst/>
              <a:ahLst/>
              <a:cxnLst/>
              <a:rect l="0" t="0" r="0" b="0"/>
              <a:pathLst>
                <a:path w="127" h="56">
                  <a:moveTo>
                    <a:pt x="63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126" y="0"/>
                  </a:lnTo>
                  <a:lnTo>
                    <a:pt x="126" y="55"/>
                  </a:lnTo>
                  <a:lnTo>
                    <a:pt x="63" y="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8" name="任意多边形 297"/>
            <p:cNvSpPr/>
            <p:nvPr/>
          </p:nvSpPr>
          <p:spPr bwMode="gray">
            <a:xfrm>
              <a:off x="14098" y="9650"/>
              <a:ext cx="265" cy="663"/>
            </a:xfrm>
            <a:custGeom>
              <a:avLst/>
              <a:gdLst/>
              <a:ahLst/>
              <a:cxnLst/>
              <a:rect l="0" t="0" r="0" b="0"/>
              <a:pathLst>
                <a:path w="466" h="1170">
                  <a:moveTo>
                    <a:pt x="11" y="1169"/>
                  </a:moveTo>
                  <a:lnTo>
                    <a:pt x="11" y="1095"/>
                  </a:lnTo>
                  <a:lnTo>
                    <a:pt x="385" y="1093"/>
                  </a:lnTo>
                  <a:lnTo>
                    <a:pt x="150" y="132"/>
                  </a:lnTo>
                  <a:lnTo>
                    <a:pt x="70" y="421"/>
                  </a:lnTo>
                  <a:lnTo>
                    <a:pt x="0" y="401"/>
                  </a:lnTo>
                  <a:lnTo>
                    <a:pt x="99" y="40"/>
                  </a:lnTo>
                  <a:cubicBezTo>
                    <a:pt x="107" y="16"/>
                    <a:pt x="127" y="0"/>
                    <a:pt x="152" y="1"/>
                  </a:cubicBezTo>
                  <a:cubicBezTo>
                    <a:pt x="177" y="2"/>
                    <a:pt x="198" y="17"/>
                    <a:pt x="203" y="42"/>
                  </a:cubicBezTo>
                  <a:lnTo>
                    <a:pt x="461" y="1102"/>
                  </a:lnTo>
                  <a:cubicBezTo>
                    <a:pt x="465" y="1117"/>
                    <a:pt x="461" y="1134"/>
                    <a:pt x="451" y="1147"/>
                  </a:cubicBezTo>
                  <a:cubicBezTo>
                    <a:pt x="441" y="1160"/>
                    <a:pt x="425" y="1168"/>
                    <a:pt x="409" y="1168"/>
                  </a:cubicBezTo>
                  <a:lnTo>
                    <a:pt x="11" y="1169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9" name="任意多边形 298"/>
            <p:cNvSpPr/>
            <p:nvPr/>
          </p:nvSpPr>
          <p:spPr bwMode="gray">
            <a:xfrm>
              <a:off x="14205" y="10305"/>
              <a:ext cx="43" cy="143"/>
            </a:xfrm>
            <a:custGeom>
              <a:avLst/>
              <a:gdLst/>
              <a:ahLst/>
              <a:cxnLst/>
              <a:rect l="0" t="0" r="0" b="0"/>
              <a:pathLst>
                <a:path w="74" h="251">
                  <a:moveTo>
                    <a:pt x="36" y="250"/>
                  </a:moveTo>
                  <a:lnTo>
                    <a:pt x="0" y="250"/>
                  </a:lnTo>
                  <a:lnTo>
                    <a:pt x="0" y="0"/>
                  </a:lnTo>
                  <a:lnTo>
                    <a:pt x="73" y="0"/>
                  </a:lnTo>
                  <a:lnTo>
                    <a:pt x="73" y="250"/>
                  </a:lnTo>
                  <a:lnTo>
                    <a:pt x="36" y="250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0" name="任意多边形 299"/>
            <p:cNvSpPr/>
            <p:nvPr/>
          </p:nvSpPr>
          <p:spPr bwMode="gray">
            <a:xfrm>
              <a:off x="14110" y="10093"/>
              <a:ext cx="190" cy="42"/>
            </a:xfrm>
            <a:custGeom>
              <a:avLst/>
              <a:gdLst/>
              <a:ahLst/>
              <a:cxnLst/>
              <a:rect l="0" t="0" r="0" b="0"/>
              <a:pathLst>
                <a:path w="335" h="74">
                  <a:moveTo>
                    <a:pt x="167" y="73"/>
                  </a:moveTo>
                  <a:lnTo>
                    <a:pt x="0" y="73"/>
                  </a:lnTo>
                  <a:lnTo>
                    <a:pt x="0" y="0"/>
                  </a:lnTo>
                  <a:lnTo>
                    <a:pt x="334" y="0"/>
                  </a:lnTo>
                  <a:lnTo>
                    <a:pt x="334" y="73"/>
                  </a:lnTo>
                  <a:lnTo>
                    <a:pt x="167" y="73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1" name="任意多边形 300"/>
            <p:cNvSpPr/>
            <p:nvPr/>
          </p:nvSpPr>
          <p:spPr bwMode="gray">
            <a:xfrm>
              <a:off x="14135" y="9910"/>
              <a:ext cx="128" cy="43"/>
            </a:xfrm>
            <a:custGeom>
              <a:avLst/>
              <a:gdLst/>
              <a:ahLst/>
              <a:cxnLst/>
              <a:rect l="0" t="0" r="0" b="0"/>
              <a:pathLst>
                <a:path w="224" h="76">
                  <a:moveTo>
                    <a:pt x="112" y="74"/>
                  </a:moveTo>
                  <a:lnTo>
                    <a:pt x="1" y="75"/>
                  </a:lnTo>
                  <a:lnTo>
                    <a:pt x="0" y="2"/>
                  </a:lnTo>
                  <a:lnTo>
                    <a:pt x="222" y="0"/>
                  </a:lnTo>
                  <a:lnTo>
                    <a:pt x="223" y="74"/>
                  </a:lnTo>
                  <a:lnTo>
                    <a:pt x="112" y="74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2" name="任意多边形 301"/>
            <p:cNvSpPr/>
            <p:nvPr/>
          </p:nvSpPr>
          <p:spPr bwMode="gray">
            <a:xfrm>
              <a:off x="13393" y="9768"/>
              <a:ext cx="767" cy="692"/>
            </a:xfrm>
            <a:custGeom>
              <a:avLst/>
              <a:gdLst/>
              <a:ahLst/>
              <a:cxnLst/>
              <a:rect l="0" t="0" r="0" b="0"/>
              <a:pathLst>
                <a:path w="1354" h="1221">
                  <a:moveTo>
                    <a:pt x="123" y="455"/>
                  </a:moveTo>
                  <a:cubicBezTo>
                    <a:pt x="134" y="457"/>
                    <a:pt x="145" y="459"/>
                    <a:pt x="156" y="459"/>
                  </a:cubicBezTo>
                  <a:cubicBezTo>
                    <a:pt x="210" y="459"/>
                    <a:pt x="258" y="431"/>
                    <a:pt x="286" y="389"/>
                  </a:cubicBezTo>
                  <a:cubicBezTo>
                    <a:pt x="314" y="431"/>
                    <a:pt x="362" y="459"/>
                    <a:pt x="416" y="459"/>
                  </a:cubicBezTo>
                  <a:cubicBezTo>
                    <a:pt x="470" y="459"/>
                    <a:pt x="519" y="431"/>
                    <a:pt x="547" y="389"/>
                  </a:cubicBezTo>
                  <a:cubicBezTo>
                    <a:pt x="574" y="431"/>
                    <a:pt x="623" y="459"/>
                    <a:pt x="677" y="459"/>
                  </a:cubicBezTo>
                  <a:cubicBezTo>
                    <a:pt x="731" y="459"/>
                    <a:pt x="779" y="431"/>
                    <a:pt x="807" y="389"/>
                  </a:cubicBezTo>
                  <a:cubicBezTo>
                    <a:pt x="835" y="431"/>
                    <a:pt x="883" y="459"/>
                    <a:pt x="937" y="459"/>
                  </a:cubicBezTo>
                  <a:cubicBezTo>
                    <a:pt x="991" y="459"/>
                    <a:pt x="1038" y="431"/>
                    <a:pt x="1067" y="389"/>
                  </a:cubicBezTo>
                  <a:cubicBezTo>
                    <a:pt x="1095" y="431"/>
                    <a:pt x="1144" y="459"/>
                    <a:pt x="1197" y="459"/>
                  </a:cubicBezTo>
                  <a:cubicBezTo>
                    <a:pt x="1209" y="459"/>
                    <a:pt x="1219" y="458"/>
                    <a:pt x="1229" y="455"/>
                  </a:cubicBezTo>
                  <a:lnTo>
                    <a:pt x="1229" y="1194"/>
                  </a:lnTo>
                  <a:cubicBezTo>
                    <a:pt x="1229" y="1209"/>
                    <a:pt x="1241" y="1220"/>
                    <a:pt x="1255" y="1220"/>
                  </a:cubicBezTo>
                  <a:cubicBezTo>
                    <a:pt x="1270" y="1220"/>
                    <a:pt x="1281" y="1208"/>
                    <a:pt x="1281" y="1194"/>
                  </a:cubicBezTo>
                  <a:lnTo>
                    <a:pt x="1281" y="433"/>
                  </a:lnTo>
                  <a:cubicBezTo>
                    <a:pt x="1324" y="405"/>
                    <a:pt x="1353" y="356"/>
                    <a:pt x="1353" y="301"/>
                  </a:cubicBezTo>
                  <a:cubicBezTo>
                    <a:pt x="1353" y="296"/>
                    <a:pt x="1351" y="291"/>
                    <a:pt x="1348" y="287"/>
                  </a:cubicBezTo>
                  <a:lnTo>
                    <a:pt x="1222" y="15"/>
                  </a:lnTo>
                  <a:cubicBezTo>
                    <a:pt x="1217" y="6"/>
                    <a:pt x="1208" y="0"/>
                    <a:pt x="1197" y="0"/>
                  </a:cubicBezTo>
                  <a:lnTo>
                    <a:pt x="157" y="0"/>
                  </a:lnTo>
                  <a:cubicBezTo>
                    <a:pt x="147" y="0"/>
                    <a:pt x="137" y="6"/>
                    <a:pt x="133" y="15"/>
                  </a:cubicBezTo>
                  <a:lnTo>
                    <a:pt x="3" y="289"/>
                  </a:lnTo>
                  <a:cubicBezTo>
                    <a:pt x="0" y="295"/>
                    <a:pt x="0" y="300"/>
                    <a:pt x="1" y="305"/>
                  </a:cubicBezTo>
                  <a:cubicBezTo>
                    <a:pt x="3" y="358"/>
                    <a:pt x="30" y="404"/>
                    <a:pt x="71" y="431"/>
                  </a:cubicBezTo>
                  <a:lnTo>
                    <a:pt x="123" y="455"/>
                  </a:lnTo>
                  <a:close/>
                  <a:moveTo>
                    <a:pt x="1195" y="406"/>
                  </a:moveTo>
                  <a:cubicBezTo>
                    <a:pt x="1146" y="406"/>
                    <a:pt x="1106" y="373"/>
                    <a:pt x="1094" y="328"/>
                  </a:cubicBezTo>
                  <a:lnTo>
                    <a:pt x="1294" y="328"/>
                  </a:lnTo>
                  <a:cubicBezTo>
                    <a:pt x="1283" y="373"/>
                    <a:pt x="1243" y="406"/>
                    <a:pt x="1195" y="406"/>
                  </a:cubicBezTo>
                  <a:close/>
                  <a:moveTo>
                    <a:pt x="1092" y="54"/>
                  </a:moveTo>
                  <a:lnTo>
                    <a:pt x="1180" y="54"/>
                  </a:lnTo>
                  <a:lnTo>
                    <a:pt x="1283" y="276"/>
                  </a:lnTo>
                  <a:lnTo>
                    <a:pt x="1092" y="276"/>
                  </a:lnTo>
                  <a:lnTo>
                    <a:pt x="1092" y="54"/>
                  </a:lnTo>
                  <a:close/>
                  <a:moveTo>
                    <a:pt x="935" y="406"/>
                  </a:moveTo>
                  <a:cubicBezTo>
                    <a:pt x="887" y="406"/>
                    <a:pt x="847" y="373"/>
                    <a:pt x="835" y="328"/>
                  </a:cubicBezTo>
                  <a:lnTo>
                    <a:pt x="1035" y="328"/>
                  </a:lnTo>
                  <a:cubicBezTo>
                    <a:pt x="1024" y="373"/>
                    <a:pt x="984" y="406"/>
                    <a:pt x="935" y="406"/>
                  </a:cubicBezTo>
                  <a:close/>
                  <a:moveTo>
                    <a:pt x="832" y="54"/>
                  </a:moveTo>
                  <a:lnTo>
                    <a:pt x="1039" y="54"/>
                  </a:lnTo>
                  <a:lnTo>
                    <a:pt x="1039" y="276"/>
                  </a:lnTo>
                  <a:lnTo>
                    <a:pt x="832" y="276"/>
                  </a:lnTo>
                  <a:lnTo>
                    <a:pt x="832" y="54"/>
                  </a:lnTo>
                  <a:close/>
                  <a:moveTo>
                    <a:pt x="676" y="406"/>
                  </a:moveTo>
                  <a:cubicBezTo>
                    <a:pt x="627" y="406"/>
                    <a:pt x="587" y="373"/>
                    <a:pt x="575" y="328"/>
                  </a:cubicBezTo>
                  <a:lnTo>
                    <a:pt x="775" y="328"/>
                  </a:lnTo>
                  <a:cubicBezTo>
                    <a:pt x="764" y="373"/>
                    <a:pt x="723" y="406"/>
                    <a:pt x="676" y="406"/>
                  </a:cubicBezTo>
                  <a:close/>
                  <a:moveTo>
                    <a:pt x="573" y="54"/>
                  </a:moveTo>
                  <a:lnTo>
                    <a:pt x="780" y="54"/>
                  </a:lnTo>
                  <a:lnTo>
                    <a:pt x="780" y="276"/>
                  </a:lnTo>
                  <a:lnTo>
                    <a:pt x="780" y="276"/>
                  </a:lnTo>
                  <a:lnTo>
                    <a:pt x="573" y="276"/>
                  </a:lnTo>
                  <a:lnTo>
                    <a:pt x="573" y="54"/>
                  </a:lnTo>
                  <a:close/>
                  <a:moveTo>
                    <a:pt x="415" y="406"/>
                  </a:moveTo>
                  <a:cubicBezTo>
                    <a:pt x="367" y="406"/>
                    <a:pt x="327" y="373"/>
                    <a:pt x="315" y="328"/>
                  </a:cubicBezTo>
                  <a:lnTo>
                    <a:pt x="515" y="328"/>
                  </a:lnTo>
                  <a:cubicBezTo>
                    <a:pt x="504" y="373"/>
                    <a:pt x="464" y="406"/>
                    <a:pt x="415" y="406"/>
                  </a:cubicBezTo>
                  <a:close/>
                  <a:moveTo>
                    <a:pt x="312" y="54"/>
                  </a:moveTo>
                  <a:lnTo>
                    <a:pt x="520" y="54"/>
                  </a:lnTo>
                  <a:lnTo>
                    <a:pt x="520" y="276"/>
                  </a:lnTo>
                  <a:lnTo>
                    <a:pt x="312" y="276"/>
                  </a:lnTo>
                  <a:lnTo>
                    <a:pt x="312" y="54"/>
                  </a:lnTo>
                  <a:close/>
                  <a:moveTo>
                    <a:pt x="172" y="54"/>
                  </a:moveTo>
                  <a:lnTo>
                    <a:pt x="259" y="54"/>
                  </a:lnTo>
                  <a:lnTo>
                    <a:pt x="259" y="276"/>
                  </a:lnTo>
                  <a:lnTo>
                    <a:pt x="67" y="276"/>
                  </a:lnTo>
                  <a:lnTo>
                    <a:pt x="172" y="54"/>
                  </a:lnTo>
                  <a:close/>
                  <a:moveTo>
                    <a:pt x="56" y="328"/>
                  </a:moveTo>
                  <a:lnTo>
                    <a:pt x="255" y="328"/>
                  </a:lnTo>
                  <a:cubicBezTo>
                    <a:pt x="243" y="373"/>
                    <a:pt x="203" y="406"/>
                    <a:pt x="155" y="406"/>
                  </a:cubicBezTo>
                  <a:cubicBezTo>
                    <a:pt x="108" y="406"/>
                    <a:pt x="68" y="373"/>
                    <a:pt x="56" y="328"/>
                  </a:cubicBez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3" name="任意多边形 302"/>
            <p:cNvSpPr/>
            <p:nvPr/>
          </p:nvSpPr>
          <p:spPr bwMode="gray">
            <a:xfrm>
              <a:off x="13595" y="10243"/>
              <a:ext cx="35" cy="35"/>
            </a:xfrm>
            <a:custGeom>
              <a:avLst/>
              <a:gdLst/>
              <a:ahLst/>
              <a:cxnLst/>
              <a:rect l="0" t="0" r="0" b="0"/>
              <a:pathLst>
                <a:path w="60" h="60">
                  <a:moveTo>
                    <a:pt x="51" y="8"/>
                  </a:moveTo>
                  <a:cubicBezTo>
                    <a:pt x="45" y="3"/>
                    <a:pt x="38" y="0"/>
                    <a:pt x="30" y="0"/>
                  </a:cubicBezTo>
                  <a:cubicBezTo>
                    <a:pt x="22" y="0"/>
                    <a:pt x="14" y="3"/>
                    <a:pt x="8" y="8"/>
                  </a:cubicBezTo>
                  <a:cubicBezTo>
                    <a:pt x="3" y="14"/>
                    <a:pt x="0" y="21"/>
                    <a:pt x="0" y="30"/>
                  </a:cubicBezTo>
                  <a:cubicBezTo>
                    <a:pt x="0" y="37"/>
                    <a:pt x="3" y="45"/>
                    <a:pt x="8" y="51"/>
                  </a:cubicBezTo>
                  <a:cubicBezTo>
                    <a:pt x="14" y="56"/>
                    <a:pt x="21" y="59"/>
                    <a:pt x="30" y="59"/>
                  </a:cubicBezTo>
                  <a:cubicBezTo>
                    <a:pt x="37" y="59"/>
                    <a:pt x="45" y="56"/>
                    <a:pt x="51" y="51"/>
                  </a:cubicBezTo>
                  <a:cubicBezTo>
                    <a:pt x="57" y="45"/>
                    <a:pt x="59" y="38"/>
                    <a:pt x="59" y="30"/>
                  </a:cubicBezTo>
                  <a:cubicBezTo>
                    <a:pt x="59" y="21"/>
                    <a:pt x="57" y="14"/>
                    <a:pt x="51" y="8"/>
                  </a:cubicBezTo>
                </a:path>
              </a:pathLst>
            </a:custGeom>
            <a:solidFill>
              <a:srgbClr val="4D4D4C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4" name="任意多边形 303"/>
            <p:cNvSpPr/>
            <p:nvPr/>
          </p:nvSpPr>
          <p:spPr bwMode="gray">
            <a:xfrm>
              <a:off x="13445" y="10005"/>
              <a:ext cx="33" cy="470"/>
            </a:xfrm>
            <a:custGeom>
              <a:avLst/>
              <a:gdLst/>
              <a:ahLst/>
              <a:cxnLst/>
              <a:rect l="0" t="0" r="0" b="0"/>
              <a:pathLst>
                <a:path w="56" h="831">
                  <a:moveTo>
                    <a:pt x="27" y="830"/>
                  </a:moveTo>
                  <a:lnTo>
                    <a:pt x="0" y="830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830"/>
                  </a:lnTo>
                  <a:lnTo>
                    <a:pt x="27" y="830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5" name="任意多边形 304"/>
            <p:cNvSpPr/>
            <p:nvPr/>
          </p:nvSpPr>
          <p:spPr bwMode="gray">
            <a:xfrm>
              <a:off x="13918" y="10448"/>
              <a:ext cx="500" cy="157"/>
            </a:xfrm>
            <a:custGeom>
              <a:avLst/>
              <a:gdLst/>
              <a:ahLst/>
              <a:cxnLst/>
              <a:rect l="0" t="0" r="0" b="0"/>
              <a:pathLst>
                <a:path w="883" h="278">
                  <a:moveTo>
                    <a:pt x="882" y="277"/>
                  </a:moveTo>
                  <a:lnTo>
                    <a:pt x="0" y="277"/>
                  </a:lnTo>
                  <a:lnTo>
                    <a:pt x="0" y="202"/>
                  </a:lnTo>
                  <a:lnTo>
                    <a:pt x="764" y="202"/>
                  </a:lnTo>
                  <a:lnTo>
                    <a:pt x="680" y="32"/>
                  </a:lnTo>
                  <a:lnTo>
                    <a:pt x="745" y="0"/>
                  </a:lnTo>
                  <a:lnTo>
                    <a:pt x="882" y="277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6" name="任意多边形 305"/>
            <p:cNvSpPr/>
            <p:nvPr/>
          </p:nvSpPr>
          <p:spPr bwMode="gray">
            <a:xfrm>
              <a:off x="13163" y="10450"/>
              <a:ext cx="550" cy="155"/>
            </a:xfrm>
            <a:custGeom>
              <a:avLst/>
              <a:gdLst/>
              <a:ahLst/>
              <a:cxnLst/>
              <a:rect l="0" t="0" r="0" b="0"/>
              <a:pathLst>
                <a:path w="969" h="274">
                  <a:moveTo>
                    <a:pt x="968" y="273"/>
                  </a:moveTo>
                  <a:lnTo>
                    <a:pt x="0" y="273"/>
                  </a:lnTo>
                  <a:lnTo>
                    <a:pt x="88" y="0"/>
                  </a:lnTo>
                  <a:lnTo>
                    <a:pt x="157" y="24"/>
                  </a:lnTo>
                  <a:lnTo>
                    <a:pt x="101" y="198"/>
                  </a:lnTo>
                  <a:lnTo>
                    <a:pt x="968" y="198"/>
                  </a:lnTo>
                  <a:lnTo>
                    <a:pt x="968" y="273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7" name="任意多边形 306"/>
            <p:cNvSpPr/>
            <p:nvPr/>
          </p:nvSpPr>
          <p:spPr bwMode="gray">
            <a:xfrm>
              <a:off x="13540" y="10103"/>
              <a:ext cx="185" cy="357"/>
            </a:xfrm>
            <a:custGeom>
              <a:avLst/>
              <a:gdLst/>
              <a:ahLst/>
              <a:cxnLst/>
              <a:rect l="0" t="0" r="0" b="0"/>
              <a:pathLst>
                <a:path w="325" h="630">
                  <a:moveTo>
                    <a:pt x="324" y="629"/>
                  </a:moveTo>
                  <a:lnTo>
                    <a:pt x="0" y="629"/>
                  </a:lnTo>
                  <a:lnTo>
                    <a:pt x="0" y="0"/>
                  </a:lnTo>
                  <a:lnTo>
                    <a:pt x="324" y="0"/>
                  </a:lnTo>
                  <a:lnTo>
                    <a:pt x="324" y="629"/>
                  </a:lnTo>
                  <a:close/>
                  <a:moveTo>
                    <a:pt x="56" y="574"/>
                  </a:moveTo>
                  <a:lnTo>
                    <a:pt x="269" y="574"/>
                  </a:lnTo>
                  <a:lnTo>
                    <a:pt x="269" y="55"/>
                  </a:lnTo>
                  <a:lnTo>
                    <a:pt x="56" y="55"/>
                  </a:lnTo>
                  <a:lnTo>
                    <a:pt x="56" y="574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8" name="任意多边形 307"/>
            <p:cNvSpPr/>
            <p:nvPr/>
          </p:nvSpPr>
          <p:spPr bwMode="gray">
            <a:xfrm>
              <a:off x="13768" y="10103"/>
              <a:ext cx="262" cy="182"/>
            </a:xfrm>
            <a:custGeom>
              <a:avLst/>
              <a:gdLst/>
              <a:ahLst/>
              <a:cxnLst/>
              <a:rect l="0" t="0" r="0" b="0"/>
              <a:pathLst>
                <a:path w="465" h="324">
                  <a:moveTo>
                    <a:pt x="464" y="323"/>
                  </a:moveTo>
                  <a:lnTo>
                    <a:pt x="0" y="323"/>
                  </a:lnTo>
                  <a:lnTo>
                    <a:pt x="0" y="0"/>
                  </a:lnTo>
                  <a:lnTo>
                    <a:pt x="464" y="0"/>
                  </a:lnTo>
                  <a:lnTo>
                    <a:pt x="464" y="323"/>
                  </a:lnTo>
                  <a:close/>
                  <a:moveTo>
                    <a:pt x="55" y="268"/>
                  </a:moveTo>
                  <a:lnTo>
                    <a:pt x="408" y="268"/>
                  </a:lnTo>
                  <a:lnTo>
                    <a:pt x="408" y="55"/>
                  </a:lnTo>
                  <a:lnTo>
                    <a:pt x="55" y="55"/>
                  </a:lnTo>
                  <a:lnTo>
                    <a:pt x="55" y="268"/>
                  </a:lnTo>
                  <a:close/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9" name="任意多边形 308"/>
            <p:cNvSpPr/>
            <p:nvPr/>
          </p:nvSpPr>
          <p:spPr bwMode="gray">
            <a:xfrm>
              <a:off x="13773" y="10165"/>
              <a:ext cx="252" cy="33"/>
            </a:xfrm>
            <a:custGeom>
              <a:avLst/>
              <a:gdLst/>
              <a:ahLst/>
              <a:cxnLst/>
              <a:rect l="0" t="0" r="0" b="0"/>
              <a:pathLst>
                <a:path w="446" h="56">
                  <a:moveTo>
                    <a:pt x="222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445" y="0"/>
                  </a:lnTo>
                  <a:lnTo>
                    <a:pt x="445" y="55"/>
                  </a:lnTo>
                  <a:lnTo>
                    <a:pt x="222" y="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0" name="任意多边形 309"/>
            <p:cNvSpPr/>
            <p:nvPr/>
          </p:nvSpPr>
          <p:spPr bwMode="gray">
            <a:xfrm>
              <a:off x="13883" y="10188"/>
              <a:ext cx="32" cy="37"/>
            </a:xfrm>
            <a:custGeom>
              <a:avLst/>
              <a:gdLst/>
              <a:ahLst/>
              <a:cxnLst/>
              <a:rect l="0" t="0" r="0" b="0"/>
              <a:pathLst>
                <a:path w="56" h="67">
                  <a:moveTo>
                    <a:pt x="28" y="66"/>
                  </a:moveTo>
                  <a:lnTo>
                    <a:pt x="0" y="66"/>
                  </a:lnTo>
                  <a:lnTo>
                    <a:pt x="0" y="0"/>
                  </a:lnTo>
                  <a:lnTo>
                    <a:pt x="55" y="0"/>
                  </a:lnTo>
                  <a:lnTo>
                    <a:pt x="55" y="66"/>
                  </a:lnTo>
                  <a:lnTo>
                    <a:pt x="28" y="66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1" name="任意多边形 310"/>
            <p:cNvSpPr/>
            <p:nvPr/>
          </p:nvSpPr>
          <p:spPr bwMode="gray">
            <a:xfrm>
              <a:off x="13768" y="10385"/>
              <a:ext cx="260" cy="33"/>
            </a:xfrm>
            <a:custGeom>
              <a:avLst/>
              <a:gdLst/>
              <a:ahLst/>
              <a:cxnLst/>
              <a:rect l="0" t="0" r="0" b="0"/>
              <a:pathLst>
                <a:path w="460" h="56">
                  <a:moveTo>
                    <a:pt x="230" y="55"/>
                  </a:moveTo>
                  <a:lnTo>
                    <a:pt x="0" y="55"/>
                  </a:lnTo>
                  <a:lnTo>
                    <a:pt x="0" y="0"/>
                  </a:lnTo>
                  <a:lnTo>
                    <a:pt x="459" y="0"/>
                  </a:lnTo>
                  <a:lnTo>
                    <a:pt x="459" y="55"/>
                  </a:lnTo>
                  <a:lnTo>
                    <a:pt x="230" y="55"/>
                  </a:lnTo>
                </a:path>
              </a:pathLst>
            </a:custGeom>
            <a:solidFill>
              <a:srgbClr val="595757"/>
            </a:solidFill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12" name="文本框 311"/>
          <p:cNvSpPr txBox="1"/>
          <p:nvPr/>
        </p:nvSpPr>
        <p:spPr bwMode="gray">
          <a:xfrm>
            <a:off x="1078940" y="34117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defTabSz="914400">
              <a:defRPr/>
            </a:pPr>
            <a:r>
              <a:rPr lang="zh-CN" altLang="en-US" sz="12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企业分支</a:t>
            </a:r>
            <a:endParaRPr lang="zh-CN" altLang="en-US" sz="1200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3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576793" y="2119161"/>
            <a:ext cx="368827" cy="301767"/>
          </a:xfrm>
          <a:prstGeom prst="rect">
            <a:avLst/>
          </a:prstGeom>
          <a:noFill/>
        </p:spPr>
      </p:pic>
      <p:pic>
        <p:nvPicPr>
          <p:cNvPr id="13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576793" y="2779181"/>
            <a:ext cx="368827" cy="301767"/>
          </a:xfrm>
          <a:prstGeom prst="rect">
            <a:avLst/>
          </a:prstGeom>
          <a:noFill/>
        </p:spPr>
      </p:pic>
      <p:pic>
        <p:nvPicPr>
          <p:cNvPr id="13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576793" y="4048020"/>
            <a:ext cx="368827" cy="301767"/>
          </a:xfrm>
          <a:prstGeom prst="rect">
            <a:avLst/>
          </a:prstGeom>
          <a:noFill/>
        </p:spPr>
      </p:pic>
      <p:pic>
        <p:nvPicPr>
          <p:cNvPr id="13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576793" y="3431328"/>
            <a:ext cx="368827" cy="301767"/>
          </a:xfrm>
          <a:prstGeom prst="rect">
            <a:avLst/>
          </a:prstGeom>
          <a:noFill/>
        </p:spPr>
      </p:pic>
      <p:sp>
        <p:nvSpPr>
          <p:cNvPr id="151" name="Freeform 159"/>
          <p:cNvSpPr/>
          <p:nvPr/>
        </p:nvSpPr>
        <p:spPr bwMode="gray">
          <a:xfrm flipH="1">
            <a:off x="10055637" y="1964307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公有云</a:t>
            </a:r>
            <a:endParaRPr 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2" name="Freeform 159"/>
          <p:cNvSpPr/>
          <p:nvPr/>
        </p:nvSpPr>
        <p:spPr bwMode="gray">
          <a:xfrm flipH="1">
            <a:off x="10055637" y="2611386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行业云</a:t>
            </a:r>
          </a:p>
        </p:txBody>
      </p:sp>
      <p:sp>
        <p:nvSpPr>
          <p:cNvPr id="153" name="Freeform 159"/>
          <p:cNvSpPr/>
          <p:nvPr/>
        </p:nvSpPr>
        <p:spPr bwMode="gray">
          <a:xfrm flipH="1">
            <a:off x="10055637" y="3271739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私有云</a:t>
            </a:r>
          </a:p>
        </p:txBody>
      </p:sp>
      <p:sp>
        <p:nvSpPr>
          <p:cNvPr id="154" name="Freeform 159"/>
          <p:cNvSpPr/>
          <p:nvPr/>
        </p:nvSpPr>
        <p:spPr bwMode="gray">
          <a:xfrm flipH="1">
            <a:off x="10055637" y="3898597"/>
            <a:ext cx="909482" cy="47541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</a:p>
        </p:txBody>
      </p:sp>
      <p:cxnSp>
        <p:nvCxnSpPr>
          <p:cNvPr id="13" name="直接箭头连接符 12"/>
          <p:cNvCxnSpPr/>
          <p:nvPr/>
        </p:nvCxnSpPr>
        <p:spPr bwMode="gray">
          <a:xfrm>
            <a:off x="2783840" y="1656551"/>
            <a:ext cx="0" cy="606795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 bwMode="gray">
          <a:xfrm>
            <a:off x="9763760" y="1656551"/>
            <a:ext cx="0" cy="322315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文本框 155"/>
          <p:cNvSpPr txBox="1"/>
          <p:nvPr/>
        </p:nvSpPr>
        <p:spPr bwMode="gray">
          <a:xfrm>
            <a:off x="5358452" y="4206091"/>
            <a:ext cx="2150954" cy="325808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defTabSz="914400">
              <a:defRPr/>
            </a:pPr>
            <a:r>
              <a:rPr lang="zh-CN" altLang="en-US" sz="16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企业自建或运营商建设</a:t>
            </a:r>
            <a:endParaRPr lang="en-US" altLang="zh-CN" sz="1600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7" name="文本占位符 2">
            <a:extLst>
              <a:ext uri="{FF2B5EF4-FFF2-40B4-BE49-F238E27FC236}">
                <a16:creationId xmlns:a16="http://schemas.microsoft.com/office/drawing/2014/main" xmlns="" id="{8EC9B077-61AE-4B36-BFF3-E3CD1A1D8EEC}"/>
              </a:ext>
            </a:extLst>
          </p:cNvPr>
          <p:cNvSpPr txBox="1">
            <a:spLocks/>
          </p:cNvSpPr>
          <p:nvPr/>
        </p:nvSpPr>
        <p:spPr bwMode="gray">
          <a:xfrm>
            <a:off x="1517080" y="5242622"/>
            <a:ext cx="9157840" cy="315382"/>
          </a:xfrm>
          <a:prstGeom prst="rect">
            <a:avLst/>
          </a:prstGeom>
          <a:solidFill>
            <a:srgbClr val="BEE9EE"/>
          </a:solidFill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CN" altLang="en-US" sz="1600" smtClean="0">
                <a:sym typeface="Huawei Sans" panose="020C0503030203020204" pitchFamily="34" charset="0"/>
              </a:rPr>
              <a:t>企业广域网络 </a:t>
            </a:r>
            <a:r>
              <a:rPr lang="en-US" altLang="zh-CN" sz="1600" smtClean="0">
                <a:sym typeface="Huawei Sans" panose="020C0503030203020204" pitchFamily="34" charset="0"/>
              </a:rPr>
              <a:t>= </a:t>
            </a:r>
            <a:r>
              <a:rPr lang="zh-CN" altLang="en-US" sz="1600" smtClean="0">
                <a:sym typeface="Huawei Sans" panose="020C0503030203020204" pitchFamily="34" charset="0"/>
              </a:rPr>
              <a:t>企业网络出口 </a:t>
            </a:r>
            <a:r>
              <a:rPr lang="en-US" altLang="zh-CN" sz="1600" smtClean="0">
                <a:sym typeface="Huawei Sans" panose="020C0503030203020204" pitchFamily="34" charset="0"/>
              </a:rPr>
              <a:t>+</a:t>
            </a:r>
            <a:r>
              <a:rPr lang="zh-CN" altLang="en-US" sz="1600">
                <a:sym typeface="Huawei Sans" panose="020C0503030203020204" pitchFamily="34" charset="0"/>
              </a:rPr>
              <a:t>企业广域</a:t>
            </a:r>
            <a:r>
              <a:rPr lang="en-US" altLang="zh-CN" sz="1600">
                <a:sym typeface="Huawei Sans" panose="020C0503030203020204" pitchFamily="34" charset="0"/>
              </a:rPr>
              <a:t>IP</a:t>
            </a:r>
            <a:r>
              <a:rPr lang="zh-CN" altLang="en-US" sz="1600">
                <a:sym typeface="Huawei Sans" panose="020C0503030203020204" pitchFamily="34" charset="0"/>
              </a:rPr>
              <a:t>承载</a:t>
            </a:r>
            <a:r>
              <a:rPr lang="zh-CN" altLang="en-US" sz="1600" smtClean="0">
                <a:sym typeface="Huawei Sans" panose="020C0503030203020204" pitchFamily="34" charset="0"/>
              </a:rPr>
              <a:t>网络（</a:t>
            </a:r>
            <a:r>
              <a:rPr lang="zh-CN" altLang="en-US" sz="1600" kern="0">
                <a:solidFill>
                  <a:srgbClr val="1D1D1A"/>
                </a:solidFill>
                <a:sym typeface="Huawei Sans" panose="020C0503030203020204" pitchFamily="34" charset="0"/>
              </a:rPr>
              <a:t>企业自建或运营商</a:t>
            </a:r>
            <a:r>
              <a:rPr lang="zh-CN" altLang="en-US" sz="1600" kern="0" smtClean="0">
                <a:solidFill>
                  <a:srgbClr val="1D1D1A"/>
                </a:solidFill>
                <a:sym typeface="Huawei Sans" panose="020C0503030203020204" pitchFamily="34" charset="0"/>
              </a:rPr>
              <a:t>建设</a:t>
            </a:r>
            <a:r>
              <a:rPr lang="zh-CN" altLang="en-US" sz="1600" smtClean="0">
                <a:sym typeface="Huawei Sans" panose="020C0503030203020204" pitchFamily="34" charset="0"/>
              </a:rPr>
              <a:t>）</a:t>
            </a:r>
            <a:endParaRPr lang="zh-CN" altLang="en-US" sz="160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15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33F2564-4877-4FAA-8A3E-F8ABB94F2D0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运营商提供的三种广域连接方式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C463EC2F-7FEE-4DF3-874D-0231448DB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pPr fontAlgn="base"/>
            <a:r>
              <a:rPr lang="zh-CN" altLang="en-US" sz="1600" dirty="0">
                <a:sym typeface="Huawei Sans" panose="020C0503030203020204" pitchFamily="34" charset="0"/>
              </a:rPr>
              <a:t>运营商为企业提供三种广域连接，分别是</a:t>
            </a:r>
            <a:r>
              <a:rPr lang="en-US" altLang="zh-CN" sz="1600" dirty="0">
                <a:sym typeface="Huawei Sans" panose="020C0503030203020204" pitchFamily="34" charset="0"/>
              </a:rPr>
              <a:t>Internet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ym typeface="Huawei Sans" panose="020C0503030203020204" pitchFamily="34" charset="0"/>
              </a:rPr>
              <a:t>专线和传输专线。</a:t>
            </a:r>
          </a:p>
        </p:txBody>
      </p:sp>
      <p:sp>
        <p:nvSpPr>
          <p:cNvPr id="18" name="圆角矩形 19">
            <a:extLst>
              <a:ext uri="{FF2B5EF4-FFF2-40B4-BE49-F238E27FC236}">
                <a16:creationId xmlns:a16="http://schemas.microsoft.com/office/drawing/2014/main" xmlns="" id="{CB7B857B-6D20-4E72-B355-4252AC0BC354}"/>
              </a:ext>
            </a:extLst>
          </p:cNvPr>
          <p:cNvSpPr/>
          <p:nvPr/>
        </p:nvSpPr>
        <p:spPr bwMode="gray">
          <a:xfrm>
            <a:off x="442913" y="1687900"/>
            <a:ext cx="3665949" cy="328171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Internet</a:t>
            </a:r>
            <a:endParaRPr lang="zh-CN" altLang="en-US" sz="160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圆角矩形 20">
            <a:extLst>
              <a:ext uri="{FF2B5EF4-FFF2-40B4-BE49-F238E27FC236}">
                <a16:creationId xmlns:a16="http://schemas.microsoft.com/office/drawing/2014/main" xmlns="" id="{201870D1-9D0A-419E-97C8-2DA53ABA0A4D}"/>
              </a:ext>
            </a:extLst>
          </p:cNvPr>
          <p:cNvSpPr/>
          <p:nvPr/>
        </p:nvSpPr>
        <p:spPr bwMode="gray">
          <a:xfrm>
            <a:off x="442913" y="2081079"/>
            <a:ext cx="3665949" cy="383624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xmlns="" id="{3BD7FE92-93D1-4182-8585-2F686BAC70CF}"/>
              </a:ext>
            </a:extLst>
          </p:cNvPr>
          <p:cNvSpPr txBox="1"/>
          <p:nvPr/>
        </p:nvSpPr>
        <p:spPr bwMode="gray">
          <a:xfrm>
            <a:off x="442585" y="2240519"/>
            <a:ext cx="3808453" cy="370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为普通用户和企业提供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Internet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访问服务。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圆角矩形 19">
            <a:extLst>
              <a:ext uri="{FF2B5EF4-FFF2-40B4-BE49-F238E27FC236}">
                <a16:creationId xmlns:a16="http://schemas.microsoft.com/office/drawing/2014/main" xmlns="" id="{CBD19AE4-F8D8-4000-A065-F9AAE9035E8F}"/>
              </a:ext>
            </a:extLst>
          </p:cNvPr>
          <p:cNvSpPr/>
          <p:nvPr/>
        </p:nvSpPr>
        <p:spPr bwMode="gray">
          <a:xfrm>
            <a:off x="4251862" y="1687900"/>
            <a:ext cx="3665949" cy="328171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专线</a:t>
            </a:r>
            <a:endParaRPr lang="zh-CN" altLang="en-US" sz="1600" dirty="0">
              <a:solidFill>
                <a:srgbClr val="30B5C5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圆角矩形 20">
            <a:extLst>
              <a:ext uri="{FF2B5EF4-FFF2-40B4-BE49-F238E27FC236}">
                <a16:creationId xmlns:a16="http://schemas.microsoft.com/office/drawing/2014/main" xmlns="" id="{A907E6B5-F3B0-4733-AA07-065B3ACA90FD}"/>
              </a:ext>
            </a:extLst>
          </p:cNvPr>
          <p:cNvSpPr/>
          <p:nvPr/>
        </p:nvSpPr>
        <p:spPr bwMode="gray">
          <a:xfrm>
            <a:off x="4251862" y="2081079"/>
            <a:ext cx="3665949" cy="383624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xmlns="" id="{96D2C0E3-A239-42F0-A12E-01B8941BA9DC}"/>
              </a:ext>
            </a:extLst>
          </p:cNvPr>
          <p:cNvSpPr txBox="1"/>
          <p:nvPr/>
        </p:nvSpPr>
        <p:spPr bwMode="gray">
          <a:xfrm>
            <a:off x="4275285" y="2193019"/>
            <a:ext cx="3665950" cy="678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为大企业提供虚拟的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 L3VPN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L2VPN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互联服务。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圆角矩形 19">
            <a:extLst>
              <a:ext uri="{FF2B5EF4-FFF2-40B4-BE49-F238E27FC236}">
                <a16:creationId xmlns:a16="http://schemas.microsoft.com/office/drawing/2014/main" xmlns="" id="{6304C6C7-81DC-4400-9312-DCC85656BF22}"/>
              </a:ext>
            </a:extLst>
          </p:cNvPr>
          <p:cNvSpPr/>
          <p:nvPr/>
        </p:nvSpPr>
        <p:spPr bwMode="gray">
          <a:xfrm>
            <a:off x="8057508" y="1687900"/>
            <a:ext cx="3665949" cy="328171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传输专线</a:t>
            </a:r>
          </a:p>
        </p:txBody>
      </p:sp>
      <p:sp>
        <p:nvSpPr>
          <p:cNvPr id="93" name="圆角矩形 20">
            <a:extLst>
              <a:ext uri="{FF2B5EF4-FFF2-40B4-BE49-F238E27FC236}">
                <a16:creationId xmlns:a16="http://schemas.microsoft.com/office/drawing/2014/main" xmlns="" id="{46A9F5AB-EC4A-49F3-AD6D-53D8CAB4D571}"/>
              </a:ext>
            </a:extLst>
          </p:cNvPr>
          <p:cNvSpPr/>
          <p:nvPr/>
        </p:nvSpPr>
        <p:spPr bwMode="gray">
          <a:xfrm>
            <a:off x="8057508" y="2081079"/>
            <a:ext cx="3665949" cy="3836245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xmlns="" id="{6EB816D5-E778-4A20-8DF3-ACCB0C62B1A2}"/>
              </a:ext>
            </a:extLst>
          </p:cNvPr>
          <p:cNvSpPr txBox="1"/>
          <p:nvPr/>
        </p:nvSpPr>
        <p:spPr bwMode="gray">
          <a:xfrm>
            <a:off x="8057180" y="2145517"/>
            <a:ext cx="3666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为大企业提供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SDH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MSTP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、裸光纤、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WDM/OTN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等传输专线。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企业自建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承载网络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xmlns="" id="{816A77B6-0C8D-4515-9A11-8E0C390E5CD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25180" y="4797344"/>
            <a:ext cx="452360" cy="370935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xmlns="" id="{25DC2243-B6F5-4D3B-8B5E-CB5BC77EE81B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96460" y="4797344"/>
            <a:ext cx="452360" cy="370935"/>
          </a:xfrm>
          <a:prstGeom prst="rect">
            <a:avLst/>
          </a:prstGeom>
        </p:spPr>
      </p:pic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xmlns="" id="{39A7DE08-167D-4CB1-BD66-B0C713578C7E}"/>
              </a:ext>
            </a:extLst>
          </p:cNvPr>
          <p:cNvCxnSpPr>
            <a:cxnSpLocks/>
            <a:stCxn id="96" idx="0"/>
          </p:cNvCxnSpPr>
          <p:nvPr/>
        </p:nvCxnSpPr>
        <p:spPr bwMode="gray">
          <a:xfrm flipV="1">
            <a:off x="1151360" y="3886125"/>
            <a:ext cx="452360" cy="91121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xmlns="" id="{4B7FD57A-C0DA-4E08-9A9C-B06E968EC57B}"/>
              </a:ext>
            </a:extLst>
          </p:cNvPr>
          <p:cNvCxnSpPr>
            <a:cxnSpLocks/>
            <a:stCxn id="97" idx="0"/>
          </p:cNvCxnSpPr>
          <p:nvPr/>
        </p:nvCxnSpPr>
        <p:spPr bwMode="gray">
          <a:xfrm flipH="1" flipV="1">
            <a:off x="2857318" y="3779495"/>
            <a:ext cx="465322" cy="101784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xmlns="" id="{7321255F-CE01-45EA-8D86-53BCB8735FD1}"/>
              </a:ext>
            </a:extLst>
          </p:cNvPr>
          <p:cNvSpPr txBox="1"/>
          <p:nvPr/>
        </p:nvSpPr>
        <p:spPr bwMode="gray">
          <a:xfrm>
            <a:off x="699954" y="535979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个人用户</a:t>
            </a:r>
          </a:p>
        </p:txBody>
      </p:sp>
      <p:pic>
        <p:nvPicPr>
          <p:cNvPr id="107" name="图片 51" descr="交换机.png">
            <a:extLst>
              <a:ext uri="{FF2B5EF4-FFF2-40B4-BE49-F238E27FC236}">
                <a16:creationId xmlns:a16="http://schemas.microsoft.com/office/drawing/2014/main" xmlns="" id="{151C6E62-6EF8-4C69-906B-DAFFEC48BFB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2028419" y="4797344"/>
            <a:ext cx="417163" cy="341314"/>
          </a:xfrm>
          <a:prstGeom prst="rect">
            <a:avLst/>
          </a:prstGeom>
        </p:spPr>
      </p:pic>
      <p:sp>
        <p:nvSpPr>
          <p:cNvPr id="108" name="文本框 107">
            <a:extLst>
              <a:ext uri="{FF2B5EF4-FFF2-40B4-BE49-F238E27FC236}">
                <a16:creationId xmlns:a16="http://schemas.microsoft.com/office/drawing/2014/main" xmlns="" id="{EFFA8FFF-156E-417B-809B-E7E50824F007}"/>
              </a:ext>
            </a:extLst>
          </p:cNvPr>
          <p:cNvSpPr txBox="1"/>
          <p:nvPr/>
        </p:nvSpPr>
        <p:spPr bwMode="gray">
          <a:xfrm>
            <a:off x="1785594" y="535979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企业园区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xmlns="" id="{5B4CF013-EE19-4088-AB57-26F0B761B94F}"/>
              </a:ext>
            </a:extLst>
          </p:cNvPr>
          <p:cNvSpPr txBox="1"/>
          <p:nvPr/>
        </p:nvSpPr>
        <p:spPr bwMode="gray">
          <a:xfrm>
            <a:off x="2897234" y="535979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数据中心</a:t>
            </a:r>
          </a:p>
        </p:txBody>
      </p: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xmlns="" id="{C3A7A6CD-63D6-45E3-8BF1-BD98F012D174}"/>
              </a:ext>
            </a:extLst>
          </p:cNvPr>
          <p:cNvCxnSpPr>
            <a:cxnSpLocks/>
            <a:stCxn id="107" idx="0"/>
            <a:endCxn id="95" idx="1"/>
          </p:cNvCxnSpPr>
          <p:nvPr/>
        </p:nvCxnSpPr>
        <p:spPr bwMode="gray">
          <a:xfrm flipH="1" flipV="1">
            <a:off x="2232563" y="4063558"/>
            <a:ext cx="4438" cy="733786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云形 94">
            <a:extLst>
              <a:ext uri="{FF2B5EF4-FFF2-40B4-BE49-F238E27FC236}">
                <a16:creationId xmlns:a16="http://schemas.microsoft.com/office/drawing/2014/main" xmlns="" id="{1F2FE843-0A0F-4956-8068-399AFFD0CFB2}"/>
              </a:ext>
            </a:extLst>
          </p:cNvPr>
          <p:cNvSpPr/>
          <p:nvPr/>
        </p:nvSpPr>
        <p:spPr bwMode="gray">
          <a:xfrm>
            <a:off x="1508168" y="3322427"/>
            <a:ext cx="1448790" cy="741921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Internet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15" name="图片 114" descr="酒店-蓝.png">
            <a:extLst>
              <a:ext uri="{FF2B5EF4-FFF2-40B4-BE49-F238E27FC236}">
                <a16:creationId xmlns:a16="http://schemas.microsoft.com/office/drawing/2014/main" xmlns="" id="{149FA667-A67A-4748-BF2F-194D6FFD425B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 bwMode="gray">
          <a:xfrm>
            <a:off x="4608295" y="3471962"/>
            <a:ext cx="466668" cy="389308"/>
          </a:xfrm>
          <a:prstGeom prst="rect">
            <a:avLst/>
          </a:prstGeom>
        </p:spPr>
      </p:pic>
      <p:pic>
        <p:nvPicPr>
          <p:cNvPr id="117" name="图片 51" descr="交换机.png">
            <a:extLst>
              <a:ext uri="{FF2B5EF4-FFF2-40B4-BE49-F238E27FC236}">
                <a16:creationId xmlns:a16="http://schemas.microsoft.com/office/drawing/2014/main" xmlns="" id="{0346348A-7D0D-427E-A1C3-B225A1AE294E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 bwMode="gray">
          <a:xfrm>
            <a:off x="7063383" y="3470933"/>
            <a:ext cx="417163" cy="341314"/>
          </a:xfrm>
          <a:prstGeom prst="rect">
            <a:avLst/>
          </a:prstGeom>
        </p:spPr>
      </p:pic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xmlns="" id="{010B378E-B654-45F1-8C1A-150C4A894DD5}"/>
              </a:ext>
            </a:extLst>
          </p:cNvPr>
          <p:cNvCxnSpPr>
            <a:cxnSpLocks/>
            <a:stCxn id="132" idx="5"/>
            <a:endCxn id="115" idx="3"/>
          </p:cNvCxnSpPr>
          <p:nvPr/>
        </p:nvCxnSpPr>
        <p:spPr bwMode="gray">
          <a:xfrm flipH="1" flipV="1">
            <a:off x="5074963" y="3666616"/>
            <a:ext cx="521709" cy="434275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6" name="组合 145">
            <a:extLst>
              <a:ext uri="{FF2B5EF4-FFF2-40B4-BE49-F238E27FC236}">
                <a16:creationId xmlns:a16="http://schemas.microsoft.com/office/drawing/2014/main" xmlns="" id="{87C93037-09E1-4AA0-B4B7-CFA2BC22D8BA}"/>
              </a:ext>
            </a:extLst>
          </p:cNvPr>
          <p:cNvGrpSpPr/>
          <p:nvPr/>
        </p:nvGrpSpPr>
        <p:grpSpPr bwMode="gray">
          <a:xfrm>
            <a:off x="5398598" y="3879514"/>
            <a:ext cx="1260178" cy="1218272"/>
            <a:chOff x="2216150" y="1704535"/>
            <a:chExt cx="3695700" cy="3696812"/>
          </a:xfrm>
        </p:grpSpPr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xmlns="" id="{CA6F9E34-4D80-4C07-8A58-C1C9E239F827}"/>
                </a:ext>
              </a:extLst>
            </p:cNvPr>
            <p:cNvSpPr/>
            <p:nvPr/>
          </p:nvSpPr>
          <p:spPr bwMode="gray">
            <a:xfrm>
              <a:off x="2273300" y="1770735"/>
              <a:ext cx="3581400" cy="3581400"/>
            </a:xfrm>
            <a:prstGeom prst="ellipse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xmlns="" id="{E47DE6CA-CE3F-419F-885D-A9E49CBB146A}"/>
                </a:ext>
              </a:extLst>
            </p:cNvPr>
            <p:cNvSpPr/>
            <p:nvPr/>
          </p:nvSpPr>
          <p:spPr bwMode="gray">
            <a:xfrm>
              <a:off x="4013200" y="1704535"/>
              <a:ext cx="114300" cy="1143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xmlns="" id="{3D0FFAD9-AC86-44B1-884B-B933F3D90025}"/>
                </a:ext>
              </a:extLst>
            </p:cNvPr>
            <p:cNvSpPr/>
            <p:nvPr/>
          </p:nvSpPr>
          <p:spPr bwMode="gray">
            <a:xfrm>
              <a:off x="4013200" y="5287047"/>
              <a:ext cx="114300" cy="1143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xmlns="" id="{222143FF-C1B0-4A9D-BC8D-8153EE34E4F6}"/>
                </a:ext>
              </a:extLst>
            </p:cNvPr>
            <p:cNvSpPr/>
            <p:nvPr/>
          </p:nvSpPr>
          <p:spPr bwMode="gray">
            <a:xfrm>
              <a:off x="2216150" y="3510635"/>
              <a:ext cx="114300" cy="1143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xmlns="" id="{1E3208AF-51E5-4821-B568-D6D2A15AF8C4}"/>
                </a:ext>
              </a:extLst>
            </p:cNvPr>
            <p:cNvSpPr/>
            <p:nvPr/>
          </p:nvSpPr>
          <p:spPr bwMode="gray">
            <a:xfrm>
              <a:off x="5797550" y="3510635"/>
              <a:ext cx="114300" cy="1143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xmlns="" id="{B92838FC-C1DD-447C-83A8-053B718339A6}"/>
                </a:ext>
              </a:extLst>
            </p:cNvPr>
            <p:cNvSpPr/>
            <p:nvPr/>
          </p:nvSpPr>
          <p:spPr bwMode="gray">
            <a:xfrm>
              <a:off x="5321300" y="2278735"/>
              <a:ext cx="114300" cy="1143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xmlns="" id="{10A1711F-F972-4A9D-9D1E-32263F258EFE}"/>
                </a:ext>
              </a:extLst>
            </p:cNvPr>
            <p:cNvCxnSpPr>
              <a:stCxn id="122" idx="4"/>
              <a:endCxn id="123" idx="0"/>
            </p:cNvCxnSpPr>
            <p:nvPr/>
          </p:nvCxnSpPr>
          <p:spPr bwMode="gray">
            <a:xfrm>
              <a:off x="4070350" y="1818835"/>
              <a:ext cx="0" cy="3468212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xmlns="" id="{85506F80-6EAD-4D7D-8311-48E078AF9B1F}"/>
                </a:ext>
              </a:extLst>
            </p:cNvPr>
            <p:cNvCxnSpPr>
              <a:cxnSpLocks/>
              <a:stCxn id="124" idx="6"/>
              <a:endCxn id="125" idx="2"/>
            </p:cNvCxnSpPr>
            <p:nvPr/>
          </p:nvCxnSpPr>
          <p:spPr bwMode="gray">
            <a:xfrm>
              <a:off x="2330450" y="3567785"/>
              <a:ext cx="3467100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xmlns="" id="{AD0FBC72-CEC0-4C62-886B-28733F9C0B16}"/>
                </a:ext>
              </a:extLst>
            </p:cNvPr>
            <p:cNvCxnSpPr>
              <a:cxnSpLocks/>
              <a:stCxn id="130" idx="7"/>
              <a:endCxn id="126" idx="3"/>
            </p:cNvCxnSpPr>
            <p:nvPr/>
          </p:nvCxnSpPr>
          <p:spPr bwMode="gray">
            <a:xfrm flipV="1">
              <a:off x="2797037" y="2376296"/>
              <a:ext cx="2541002" cy="236826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xmlns="" id="{01989F0D-9F12-47E3-A30B-321E2D344A5D}"/>
                </a:ext>
              </a:extLst>
            </p:cNvPr>
            <p:cNvSpPr/>
            <p:nvPr/>
          </p:nvSpPr>
          <p:spPr bwMode="gray">
            <a:xfrm>
              <a:off x="2699476" y="4727818"/>
              <a:ext cx="114300" cy="1143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xmlns="" id="{F2615D1B-7E6F-4929-953B-4CBD6330FD9A}"/>
                </a:ext>
              </a:extLst>
            </p:cNvPr>
            <p:cNvCxnSpPr>
              <a:cxnSpLocks/>
              <a:stCxn id="133" idx="1"/>
              <a:endCxn id="132" idx="5"/>
            </p:cNvCxnSpPr>
            <p:nvPr/>
          </p:nvCxnSpPr>
          <p:spPr bwMode="gray">
            <a:xfrm flipH="1" flipV="1">
              <a:off x="2797037" y="2376296"/>
              <a:ext cx="2557741" cy="236826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xmlns="" id="{A31169D0-A154-42D9-BB06-3826D85CF54D}"/>
                </a:ext>
              </a:extLst>
            </p:cNvPr>
            <p:cNvSpPr/>
            <p:nvPr/>
          </p:nvSpPr>
          <p:spPr bwMode="gray">
            <a:xfrm>
              <a:off x="2699476" y="2278735"/>
              <a:ext cx="114300" cy="1143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xmlns="" id="{3BF620B6-C3F2-4836-BE3A-9A9F68B2F28F}"/>
                </a:ext>
              </a:extLst>
            </p:cNvPr>
            <p:cNvSpPr/>
            <p:nvPr/>
          </p:nvSpPr>
          <p:spPr bwMode="gray">
            <a:xfrm>
              <a:off x="5338039" y="4727818"/>
              <a:ext cx="114300" cy="11430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xmlns="" id="{FA732689-1E65-4FC6-9A5B-37C6E9BB7AD2}"/>
                </a:ext>
              </a:extLst>
            </p:cNvPr>
            <p:cNvCxnSpPr>
              <a:cxnSpLocks/>
              <a:stCxn id="130" idx="7"/>
              <a:endCxn id="132" idx="5"/>
            </p:cNvCxnSpPr>
            <p:nvPr/>
          </p:nvCxnSpPr>
          <p:spPr bwMode="gray">
            <a:xfrm flipV="1">
              <a:off x="2797037" y="2376296"/>
              <a:ext cx="0" cy="236826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xmlns="" id="{DE02FCC3-8B0C-4495-B6FC-3676BF20D965}"/>
                </a:ext>
              </a:extLst>
            </p:cNvPr>
            <p:cNvCxnSpPr>
              <a:cxnSpLocks/>
              <a:stCxn id="133" idx="1"/>
              <a:endCxn id="126" idx="3"/>
            </p:cNvCxnSpPr>
            <p:nvPr/>
          </p:nvCxnSpPr>
          <p:spPr bwMode="gray">
            <a:xfrm flipH="1" flipV="1">
              <a:off x="5338039" y="2376296"/>
              <a:ext cx="16739" cy="236826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xmlns="" id="{1F88B194-EE5F-40B6-8FA9-6603C8D59444}"/>
                </a:ext>
              </a:extLst>
            </p:cNvPr>
            <p:cNvCxnSpPr>
              <a:cxnSpLocks/>
              <a:stCxn id="126" idx="3"/>
              <a:endCxn id="132" idx="5"/>
            </p:cNvCxnSpPr>
            <p:nvPr/>
          </p:nvCxnSpPr>
          <p:spPr bwMode="gray">
            <a:xfrm flipH="1">
              <a:off x="2797037" y="2376296"/>
              <a:ext cx="2541002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xmlns="" id="{1EF72058-3F85-466F-B840-D939552E606D}"/>
                </a:ext>
              </a:extLst>
            </p:cNvPr>
            <p:cNvCxnSpPr>
              <a:cxnSpLocks/>
              <a:stCxn id="133" idx="1"/>
              <a:endCxn id="130" idx="7"/>
            </p:cNvCxnSpPr>
            <p:nvPr/>
          </p:nvCxnSpPr>
          <p:spPr bwMode="gray">
            <a:xfrm flipH="1">
              <a:off x="2797037" y="4744557"/>
              <a:ext cx="255774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xmlns="" id="{52C10D78-B20C-43B6-AA56-20E9E69C435E}"/>
                </a:ext>
              </a:extLst>
            </p:cNvPr>
            <p:cNvCxnSpPr>
              <a:cxnSpLocks/>
              <a:stCxn id="123" idx="0"/>
              <a:endCxn id="132" idx="5"/>
            </p:cNvCxnSpPr>
            <p:nvPr/>
          </p:nvCxnSpPr>
          <p:spPr bwMode="gray">
            <a:xfrm flipH="1" flipV="1">
              <a:off x="2797037" y="2376296"/>
              <a:ext cx="1273313" cy="291075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xmlns="" id="{B56867DB-8295-4E65-A7AB-0243BBC7F7E6}"/>
                </a:ext>
              </a:extLst>
            </p:cNvPr>
            <p:cNvCxnSpPr>
              <a:cxnSpLocks/>
              <a:stCxn id="125" idx="2"/>
              <a:endCxn id="132" idx="5"/>
            </p:cNvCxnSpPr>
            <p:nvPr/>
          </p:nvCxnSpPr>
          <p:spPr bwMode="gray">
            <a:xfrm flipH="1" flipV="1">
              <a:off x="2797037" y="2376296"/>
              <a:ext cx="3000513" cy="119148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xmlns="" id="{FE25FF2F-4C45-4FF9-908F-AE5CB41F71F4}"/>
                </a:ext>
              </a:extLst>
            </p:cNvPr>
            <p:cNvCxnSpPr>
              <a:cxnSpLocks/>
              <a:stCxn id="124" idx="6"/>
              <a:endCxn id="126" idx="3"/>
            </p:cNvCxnSpPr>
            <p:nvPr/>
          </p:nvCxnSpPr>
          <p:spPr bwMode="gray">
            <a:xfrm flipV="1">
              <a:off x="2330450" y="2376296"/>
              <a:ext cx="3007589" cy="1191489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xmlns="" id="{49008EA2-CFE4-45A3-A284-1C566BBD6FB6}"/>
                </a:ext>
              </a:extLst>
            </p:cNvPr>
            <p:cNvCxnSpPr>
              <a:cxnSpLocks/>
              <a:stCxn id="123" idx="0"/>
              <a:endCxn id="126" idx="3"/>
            </p:cNvCxnSpPr>
            <p:nvPr/>
          </p:nvCxnSpPr>
          <p:spPr bwMode="gray">
            <a:xfrm flipV="1">
              <a:off x="4070350" y="2376296"/>
              <a:ext cx="1267689" cy="291075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xmlns="" id="{9AED3101-8C3A-4FE7-8C72-9879B7D8E987}"/>
                </a:ext>
              </a:extLst>
            </p:cNvPr>
            <p:cNvCxnSpPr>
              <a:cxnSpLocks/>
              <a:stCxn id="122" idx="4"/>
              <a:endCxn id="130" idx="7"/>
            </p:cNvCxnSpPr>
            <p:nvPr/>
          </p:nvCxnSpPr>
          <p:spPr bwMode="gray">
            <a:xfrm flipH="1">
              <a:off x="2797037" y="1818835"/>
              <a:ext cx="1273313" cy="2925722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xmlns="" id="{1ED75D42-F5E6-4DA3-BFDF-5A972D1B4083}"/>
                </a:ext>
              </a:extLst>
            </p:cNvPr>
            <p:cNvCxnSpPr>
              <a:cxnSpLocks/>
              <a:stCxn id="122" idx="4"/>
              <a:endCxn id="133" idx="1"/>
            </p:cNvCxnSpPr>
            <p:nvPr/>
          </p:nvCxnSpPr>
          <p:spPr bwMode="gray">
            <a:xfrm>
              <a:off x="4070350" y="1818835"/>
              <a:ext cx="1284428" cy="2925722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xmlns="" id="{1E2C1145-CF69-4852-9AC8-80E0B980D5A5}"/>
                </a:ext>
              </a:extLst>
            </p:cNvPr>
            <p:cNvCxnSpPr>
              <a:cxnSpLocks/>
              <a:stCxn id="124" idx="6"/>
              <a:endCxn id="133" idx="1"/>
            </p:cNvCxnSpPr>
            <p:nvPr/>
          </p:nvCxnSpPr>
          <p:spPr bwMode="gray">
            <a:xfrm>
              <a:off x="2330450" y="3567785"/>
              <a:ext cx="3024328" cy="1176772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xmlns="" id="{95DC5E96-1275-4D60-90D4-329E65118463}"/>
                </a:ext>
              </a:extLst>
            </p:cNvPr>
            <p:cNvCxnSpPr>
              <a:cxnSpLocks/>
              <a:stCxn id="130" idx="7"/>
              <a:endCxn id="125" idx="2"/>
            </p:cNvCxnSpPr>
            <p:nvPr/>
          </p:nvCxnSpPr>
          <p:spPr bwMode="gray">
            <a:xfrm flipV="1">
              <a:off x="2797037" y="3567785"/>
              <a:ext cx="3000513" cy="1176772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0" name="文本框 149">
            <a:extLst>
              <a:ext uri="{FF2B5EF4-FFF2-40B4-BE49-F238E27FC236}">
                <a16:creationId xmlns:a16="http://schemas.microsoft.com/office/drawing/2014/main" xmlns="" id="{2975E17D-A75E-4AE2-AE57-44C6C110D2D1}"/>
              </a:ext>
            </a:extLst>
          </p:cNvPr>
          <p:cNvSpPr txBox="1"/>
          <p:nvPr/>
        </p:nvSpPr>
        <p:spPr bwMode="gray">
          <a:xfrm>
            <a:off x="5547706" y="4300603"/>
            <a:ext cx="1000595" cy="307777"/>
          </a:xfrm>
          <a:prstGeom prst="rect">
            <a:avLst/>
          </a:prstGeom>
          <a:solidFill>
            <a:srgbClr val="F6B78C"/>
          </a:solidFill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</a:t>
            </a:r>
          </a:p>
        </p:txBody>
      </p:sp>
      <p:pic>
        <p:nvPicPr>
          <p:cNvPr id="152" name="图片 151" descr="酒店-蓝.png">
            <a:extLst>
              <a:ext uri="{FF2B5EF4-FFF2-40B4-BE49-F238E27FC236}">
                <a16:creationId xmlns:a16="http://schemas.microsoft.com/office/drawing/2014/main" xmlns="" id="{DB2577CB-3B39-42F7-8285-281B8ECD7743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 bwMode="gray">
          <a:xfrm>
            <a:off x="4608295" y="5152772"/>
            <a:ext cx="466668" cy="389308"/>
          </a:xfrm>
          <a:prstGeom prst="rect">
            <a:avLst/>
          </a:prstGeom>
        </p:spPr>
      </p:pic>
      <p:pic>
        <p:nvPicPr>
          <p:cNvPr id="154" name="图片 153" descr="酒店-蓝.png">
            <a:extLst>
              <a:ext uri="{FF2B5EF4-FFF2-40B4-BE49-F238E27FC236}">
                <a16:creationId xmlns:a16="http://schemas.microsoft.com/office/drawing/2014/main" xmlns="" id="{62102C6E-AEEA-4C49-85A7-0AED62CAD60D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 bwMode="gray">
          <a:xfrm>
            <a:off x="7063383" y="5152772"/>
            <a:ext cx="466668" cy="389308"/>
          </a:xfrm>
          <a:prstGeom prst="rect">
            <a:avLst/>
          </a:prstGeom>
        </p:spPr>
      </p:pic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xmlns="" id="{3D131C81-41D4-4386-8D49-D4DFF7B6E1B8}"/>
              </a:ext>
            </a:extLst>
          </p:cNvPr>
          <p:cNvCxnSpPr>
            <a:cxnSpLocks/>
            <a:stCxn id="126" idx="3"/>
            <a:endCxn id="117" idx="1"/>
          </p:cNvCxnSpPr>
          <p:nvPr/>
        </p:nvCxnSpPr>
        <p:spPr bwMode="gray">
          <a:xfrm flipV="1">
            <a:off x="6463115" y="3641590"/>
            <a:ext cx="600268" cy="459301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xmlns="" id="{B9A8729D-780A-4A2A-86EA-C3F37B1FB76E}"/>
              </a:ext>
            </a:extLst>
          </p:cNvPr>
          <p:cNvCxnSpPr>
            <a:cxnSpLocks/>
            <a:stCxn id="130" idx="0"/>
            <a:endCxn id="152" idx="3"/>
          </p:cNvCxnSpPr>
          <p:nvPr/>
        </p:nvCxnSpPr>
        <p:spPr bwMode="gray">
          <a:xfrm flipH="1">
            <a:off x="5074963" y="4875827"/>
            <a:ext cx="507930" cy="471599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xmlns="" id="{70C54255-FDF9-4723-8F43-A0E63E17AEA4}"/>
              </a:ext>
            </a:extLst>
          </p:cNvPr>
          <p:cNvCxnSpPr>
            <a:cxnSpLocks/>
            <a:stCxn id="133" idx="4"/>
            <a:endCxn id="154" idx="1"/>
          </p:cNvCxnSpPr>
          <p:nvPr/>
        </p:nvCxnSpPr>
        <p:spPr bwMode="gray">
          <a:xfrm>
            <a:off x="6482603" y="4913494"/>
            <a:ext cx="580780" cy="433932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Can 9">
            <a:extLst>
              <a:ext uri="{FF2B5EF4-FFF2-40B4-BE49-F238E27FC236}">
                <a16:creationId xmlns:a16="http://schemas.microsoft.com/office/drawing/2014/main" xmlns="" id="{00F847F8-EE4B-4B44-9BC6-641997942770}"/>
              </a:ext>
            </a:extLst>
          </p:cNvPr>
          <p:cNvSpPr/>
          <p:nvPr/>
        </p:nvSpPr>
        <p:spPr bwMode="gray">
          <a:xfrm rot="5400000">
            <a:off x="5921404" y="2989413"/>
            <a:ext cx="253196" cy="1614471"/>
          </a:xfrm>
          <a:prstGeom prst="can">
            <a:avLst>
              <a:gd name="adj" fmla="val 40000"/>
            </a:avLst>
          </a:prstGeom>
          <a:solidFill>
            <a:srgbClr val="F4FBFE"/>
          </a:solidFill>
          <a:ln w="12700">
            <a:solidFill>
              <a:srgbClr val="99DF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7" name="Can 9">
            <a:extLst>
              <a:ext uri="{FF2B5EF4-FFF2-40B4-BE49-F238E27FC236}">
                <a16:creationId xmlns:a16="http://schemas.microsoft.com/office/drawing/2014/main" xmlns="" id="{B9BCFE92-58C0-40E2-9F94-3943F4317452}"/>
              </a:ext>
            </a:extLst>
          </p:cNvPr>
          <p:cNvSpPr/>
          <p:nvPr/>
        </p:nvSpPr>
        <p:spPr bwMode="gray">
          <a:xfrm rot="5400000">
            <a:off x="5921404" y="4309281"/>
            <a:ext cx="253196" cy="1614471"/>
          </a:xfrm>
          <a:prstGeom prst="can">
            <a:avLst>
              <a:gd name="adj" fmla="val 40000"/>
            </a:avLst>
          </a:prstGeom>
          <a:solidFill>
            <a:srgbClr val="F4FBFE"/>
          </a:solidFill>
          <a:ln w="12700">
            <a:solidFill>
              <a:srgbClr val="99DF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xmlns="" id="{627B1664-110D-462E-B677-EDE8F3A0DDC7}"/>
              </a:ext>
            </a:extLst>
          </p:cNvPr>
          <p:cNvSpPr txBox="1"/>
          <p:nvPr/>
        </p:nvSpPr>
        <p:spPr bwMode="gray">
          <a:xfrm>
            <a:off x="5609662" y="364891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L3VPN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xmlns="" id="{416B83BE-49E2-4E39-AB30-F3BDCB827041}"/>
              </a:ext>
            </a:extLst>
          </p:cNvPr>
          <p:cNvSpPr txBox="1"/>
          <p:nvPr/>
        </p:nvSpPr>
        <p:spPr bwMode="gray">
          <a:xfrm>
            <a:off x="5609662" y="4980274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L2VPN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8" name="梯形 187">
            <a:extLst>
              <a:ext uri="{FF2B5EF4-FFF2-40B4-BE49-F238E27FC236}">
                <a16:creationId xmlns:a16="http://schemas.microsoft.com/office/drawing/2014/main" xmlns="" id="{6B47D480-1F7C-4185-9F0D-F20CCF43B394}"/>
              </a:ext>
            </a:extLst>
          </p:cNvPr>
          <p:cNvSpPr/>
          <p:nvPr/>
        </p:nvSpPr>
        <p:spPr bwMode="gray">
          <a:xfrm>
            <a:off x="8498591" y="4799791"/>
            <a:ext cx="2639112" cy="881520"/>
          </a:xfrm>
          <a:prstGeom prst="trapezoid">
            <a:avLst>
              <a:gd name="adj" fmla="val 7573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B0F0">
                  <a:alpha val="26000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xmlns="" id="{BF984C49-C75C-4D2A-A763-2FCF3BEA86B1}"/>
              </a:ext>
            </a:extLst>
          </p:cNvPr>
          <p:cNvSpPr txBox="1"/>
          <p:nvPr/>
        </p:nvSpPr>
        <p:spPr bwMode="gray">
          <a:xfrm>
            <a:off x="9307466" y="537353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传输专线</a:t>
            </a:r>
          </a:p>
        </p:txBody>
      </p:sp>
      <p:grpSp>
        <p:nvGrpSpPr>
          <p:cNvPr id="198" name="组合 197">
            <a:extLst>
              <a:ext uri="{FF2B5EF4-FFF2-40B4-BE49-F238E27FC236}">
                <a16:creationId xmlns:a16="http://schemas.microsoft.com/office/drawing/2014/main" xmlns="" id="{763EB0DB-5509-4E8A-9381-76D94BCE70C4}"/>
              </a:ext>
            </a:extLst>
          </p:cNvPr>
          <p:cNvGrpSpPr/>
          <p:nvPr/>
        </p:nvGrpSpPr>
        <p:grpSpPr bwMode="gray">
          <a:xfrm>
            <a:off x="8202994" y="3879912"/>
            <a:ext cx="3327948" cy="1030703"/>
            <a:chOff x="8202994" y="4212412"/>
            <a:chExt cx="3327948" cy="1030703"/>
          </a:xfrm>
        </p:grpSpPr>
        <p:sp>
          <p:nvSpPr>
            <p:cNvPr id="190" name="梯形 189">
              <a:extLst>
                <a:ext uri="{FF2B5EF4-FFF2-40B4-BE49-F238E27FC236}">
                  <a16:creationId xmlns:a16="http://schemas.microsoft.com/office/drawing/2014/main" xmlns="" id="{0F192980-F26F-4458-A8FF-3D6BD9237755}"/>
                </a:ext>
              </a:extLst>
            </p:cNvPr>
            <p:cNvSpPr/>
            <p:nvPr/>
          </p:nvSpPr>
          <p:spPr bwMode="gray">
            <a:xfrm>
              <a:off x="8202994" y="4212412"/>
              <a:ext cx="3327948" cy="1030703"/>
            </a:xfrm>
            <a:prstGeom prst="trapezoid">
              <a:avLst>
                <a:gd name="adj" fmla="val 75739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00B0F0">
                    <a:alpha val="26000"/>
                  </a:srgbClr>
                </a:gs>
              </a:gsLst>
              <a:lin ang="5400000" scaled="1"/>
              <a:tileRect/>
            </a:gradFill>
            <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00B0F0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1" name="文本框 190">
              <a:extLst>
                <a:ext uri="{FF2B5EF4-FFF2-40B4-BE49-F238E27FC236}">
                  <a16:creationId xmlns:a16="http://schemas.microsoft.com/office/drawing/2014/main" xmlns="" id="{96705EBD-A364-4655-BC5D-FDDF8896749B}"/>
                </a:ext>
              </a:extLst>
            </p:cNvPr>
            <p:cNvSpPr txBox="1"/>
            <p:nvPr/>
          </p:nvSpPr>
          <p:spPr bwMode="gray">
            <a:xfrm>
              <a:off x="8976381" y="4890535"/>
              <a:ext cx="178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企业自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建</a:t>
              </a:r>
              <a:r>
                <a:rPr lang="en-US" altLang="zh-CN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</a:t>
              </a:r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承载网络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235" name="组合 234">
            <a:extLst>
              <a:ext uri="{FF2B5EF4-FFF2-40B4-BE49-F238E27FC236}">
                <a16:creationId xmlns:a16="http://schemas.microsoft.com/office/drawing/2014/main" xmlns="" id="{9D2873A2-A0F4-4F4C-B541-4AB32C1E892B}"/>
              </a:ext>
            </a:extLst>
          </p:cNvPr>
          <p:cNvGrpSpPr/>
          <p:nvPr/>
        </p:nvGrpSpPr>
        <p:grpSpPr bwMode="gray">
          <a:xfrm>
            <a:off x="8700632" y="3570039"/>
            <a:ext cx="2271204" cy="1621487"/>
            <a:chOff x="8691439" y="3922709"/>
            <a:chExt cx="2323375" cy="1658730"/>
          </a:xfrm>
        </p:grpSpPr>
        <p:pic>
          <p:nvPicPr>
            <p:cNvPr id="192" name="图片 191">
              <a:extLst>
                <a:ext uri="{FF2B5EF4-FFF2-40B4-BE49-F238E27FC236}">
                  <a16:creationId xmlns:a16="http://schemas.microsoft.com/office/drawing/2014/main" xmlns="" id="{EFB50A6C-AC8E-4B10-B328-BEE6153A4D33}"/>
                </a:ext>
              </a:extLst>
            </p:cNvPr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8691439" y="4252686"/>
              <a:ext cx="360645" cy="293031"/>
            </a:xfrm>
            <a:prstGeom prst="rect">
              <a:avLst/>
            </a:prstGeom>
          </p:spPr>
        </p:pic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xmlns="" id="{041F205F-1BF9-41BD-96F8-2A8F4914DDBF}"/>
                </a:ext>
              </a:extLst>
            </p:cNvPr>
            <p:cNvGrpSpPr/>
            <p:nvPr/>
          </p:nvGrpSpPr>
          <p:grpSpPr bwMode="gray">
            <a:xfrm>
              <a:off x="9345682" y="3922709"/>
              <a:ext cx="360645" cy="916421"/>
              <a:chOff x="9326151" y="3922709"/>
              <a:chExt cx="360645" cy="916421"/>
            </a:xfrm>
          </p:grpSpPr>
          <p:pic>
            <p:nvPicPr>
              <p:cNvPr id="193" name="图片 192">
                <a:extLst>
                  <a:ext uri="{FF2B5EF4-FFF2-40B4-BE49-F238E27FC236}">
                    <a16:creationId xmlns:a16="http://schemas.microsoft.com/office/drawing/2014/main" xmlns="" id="{336B2684-703B-4238-B6F2-A98AFC738DDF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326151" y="3922709"/>
                <a:ext cx="360645" cy="293032"/>
              </a:xfrm>
              <a:prstGeom prst="rect">
                <a:avLst/>
              </a:prstGeom>
            </p:spPr>
          </p:pic>
          <p:pic>
            <p:nvPicPr>
              <p:cNvPr id="194" name="图片 193">
                <a:extLst>
                  <a:ext uri="{FF2B5EF4-FFF2-40B4-BE49-F238E27FC236}">
                    <a16:creationId xmlns:a16="http://schemas.microsoft.com/office/drawing/2014/main" xmlns="" id="{0A53AF18-5A69-4081-8F3E-F4BB85F24127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326151" y="4546099"/>
                <a:ext cx="360645" cy="293031"/>
              </a:xfrm>
              <a:prstGeom prst="rect">
                <a:avLst/>
              </a:prstGeom>
            </p:spPr>
          </p:pic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xmlns="" id="{904588E5-CD55-4F4D-AD43-7EE1127CD38E}"/>
                </a:ext>
              </a:extLst>
            </p:cNvPr>
            <p:cNvGrpSpPr/>
            <p:nvPr/>
          </p:nvGrpSpPr>
          <p:grpSpPr bwMode="gray">
            <a:xfrm>
              <a:off x="9999925" y="3922711"/>
              <a:ext cx="360645" cy="916422"/>
              <a:chOff x="9930024" y="3922711"/>
              <a:chExt cx="360645" cy="916422"/>
            </a:xfrm>
          </p:grpSpPr>
          <p:pic>
            <p:nvPicPr>
              <p:cNvPr id="195" name="图片 194">
                <a:extLst>
                  <a:ext uri="{FF2B5EF4-FFF2-40B4-BE49-F238E27FC236}">
                    <a16:creationId xmlns:a16="http://schemas.microsoft.com/office/drawing/2014/main" xmlns="" id="{33A81FD8-F179-4F25-B828-AF993C2AEBC6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930024" y="3922711"/>
                <a:ext cx="360645" cy="293031"/>
              </a:xfrm>
              <a:prstGeom prst="rect">
                <a:avLst/>
              </a:prstGeom>
            </p:spPr>
          </p:pic>
          <p:pic>
            <p:nvPicPr>
              <p:cNvPr id="196" name="图片 195">
                <a:extLst>
                  <a:ext uri="{FF2B5EF4-FFF2-40B4-BE49-F238E27FC236}">
                    <a16:creationId xmlns:a16="http://schemas.microsoft.com/office/drawing/2014/main" xmlns="" id="{07100FFB-002A-4C25-969F-DFF4A7912B70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930024" y="4546102"/>
                <a:ext cx="360645" cy="293031"/>
              </a:xfrm>
              <a:prstGeom prst="rect">
                <a:avLst/>
              </a:prstGeom>
            </p:spPr>
          </p:pic>
        </p:grpSp>
        <p:pic>
          <p:nvPicPr>
            <p:cNvPr id="197" name="图片 196">
              <a:extLst>
                <a:ext uri="{FF2B5EF4-FFF2-40B4-BE49-F238E27FC236}">
                  <a16:creationId xmlns:a16="http://schemas.microsoft.com/office/drawing/2014/main" xmlns="" id="{1823024E-3066-45DC-94E4-3FBE7193FA73}"/>
                </a:ext>
              </a:extLst>
            </p:cNvPr>
            <p:cNvPicPr>
              <a:picLocks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0654169" y="4252686"/>
              <a:ext cx="360645" cy="293031"/>
            </a:xfrm>
            <a:prstGeom prst="rect">
              <a:avLst/>
            </a:prstGeom>
          </p:spPr>
        </p:pic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xmlns="" id="{DD48528B-FDAF-4337-95D0-6E64B485EA2B}"/>
                </a:ext>
              </a:extLst>
            </p:cNvPr>
            <p:cNvCxnSpPr>
              <a:cxnSpLocks/>
              <a:stCxn id="193" idx="1"/>
              <a:endCxn id="192" idx="3"/>
            </p:cNvCxnSpPr>
            <p:nvPr/>
          </p:nvCxnSpPr>
          <p:spPr bwMode="gray">
            <a:xfrm flipH="1">
              <a:off x="9052084" y="4069225"/>
              <a:ext cx="293598" cy="329977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xmlns="" id="{3FE81F2F-1B33-487F-8238-0EC562B9AC1D}"/>
                </a:ext>
              </a:extLst>
            </p:cNvPr>
            <p:cNvCxnSpPr>
              <a:cxnSpLocks/>
              <a:stCxn id="193" idx="3"/>
              <a:endCxn id="195" idx="1"/>
            </p:cNvCxnSpPr>
            <p:nvPr/>
          </p:nvCxnSpPr>
          <p:spPr bwMode="gray">
            <a:xfrm>
              <a:off x="9706327" y="4069225"/>
              <a:ext cx="293599" cy="2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xmlns="" id="{BD434BE9-20B0-408A-A2F1-518356D2B5E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9706327" y="4655747"/>
              <a:ext cx="293598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xmlns="" id="{487F904A-AED7-4E0B-8EBA-8FA0765E76D0}"/>
                </a:ext>
              </a:extLst>
            </p:cNvPr>
            <p:cNvCxnSpPr>
              <a:cxnSpLocks/>
              <a:endCxn id="194" idx="1"/>
            </p:cNvCxnSpPr>
            <p:nvPr/>
          </p:nvCxnSpPr>
          <p:spPr bwMode="gray">
            <a:xfrm>
              <a:off x="9081509" y="4435783"/>
              <a:ext cx="264173" cy="256835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xmlns="" id="{1D5DD04E-09EC-4B9A-994B-7F615DA9B367}"/>
                </a:ext>
              </a:extLst>
            </p:cNvPr>
            <p:cNvCxnSpPr>
              <a:cxnSpLocks/>
              <a:stCxn id="197" idx="1"/>
            </p:cNvCxnSpPr>
            <p:nvPr/>
          </p:nvCxnSpPr>
          <p:spPr bwMode="gray">
            <a:xfrm flipH="1" flipV="1">
              <a:off x="10360571" y="4100892"/>
              <a:ext cx="293598" cy="29831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xmlns="" id="{EE966C30-4436-427E-80F3-16988EC90621}"/>
                </a:ext>
              </a:extLst>
            </p:cNvPr>
            <p:cNvCxnSpPr>
              <a:cxnSpLocks/>
              <a:endCxn id="196" idx="3"/>
            </p:cNvCxnSpPr>
            <p:nvPr/>
          </p:nvCxnSpPr>
          <p:spPr bwMode="gray">
            <a:xfrm flipH="1">
              <a:off x="10360570" y="4465357"/>
              <a:ext cx="291586" cy="22726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xmlns="" id="{8161718A-D53D-4685-B421-B7053FAC36CE}"/>
                </a:ext>
              </a:extLst>
            </p:cNvPr>
            <p:cNvCxnSpPr>
              <a:cxnSpLocks/>
              <a:stCxn id="193" idx="2"/>
              <a:endCxn id="194" idx="0"/>
            </p:cNvCxnSpPr>
            <p:nvPr/>
          </p:nvCxnSpPr>
          <p:spPr bwMode="gray">
            <a:xfrm>
              <a:off x="9526004" y="4215741"/>
              <a:ext cx="0" cy="330358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xmlns="" id="{EEAE8813-E76F-4D0E-92F3-F4F2A2FD6BB0}"/>
                </a:ext>
              </a:extLst>
            </p:cNvPr>
            <p:cNvCxnSpPr>
              <a:cxnSpLocks/>
              <a:stCxn id="195" idx="2"/>
              <a:endCxn id="196" idx="0"/>
            </p:cNvCxnSpPr>
            <p:nvPr/>
          </p:nvCxnSpPr>
          <p:spPr bwMode="gray">
            <a:xfrm>
              <a:off x="10180248" y="4215742"/>
              <a:ext cx="0" cy="33036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>
              <a:extLst>
                <a:ext uri="{FF2B5EF4-FFF2-40B4-BE49-F238E27FC236}">
                  <a16:creationId xmlns:a16="http://schemas.microsoft.com/office/drawing/2014/main" xmlns="" id="{91040939-6BA0-41F6-909F-785340EC6BCF}"/>
                </a:ext>
              </a:extLst>
            </p:cNvPr>
            <p:cNvCxnSpPr>
              <a:cxnSpLocks/>
              <a:stCxn id="243" idx="2"/>
              <a:endCxn id="255" idx="1"/>
            </p:cNvCxnSpPr>
            <p:nvPr/>
          </p:nvCxnSpPr>
          <p:spPr bwMode="gray">
            <a:xfrm flipV="1">
              <a:off x="9474267" y="5580648"/>
              <a:ext cx="666912" cy="79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Group 69">
            <a:extLst>
              <a:ext uri="{FF2B5EF4-FFF2-40B4-BE49-F238E27FC236}">
                <a16:creationId xmlns:a16="http://schemas.microsoft.com/office/drawing/2014/main" xmlns="" id="{97F2D451-D457-4556-8B1F-E6A32C95F23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252686" y="5054214"/>
            <a:ext cx="325213" cy="270495"/>
            <a:chOff x="2565" y="1898"/>
            <a:chExt cx="630" cy="524"/>
          </a:xfrm>
        </p:grpSpPr>
        <p:sp>
          <p:nvSpPr>
            <p:cNvPr id="237" name="AutoShape 68">
              <a:extLst>
                <a:ext uri="{FF2B5EF4-FFF2-40B4-BE49-F238E27FC236}">
                  <a16:creationId xmlns:a16="http://schemas.microsoft.com/office/drawing/2014/main" xmlns="" id="{6677A271-D5AF-49BC-B554-124C2D68929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gray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8" name="Freeform 70">
              <a:extLst>
                <a:ext uri="{FF2B5EF4-FFF2-40B4-BE49-F238E27FC236}">
                  <a16:creationId xmlns:a16="http://schemas.microsoft.com/office/drawing/2014/main" xmlns="" id="{E9A1B2BF-D858-4611-AA66-6DD49A14E534}"/>
                </a:ext>
              </a:extLst>
            </p:cNvPr>
            <p:cNvSpPr>
              <a:spLocks/>
            </p:cNvSpPr>
            <p:nvPr/>
          </p:nvSpPr>
          <p:spPr bwMode="gray">
            <a:xfrm>
              <a:off x="2567" y="1901"/>
              <a:ext cx="628" cy="521"/>
            </a:xfrm>
            <a:custGeom>
              <a:avLst/>
              <a:gdLst>
                <a:gd name="T0" fmla="*/ 263 w 263"/>
                <a:gd name="T1" fmla="*/ 195 h 218"/>
                <a:gd name="T2" fmla="*/ 240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40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40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9" name="Freeform 71">
              <a:extLst>
                <a:ext uri="{FF2B5EF4-FFF2-40B4-BE49-F238E27FC236}">
                  <a16:creationId xmlns:a16="http://schemas.microsoft.com/office/drawing/2014/main" xmlns="" id="{C2AC8535-79F7-4026-A997-C0548C29E70F}"/>
                </a:ext>
              </a:extLst>
            </p:cNvPr>
            <p:cNvSpPr>
              <a:spLocks/>
            </p:cNvSpPr>
            <p:nvPr/>
          </p:nvSpPr>
          <p:spPr bwMode="gray">
            <a:xfrm>
              <a:off x="3011" y="1979"/>
              <a:ext cx="77" cy="362"/>
            </a:xfrm>
            <a:custGeom>
              <a:avLst/>
              <a:gdLst>
                <a:gd name="T0" fmla="*/ 0 w 77"/>
                <a:gd name="T1" fmla="*/ 362 h 362"/>
                <a:gd name="T2" fmla="*/ 77 w 77"/>
                <a:gd name="T3" fmla="*/ 309 h 362"/>
                <a:gd name="T4" fmla="*/ 77 w 77"/>
                <a:gd name="T5" fmla="*/ 55 h 362"/>
                <a:gd name="T6" fmla="*/ 0 w 77"/>
                <a:gd name="T7" fmla="*/ 0 h 362"/>
                <a:gd name="T8" fmla="*/ 0 w 77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362">
                  <a:moveTo>
                    <a:pt x="0" y="362"/>
                  </a:moveTo>
                  <a:lnTo>
                    <a:pt x="77" y="309"/>
                  </a:lnTo>
                  <a:lnTo>
                    <a:pt x="77" y="55"/>
                  </a:lnTo>
                  <a:lnTo>
                    <a:pt x="0" y="0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0" name="Freeform 72">
              <a:extLst>
                <a:ext uri="{FF2B5EF4-FFF2-40B4-BE49-F238E27FC236}">
                  <a16:creationId xmlns:a16="http://schemas.microsoft.com/office/drawing/2014/main" xmlns="" id="{64534911-2E77-4702-A92F-EF956F368498}"/>
                </a:ext>
              </a:extLst>
            </p:cNvPr>
            <p:cNvSpPr>
              <a:spLocks/>
            </p:cNvSpPr>
            <p:nvPr/>
          </p:nvSpPr>
          <p:spPr bwMode="gray">
            <a:xfrm>
              <a:off x="2675" y="1979"/>
              <a:ext cx="76" cy="362"/>
            </a:xfrm>
            <a:custGeom>
              <a:avLst/>
              <a:gdLst>
                <a:gd name="T0" fmla="*/ 76 w 76"/>
                <a:gd name="T1" fmla="*/ 362 h 362"/>
                <a:gd name="T2" fmla="*/ 0 w 76"/>
                <a:gd name="T3" fmla="*/ 309 h 362"/>
                <a:gd name="T4" fmla="*/ 0 w 76"/>
                <a:gd name="T5" fmla="*/ 55 h 362"/>
                <a:gd name="T6" fmla="*/ 76 w 76"/>
                <a:gd name="T7" fmla="*/ 0 h 362"/>
                <a:gd name="T8" fmla="*/ 76 w 76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362">
                  <a:moveTo>
                    <a:pt x="76" y="362"/>
                  </a:moveTo>
                  <a:lnTo>
                    <a:pt x="0" y="309"/>
                  </a:lnTo>
                  <a:lnTo>
                    <a:pt x="0" y="55"/>
                  </a:lnTo>
                  <a:lnTo>
                    <a:pt x="76" y="0"/>
                  </a:lnTo>
                  <a:lnTo>
                    <a:pt x="76" y="3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1" name="Freeform 73">
              <a:extLst>
                <a:ext uri="{FF2B5EF4-FFF2-40B4-BE49-F238E27FC236}">
                  <a16:creationId xmlns:a16="http://schemas.microsoft.com/office/drawing/2014/main" xmlns="" id="{8CEE4D81-2D3D-4B08-A20A-7D31F0ED2854}"/>
                </a:ext>
              </a:extLst>
            </p:cNvPr>
            <p:cNvSpPr>
              <a:spLocks/>
            </p:cNvSpPr>
            <p:nvPr/>
          </p:nvSpPr>
          <p:spPr bwMode="gray">
            <a:xfrm>
              <a:off x="2942" y="2025"/>
              <a:ext cx="36" cy="74"/>
            </a:xfrm>
            <a:custGeom>
              <a:avLst/>
              <a:gdLst>
                <a:gd name="T0" fmla="*/ 0 w 36"/>
                <a:gd name="T1" fmla="*/ 74 h 74"/>
                <a:gd name="T2" fmla="*/ 0 w 36"/>
                <a:gd name="T3" fmla="*/ 0 h 74"/>
                <a:gd name="T4" fmla="*/ 36 w 36"/>
                <a:gd name="T5" fmla="*/ 38 h 74"/>
                <a:gd name="T6" fmla="*/ 0 w 36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0" y="74"/>
                  </a:moveTo>
                  <a:lnTo>
                    <a:pt x="0" y="0"/>
                  </a:lnTo>
                  <a:lnTo>
                    <a:pt x="36" y="3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2" name="Rectangle 74">
              <a:extLst>
                <a:ext uri="{FF2B5EF4-FFF2-40B4-BE49-F238E27FC236}">
                  <a16:creationId xmlns:a16="http://schemas.microsoft.com/office/drawing/2014/main" xmlns="" id="{01DBD22C-2E61-451D-89E4-117A099D30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7" y="2046"/>
              <a:ext cx="160" cy="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3" name="Freeform 75">
              <a:extLst>
                <a:ext uri="{FF2B5EF4-FFF2-40B4-BE49-F238E27FC236}">
                  <a16:creationId xmlns:a16="http://schemas.microsoft.com/office/drawing/2014/main" xmlns="" id="{866CA2D2-615F-4099-BE5E-E44496FC9E13}"/>
                </a:ext>
              </a:extLst>
            </p:cNvPr>
            <p:cNvSpPr>
              <a:spLocks/>
            </p:cNvSpPr>
            <p:nvPr/>
          </p:nvSpPr>
          <p:spPr bwMode="gray">
            <a:xfrm>
              <a:off x="2942" y="2125"/>
              <a:ext cx="36" cy="75"/>
            </a:xfrm>
            <a:custGeom>
              <a:avLst/>
              <a:gdLst>
                <a:gd name="T0" fmla="*/ 0 w 36"/>
                <a:gd name="T1" fmla="*/ 75 h 75"/>
                <a:gd name="T2" fmla="*/ 0 w 36"/>
                <a:gd name="T3" fmla="*/ 0 h 75"/>
                <a:gd name="T4" fmla="*/ 36 w 36"/>
                <a:gd name="T5" fmla="*/ 39 h 75"/>
                <a:gd name="T6" fmla="*/ 0 w 36"/>
                <a:gd name="T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5">
                  <a:moveTo>
                    <a:pt x="0" y="75"/>
                  </a:moveTo>
                  <a:lnTo>
                    <a:pt x="0" y="0"/>
                  </a:lnTo>
                  <a:lnTo>
                    <a:pt x="36" y="39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4" name="Rectangle 76">
              <a:extLst>
                <a:ext uri="{FF2B5EF4-FFF2-40B4-BE49-F238E27FC236}">
                  <a16:creationId xmlns:a16="http://schemas.microsoft.com/office/drawing/2014/main" xmlns="" id="{0498C013-EA77-459F-99FB-DCA37B95F83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7" y="2147"/>
              <a:ext cx="16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5" name="Freeform 77">
              <a:extLst>
                <a:ext uri="{FF2B5EF4-FFF2-40B4-BE49-F238E27FC236}">
                  <a16:creationId xmlns:a16="http://schemas.microsoft.com/office/drawing/2014/main" xmlns="" id="{C1EE1C3A-56CE-4029-8BB7-AF0F35C748E8}"/>
                </a:ext>
              </a:extLst>
            </p:cNvPr>
            <p:cNvSpPr>
              <a:spLocks/>
            </p:cNvSpPr>
            <p:nvPr/>
          </p:nvSpPr>
          <p:spPr bwMode="gray">
            <a:xfrm>
              <a:off x="2942" y="2226"/>
              <a:ext cx="36" cy="74"/>
            </a:xfrm>
            <a:custGeom>
              <a:avLst/>
              <a:gdLst>
                <a:gd name="T0" fmla="*/ 0 w 36"/>
                <a:gd name="T1" fmla="*/ 74 h 74"/>
                <a:gd name="T2" fmla="*/ 0 w 36"/>
                <a:gd name="T3" fmla="*/ 0 h 74"/>
                <a:gd name="T4" fmla="*/ 36 w 36"/>
                <a:gd name="T5" fmla="*/ 38 h 74"/>
                <a:gd name="T6" fmla="*/ 0 w 36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0" y="74"/>
                  </a:moveTo>
                  <a:lnTo>
                    <a:pt x="0" y="0"/>
                  </a:lnTo>
                  <a:lnTo>
                    <a:pt x="36" y="3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6" name="Rectangle 78">
              <a:extLst>
                <a:ext uri="{FF2B5EF4-FFF2-40B4-BE49-F238E27FC236}">
                  <a16:creationId xmlns:a16="http://schemas.microsoft.com/office/drawing/2014/main" xmlns="" id="{F8F5E63D-FD4B-4290-9FC1-E17E547730B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7" y="2247"/>
              <a:ext cx="16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247" name="Group 69">
            <a:extLst>
              <a:ext uri="{FF2B5EF4-FFF2-40B4-BE49-F238E27FC236}">
                <a16:creationId xmlns:a16="http://schemas.microsoft.com/office/drawing/2014/main" xmlns="" id="{2631EF78-8EE9-49F2-8E50-D60DBA33E09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003220" y="5054214"/>
            <a:ext cx="325213" cy="270495"/>
            <a:chOff x="2565" y="1898"/>
            <a:chExt cx="630" cy="524"/>
          </a:xfrm>
        </p:grpSpPr>
        <p:sp>
          <p:nvSpPr>
            <p:cNvPr id="248" name="AutoShape 68">
              <a:extLst>
                <a:ext uri="{FF2B5EF4-FFF2-40B4-BE49-F238E27FC236}">
                  <a16:creationId xmlns:a16="http://schemas.microsoft.com/office/drawing/2014/main" xmlns="" id="{BCBE3C85-1CD5-4F85-9B53-B9B8C693FBC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gray">
            <a:xfrm>
              <a:off x="2565" y="1898"/>
              <a:ext cx="630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9" name="Freeform 70">
              <a:extLst>
                <a:ext uri="{FF2B5EF4-FFF2-40B4-BE49-F238E27FC236}">
                  <a16:creationId xmlns:a16="http://schemas.microsoft.com/office/drawing/2014/main" xmlns="" id="{94F8429C-93E9-4A8E-AC61-7D368D23832A}"/>
                </a:ext>
              </a:extLst>
            </p:cNvPr>
            <p:cNvSpPr>
              <a:spLocks/>
            </p:cNvSpPr>
            <p:nvPr/>
          </p:nvSpPr>
          <p:spPr bwMode="gray">
            <a:xfrm>
              <a:off x="2567" y="1901"/>
              <a:ext cx="628" cy="521"/>
            </a:xfrm>
            <a:custGeom>
              <a:avLst/>
              <a:gdLst>
                <a:gd name="T0" fmla="*/ 263 w 263"/>
                <a:gd name="T1" fmla="*/ 195 h 218"/>
                <a:gd name="T2" fmla="*/ 240 w 263"/>
                <a:gd name="T3" fmla="*/ 218 h 218"/>
                <a:gd name="T4" fmla="*/ 24 w 263"/>
                <a:gd name="T5" fmla="*/ 218 h 218"/>
                <a:gd name="T6" fmla="*/ 0 w 263"/>
                <a:gd name="T7" fmla="*/ 195 h 218"/>
                <a:gd name="T8" fmla="*/ 0 w 263"/>
                <a:gd name="T9" fmla="*/ 24 h 218"/>
                <a:gd name="T10" fmla="*/ 24 w 263"/>
                <a:gd name="T11" fmla="*/ 0 h 218"/>
                <a:gd name="T12" fmla="*/ 240 w 263"/>
                <a:gd name="T13" fmla="*/ 0 h 218"/>
                <a:gd name="T14" fmla="*/ 263 w 263"/>
                <a:gd name="T15" fmla="*/ 24 h 218"/>
                <a:gd name="T16" fmla="*/ 263 w 263"/>
                <a:gd name="T17" fmla="*/ 195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3" h="218">
                  <a:moveTo>
                    <a:pt x="263" y="195"/>
                  </a:moveTo>
                  <a:cubicBezTo>
                    <a:pt x="263" y="208"/>
                    <a:pt x="253" y="218"/>
                    <a:pt x="240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0" y="218"/>
                    <a:pt x="0" y="208"/>
                    <a:pt x="0" y="19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0"/>
                    <a:pt x="10" y="0"/>
                    <a:pt x="24" y="0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3" y="0"/>
                    <a:pt x="263" y="10"/>
                    <a:pt x="263" y="24"/>
                  </a:cubicBezTo>
                  <a:cubicBezTo>
                    <a:pt x="263" y="195"/>
                    <a:pt x="263" y="195"/>
                    <a:pt x="263" y="195"/>
                  </a:cubicBezTo>
                </a:path>
              </a:pathLst>
            </a:custGeom>
            <a:solidFill>
              <a:srgbClr val="0C6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0" name="Freeform 71">
              <a:extLst>
                <a:ext uri="{FF2B5EF4-FFF2-40B4-BE49-F238E27FC236}">
                  <a16:creationId xmlns:a16="http://schemas.microsoft.com/office/drawing/2014/main" xmlns="" id="{2793C96E-4727-4F8C-A344-4507D3696A81}"/>
                </a:ext>
              </a:extLst>
            </p:cNvPr>
            <p:cNvSpPr>
              <a:spLocks/>
            </p:cNvSpPr>
            <p:nvPr/>
          </p:nvSpPr>
          <p:spPr bwMode="gray">
            <a:xfrm>
              <a:off x="3011" y="1979"/>
              <a:ext cx="77" cy="362"/>
            </a:xfrm>
            <a:custGeom>
              <a:avLst/>
              <a:gdLst>
                <a:gd name="T0" fmla="*/ 0 w 77"/>
                <a:gd name="T1" fmla="*/ 362 h 362"/>
                <a:gd name="T2" fmla="*/ 77 w 77"/>
                <a:gd name="T3" fmla="*/ 309 h 362"/>
                <a:gd name="T4" fmla="*/ 77 w 77"/>
                <a:gd name="T5" fmla="*/ 55 h 362"/>
                <a:gd name="T6" fmla="*/ 0 w 77"/>
                <a:gd name="T7" fmla="*/ 0 h 362"/>
                <a:gd name="T8" fmla="*/ 0 w 77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362">
                  <a:moveTo>
                    <a:pt x="0" y="362"/>
                  </a:moveTo>
                  <a:lnTo>
                    <a:pt x="77" y="309"/>
                  </a:lnTo>
                  <a:lnTo>
                    <a:pt x="77" y="55"/>
                  </a:lnTo>
                  <a:lnTo>
                    <a:pt x="0" y="0"/>
                  </a:lnTo>
                  <a:lnTo>
                    <a:pt x="0" y="3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1" name="Freeform 72">
              <a:extLst>
                <a:ext uri="{FF2B5EF4-FFF2-40B4-BE49-F238E27FC236}">
                  <a16:creationId xmlns:a16="http://schemas.microsoft.com/office/drawing/2014/main" xmlns="" id="{D9A5A510-8F6E-4D1B-BE43-755BEA380710}"/>
                </a:ext>
              </a:extLst>
            </p:cNvPr>
            <p:cNvSpPr>
              <a:spLocks/>
            </p:cNvSpPr>
            <p:nvPr/>
          </p:nvSpPr>
          <p:spPr bwMode="gray">
            <a:xfrm>
              <a:off x="2675" y="1979"/>
              <a:ext cx="76" cy="362"/>
            </a:xfrm>
            <a:custGeom>
              <a:avLst/>
              <a:gdLst>
                <a:gd name="T0" fmla="*/ 76 w 76"/>
                <a:gd name="T1" fmla="*/ 362 h 362"/>
                <a:gd name="T2" fmla="*/ 0 w 76"/>
                <a:gd name="T3" fmla="*/ 309 h 362"/>
                <a:gd name="T4" fmla="*/ 0 w 76"/>
                <a:gd name="T5" fmla="*/ 55 h 362"/>
                <a:gd name="T6" fmla="*/ 76 w 76"/>
                <a:gd name="T7" fmla="*/ 0 h 362"/>
                <a:gd name="T8" fmla="*/ 76 w 76"/>
                <a:gd name="T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362">
                  <a:moveTo>
                    <a:pt x="76" y="362"/>
                  </a:moveTo>
                  <a:lnTo>
                    <a:pt x="0" y="309"/>
                  </a:lnTo>
                  <a:lnTo>
                    <a:pt x="0" y="55"/>
                  </a:lnTo>
                  <a:lnTo>
                    <a:pt x="76" y="0"/>
                  </a:lnTo>
                  <a:lnTo>
                    <a:pt x="76" y="3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2" name="Freeform 73">
              <a:extLst>
                <a:ext uri="{FF2B5EF4-FFF2-40B4-BE49-F238E27FC236}">
                  <a16:creationId xmlns:a16="http://schemas.microsoft.com/office/drawing/2014/main" xmlns="" id="{23616306-AF81-4C38-8ABD-C0BADE2EFCF3}"/>
                </a:ext>
              </a:extLst>
            </p:cNvPr>
            <p:cNvSpPr>
              <a:spLocks/>
            </p:cNvSpPr>
            <p:nvPr/>
          </p:nvSpPr>
          <p:spPr bwMode="gray">
            <a:xfrm>
              <a:off x="2942" y="2025"/>
              <a:ext cx="36" cy="74"/>
            </a:xfrm>
            <a:custGeom>
              <a:avLst/>
              <a:gdLst>
                <a:gd name="T0" fmla="*/ 0 w 36"/>
                <a:gd name="T1" fmla="*/ 74 h 74"/>
                <a:gd name="T2" fmla="*/ 0 w 36"/>
                <a:gd name="T3" fmla="*/ 0 h 74"/>
                <a:gd name="T4" fmla="*/ 36 w 36"/>
                <a:gd name="T5" fmla="*/ 38 h 74"/>
                <a:gd name="T6" fmla="*/ 0 w 36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0" y="74"/>
                  </a:moveTo>
                  <a:lnTo>
                    <a:pt x="0" y="0"/>
                  </a:lnTo>
                  <a:lnTo>
                    <a:pt x="36" y="3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3" name="Rectangle 74">
              <a:extLst>
                <a:ext uri="{FF2B5EF4-FFF2-40B4-BE49-F238E27FC236}">
                  <a16:creationId xmlns:a16="http://schemas.microsoft.com/office/drawing/2014/main" xmlns="" id="{F6C7C6D7-9FCA-4590-BD70-8438EAD932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7" y="2046"/>
              <a:ext cx="160" cy="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4" name="Freeform 75">
              <a:extLst>
                <a:ext uri="{FF2B5EF4-FFF2-40B4-BE49-F238E27FC236}">
                  <a16:creationId xmlns:a16="http://schemas.microsoft.com/office/drawing/2014/main" xmlns="" id="{9DFE8DD7-BAE9-424E-A1CB-65933182CE35}"/>
                </a:ext>
              </a:extLst>
            </p:cNvPr>
            <p:cNvSpPr>
              <a:spLocks/>
            </p:cNvSpPr>
            <p:nvPr/>
          </p:nvSpPr>
          <p:spPr bwMode="gray">
            <a:xfrm>
              <a:off x="2942" y="2125"/>
              <a:ext cx="36" cy="75"/>
            </a:xfrm>
            <a:custGeom>
              <a:avLst/>
              <a:gdLst>
                <a:gd name="T0" fmla="*/ 0 w 36"/>
                <a:gd name="T1" fmla="*/ 75 h 75"/>
                <a:gd name="T2" fmla="*/ 0 w 36"/>
                <a:gd name="T3" fmla="*/ 0 h 75"/>
                <a:gd name="T4" fmla="*/ 36 w 36"/>
                <a:gd name="T5" fmla="*/ 39 h 75"/>
                <a:gd name="T6" fmla="*/ 0 w 36"/>
                <a:gd name="T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5">
                  <a:moveTo>
                    <a:pt x="0" y="75"/>
                  </a:moveTo>
                  <a:lnTo>
                    <a:pt x="0" y="0"/>
                  </a:lnTo>
                  <a:lnTo>
                    <a:pt x="36" y="39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5" name="Rectangle 76">
              <a:extLst>
                <a:ext uri="{FF2B5EF4-FFF2-40B4-BE49-F238E27FC236}">
                  <a16:creationId xmlns:a16="http://schemas.microsoft.com/office/drawing/2014/main" xmlns="" id="{91BE1109-8836-4AC7-B69F-99A4B14A472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7" y="2147"/>
              <a:ext cx="16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6" name="Freeform 77">
              <a:extLst>
                <a:ext uri="{FF2B5EF4-FFF2-40B4-BE49-F238E27FC236}">
                  <a16:creationId xmlns:a16="http://schemas.microsoft.com/office/drawing/2014/main" xmlns="" id="{E7126C0D-F344-4E8A-B805-96BC90918A36}"/>
                </a:ext>
              </a:extLst>
            </p:cNvPr>
            <p:cNvSpPr>
              <a:spLocks/>
            </p:cNvSpPr>
            <p:nvPr/>
          </p:nvSpPr>
          <p:spPr bwMode="gray">
            <a:xfrm>
              <a:off x="2942" y="2226"/>
              <a:ext cx="36" cy="74"/>
            </a:xfrm>
            <a:custGeom>
              <a:avLst/>
              <a:gdLst>
                <a:gd name="T0" fmla="*/ 0 w 36"/>
                <a:gd name="T1" fmla="*/ 74 h 74"/>
                <a:gd name="T2" fmla="*/ 0 w 36"/>
                <a:gd name="T3" fmla="*/ 0 h 74"/>
                <a:gd name="T4" fmla="*/ 36 w 36"/>
                <a:gd name="T5" fmla="*/ 38 h 74"/>
                <a:gd name="T6" fmla="*/ 0 w 36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74">
                  <a:moveTo>
                    <a:pt x="0" y="74"/>
                  </a:moveTo>
                  <a:lnTo>
                    <a:pt x="0" y="0"/>
                  </a:lnTo>
                  <a:lnTo>
                    <a:pt x="36" y="38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7" name="Rectangle 78">
              <a:extLst>
                <a:ext uri="{FF2B5EF4-FFF2-40B4-BE49-F238E27FC236}">
                  <a16:creationId xmlns:a16="http://schemas.microsoft.com/office/drawing/2014/main" xmlns="" id="{0E68C829-7AE4-4E81-BFCA-ABF5B7F41CF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87" y="2247"/>
              <a:ext cx="160" cy="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xmlns="" id="{B3509705-E96A-4D88-B436-D2E9A6C077D6}"/>
              </a:ext>
            </a:extLst>
          </p:cNvPr>
          <p:cNvSpPr txBox="1"/>
          <p:nvPr/>
        </p:nvSpPr>
        <p:spPr bwMode="gray">
          <a:xfrm>
            <a:off x="470492" y="427634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拨号连接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xmlns="" id="{EE4C54A0-AC3C-43E7-AD5C-539E0C8E2D44}"/>
              </a:ext>
            </a:extLst>
          </p:cNvPr>
          <p:cNvSpPr txBox="1"/>
          <p:nvPr/>
        </p:nvSpPr>
        <p:spPr bwMode="gray">
          <a:xfrm>
            <a:off x="1630990" y="4276348"/>
            <a:ext cx="13900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xDSL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xPON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xmlns="" id="{DE1C7757-6C9B-47D4-94B1-827C40B162D4}"/>
              </a:ext>
            </a:extLst>
          </p:cNvPr>
          <p:cNvSpPr txBox="1"/>
          <p:nvPr/>
        </p:nvSpPr>
        <p:spPr bwMode="gray">
          <a:xfrm>
            <a:off x="3127700" y="429721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2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F68E2FA-76F2-4581-89A2-ACD301FE9EF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企业广域</a:t>
            </a:r>
            <a:r>
              <a:rPr lang="en-US" altLang="zh-CN">
                <a:sym typeface="Huawei Sans" panose="020C0503030203020204" pitchFamily="34" charset="0"/>
              </a:rPr>
              <a:t>IP</a:t>
            </a:r>
            <a:r>
              <a:rPr lang="zh-CN" altLang="en-US">
                <a:sym typeface="Huawei Sans" panose="020C0503030203020204" pitchFamily="34" charset="0"/>
              </a:rPr>
              <a:t>承载</a:t>
            </a:r>
            <a:r>
              <a:rPr lang="zh-CN" altLang="en-US" smtClean="0">
                <a:sym typeface="Huawei Sans" panose="020C0503030203020204" pitchFamily="34" charset="0"/>
              </a:rPr>
              <a:t>网络的典型逻辑架构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E6C5DE2B-C485-4CB3-BC28-75BCBD380D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sz="1800">
                <a:sym typeface="Huawei Sans" panose="020C0503030203020204" pitchFamily="34" charset="0"/>
              </a:rPr>
              <a:t>企业广域</a:t>
            </a:r>
            <a:r>
              <a:rPr lang="en-US" altLang="zh-CN" sz="1800">
                <a:sym typeface="Huawei Sans" panose="020C0503030203020204" pitchFamily="34" charset="0"/>
              </a:rPr>
              <a:t>IP</a:t>
            </a:r>
            <a:r>
              <a:rPr lang="zh-CN" altLang="en-US" sz="1800">
                <a:sym typeface="Huawei Sans" panose="020C0503030203020204" pitchFamily="34" charset="0"/>
              </a:rPr>
              <a:t>承载</a:t>
            </a:r>
            <a:r>
              <a:rPr lang="zh-CN" altLang="en-US" sz="1800" smtClean="0">
                <a:sym typeface="Huawei Sans" panose="020C0503030203020204" pitchFamily="34" charset="0"/>
              </a:rPr>
              <a:t>网络的典型</a:t>
            </a:r>
            <a:r>
              <a:rPr lang="zh-CN" altLang="en-US" sz="1800">
                <a:sym typeface="Huawei Sans" panose="020C0503030203020204" pitchFamily="34" charset="0"/>
              </a:rPr>
              <a:t>架构为接入层、汇聚层和核心层三层架构。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336534C5-89D0-4FA8-B45F-D58ACB5B5390}"/>
              </a:ext>
            </a:extLst>
          </p:cNvPr>
          <p:cNvGrpSpPr/>
          <p:nvPr/>
        </p:nvGrpSpPr>
        <p:grpSpPr bwMode="gray">
          <a:xfrm>
            <a:off x="3895315" y="2468571"/>
            <a:ext cx="3059321" cy="3059321"/>
            <a:chOff x="1080510" y="2273862"/>
            <a:chExt cx="3059321" cy="3059321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xmlns="" id="{570D8137-45A3-400C-9A8E-BE5D033D5589}"/>
                </a:ext>
              </a:extLst>
            </p:cNvPr>
            <p:cNvSpPr/>
            <p:nvPr/>
          </p:nvSpPr>
          <p:spPr bwMode="gray">
            <a:xfrm>
              <a:off x="1112348" y="2313433"/>
              <a:ext cx="2987248" cy="2980866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xmlns="" id="{DD43FAA7-39E3-4A90-8779-26C1E36579EC}"/>
                </a:ext>
              </a:extLst>
            </p:cNvPr>
            <p:cNvSpPr/>
            <p:nvPr/>
          </p:nvSpPr>
          <p:spPr bwMode="gray">
            <a:xfrm>
              <a:off x="1531315" y="2738998"/>
              <a:ext cx="2172545" cy="2167902"/>
            </a:xfrm>
            <a:prstGeom prst="ellipse">
              <a:avLst/>
            </a:prstGeom>
            <a:noFill/>
            <a:ln>
              <a:solidFill>
                <a:srgbClr val="81AADB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xmlns="" id="{CEFE3864-DAC3-47AB-97F6-4CEFE9B896BB}"/>
                </a:ext>
              </a:extLst>
            </p:cNvPr>
            <p:cNvSpPr txBox="1"/>
            <p:nvPr/>
          </p:nvSpPr>
          <p:spPr bwMode="gray">
            <a:xfrm>
              <a:off x="2557030" y="2600197"/>
              <a:ext cx="2487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xmlns="" id="{A8E9D4D9-7B1A-4FA3-AF2F-AE8EC2BCF2F1}"/>
                </a:ext>
              </a:extLst>
            </p:cNvPr>
            <p:cNvSpPr/>
            <p:nvPr/>
          </p:nvSpPr>
          <p:spPr bwMode="gray">
            <a:xfrm>
              <a:off x="2291548" y="2664172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C688DDE9-99F5-4BF8-BC0B-61DE5AD1A0E7}"/>
                </a:ext>
              </a:extLst>
            </p:cNvPr>
            <p:cNvSpPr/>
            <p:nvPr/>
          </p:nvSpPr>
          <p:spPr bwMode="gray">
            <a:xfrm>
              <a:off x="2563206" y="2645986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BCAEB028-D436-4DAB-BB46-2A097E4776F5}"/>
                </a:ext>
              </a:extLst>
            </p:cNvPr>
            <p:cNvSpPr/>
            <p:nvPr/>
          </p:nvSpPr>
          <p:spPr bwMode="gray">
            <a:xfrm>
              <a:off x="2834744" y="2692709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xmlns="" id="{58B2255F-B6F5-4B66-8E03-1BF2F55B9596}"/>
                </a:ext>
              </a:extLst>
            </p:cNvPr>
            <p:cNvSpPr/>
            <p:nvPr/>
          </p:nvSpPr>
          <p:spPr bwMode="gray">
            <a:xfrm rot="4113548">
              <a:off x="3367685" y="3027723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xmlns="" id="{71C7E2E6-8D5F-4677-9E24-B4EAAA4BD543}"/>
                </a:ext>
              </a:extLst>
            </p:cNvPr>
            <p:cNvSpPr/>
            <p:nvPr/>
          </p:nvSpPr>
          <p:spPr bwMode="gray">
            <a:xfrm rot="4113548">
              <a:off x="3502775" y="3211657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6D21B76B-09D1-4DEB-AD82-90A44FBA4B25}"/>
                </a:ext>
              </a:extLst>
            </p:cNvPr>
            <p:cNvSpPr/>
            <p:nvPr/>
          </p:nvSpPr>
          <p:spPr bwMode="gray">
            <a:xfrm rot="4113548">
              <a:off x="3574017" y="3429390"/>
              <a:ext cx="14765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xmlns="" id="{218806A6-4152-46F3-A7EF-61BAA00E8FCA}"/>
                </a:ext>
              </a:extLst>
            </p:cNvPr>
            <p:cNvSpPr/>
            <p:nvPr/>
          </p:nvSpPr>
          <p:spPr bwMode="gray">
            <a:xfrm rot="10800000">
              <a:off x="2841102" y="4789419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xmlns="" id="{69E94B64-475C-4067-8E05-FD475BD2297F}"/>
                </a:ext>
              </a:extLst>
            </p:cNvPr>
            <p:cNvSpPr/>
            <p:nvPr/>
          </p:nvSpPr>
          <p:spPr bwMode="gray">
            <a:xfrm rot="10800000">
              <a:off x="2546697" y="4829344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xmlns="" id="{3E865351-F899-43F5-96A6-3464C9068132}"/>
                </a:ext>
              </a:extLst>
            </p:cNvPr>
            <p:cNvSpPr/>
            <p:nvPr/>
          </p:nvSpPr>
          <p:spPr bwMode="gray">
            <a:xfrm rot="10800000">
              <a:off x="2252730" y="4798733"/>
              <a:ext cx="155028" cy="154696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xmlns="" id="{12BC114F-5710-4DC0-8F2A-FA6DAC78BF3F}"/>
                </a:ext>
              </a:extLst>
            </p:cNvPr>
            <p:cNvSpPr/>
            <p:nvPr/>
          </p:nvSpPr>
          <p:spPr bwMode="gray">
            <a:xfrm rot="6490213">
              <a:off x="3615692" y="3905172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C513260C-567C-4EB3-9497-B937F361664E}"/>
                </a:ext>
              </a:extLst>
            </p:cNvPr>
            <p:cNvSpPr/>
            <p:nvPr/>
          </p:nvSpPr>
          <p:spPr bwMode="gray">
            <a:xfrm rot="6490213">
              <a:off x="3538054" y="4152922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xmlns="" id="{E0CC8B3D-0701-4DBE-BED5-5E7F00EA504D}"/>
                </a:ext>
              </a:extLst>
            </p:cNvPr>
            <p:cNvSpPr/>
            <p:nvPr/>
          </p:nvSpPr>
          <p:spPr bwMode="gray">
            <a:xfrm rot="6490213">
              <a:off x="3420050" y="4385203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xmlns="" id="{5366463B-0191-4343-B5E1-D655933076D9}"/>
                </a:ext>
              </a:extLst>
            </p:cNvPr>
            <p:cNvSpPr/>
            <p:nvPr/>
          </p:nvSpPr>
          <p:spPr bwMode="gray">
            <a:xfrm rot="14436908">
              <a:off x="1782639" y="4555552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BFB0182B-1A8D-4216-BA60-15E375C9D642}"/>
                </a:ext>
              </a:extLst>
            </p:cNvPr>
            <p:cNvSpPr/>
            <p:nvPr/>
          </p:nvSpPr>
          <p:spPr bwMode="gray">
            <a:xfrm rot="14436908">
              <a:off x="1619748" y="4344852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xmlns="" id="{182776F1-3C10-4728-8F1F-F83035919E69}"/>
                </a:ext>
              </a:extLst>
            </p:cNvPr>
            <p:cNvSpPr/>
            <p:nvPr/>
          </p:nvSpPr>
          <p:spPr bwMode="gray">
            <a:xfrm rot="14436908">
              <a:off x="1518858" y="4120303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xmlns="" id="{B926926F-82F4-47A0-9E30-6C6E2F8729D0}"/>
                </a:ext>
              </a:extLst>
            </p:cNvPr>
            <p:cNvSpPr/>
            <p:nvPr/>
          </p:nvSpPr>
          <p:spPr bwMode="gray">
            <a:xfrm rot="16973446">
              <a:off x="1438441" y="3761307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xmlns="" id="{7E04236F-ED57-4F2D-92C1-71FF17A1A225}"/>
                </a:ext>
              </a:extLst>
            </p:cNvPr>
            <p:cNvSpPr/>
            <p:nvPr/>
          </p:nvSpPr>
          <p:spPr bwMode="gray">
            <a:xfrm rot="16973446">
              <a:off x="1484509" y="3490289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xmlns="" id="{B780CDFE-59D7-4354-85E1-1A0C04DEF3CD}"/>
                </a:ext>
              </a:extLst>
            </p:cNvPr>
            <p:cNvSpPr/>
            <p:nvPr/>
          </p:nvSpPr>
          <p:spPr bwMode="gray">
            <a:xfrm rot="16973446">
              <a:off x="1578150" y="3241971"/>
              <a:ext cx="154696" cy="155028"/>
            </a:xfrm>
            <a:prstGeom prst="ellipse">
              <a:avLst/>
            </a:prstGeom>
            <a:solidFill>
              <a:srgbClr val="4F81BD">
                <a:lumMod val="60000"/>
                <a:lumOff val="40000"/>
              </a:srgbClr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52035EC2-ED2D-4992-9B9E-DFB470D39084}"/>
                </a:ext>
              </a:extLst>
            </p:cNvPr>
            <p:cNvSpPr txBox="1"/>
            <p:nvPr/>
          </p:nvSpPr>
          <p:spPr bwMode="gray">
            <a:xfrm>
              <a:off x="1639713" y="2817242"/>
              <a:ext cx="805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81AADB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汇聚层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xmlns="" id="{B9D2D70A-2BAE-4F74-9D95-6D0BA40680E1}"/>
                </a:ext>
              </a:extLst>
            </p:cNvPr>
            <p:cNvSpPr txBox="1"/>
            <p:nvPr/>
          </p:nvSpPr>
          <p:spPr bwMode="gray">
            <a:xfrm>
              <a:off x="2224734" y="3673909"/>
              <a:ext cx="805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B29CCC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核心层</a:t>
              </a: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xmlns="" id="{52621961-34EF-4219-9F16-8C8D0CE19F52}"/>
                </a:ext>
              </a:extLst>
            </p:cNvPr>
            <p:cNvSpPr/>
            <p:nvPr/>
          </p:nvSpPr>
          <p:spPr bwMode="gray">
            <a:xfrm>
              <a:off x="2092237" y="2335547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xmlns="" id="{76D609DE-4C23-41FC-A4B0-B8FA3121F4E9}"/>
                </a:ext>
              </a:extLst>
            </p:cNvPr>
            <p:cNvSpPr/>
            <p:nvPr/>
          </p:nvSpPr>
          <p:spPr bwMode="gray">
            <a:xfrm>
              <a:off x="1493053" y="2732369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xmlns="" id="{81485129-BFA7-46CF-BD2D-45CF031AEA70}"/>
                </a:ext>
              </a:extLst>
            </p:cNvPr>
            <p:cNvSpPr/>
            <p:nvPr/>
          </p:nvSpPr>
          <p:spPr bwMode="gray">
            <a:xfrm>
              <a:off x="2549735" y="2273862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xmlns="" id="{13093B4C-41F3-4060-932C-49BC17740444}"/>
                </a:ext>
              </a:extLst>
            </p:cNvPr>
            <p:cNvSpPr/>
            <p:nvPr/>
          </p:nvSpPr>
          <p:spPr bwMode="gray">
            <a:xfrm>
              <a:off x="2997703" y="2328570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xmlns="" id="{9DEE8DBE-DBAB-4481-A090-D2E2243501AE}"/>
                </a:ext>
              </a:extLst>
            </p:cNvPr>
            <p:cNvSpPr/>
            <p:nvPr/>
          </p:nvSpPr>
          <p:spPr bwMode="gray">
            <a:xfrm>
              <a:off x="3758178" y="2847405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xmlns="" id="{C4FA2CDB-7FE2-4066-850D-E85A52D4F71F}"/>
                </a:ext>
              </a:extLst>
            </p:cNvPr>
            <p:cNvSpPr/>
            <p:nvPr/>
          </p:nvSpPr>
          <p:spPr bwMode="gray">
            <a:xfrm>
              <a:off x="3973620" y="3269186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xmlns="" id="{42CFBF5C-0319-44B7-A3F4-8983913D634C}"/>
                </a:ext>
              </a:extLst>
            </p:cNvPr>
            <p:cNvSpPr/>
            <p:nvPr/>
          </p:nvSpPr>
          <p:spPr bwMode="gray">
            <a:xfrm>
              <a:off x="4062317" y="3851938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xmlns="" id="{3F21186A-F08B-47DB-B025-FDEF72667E6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965630" y="3172776"/>
              <a:ext cx="1357841" cy="1354939"/>
            </a:xfrm>
            <a:prstGeom prst="ellipse">
              <a:avLst/>
            </a:prstGeom>
            <a:noFill/>
            <a:ln w="12700">
              <a:solidFill>
                <a:srgbClr val="B29CCC"/>
              </a:solidFill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xmlns="" id="{E637D487-C57D-463C-A3DC-747068541216}"/>
                </a:ext>
              </a:extLst>
            </p:cNvPr>
            <p:cNvSpPr txBox="1"/>
            <p:nvPr/>
          </p:nvSpPr>
          <p:spPr bwMode="gray">
            <a:xfrm>
              <a:off x="1324360" y="2371260"/>
              <a:ext cx="8050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B0F0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接入层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xmlns="" id="{0260350D-0CAE-44D1-AF17-A8D2B1114551}"/>
                </a:ext>
              </a:extLst>
            </p:cNvPr>
            <p:cNvSpPr/>
            <p:nvPr/>
          </p:nvSpPr>
          <p:spPr bwMode="gray">
            <a:xfrm>
              <a:off x="3404510" y="2535061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xmlns="" id="{D2AD2882-83BB-4E4F-8C2E-AB09A59E2D00}"/>
                </a:ext>
              </a:extLst>
            </p:cNvPr>
            <p:cNvSpPr/>
            <p:nvPr/>
          </p:nvSpPr>
          <p:spPr bwMode="gray">
            <a:xfrm>
              <a:off x="3595219" y="4852937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xmlns="" id="{B01F1044-5637-4B78-86C1-5DF7A452B527}"/>
                </a:ext>
              </a:extLst>
            </p:cNvPr>
            <p:cNvSpPr/>
            <p:nvPr/>
          </p:nvSpPr>
          <p:spPr bwMode="gray">
            <a:xfrm>
              <a:off x="3905440" y="4420084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xmlns="" id="{4FD3D63F-9FE1-498A-A3D6-066A78CBE321}"/>
                </a:ext>
              </a:extLst>
            </p:cNvPr>
            <p:cNvSpPr/>
            <p:nvPr/>
          </p:nvSpPr>
          <p:spPr bwMode="gray">
            <a:xfrm>
              <a:off x="1996755" y="5155014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xmlns="" id="{6B6D173B-560F-4C8C-9865-D352CB90D7E2}"/>
                </a:ext>
              </a:extLst>
            </p:cNvPr>
            <p:cNvSpPr/>
            <p:nvPr/>
          </p:nvSpPr>
          <p:spPr bwMode="gray">
            <a:xfrm>
              <a:off x="1143142" y="4233496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xmlns="" id="{9F935FCF-D363-424E-90F6-C5C572FC2B59}"/>
                </a:ext>
              </a:extLst>
            </p:cNvPr>
            <p:cNvSpPr/>
            <p:nvPr/>
          </p:nvSpPr>
          <p:spPr bwMode="gray">
            <a:xfrm>
              <a:off x="1615635" y="4915398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xmlns="" id="{25982752-3262-4672-BC31-303120C2FE1B}"/>
                </a:ext>
              </a:extLst>
            </p:cNvPr>
            <p:cNvSpPr/>
            <p:nvPr/>
          </p:nvSpPr>
          <p:spPr bwMode="gray">
            <a:xfrm>
              <a:off x="1318754" y="4585378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xmlns="" id="{2A2283C3-BE13-4F02-8AA8-4DFE8CAD79EA}"/>
                </a:ext>
              </a:extLst>
            </p:cNvPr>
            <p:cNvSpPr/>
            <p:nvPr/>
          </p:nvSpPr>
          <p:spPr bwMode="gray">
            <a:xfrm>
              <a:off x="3032653" y="5186773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xmlns="" id="{57E84EA9-E245-438D-81E4-A02141558688}"/>
                </a:ext>
              </a:extLst>
            </p:cNvPr>
            <p:cNvSpPr/>
            <p:nvPr/>
          </p:nvSpPr>
          <p:spPr bwMode="gray">
            <a:xfrm>
              <a:off x="2462004" y="5255835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xmlns="" id="{6BCE028C-58C4-479A-B1A4-002CBE1AD0C9}"/>
                </a:ext>
              </a:extLst>
            </p:cNvPr>
            <p:cNvSpPr/>
            <p:nvPr/>
          </p:nvSpPr>
          <p:spPr bwMode="gray">
            <a:xfrm>
              <a:off x="1179494" y="3202400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xmlns="" id="{3B31DC84-5394-4F06-929D-ECA02CBB2D40}"/>
                </a:ext>
              </a:extLst>
            </p:cNvPr>
            <p:cNvSpPr/>
            <p:nvPr/>
          </p:nvSpPr>
          <p:spPr bwMode="gray">
            <a:xfrm>
              <a:off x="1080510" y="3745721"/>
              <a:ext cx="77514" cy="77348"/>
            </a:xfrm>
            <a:prstGeom prst="ellipse">
              <a:avLst/>
            </a:prstGeom>
            <a:solidFill>
              <a:srgbClr val="8FE2FF"/>
            </a:solidFill>
            <a:ln>
              <a:noFill/>
              <a:prstDash val="dash"/>
            </a:ln>
            <a:effectLst/>
            <a:scene3d>
              <a:camera prst="orthographicFront"/>
              <a:lightRig rig="threePt" dir="t">
                <a:rot lat="0" lon="0" rev="1200000"/>
              </a:lightRig>
            </a:scene3d>
            <a:sp3d/>
          </p:spPr>
          <p:txBody>
            <a:bodyPr wrap="square" rtlCol="0" anchor="ctr">
              <a:noAutofit/>
            </a:bodyPr>
            <a:lstStyle/>
            <a:p>
              <a:pPr algn="ctr" defTabSz="91440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2DB6B3"/>
                </a:buClr>
              </a:pPr>
              <a:endParaRPr lang="zh-CN" altLang="en-US" sz="1600" b="1" kern="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xmlns="" id="{0C5381CE-1C52-4457-92BD-A5AC8A950780}"/>
                </a:ext>
              </a:extLst>
            </p:cNvPr>
            <p:cNvGrpSpPr/>
            <p:nvPr/>
          </p:nvGrpSpPr>
          <p:grpSpPr bwMode="gray">
            <a:xfrm>
              <a:off x="1887487" y="3052894"/>
              <a:ext cx="1481625" cy="1590963"/>
              <a:chOff x="1763607" y="2953172"/>
              <a:chExt cx="1481625" cy="1590963"/>
            </a:xfrm>
            <a:solidFill>
              <a:srgbClr val="8064A2">
                <a:lumMod val="60000"/>
                <a:lumOff val="40000"/>
              </a:srgbClr>
            </a:solidFill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xmlns="" id="{6F683ED8-82D8-4F9D-B64E-EF3154B327B3}"/>
                  </a:ext>
                </a:extLst>
              </p:cNvPr>
              <p:cNvSpPr/>
              <p:nvPr/>
            </p:nvSpPr>
            <p:spPr bwMode="gray">
              <a:xfrm>
                <a:off x="2367585" y="2953172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xmlns="" id="{2BB8853E-F393-4EBC-832F-FA3630203A9D}"/>
                  </a:ext>
                </a:extLst>
              </p:cNvPr>
              <p:cNvSpPr/>
              <p:nvPr/>
            </p:nvSpPr>
            <p:spPr bwMode="gray">
              <a:xfrm>
                <a:off x="1763607" y="3297482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xmlns="" id="{20E11801-5E23-46D0-B6C2-7A47B8B3D96A}"/>
                  </a:ext>
                </a:extLst>
              </p:cNvPr>
              <p:cNvSpPr/>
              <p:nvPr/>
            </p:nvSpPr>
            <p:spPr bwMode="gray">
              <a:xfrm>
                <a:off x="2973664" y="3297482"/>
                <a:ext cx="271568" cy="270988"/>
              </a:xfrm>
              <a:prstGeom prst="ellipse">
                <a:avLst/>
              </a:prstGeom>
              <a:solidFill>
                <a:srgbClr val="8064A2">
                  <a:lumMod val="60000"/>
                  <a:lumOff val="40000"/>
                </a:srgbClr>
              </a:solidFill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xmlns="" id="{4C28090E-BAAB-4F24-BFC6-800230FD5DD4}"/>
                  </a:ext>
                </a:extLst>
              </p:cNvPr>
              <p:cNvSpPr/>
              <p:nvPr/>
            </p:nvSpPr>
            <p:spPr bwMode="gray">
              <a:xfrm>
                <a:off x="1763607" y="3955407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xmlns="" id="{081932C4-4BCC-45DA-91E9-EB989FC056B5}"/>
                  </a:ext>
                </a:extLst>
              </p:cNvPr>
              <p:cNvSpPr/>
              <p:nvPr/>
            </p:nvSpPr>
            <p:spPr bwMode="gray">
              <a:xfrm>
                <a:off x="2376148" y="4273147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xmlns="" id="{EC0EB15B-6C13-41F4-B5CD-D99B1F2F14E2}"/>
                  </a:ext>
                </a:extLst>
              </p:cNvPr>
              <p:cNvSpPr/>
              <p:nvPr/>
            </p:nvSpPr>
            <p:spPr bwMode="gray">
              <a:xfrm>
                <a:off x="2973664" y="3955407"/>
                <a:ext cx="271568" cy="270988"/>
              </a:xfrm>
              <a:prstGeom prst="ellipse">
                <a:avLst/>
              </a:prstGeom>
              <a:grpFill/>
              <a:ln>
                <a:noFill/>
                <a:prstDash val="dash"/>
              </a:ln>
              <a:effectLst/>
              <a:scene3d>
                <a:camera prst="orthographicFront"/>
                <a:lightRig rig="threePt" dir="t">
                  <a:rot lat="0" lon="0" rev="1200000"/>
                </a:lightRig>
              </a:scene3d>
              <a:sp3d/>
            </p:spPr>
            <p:txBody>
              <a:bodyPr wrap="square" rtlCol="0" anchor="ctr">
                <a:noAutofit/>
              </a:bodyPr>
              <a:lstStyle/>
              <a:p>
                <a:pPr algn="ctr" defTabSz="914400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2DB6B3"/>
                  </a:buClr>
                </a:pPr>
                <a:endParaRPr lang="zh-CN" altLang="en-US" sz="1600" b="1" kern="0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xmlns="" id="{8E93EA23-CDD7-435D-965C-B55351CD419A}"/>
              </a:ext>
            </a:extLst>
          </p:cNvPr>
          <p:cNvCxnSpPr>
            <a:cxnSpLocks/>
            <a:stCxn id="36" idx="1"/>
            <a:endCxn id="57" idx="3"/>
          </p:cNvCxnSpPr>
          <p:nvPr/>
        </p:nvCxnSpPr>
        <p:spPr bwMode="gray">
          <a:xfrm flipH="1">
            <a:off x="3423505" y="2735246"/>
            <a:ext cx="715660" cy="1149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2901F7B7-9545-4EB7-85F4-5521E1DF51C0}"/>
              </a:ext>
            </a:extLst>
          </p:cNvPr>
          <p:cNvSpPr txBox="1"/>
          <p:nvPr/>
        </p:nvSpPr>
        <p:spPr bwMode="gray">
          <a:xfrm>
            <a:off x="1219055" y="2100406"/>
            <a:ext cx="2204450" cy="1292662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接入层（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CE-PE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多地多数据中心接入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各地分支机构接入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各地外联业务接入</a:t>
            </a: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xmlns="" id="{57FF68D2-FEEC-44F8-AEF9-456263998838}"/>
              </a:ext>
            </a:extLst>
          </p:cNvPr>
          <p:cNvCxnSpPr>
            <a:cxnSpLocks/>
            <a:stCxn id="62" idx="1"/>
            <a:endCxn id="6" idx="7"/>
          </p:cNvCxnSpPr>
          <p:nvPr/>
        </p:nvCxnSpPr>
        <p:spPr bwMode="gray">
          <a:xfrm flipH="1">
            <a:off x="6200503" y="2844839"/>
            <a:ext cx="1294503" cy="406350"/>
          </a:xfrm>
          <a:prstGeom prst="line">
            <a:avLst/>
          </a:prstGeom>
          <a:ln w="12700">
            <a:solidFill>
              <a:srgbClr val="A0BF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xmlns="" id="{9728DF15-5247-49FD-BDFA-0F0045B9A71E}"/>
              </a:ext>
            </a:extLst>
          </p:cNvPr>
          <p:cNvSpPr txBox="1"/>
          <p:nvPr/>
        </p:nvSpPr>
        <p:spPr bwMode="gray">
          <a:xfrm>
            <a:off x="7495006" y="2348549"/>
            <a:ext cx="3171215" cy="992579"/>
          </a:xfrm>
          <a:prstGeom prst="rect">
            <a:avLst/>
          </a:prstGeom>
          <a:noFill/>
          <a:ln w="12700">
            <a:solidFill>
              <a:srgbClr val="A0BFE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汇聚层（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PE-P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基于物理地域，将不同业务分类汇聚</a:t>
            </a: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接入核心层。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xmlns="" id="{8F6E3F16-028F-4088-BDB3-821EF896078F}"/>
              </a:ext>
            </a:extLst>
          </p:cNvPr>
          <p:cNvSpPr txBox="1"/>
          <p:nvPr/>
        </p:nvSpPr>
        <p:spPr bwMode="gray">
          <a:xfrm>
            <a:off x="7542434" y="4137341"/>
            <a:ext cx="3345623" cy="1292662"/>
          </a:xfrm>
          <a:prstGeom prst="rect">
            <a:avLst/>
          </a:prstGeom>
          <a:noFill/>
          <a:ln w="12700">
            <a:solidFill>
              <a:srgbClr val="BFADD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核心层（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一般采用</a:t>
            </a:r>
            <a:r>
              <a:rPr lang="en-US" altLang="zh-CN" sz="15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Full-mesh</a:t>
            </a:r>
            <a:r>
              <a:rPr lang="en-US" altLang="zh-CN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双平面架构。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5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实现不同区域之间的流量转发，提供稳定</a:t>
            </a:r>
            <a:r>
              <a:rPr lang="zh-CN" altLang="en-US" sz="15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zh-CN" altLang="en-US" sz="15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可靠、服务有保障的连接。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xmlns="" id="{715F6D4F-78A8-4001-A985-0CA45D3D6D78}"/>
              </a:ext>
            </a:extLst>
          </p:cNvPr>
          <p:cNvCxnSpPr>
            <a:cxnSpLocks/>
            <a:stCxn id="72" idx="1"/>
            <a:endCxn id="54" idx="5"/>
          </p:cNvCxnSpPr>
          <p:nvPr/>
        </p:nvCxnSpPr>
        <p:spPr bwMode="gray">
          <a:xfrm flipH="1" flipV="1">
            <a:off x="6144147" y="4481141"/>
            <a:ext cx="1398287" cy="302531"/>
          </a:xfrm>
          <a:prstGeom prst="line">
            <a:avLst/>
          </a:prstGeom>
          <a:ln w="12700">
            <a:solidFill>
              <a:srgbClr val="BFAD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68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企业广域</a:t>
            </a:r>
            <a:r>
              <a:rPr lang="en-US" altLang="zh-CN" dirty="0">
                <a:sym typeface="Huawei Sans" panose="020C0503030203020204" pitchFamily="34" charset="0"/>
              </a:rPr>
              <a:t>IP</a:t>
            </a:r>
            <a:r>
              <a:rPr lang="zh-CN" altLang="en-US" dirty="0">
                <a:sym typeface="Huawei Sans" panose="020C0503030203020204" pitchFamily="34" charset="0"/>
              </a:rPr>
              <a:t>承载网络的</a:t>
            </a:r>
            <a:r>
              <a:rPr lang="zh-CN" altLang="en-US" dirty="0" smtClean="0">
                <a:sym typeface="Huawei Sans" panose="020C0503030203020204" pitchFamily="34" charset="0"/>
              </a:rPr>
              <a:t>典型承载技术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9" name="梯形 8">
            <a:extLst>
              <a:ext uri="{FF2B5EF4-FFF2-40B4-BE49-F238E27FC236}">
                <a16:creationId xmlns:a16="http://schemas.microsoft.com/office/drawing/2014/main" xmlns="" id="{5AE2D2C2-44E0-489F-BE5D-4F1F3FDAF125}"/>
              </a:ext>
            </a:extLst>
          </p:cNvPr>
          <p:cNvSpPr/>
          <p:nvPr/>
        </p:nvSpPr>
        <p:spPr bwMode="gray">
          <a:xfrm>
            <a:off x="1910674" y="4623408"/>
            <a:ext cx="2639112" cy="881520"/>
          </a:xfrm>
          <a:prstGeom prst="trapezoid">
            <a:avLst>
              <a:gd name="adj" fmla="val 7573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B0F0">
                  <a:alpha val="26000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云形 7">
            <a:extLst>
              <a:ext uri="{FF2B5EF4-FFF2-40B4-BE49-F238E27FC236}">
                <a16:creationId xmlns:a16="http://schemas.microsoft.com/office/drawing/2014/main" xmlns="" id="{A24DA616-6E0E-41B0-96EA-61F0F0225C40}"/>
              </a:ext>
            </a:extLst>
          </p:cNvPr>
          <p:cNvSpPr/>
          <p:nvPr/>
        </p:nvSpPr>
        <p:spPr bwMode="gray">
          <a:xfrm>
            <a:off x="2509825" y="4900892"/>
            <a:ext cx="1440810" cy="555152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传输线路</a:t>
            </a:r>
          </a:p>
        </p:txBody>
      </p:sp>
      <p:sp>
        <p:nvSpPr>
          <p:cNvPr id="5" name="圆角矩形 19">
            <a:extLst>
              <a:ext uri="{FF2B5EF4-FFF2-40B4-BE49-F238E27FC236}">
                <a16:creationId xmlns:a16="http://schemas.microsoft.com/office/drawing/2014/main" xmlns="" id="{1CF5DCC6-95C8-4AEF-BFD1-7266DC8D1CFA}"/>
              </a:ext>
            </a:extLst>
          </p:cNvPr>
          <p:cNvSpPr/>
          <p:nvPr/>
        </p:nvSpPr>
        <p:spPr bwMode="gray">
          <a:xfrm>
            <a:off x="751124" y="1449388"/>
            <a:ext cx="5180711" cy="328171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承载方式</a:t>
            </a:r>
          </a:p>
        </p:txBody>
      </p:sp>
      <p:sp>
        <p:nvSpPr>
          <p:cNvPr id="6" name="圆角矩形 20">
            <a:extLst>
              <a:ext uri="{FF2B5EF4-FFF2-40B4-BE49-F238E27FC236}">
                <a16:creationId xmlns:a16="http://schemas.microsoft.com/office/drawing/2014/main" xmlns="" id="{1B4EE48A-8D86-48BB-8932-EC57C76E99C8}"/>
              </a:ext>
            </a:extLst>
          </p:cNvPr>
          <p:cNvSpPr/>
          <p:nvPr/>
        </p:nvSpPr>
        <p:spPr bwMode="gray">
          <a:xfrm>
            <a:off x="751124" y="1842568"/>
            <a:ext cx="5180711" cy="3937952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292061CE-D068-4857-9D93-1137B284AB11}"/>
              </a:ext>
            </a:extLst>
          </p:cNvPr>
          <p:cNvSpPr txBox="1"/>
          <p:nvPr/>
        </p:nvSpPr>
        <p:spPr bwMode="gray">
          <a:xfrm>
            <a:off x="815405" y="1912459"/>
            <a:ext cx="50286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地址区分具体业务，所有</a:t>
            </a: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业务混杂承载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在一张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网络上。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适合中小企业</a:t>
            </a: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，或网络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无明确</a:t>
            </a: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的业务隔离需求、无差异化</a:t>
            </a:r>
            <a:r>
              <a:rPr lang="en-US" altLang="zh-CN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SLA</a:t>
            </a: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需求、无流量工程需求的场景。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梯形 10">
            <a:extLst>
              <a:ext uri="{FF2B5EF4-FFF2-40B4-BE49-F238E27FC236}">
                <a16:creationId xmlns:a16="http://schemas.microsoft.com/office/drawing/2014/main" xmlns="" id="{B7C29DD5-FAD0-4ADD-A475-CD289D5F9B82}"/>
              </a:ext>
            </a:extLst>
          </p:cNvPr>
          <p:cNvSpPr/>
          <p:nvPr/>
        </p:nvSpPr>
        <p:spPr bwMode="gray">
          <a:xfrm>
            <a:off x="1639114" y="3781289"/>
            <a:ext cx="3327948" cy="1030703"/>
          </a:xfrm>
          <a:prstGeom prst="trapezoid">
            <a:avLst>
              <a:gd name="adj" fmla="val 7573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B0F0">
                  <a:alpha val="26000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xmlns="" id="{0BDAC91C-03F7-47FE-841A-CDF7DF359825}"/>
              </a:ext>
            </a:extLst>
          </p:cNvPr>
          <p:cNvSpPr txBox="1"/>
          <p:nvPr/>
        </p:nvSpPr>
        <p:spPr bwMode="gray">
          <a:xfrm>
            <a:off x="2725685" y="3513308"/>
            <a:ext cx="151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流量转发</a:t>
            </a:r>
          </a:p>
        </p:txBody>
      </p:sp>
      <p:pic>
        <p:nvPicPr>
          <p:cNvPr id="32" name="Picture 12" descr="E:\2016.01\1.12 扁平化图标\蓝色\AR-蓝色最新-40.png">
            <a:extLst>
              <a:ext uri="{FF2B5EF4-FFF2-40B4-BE49-F238E27FC236}">
                <a16:creationId xmlns:a16="http://schemas.microsoft.com/office/drawing/2014/main" xmlns="" id="{E8236D7C-A637-46FD-BD7A-690F2702F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967445" y="3895113"/>
            <a:ext cx="421413" cy="344792"/>
          </a:xfrm>
          <a:prstGeom prst="rect">
            <a:avLst/>
          </a:prstGeom>
          <a:noFill/>
        </p:spPr>
      </p:pic>
      <p:pic>
        <p:nvPicPr>
          <p:cNvPr id="33" name="Picture 12" descr="E:\2016.01\1.12 扁平化图标\蓝色\AR-蓝色最新-40.png">
            <a:extLst>
              <a:ext uri="{FF2B5EF4-FFF2-40B4-BE49-F238E27FC236}">
                <a16:creationId xmlns:a16="http://schemas.microsoft.com/office/drawing/2014/main" xmlns="" id="{BCBF7CA6-16F1-4BB6-8FBB-8551936E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4161896" y="3895113"/>
            <a:ext cx="421413" cy="344792"/>
          </a:xfrm>
          <a:prstGeom prst="rect">
            <a:avLst/>
          </a:prstGeom>
          <a:noFill/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xmlns="" id="{A9A820B0-80A6-40D1-8790-DBAC11C87224}"/>
              </a:ext>
            </a:extLst>
          </p:cNvPr>
          <p:cNvSpPr txBox="1"/>
          <p:nvPr/>
        </p:nvSpPr>
        <p:spPr bwMode="gray">
          <a:xfrm>
            <a:off x="2773774" y="4339644"/>
            <a:ext cx="1756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等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IGP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6" name="Can 41">
            <a:extLst>
              <a:ext uri="{FF2B5EF4-FFF2-40B4-BE49-F238E27FC236}">
                <a16:creationId xmlns:a16="http://schemas.microsoft.com/office/drawing/2014/main" xmlns="" id="{6EE902E5-100F-4C45-B5CD-D80A6346D182}"/>
              </a:ext>
            </a:extLst>
          </p:cNvPr>
          <p:cNvSpPr/>
          <p:nvPr/>
        </p:nvSpPr>
        <p:spPr bwMode="gray">
          <a:xfrm rot="5400000">
            <a:off x="3162088" y="3098608"/>
            <a:ext cx="215772" cy="1911462"/>
          </a:xfrm>
          <a:prstGeom prst="can">
            <a:avLst>
              <a:gd name="adj" fmla="val 5543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FD1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梯形 38">
            <a:extLst>
              <a:ext uri="{FF2B5EF4-FFF2-40B4-BE49-F238E27FC236}">
                <a16:creationId xmlns:a16="http://schemas.microsoft.com/office/drawing/2014/main" xmlns="" id="{99109FE8-0509-4695-BBC8-EECEDE13E999}"/>
              </a:ext>
            </a:extLst>
          </p:cNvPr>
          <p:cNvSpPr/>
          <p:nvPr/>
        </p:nvSpPr>
        <p:spPr bwMode="gray">
          <a:xfrm>
            <a:off x="7419716" y="4596143"/>
            <a:ext cx="2639112" cy="881520"/>
          </a:xfrm>
          <a:prstGeom prst="trapezoid">
            <a:avLst>
              <a:gd name="adj" fmla="val 7573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B0F0">
                  <a:alpha val="26000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云形 39">
            <a:extLst>
              <a:ext uri="{FF2B5EF4-FFF2-40B4-BE49-F238E27FC236}">
                <a16:creationId xmlns:a16="http://schemas.microsoft.com/office/drawing/2014/main" xmlns="" id="{27A7B64A-2636-4812-AC75-D190EC6D8652}"/>
              </a:ext>
            </a:extLst>
          </p:cNvPr>
          <p:cNvSpPr/>
          <p:nvPr/>
        </p:nvSpPr>
        <p:spPr bwMode="gray">
          <a:xfrm>
            <a:off x="8018867" y="4873627"/>
            <a:ext cx="1440810" cy="555152"/>
          </a:xfrm>
          <a:prstGeom prst="cloud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传输线路</a:t>
            </a:r>
          </a:p>
        </p:txBody>
      </p:sp>
      <p:sp>
        <p:nvSpPr>
          <p:cNvPr id="41" name="圆角矩形 19">
            <a:extLst>
              <a:ext uri="{FF2B5EF4-FFF2-40B4-BE49-F238E27FC236}">
                <a16:creationId xmlns:a16="http://schemas.microsoft.com/office/drawing/2014/main" xmlns="" id="{E4F67E1B-BF10-4100-96A6-3AA5AE5CAB06}"/>
              </a:ext>
            </a:extLst>
          </p:cNvPr>
          <p:cNvSpPr/>
          <p:nvPr/>
        </p:nvSpPr>
        <p:spPr bwMode="gray">
          <a:xfrm>
            <a:off x="6260166" y="1449388"/>
            <a:ext cx="5180711" cy="328171"/>
          </a:xfrm>
          <a:prstGeom prst="round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承载方式</a:t>
            </a:r>
          </a:p>
        </p:txBody>
      </p:sp>
      <p:sp>
        <p:nvSpPr>
          <p:cNvPr id="42" name="圆角矩形 20">
            <a:extLst>
              <a:ext uri="{FF2B5EF4-FFF2-40B4-BE49-F238E27FC236}">
                <a16:creationId xmlns:a16="http://schemas.microsoft.com/office/drawing/2014/main" xmlns="" id="{E162537E-A4FF-4E79-BD3A-9E78E58148EB}"/>
              </a:ext>
            </a:extLst>
          </p:cNvPr>
          <p:cNvSpPr/>
          <p:nvPr/>
        </p:nvSpPr>
        <p:spPr bwMode="gray">
          <a:xfrm>
            <a:off x="6260166" y="1842568"/>
            <a:ext cx="5180711" cy="3937952"/>
          </a:xfrm>
          <a:prstGeom prst="roundRect">
            <a:avLst>
              <a:gd name="adj" fmla="val 2222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285750" indent="-200025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958F20A-1E8E-4FFD-93A7-0E10F53B2E87}"/>
              </a:ext>
            </a:extLst>
          </p:cNvPr>
          <p:cNvSpPr txBox="1"/>
          <p:nvPr/>
        </p:nvSpPr>
        <p:spPr bwMode="gray">
          <a:xfrm>
            <a:off x="6324447" y="1912459"/>
            <a:ext cx="50286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将数据进行</a:t>
            </a:r>
            <a:r>
              <a:rPr lang="en-US" altLang="zh-CN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封装，基于标签进行数据转发。</a:t>
            </a:r>
            <a:endParaRPr lang="en-US" altLang="zh-CN" sz="150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使用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区分不同业务。支持业务隔离和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SLA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保障。</a:t>
            </a:r>
            <a:endParaRPr lang="en-US" altLang="zh-CN" sz="15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广域</a:t>
            </a:r>
            <a:r>
              <a:rPr lang="en-US" altLang="zh-CN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VPN</a:t>
            </a:r>
            <a:r>
              <a:rPr lang="zh-CN" altLang="en-US" sz="15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技术架构可分为数据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面和控制面，数据面使用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，控制面使用</a:t>
            </a:r>
            <a:r>
              <a:rPr lang="en-US" altLang="zh-CN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r>
              <a:rPr lang="zh-CN" altLang="en-US" sz="15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。适合大型企业。</a:t>
            </a:r>
            <a:endParaRPr lang="en-US" altLang="zh-CN" sz="15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梯形 43">
            <a:extLst>
              <a:ext uri="{FF2B5EF4-FFF2-40B4-BE49-F238E27FC236}">
                <a16:creationId xmlns:a16="http://schemas.microsoft.com/office/drawing/2014/main" xmlns="" id="{148627CC-06F4-4D62-8646-6CFEC115D5DC}"/>
              </a:ext>
            </a:extLst>
          </p:cNvPr>
          <p:cNvSpPr/>
          <p:nvPr/>
        </p:nvSpPr>
        <p:spPr bwMode="gray">
          <a:xfrm>
            <a:off x="7148156" y="3754024"/>
            <a:ext cx="3327948" cy="1030703"/>
          </a:xfrm>
          <a:prstGeom prst="trapezoid">
            <a:avLst>
              <a:gd name="adj" fmla="val 7573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00B0F0">
                  <a:alpha val="26000"/>
                </a:srgbClr>
              </a:gs>
            </a:gsLst>
            <a:lin ang="5400000" scaled="1"/>
            <a:tileRect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00B0F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F052B6E6-BDE1-482B-8129-B34C89C4FE5B}"/>
              </a:ext>
            </a:extLst>
          </p:cNvPr>
          <p:cNvSpPr txBox="1"/>
          <p:nvPr/>
        </p:nvSpPr>
        <p:spPr bwMode="gray">
          <a:xfrm>
            <a:off x="8374780" y="4490921"/>
            <a:ext cx="151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域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xmlns="" id="{82DE86BB-4A93-45B2-AD82-55DE56F57043}"/>
              </a:ext>
            </a:extLst>
          </p:cNvPr>
          <p:cNvGrpSpPr/>
          <p:nvPr/>
        </p:nvGrpSpPr>
        <p:grpSpPr bwMode="gray">
          <a:xfrm>
            <a:off x="7676528" y="3498105"/>
            <a:ext cx="2271204" cy="895848"/>
            <a:chOff x="7464164" y="3581963"/>
            <a:chExt cx="2271204" cy="895848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xmlns="" id="{EA11F27B-C726-4F80-8D14-72348347737D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7464164" y="3904531"/>
              <a:ext cx="352547" cy="286452"/>
            </a:xfrm>
            <a:prstGeom prst="rect">
              <a:avLst/>
            </a:prstGeom>
          </p:spPr>
        </p:pic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xmlns="" id="{6D6876DB-D2F1-4358-A11A-EC91E9E475A4}"/>
                </a:ext>
              </a:extLst>
            </p:cNvPr>
            <p:cNvGrpSpPr/>
            <p:nvPr/>
          </p:nvGrpSpPr>
          <p:grpSpPr bwMode="gray">
            <a:xfrm>
              <a:off x="8103716" y="3581963"/>
              <a:ext cx="352547" cy="895845"/>
              <a:chOff x="9326151" y="3922709"/>
              <a:chExt cx="360645" cy="916421"/>
            </a:xfrm>
          </p:grpSpPr>
          <p:pic>
            <p:nvPicPr>
              <p:cNvPr id="67" name="图片 66">
                <a:extLst>
                  <a:ext uri="{FF2B5EF4-FFF2-40B4-BE49-F238E27FC236}">
                    <a16:creationId xmlns:a16="http://schemas.microsoft.com/office/drawing/2014/main" xmlns="" id="{F2B6438F-96DE-4E45-AFA4-86D26D9C23FA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326151" y="3922709"/>
                <a:ext cx="360645" cy="293032"/>
              </a:xfrm>
              <a:prstGeom prst="rect">
                <a:avLst/>
              </a:prstGeom>
            </p:spPr>
          </p:pic>
          <p:pic>
            <p:nvPicPr>
              <p:cNvPr id="68" name="图片 67">
                <a:extLst>
                  <a:ext uri="{FF2B5EF4-FFF2-40B4-BE49-F238E27FC236}">
                    <a16:creationId xmlns:a16="http://schemas.microsoft.com/office/drawing/2014/main" xmlns="" id="{602ADA67-169B-4AF1-B3F3-2164DA650BA3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326151" y="4546099"/>
                <a:ext cx="360645" cy="293031"/>
              </a:xfrm>
              <a:prstGeom prst="rect">
                <a:avLst/>
              </a:prstGeom>
            </p:spPr>
          </p:pic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xmlns="" id="{538D8DDD-5FFA-4EDE-A9D4-3023F19DE074}"/>
                </a:ext>
              </a:extLst>
            </p:cNvPr>
            <p:cNvGrpSpPr/>
            <p:nvPr/>
          </p:nvGrpSpPr>
          <p:grpSpPr bwMode="gray">
            <a:xfrm>
              <a:off x="8743268" y="3581965"/>
              <a:ext cx="352547" cy="895846"/>
              <a:chOff x="9930024" y="3922711"/>
              <a:chExt cx="360645" cy="916422"/>
            </a:xfrm>
          </p:grpSpPr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xmlns="" id="{D8172C5A-941A-4B58-B40D-285FF710B946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930024" y="3922711"/>
                <a:ext cx="360645" cy="293031"/>
              </a:xfrm>
              <a:prstGeom prst="rect">
                <a:avLst/>
              </a:prstGeom>
            </p:spPr>
          </p:pic>
          <p:pic>
            <p:nvPicPr>
              <p:cNvPr id="66" name="图片 65">
                <a:extLst>
                  <a:ext uri="{FF2B5EF4-FFF2-40B4-BE49-F238E27FC236}">
                    <a16:creationId xmlns:a16="http://schemas.microsoft.com/office/drawing/2014/main" xmlns="" id="{62DC84CB-5EE4-420B-B41C-62B690E02996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gray">
              <a:xfrm>
                <a:off x="9930024" y="4546102"/>
                <a:ext cx="360645" cy="293031"/>
              </a:xfrm>
              <a:prstGeom prst="rect">
                <a:avLst/>
              </a:prstGeom>
            </p:spPr>
          </p:pic>
        </p:grp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xmlns="" id="{0E8B1058-30CF-4455-A0CC-286C80102D54}"/>
                </a:ext>
              </a:extLst>
            </p:cNvPr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9382821" y="3904531"/>
              <a:ext cx="352547" cy="286452"/>
            </a:xfrm>
            <a:prstGeom prst="rect">
              <a:avLst/>
            </a:prstGeom>
          </p:spPr>
        </p:pic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xmlns="" id="{677CE82C-4344-4AE0-8EF2-7FEAEAF979F0}"/>
                </a:ext>
              </a:extLst>
            </p:cNvPr>
            <p:cNvCxnSpPr>
              <a:cxnSpLocks/>
              <a:stCxn id="67" idx="1"/>
              <a:endCxn id="52" idx="3"/>
            </p:cNvCxnSpPr>
            <p:nvPr/>
          </p:nvCxnSpPr>
          <p:spPr bwMode="gray">
            <a:xfrm flipH="1">
              <a:off x="7816711" y="3725189"/>
              <a:ext cx="287005" cy="322568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xmlns="" id="{28ED86DD-3C03-492D-87A6-76397845A599}"/>
                </a:ext>
              </a:extLst>
            </p:cNvPr>
            <p:cNvCxnSpPr>
              <a:cxnSpLocks/>
              <a:stCxn id="67" idx="3"/>
              <a:endCxn id="65" idx="1"/>
            </p:cNvCxnSpPr>
            <p:nvPr/>
          </p:nvCxnSpPr>
          <p:spPr bwMode="gray">
            <a:xfrm>
              <a:off x="8456263" y="3725189"/>
              <a:ext cx="287006" cy="2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xmlns="" id="{EDE86B9B-DB27-44EA-B68E-C2C5C6BC135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456263" y="4298542"/>
              <a:ext cx="287005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xmlns="" id="{0A297C08-A843-4EC2-A80C-19AAC269F420}"/>
                </a:ext>
              </a:extLst>
            </p:cNvPr>
            <p:cNvCxnSpPr>
              <a:cxnSpLocks/>
              <a:endCxn id="68" idx="1"/>
            </p:cNvCxnSpPr>
            <p:nvPr/>
          </p:nvCxnSpPr>
          <p:spPr bwMode="gray">
            <a:xfrm>
              <a:off x="7845475" y="4083517"/>
              <a:ext cx="258241" cy="251068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xmlns="" id="{6E45B57E-616E-45ED-A5C6-616D5791129C}"/>
                </a:ext>
              </a:extLst>
            </p:cNvPr>
            <p:cNvCxnSpPr>
              <a:cxnSpLocks/>
              <a:stCxn id="55" idx="1"/>
            </p:cNvCxnSpPr>
            <p:nvPr/>
          </p:nvCxnSpPr>
          <p:spPr bwMode="gray">
            <a:xfrm flipH="1" flipV="1">
              <a:off x="9095816" y="3756145"/>
              <a:ext cx="287005" cy="291612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xmlns="" id="{4A78CC25-A35B-4A14-8B2A-37E1D4C74E08}"/>
                </a:ext>
              </a:extLst>
            </p:cNvPr>
            <p:cNvCxnSpPr>
              <a:cxnSpLocks/>
              <a:endCxn id="66" idx="3"/>
            </p:cNvCxnSpPr>
            <p:nvPr/>
          </p:nvCxnSpPr>
          <p:spPr bwMode="gray">
            <a:xfrm flipH="1">
              <a:off x="9095815" y="4112427"/>
              <a:ext cx="285038" cy="222158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xmlns="" id="{AE9538D3-E2AC-45B0-A423-50143B152A8B}"/>
                </a:ext>
              </a:extLst>
            </p:cNvPr>
            <p:cNvCxnSpPr>
              <a:cxnSpLocks/>
              <a:stCxn id="67" idx="2"/>
              <a:endCxn id="68" idx="0"/>
            </p:cNvCxnSpPr>
            <p:nvPr/>
          </p:nvCxnSpPr>
          <p:spPr bwMode="gray">
            <a:xfrm>
              <a:off x="8279989" y="3868416"/>
              <a:ext cx="0" cy="322941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xmlns="" id="{E5A87DBC-0324-4748-8735-53C67A15B14D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 bwMode="gray">
            <a:xfrm>
              <a:off x="8919542" y="3868417"/>
              <a:ext cx="0" cy="322943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0" name="Picture 12" descr="E:\2016.01\1.12 扁平化图标\蓝色\AR-蓝色最新-40.png">
            <a:extLst>
              <a:ext uri="{FF2B5EF4-FFF2-40B4-BE49-F238E27FC236}">
                <a16:creationId xmlns:a16="http://schemas.microsoft.com/office/drawing/2014/main" xmlns="" id="{A822DE47-1BBA-49BC-A510-2587BBF10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6983673" y="3817894"/>
            <a:ext cx="361727" cy="295958"/>
          </a:xfrm>
          <a:prstGeom prst="rect">
            <a:avLst/>
          </a:prstGeom>
          <a:noFill/>
        </p:spPr>
      </p:pic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xmlns="" id="{6B7243F8-1E81-4D66-B237-A9D301A24EE5}"/>
              </a:ext>
            </a:extLst>
          </p:cNvPr>
          <p:cNvCxnSpPr>
            <a:cxnSpLocks/>
            <a:stCxn id="52" idx="1"/>
            <a:endCxn id="70" idx="3"/>
          </p:cNvCxnSpPr>
          <p:nvPr/>
        </p:nvCxnSpPr>
        <p:spPr bwMode="gray">
          <a:xfrm flipH="1">
            <a:off x="7345400" y="3963899"/>
            <a:ext cx="331128" cy="197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12" descr="E:\2016.01\1.12 扁平化图标\蓝色\AR-蓝色最新-40.png">
            <a:extLst>
              <a:ext uri="{FF2B5EF4-FFF2-40B4-BE49-F238E27FC236}">
                <a16:creationId xmlns:a16="http://schemas.microsoft.com/office/drawing/2014/main" xmlns="" id="{6DC111C6-00A0-4F3D-99EC-1CB787A1A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252549" y="3817894"/>
            <a:ext cx="361727" cy="295958"/>
          </a:xfrm>
          <a:prstGeom prst="rect">
            <a:avLst/>
          </a:prstGeom>
          <a:noFill/>
        </p:spPr>
      </p:pic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xmlns="" id="{5BEB2010-BFD3-47AA-81C2-B71070D9B3D5}"/>
              </a:ext>
            </a:extLst>
          </p:cNvPr>
          <p:cNvCxnSpPr>
            <a:cxnSpLocks/>
            <a:stCxn id="75" idx="1"/>
            <a:endCxn id="55" idx="3"/>
          </p:cNvCxnSpPr>
          <p:nvPr/>
        </p:nvCxnSpPr>
        <p:spPr bwMode="gray">
          <a:xfrm flipH="1" flipV="1">
            <a:off x="9947732" y="3963899"/>
            <a:ext cx="304817" cy="1974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xmlns="" id="{44074508-A852-4158-AE91-EFE80273AC8E}"/>
              </a:ext>
            </a:extLst>
          </p:cNvPr>
          <p:cNvSpPr txBox="1"/>
          <p:nvPr/>
        </p:nvSpPr>
        <p:spPr bwMode="gray">
          <a:xfrm>
            <a:off x="8316080" y="3103715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MP-BGP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xmlns="" id="{7F0DD72D-467E-43BF-A7DE-48C8ECAE22D7}"/>
              </a:ext>
            </a:extLst>
          </p:cNvPr>
          <p:cNvCxnSpPr>
            <a:cxnSpLocks/>
            <a:stCxn id="52" idx="0"/>
            <a:endCxn id="79" idx="1"/>
          </p:cNvCxnSpPr>
          <p:nvPr/>
        </p:nvCxnSpPr>
        <p:spPr bwMode="gray">
          <a:xfrm flipV="1">
            <a:off x="7852802" y="3257604"/>
            <a:ext cx="463278" cy="563069"/>
          </a:xfrm>
          <a:prstGeom prst="line">
            <a:avLst/>
          </a:prstGeom>
          <a:ln w="12700">
            <a:solidFill>
              <a:srgbClr val="EC7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xmlns="" id="{83D9A970-0400-45EB-902A-F18D209DF713}"/>
              </a:ext>
            </a:extLst>
          </p:cNvPr>
          <p:cNvCxnSpPr>
            <a:cxnSpLocks/>
            <a:stCxn id="55" idx="0"/>
            <a:endCxn id="79" idx="3"/>
          </p:cNvCxnSpPr>
          <p:nvPr/>
        </p:nvCxnSpPr>
        <p:spPr bwMode="gray">
          <a:xfrm flipH="1" flipV="1">
            <a:off x="9199655" y="3257604"/>
            <a:ext cx="571804" cy="563069"/>
          </a:xfrm>
          <a:prstGeom prst="line">
            <a:avLst/>
          </a:prstGeom>
          <a:ln w="12700">
            <a:solidFill>
              <a:srgbClr val="EC70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xmlns="" id="{A13DCDA0-DE91-49EB-A8C9-A9A4773F6641}"/>
              </a:ext>
            </a:extLst>
          </p:cNvPr>
          <p:cNvSpPr txBox="1"/>
          <p:nvPr/>
        </p:nvSpPr>
        <p:spPr bwMode="gray">
          <a:xfrm>
            <a:off x="7642462" y="4119761"/>
            <a:ext cx="426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xmlns="" id="{9D692F79-25AA-4557-B2D7-136EE8E469DB}"/>
              </a:ext>
            </a:extLst>
          </p:cNvPr>
          <p:cNvSpPr txBox="1"/>
          <p:nvPr/>
        </p:nvSpPr>
        <p:spPr bwMode="gray">
          <a:xfrm>
            <a:off x="9582745" y="4119761"/>
            <a:ext cx="426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PE</a:t>
            </a:r>
            <a:endParaRPr lang="zh-CN" altLang="en-US" sz="14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08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企业广域</a:t>
            </a:r>
            <a:r>
              <a:rPr lang="en-US" altLang="zh-CN" dirty="0" smtClean="0">
                <a:sym typeface="Huawei Sans" panose="020C0503030203020204" pitchFamily="34" charset="0"/>
              </a:rPr>
              <a:t>IP</a:t>
            </a:r>
            <a:r>
              <a:rPr lang="zh-CN" altLang="en-US" dirty="0" smtClean="0">
                <a:sym typeface="Huawei Sans" panose="020C0503030203020204" pitchFamily="34" charset="0"/>
              </a:rPr>
              <a:t>承载网迈向</a:t>
            </a:r>
            <a:r>
              <a:rPr lang="en-US" altLang="zh-CN" dirty="0">
                <a:sym typeface="Huawei Sans" panose="020C0503030203020204" pitchFamily="34" charset="0"/>
              </a:rPr>
              <a:t>IPv6</a:t>
            </a:r>
            <a:r>
              <a:rPr lang="en-US" altLang="zh-CN" dirty="0" smtClean="0">
                <a:sym typeface="Huawei Sans" panose="020C0503030203020204" pitchFamily="34" charset="0"/>
              </a:rPr>
              <a:t>+</a:t>
            </a:r>
            <a:r>
              <a:rPr lang="zh-CN" altLang="en-US" dirty="0" smtClean="0">
                <a:sym typeface="Huawei Sans" panose="020C0503030203020204" pitchFamily="34" charset="0"/>
              </a:rPr>
              <a:t>时代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椭圆 2"/>
          <p:cNvSpPr/>
          <p:nvPr/>
        </p:nvSpPr>
        <p:spPr bwMode="gray">
          <a:xfrm>
            <a:off x="1093399" y="2259713"/>
            <a:ext cx="2655116" cy="2482928"/>
          </a:xfrm>
          <a:prstGeom prst="ellipse">
            <a:avLst/>
          </a:prstGeom>
          <a:solidFill>
            <a:srgbClr val="FFFFFF">
              <a:lumMod val="95000"/>
            </a:srgbClr>
          </a:solidFill>
          <a:ln w="3175" cap="flat" cmpd="sng" algn="ctr">
            <a:noFill/>
            <a:prstDash val="solid"/>
            <a:miter lim="800000"/>
          </a:ln>
          <a:effectLst>
            <a:outerShdw blurRad="25400" dist="12700" dir="2700000" algn="tl" rotWithShape="0">
              <a:prstClr val="black">
                <a:alpha val="18000"/>
              </a:prstClr>
            </a:outerShdw>
          </a:effectLst>
        </p:spPr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19200">
              <a:defRPr/>
            </a:pPr>
            <a:endParaRPr lang="zh-CN" altLang="en-US" sz="900" b="1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 bwMode="gray">
          <a:xfrm>
            <a:off x="1828486" y="2561829"/>
            <a:ext cx="1184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/>
            <a:r>
              <a:rPr lang="en-US" altLang="zh-CN" sz="1400" b="1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Internet  IP</a:t>
            </a:r>
          </a:p>
        </p:txBody>
      </p:sp>
      <p:grpSp>
        <p:nvGrpSpPr>
          <p:cNvPr id="5" name="组合 4"/>
          <p:cNvGrpSpPr/>
          <p:nvPr/>
        </p:nvGrpSpPr>
        <p:grpSpPr bwMode="gray">
          <a:xfrm>
            <a:off x="2624117" y="4027953"/>
            <a:ext cx="551856" cy="350954"/>
            <a:chOff x="5400676" y="4454525"/>
            <a:chExt cx="474661" cy="322263"/>
          </a:xfrm>
          <a:solidFill>
            <a:srgbClr val="1D1D1A">
              <a:lumMod val="75000"/>
              <a:lumOff val="25000"/>
            </a:srgbClr>
          </a:solidFill>
          <a:effectLst/>
        </p:grpSpPr>
        <p:sp>
          <p:nvSpPr>
            <p:cNvPr id="6" name="Freeform 80"/>
            <p:cNvSpPr>
              <a:spLocks noEditPoints="1"/>
            </p:cNvSpPr>
            <p:nvPr/>
          </p:nvSpPr>
          <p:spPr bwMode="gray">
            <a:xfrm>
              <a:off x="5400676" y="4454525"/>
              <a:ext cx="120650" cy="322263"/>
            </a:xfrm>
            <a:custGeom>
              <a:avLst/>
              <a:gdLst>
                <a:gd name="T0" fmla="*/ 76 w 76"/>
                <a:gd name="T1" fmla="*/ 203 h 203"/>
                <a:gd name="T2" fmla="*/ 0 w 76"/>
                <a:gd name="T3" fmla="*/ 203 h 203"/>
                <a:gd name="T4" fmla="*/ 0 w 76"/>
                <a:gd name="T5" fmla="*/ 0 h 203"/>
                <a:gd name="T6" fmla="*/ 76 w 76"/>
                <a:gd name="T7" fmla="*/ 0 h 203"/>
                <a:gd name="T8" fmla="*/ 76 w 76"/>
                <a:gd name="T9" fmla="*/ 203 h 203"/>
                <a:gd name="T10" fmla="*/ 72 w 76"/>
                <a:gd name="T11" fmla="*/ 5 h 203"/>
                <a:gd name="T12" fmla="*/ 5 w 76"/>
                <a:gd name="T13" fmla="*/ 5 h 203"/>
                <a:gd name="T14" fmla="*/ 5 w 76"/>
                <a:gd name="T15" fmla="*/ 198 h 203"/>
                <a:gd name="T16" fmla="*/ 72 w 76"/>
                <a:gd name="T17" fmla="*/ 198 h 203"/>
                <a:gd name="T18" fmla="*/ 72 w 76"/>
                <a:gd name="T19" fmla="*/ 5 h 203"/>
                <a:gd name="T20" fmla="*/ 72 w 76"/>
                <a:gd name="T21" fmla="*/ 5 h 203"/>
                <a:gd name="T22" fmla="*/ 72 w 76"/>
                <a:gd name="T23" fmla="*/ 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203">
                  <a:moveTo>
                    <a:pt x="76" y="203"/>
                  </a:moveTo>
                  <a:lnTo>
                    <a:pt x="0" y="203"/>
                  </a:lnTo>
                  <a:lnTo>
                    <a:pt x="0" y="0"/>
                  </a:lnTo>
                  <a:lnTo>
                    <a:pt x="76" y="0"/>
                  </a:lnTo>
                  <a:lnTo>
                    <a:pt x="76" y="203"/>
                  </a:lnTo>
                  <a:close/>
                  <a:moveTo>
                    <a:pt x="72" y="5"/>
                  </a:moveTo>
                  <a:lnTo>
                    <a:pt x="5" y="5"/>
                  </a:lnTo>
                  <a:lnTo>
                    <a:pt x="5" y="198"/>
                  </a:lnTo>
                  <a:lnTo>
                    <a:pt x="72" y="198"/>
                  </a:lnTo>
                  <a:lnTo>
                    <a:pt x="72" y="5"/>
                  </a:lnTo>
                  <a:close/>
                  <a:moveTo>
                    <a:pt x="72" y="5"/>
                  </a:moveTo>
                  <a:lnTo>
                    <a:pt x="72" y="5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" name="Freeform 81"/>
            <p:cNvSpPr>
              <a:spLocks noEditPoints="1"/>
            </p:cNvSpPr>
            <p:nvPr/>
          </p:nvSpPr>
          <p:spPr bwMode="gray">
            <a:xfrm>
              <a:off x="5400676" y="4454525"/>
              <a:ext cx="120650" cy="322263"/>
            </a:xfrm>
            <a:custGeom>
              <a:avLst/>
              <a:gdLst>
                <a:gd name="T0" fmla="*/ 76 w 76"/>
                <a:gd name="T1" fmla="*/ 203 h 203"/>
                <a:gd name="T2" fmla="*/ 0 w 76"/>
                <a:gd name="T3" fmla="*/ 203 h 203"/>
                <a:gd name="T4" fmla="*/ 0 w 76"/>
                <a:gd name="T5" fmla="*/ 0 h 203"/>
                <a:gd name="T6" fmla="*/ 76 w 76"/>
                <a:gd name="T7" fmla="*/ 0 h 203"/>
                <a:gd name="T8" fmla="*/ 76 w 76"/>
                <a:gd name="T9" fmla="*/ 203 h 203"/>
                <a:gd name="T10" fmla="*/ 72 w 76"/>
                <a:gd name="T11" fmla="*/ 5 h 203"/>
                <a:gd name="T12" fmla="*/ 5 w 76"/>
                <a:gd name="T13" fmla="*/ 5 h 203"/>
                <a:gd name="T14" fmla="*/ 5 w 76"/>
                <a:gd name="T15" fmla="*/ 198 h 203"/>
                <a:gd name="T16" fmla="*/ 72 w 76"/>
                <a:gd name="T17" fmla="*/ 198 h 203"/>
                <a:gd name="T18" fmla="*/ 72 w 76"/>
                <a:gd name="T19" fmla="*/ 5 h 203"/>
                <a:gd name="T20" fmla="*/ 72 w 76"/>
                <a:gd name="T21" fmla="*/ 5 h 203"/>
                <a:gd name="T22" fmla="*/ 72 w 76"/>
                <a:gd name="T23" fmla="*/ 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203">
                  <a:moveTo>
                    <a:pt x="76" y="203"/>
                  </a:moveTo>
                  <a:lnTo>
                    <a:pt x="0" y="203"/>
                  </a:lnTo>
                  <a:lnTo>
                    <a:pt x="0" y="0"/>
                  </a:lnTo>
                  <a:lnTo>
                    <a:pt x="76" y="0"/>
                  </a:lnTo>
                  <a:lnTo>
                    <a:pt x="76" y="203"/>
                  </a:lnTo>
                  <a:moveTo>
                    <a:pt x="72" y="5"/>
                  </a:moveTo>
                  <a:lnTo>
                    <a:pt x="5" y="5"/>
                  </a:lnTo>
                  <a:lnTo>
                    <a:pt x="5" y="198"/>
                  </a:lnTo>
                  <a:lnTo>
                    <a:pt x="72" y="198"/>
                  </a:lnTo>
                  <a:lnTo>
                    <a:pt x="72" y="5"/>
                  </a:lnTo>
                  <a:moveTo>
                    <a:pt x="72" y="5"/>
                  </a:moveTo>
                  <a:lnTo>
                    <a:pt x="72" y="5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" name="Freeform 82"/>
            <p:cNvSpPr>
              <a:spLocks noEditPoints="1"/>
            </p:cNvSpPr>
            <p:nvPr/>
          </p:nvSpPr>
          <p:spPr bwMode="gray">
            <a:xfrm>
              <a:off x="5427663" y="4481513"/>
              <a:ext cx="66675" cy="96838"/>
            </a:xfrm>
            <a:custGeom>
              <a:avLst/>
              <a:gdLst>
                <a:gd name="T0" fmla="*/ 42 w 42"/>
                <a:gd name="T1" fmla="*/ 61 h 61"/>
                <a:gd name="T2" fmla="*/ 0 w 42"/>
                <a:gd name="T3" fmla="*/ 61 h 61"/>
                <a:gd name="T4" fmla="*/ 0 w 42"/>
                <a:gd name="T5" fmla="*/ 0 h 61"/>
                <a:gd name="T6" fmla="*/ 42 w 42"/>
                <a:gd name="T7" fmla="*/ 0 h 61"/>
                <a:gd name="T8" fmla="*/ 42 w 42"/>
                <a:gd name="T9" fmla="*/ 61 h 61"/>
                <a:gd name="T10" fmla="*/ 39 w 42"/>
                <a:gd name="T11" fmla="*/ 3 h 61"/>
                <a:gd name="T12" fmla="*/ 2 w 42"/>
                <a:gd name="T13" fmla="*/ 3 h 61"/>
                <a:gd name="T14" fmla="*/ 2 w 42"/>
                <a:gd name="T15" fmla="*/ 58 h 61"/>
                <a:gd name="T16" fmla="*/ 39 w 42"/>
                <a:gd name="T17" fmla="*/ 58 h 61"/>
                <a:gd name="T18" fmla="*/ 39 w 42"/>
                <a:gd name="T19" fmla="*/ 3 h 61"/>
                <a:gd name="T20" fmla="*/ 39 w 42"/>
                <a:gd name="T21" fmla="*/ 3 h 61"/>
                <a:gd name="T22" fmla="*/ 39 w 42"/>
                <a:gd name="T23" fmla="*/ 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61">
                  <a:moveTo>
                    <a:pt x="42" y="61"/>
                  </a:moveTo>
                  <a:lnTo>
                    <a:pt x="0" y="61"/>
                  </a:lnTo>
                  <a:lnTo>
                    <a:pt x="0" y="0"/>
                  </a:lnTo>
                  <a:lnTo>
                    <a:pt x="42" y="0"/>
                  </a:lnTo>
                  <a:lnTo>
                    <a:pt x="42" y="61"/>
                  </a:lnTo>
                  <a:close/>
                  <a:moveTo>
                    <a:pt x="39" y="3"/>
                  </a:moveTo>
                  <a:lnTo>
                    <a:pt x="2" y="3"/>
                  </a:lnTo>
                  <a:lnTo>
                    <a:pt x="2" y="58"/>
                  </a:lnTo>
                  <a:lnTo>
                    <a:pt x="39" y="58"/>
                  </a:lnTo>
                  <a:lnTo>
                    <a:pt x="39" y="3"/>
                  </a:lnTo>
                  <a:close/>
                  <a:moveTo>
                    <a:pt x="39" y="3"/>
                  </a:moveTo>
                  <a:lnTo>
                    <a:pt x="39" y="3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Freeform 83"/>
            <p:cNvSpPr>
              <a:spLocks noEditPoints="1"/>
            </p:cNvSpPr>
            <p:nvPr/>
          </p:nvSpPr>
          <p:spPr bwMode="gray">
            <a:xfrm>
              <a:off x="5427663" y="4481513"/>
              <a:ext cx="66675" cy="96838"/>
            </a:xfrm>
            <a:custGeom>
              <a:avLst/>
              <a:gdLst>
                <a:gd name="T0" fmla="*/ 42 w 42"/>
                <a:gd name="T1" fmla="*/ 61 h 61"/>
                <a:gd name="T2" fmla="*/ 0 w 42"/>
                <a:gd name="T3" fmla="*/ 61 h 61"/>
                <a:gd name="T4" fmla="*/ 0 w 42"/>
                <a:gd name="T5" fmla="*/ 0 h 61"/>
                <a:gd name="T6" fmla="*/ 42 w 42"/>
                <a:gd name="T7" fmla="*/ 0 h 61"/>
                <a:gd name="T8" fmla="*/ 42 w 42"/>
                <a:gd name="T9" fmla="*/ 61 h 61"/>
                <a:gd name="T10" fmla="*/ 39 w 42"/>
                <a:gd name="T11" fmla="*/ 3 h 61"/>
                <a:gd name="T12" fmla="*/ 2 w 42"/>
                <a:gd name="T13" fmla="*/ 3 h 61"/>
                <a:gd name="T14" fmla="*/ 2 w 42"/>
                <a:gd name="T15" fmla="*/ 58 h 61"/>
                <a:gd name="T16" fmla="*/ 39 w 42"/>
                <a:gd name="T17" fmla="*/ 58 h 61"/>
                <a:gd name="T18" fmla="*/ 39 w 42"/>
                <a:gd name="T19" fmla="*/ 3 h 61"/>
                <a:gd name="T20" fmla="*/ 39 w 42"/>
                <a:gd name="T21" fmla="*/ 3 h 61"/>
                <a:gd name="T22" fmla="*/ 39 w 42"/>
                <a:gd name="T23" fmla="*/ 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61">
                  <a:moveTo>
                    <a:pt x="42" y="61"/>
                  </a:moveTo>
                  <a:lnTo>
                    <a:pt x="0" y="61"/>
                  </a:lnTo>
                  <a:lnTo>
                    <a:pt x="0" y="0"/>
                  </a:lnTo>
                  <a:lnTo>
                    <a:pt x="42" y="0"/>
                  </a:lnTo>
                  <a:lnTo>
                    <a:pt x="42" y="61"/>
                  </a:lnTo>
                  <a:moveTo>
                    <a:pt x="39" y="3"/>
                  </a:moveTo>
                  <a:lnTo>
                    <a:pt x="2" y="3"/>
                  </a:lnTo>
                  <a:lnTo>
                    <a:pt x="2" y="58"/>
                  </a:lnTo>
                  <a:lnTo>
                    <a:pt x="39" y="58"/>
                  </a:lnTo>
                  <a:lnTo>
                    <a:pt x="39" y="3"/>
                  </a:lnTo>
                  <a:moveTo>
                    <a:pt x="39" y="3"/>
                  </a:moveTo>
                  <a:lnTo>
                    <a:pt x="39" y="3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Freeform 84"/>
            <p:cNvSpPr>
              <a:spLocks noEditPoints="1"/>
            </p:cNvSpPr>
            <p:nvPr/>
          </p:nvSpPr>
          <p:spPr bwMode="gray">
            <a:xfrm>
              <a:off x="5427663" y="4506913"/>
              <a:ext cx="66675" cy="138113"/>
            </a:xfrm>
            <a:custGeom>
              <a:avLst/>
              <a:gdLst>
                <a:gd name="T0" fmla="*/ 0 w 42"/>
                <a:gd name="T1" fmla="*/ 0 h 87"/>
                <a:gd name="T2" fmla="*/ 42 w 42"/>
                <a:gd name="T3" fmla="*/ 0 h 87"/>
                <a:gd name="T4" fmla="*/ 42 w 42"/>
                <a:gd name="T5" fmla="*/ 3 h 87"/>
                <a:gd name="T6" fmla="*/ 0 w 42"/>
                <a:gd name="T7" fmla="*/ 3 h 87"/>
                <a:gd name="T8" fmla="*/ 0 w 42"/>
                <a:gd name="T9" fmla="*/ 0 h 87"/>
                <a:gd name="T10" fmla="*/ 0 w 42"/>
                <a:gd name="T11" fmla="*/ 15 h 87"/>
                <a:gd name="T12" fmla="*/ 42 w 42"/>
                <a:gd name="T13" fmla="*/ 15 h 87"/>
                <a:gd name="T14" fmla="*/ 42 w 42"/>
                <a:gd name="T15" fmla="*/ 17 h 87"/>
                <a:gd name="T16" fmla="*/ 0 w 42"/>
                <a:gd name="T17" fmla="*/ 17 h 87"/>
                <a:gd name="T18" fmla="*/ 0 w 42"/>
                <a:gd name="T19" fmla="*/ 15 h 87"/>
                <a:gd name="T20" fmla="*/ 0 w 42"/>
                <a:gd name="T21" fmla="*/ 29 h 87"/>
                <a:gd name="T22" fmla="*/ 42 w 42"/>
                <a:gd name="T23" fmla="*/ 29 h 87"/>
                <a:gd name="T24" fmla="*/ 42 w 42"/>
                <a:gd name="T25" fmla="*/ 32 h 87"/>
                <a:gd name="T26" fmla="*/ 0 w 42"/>
                <a:gd name="T27" fmla="*/ 32 h 87"/>
                <a:gd name="T28" fmla="*/ 0 w 42"/>
                <a:gd name="T29" fmla="*/ 29 h 87"/>
                <a:gd name="T30" fmla="*/ 30 w 42"/>
                <a:gd name="T31" fmla="*/ 87 h 87"/>
                <a:gd name="T32" fmla="*/ 30 w 42"/>
                <a:gd name="T3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87">
                  <a:moveTo>
                    <a:pt x="0" y="0"/>
                  </a:moveTo>
                  <a:lnTo>
                    <a:pt x="42" y="0"/>
                  </a:lnTo>
                  <a:lnTo>
                    <a:pt x="42" y="3"/>
                  </a:lnTo>
                  <a:lnTo>
                    <a:pt x="0" y="3"/>
                  </a:lnTo>
                  <a:lnTo>
                    <a:pt x="0" y="0"/>
                  </a:lnTo>
                  <a:close/>
                  <a:moveTo>
                    <a:pt x="0" y="15"/>
                  </a:moveTo>
                  <a:lnTo>
                    <a:pt x="42" y="15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15"/>
                  </a:lnTo>
                  <a:close/>
                  <a:moveTo>
                    <a:pt x="0" y="29"/>
                  </a:moveTo>
                  <a:lnTo>
                    <a:pt x="42" y="29"/>
                  </a:lnTo>
                  <a:lnTo>
                    <a:pt x="42" y="32"/>
                  </a:lnTo>
                  <a:lnTo>
                    <a:pt x="0" y="32"/>
                  </a:lnTo>
                  <a:lnTo>
                    <a:pt x="0" y="29"/>
                  </a:lnTo>
                  <a:close/>
                  <a:moveTo>
                    <a:pt x="30" y="87"/>
                  </a:moveTo>
                  <a:lnTo>
                    <a:pt x="30" y="87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Freeform 85"/>
            <p:cNvSpPr>
              <a:spLocks noEditPoints="1"/>
            </p:cNvSpPr>
            <p:nvPr/>
          </p:nvSpPr>
          <p:spPr bwMode="gray">
            <a:xfrm>
              <a:off x="5427663" y="4506913"/>
              <a:ext cx="66675" cy="138113"/>
            </a:xfrm>
            <a:custGeom>
              <a:avLst/>
              <a:gdLst>
                <a:gd name="T0" fmla="*/ 0 w 42"/>
                <a:gd name="T1" fmla="*/ 0 h 87"/>
                <a:gd name="T2" fmla="*/ 42 w 42"/>
                <a:gd name="T3" fmla="*/ 0 h 87"/>
                <a:gd name="T4" fmla="*/ 42 w 42"/>
                <a:gd name="T5" fmla="*/ 3 h 87"/>
                <a:gd name="T6" fmla="*/ 0 w 42"/>
                <a:gd name="T7" fmla="*/ 3 h 87"/>
                <a:gd name="T8" fmla="*/ 0 w 42"/>
                <a:gd name="T9" fmla="*/ 0 h 87"/>
                <a:gd name="T10" fmla="*/ 0 w 42"/>
                <a:gd name="T11" fmla="*/ 15 h 87"/>
                <a:gd name="T12" fmla="*/ 42 w 42"/>
                <a:gd name="T13" fmla="*/ 15 h 87"/>
                <a:gd name="T14" fmla="*/ 42 w 42"/>
                <a:gd name="T15" fmla="*/ 17 h 87"/>
                <a:gd name="T16" fmla="*/ 0 w 42"/>
                <a:gd name="T17" fmla="*/ 17 h 87"/>
                <a:gd name="T18" fmla="*/ 0 w 42"/>
                <a:gd name="T19" fmla="*/ 15 h 87"/>
                <a:gd name="T20" fmla="*/ 0 w 42"/>
                <a:gd name="T21" fmla="*/ 29 h 87"/>
                <a:gd name="T22" fmla="*/ 42 w 42"/>
                <a:gd name="T23" fmla="*/ 29 h 87"/>
                <a:gd name="T24" fmla="*/ 42 w 42"/>
                <a:gd name="T25" fmla="*/ 32 h 87"/>
                <a:gd name="T26" fmla="*/ 0 w 42"/>
                <a:gd name="T27" fmla="*/ 32 h 87"/>
                <a:gd name="T28" fmla="*/ 0 w 42"/>
                <a:gd name="T29" fmla="*/ 29 h 87"/>
                <a:gd name="T30" fmla="*/ 30 w 42"/>
                <a:gd name="T31" fmla="*/ 87 h 87"/>
                <a:gd name="T32" fmla="*/ 30 w 42"/>
                <a:gd name="T3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87">
                  <a:moveTo>
                    <a:pt x="0" y="0"/>
                  </a:moveTo>
                  <a:lnTo>
                    <a:pt x="42" y="0"/>
                  </a:lnTo>
                  <a:lnTo>
                    <a:pt x="42" y="3"/>
                  </a:lnTo>
                  <a:lnTo>
                    <a:pt x="0" y="3"/>
                  </a:lnTo>
                  <a:lnTo>
                    <a:pt x="0" y="0"/>
                  </a:lnTo>
                  <a:moveTo>
                    <a:pt x="0" y="15"/>
                  </a:moveTo>
                  <a:lnTo>
                    <a:pt x="42" y="15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15"/>
                  </a:lnTo>
                  <a:moveTo>
                    <a:pt x="0" y="29"/>
                  </a:moveTo>
                  <a:lnTo>
                    <a:pt x="42" y="29"/>
                  </a:lnTo>
                  <a:lnTo>
                    <a:pt x="42" y="32"/>
                  </a:lnTo>
                  <a:lnTo>
                    <a:pt x="0" y="32"/>
                  </a:lnTo>
                  <a:lnTo>
                    <a:pt x="0" y="29"/>
                  </a:lnTo>
                  <a:moveTo>
                    <a:pt x="30" y="87"/>
                  </a:moveTo>
                  <a:lnTo>
                    <a:pt x="30" y="87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Freeform 86"/>
            <p:cNvSpPr>
              <a:spLocks noEditPoints="1"/>
            </p:cNvSpPr>
            <p:nvPr/>
          </p:nvSpPr>
          <p:spPr bwMode="gray">
            <a:xfrm>
              <a:off x="5429250" y="4684713"/>
              <a:ext cx="65087" cy="66675"/>
            </a:xfrm>
            <a:custGeom>
              <a:avLst/>
              <a:gdLst>
                <a:gd name="T0" fmla="*/ 23 w 31"/>
                <a:gd name="T1" fmla="*/ 3 h 32"/>
                <a:gd name="T2" fmla="*/ 8 w 31"/>
                <a:gd name="T3" fmla="*/ 3 h 32"/>
                <a:gd name="T4" fmla="*/ 0 w 31"/>
                <a:gd name="T5" fmla="*/ 16 h 32"/>
                <a:gd name="T6" fmla="*/ 8 w 31"/>
                <a:gd name="T7" fmla="*/ 29 h 32"/>
                <a:gd name="T8" fmla="*/ 23 w 31"/>
                <a:gd name="T9" fmla="*/ 29 h 32"/>
                <a:gd name="T10" fmla="*/ 31 w 31"/>
                <a:gd name="T11" fmla="*/ 16 h 32"/>
                <a:gd name="T12" fmla="*/ 23 w 31"/>
                <a:gd name="T13" fmla="*/ 3 h 32"/>
                <a:gd name="T14" fmla="*/ 15 w 31"/>
                <a:gd name="T15" fmla="*/ 29 h 32"/>
                <a:gd name="T16" fmla="*/ 3 w 31"/>
                <a:gd name="T17" fmla="*/ 16 h 32"/>
                <a:gd name="T18" fmla="*/ 15 w 31"/>
                <a:gd name="T19" fmla="*/ 3 h 32"/>
                <a:gd name="T20" fmla="*/ 28 w 31"/>
                <a:gd name="T21" fmla="*/ 16 h 32"/>
                <a:gd name="T22" fmla="*/ 15 w 31"/>
                <a:gd name="T23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" h="32">
                  <a:moveTo>
                    <a:pt x="23" y="3"/>
                  </a:moveTo>
                  <a:cubicBezTo>
                    <a:pt x="18" y="0"/>
                    <a:pt x="12" y="0"/>
                    <a:pt x="8" y="3"/>
                  </a:cubicBezTo>
                  <a:cubicBezTo>
                    <a:pt x="3" y="5"/>
                    <a:pt x="0" y="11"/>
                    <a:pt x="0" y="16"/>
                  </a:cubicBezTo>
                  <a:cubicBezTo>
                    <a:pt x="0" y="22"/>
                    <a:pt x="3" y="27"/>
                    <a:pt x="8" y="29"/>
                  </a:cubicBezTo>
                  <a:cubicBezTo>
                    <a:pt x="12" y="32"/>
                    <a:pt x="18" y="32"/>
                    <a:pt x="23" y="29"/>
                  </a:cubicBezTo>
                  <a:cubicBezTo>
                    <a:pt x="28" y="27"/>
                    <a:pt x="31" y="22"/>
                    <a:pt x="31" y="16"/>
                  </a:cubicBezTo>
                  <a:cubicBezTo>
                    <a:pt x="31" y="11"/>
                    <a:pt x="28" y="5"/>
                    <a:pt x="23" y="3"/>
                  </a:cubicBezTo>
                  <a:close/>
                  <a:moveTo>
                    <a:pt x="15" y="29"/>
                  </a:moveTo>
                  <a:cubicBezTo>
                    <a:pt x="8" y="29"/>
                    <a:pt x="3" y="23"/>
                    <a:pt x="3" y="16"/>
                  </a:cubicBezTo>
                  <a:cubicBezTo>
                    <a:pt x="3" y="9"/>
                    <a:pt x="8" y="3"/>
                    <a:pt x="15" y="3"/>
                  </a:cubicBezTo>
                  <a:cubicBezTo>
                    <a:pt x="22" y="3"/>
                    <a:pt x="28" y="9"/>
                    <a:pt x="28" y="16"/>
                  </a:cubicBezTo>
                  <a:cubicBezTo>
                    <a:pt x="28" y="23"/>
                    <a:pt x="22" y="29"/>
                    <a:pt x="15" y="29"/>
                  </a:cubicBez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" name="Freeform 87"/>
            <p:cNvSpPr>
              <a:spLocks noEditPoints="1"/>
            </p:cNvSpPr>
            <p:nvPr/>
          </p:nvSpPr>
          <p:spPr bwMode="gray">
            <a:xfrm>
              <a:off x="5537200" y="4454525"/>
              <a:ext cx="338137" cy="220663"/>
            </a:xfrm>
            <a:custGeom>
              <a:avLst/>
              <a:gdLst>
                <a:gd name="T0" fmla="*/ 213 w 213"/>
                <a:gd name="T1" fmla="*/ 139 h 139"/>
                <a:gd name="T2" fmla="*/ 0 w 213"/>
                <a:gd name="T3" fmla="*/ 139 h 139"/>
                <a:gd name="T4" fmla="*/ 0 w 213"/>
                <a:gd name="T5" fmla="*/ 0 h 139"/>
                <a:gd name="T6" fmla="*/ 213 w 213"/>
                <a:gd name="T7" fmla="*/ 0 h 139"/>
                <a:gd name="T8" fmla="*/ 213 w 213"/>
                <a:gd name="T9" fmla="*/ 139 h 139"/>
                <a:gd name="T10" fmla="*/ 207 w 213"/>
                <a:gd name="T11" fmla="*/ 7 h 139"/>
                <a:gd name="T12" fmla="*/ 7 w 213"/>
                <a:gd name="T13" fmla="*/ 7 h 139"/>
                <a:gd name="T14" fmla="*/ 7 w 213"/>
                <a:gd name="T15" fmla="*/ 133 h 139"/>
                <a:gd name="T16" fmla="*/ 207 w 213"/>
                <a:gd name="T17" fmla="*/ 133 h 139"/>
                <a:gd name="T18" fmla="*/ 207 w 213"/>
                <a:gd name="T19" fmla="*/ 7 h 139"/>
                <a:gd name="T20" fmla="*/ 207 w 213"/>
                <a:gd name="T21" fmla="*/ 7 h 139"/>
                <a:gd name="T22" fmla="*/ 207 w 213"/>
                <a:gd name="T23" fmla="*/ 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3" h="139">
                  <a:moveTo>
                    <a:pt x="213" y="139"/>
                  </a:moveTo>
                  <a:lnTo>
                    <a:pt x="0" y="139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3" y="139"/>
                  </a:lnTo>
                  <a:close/>
                  <a:moveTo>
                    <a:pt x="207" y="7"/>
                  </a:moveTo>
                  <a:lnTo>
                    <a:pt x="7" y="7"/>
                  </a:lnTo>
                  <a:lnTo>
                    <a:pt x="7" y="133"/>
                  </a:lnTo>
                  <a:lnTo>
                    <a:pt x="207" y="133"/>
                  </a:lnTo>
                  <a:lnTo>
                    <a:pt x="207" y="7"/>
                  </a:lnTo>
                  <a:close/>
                  <a:moveTo>
                    <a:pt x="207" y="7"/>
                  </a:moveTo>
                  <a:lnTo>
                    <a:pt x="207" y="7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Freeform 88"/>
            <p:cNvSpPr>
              <a:spLocks noEditPoints="1"/>
            </p:cNvSpPr>
            <p:nvPr/>
          </p:nvSpPr>
          <p:spPr bwMode="gray">
            <a:xfrm>
              <a:off x="5537200" y="4454525"/>
              <a:ext cx="338137" cy="220663"/>
            </a:xfrm>
            <a:custGeom>
              <a:avLst/>
              <a:gdLst>
                <a:gd name="T0" fmla="*/ 213 w 213"/>
                <a:gd name="T1" fmla="*/ 139 h 139"/>
                <a:gd name="T2" fmla="*/ 0 w 213"/>
                <a:gd name="T3" fmla="*/ 139 h 139"/>
                <a:gd name="T4" fmla="*/ 0 w 213"/>
                <a:gd name="T5" fmla="*/ 0 h 139"/>
                <a:gd name="T6" fmla="*/ 213 w 213"/>
                <a:gd name="T7" fmla="*/ 0 h 139"/>
                <a:gd name="T8" fmla="*/ 213 w 213"/>
                <a:gd name="T9" fmla="*/ 139 h 139"/>
                <a:gd name="T10" fmla="*/ 207 w 213"/>
                <a:gd name="T11" fmla="*/ 7 h 139"/>
                <a:gd name="T12" fmla="*/ 7 w 213"/>
                <a:gd name="T13" fmla="*/ 7 h 139"/>
                <a:gd name="T14" fmla="*/ 7 w 213"/>
                <a:gd name="T15" fmla="*/ 133 h 139"/>
                <a:gd name="T16" fmla="*/ 207 w 213"/>
                <a:gd name="T17" fmla="*/ 133 h 139"/>
                <a:gd name="T18" fmla="*/ 207 w 213"/>
                <a:gd name="T19" fmla="*/ 7 h 139"/>
                <a:gd name="T20" fmla="*/ 207 w 213"/>
                <a:gd name="T21" fmla="*/ 7 h 139"/>
                <a:gd name="T22" fmla="*/ 207 w 213"/>
                <a:gd name="T23" fmla="*/ 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3" h="139">
                  <a:moveTo>
                    <a:pt x="213" y="139"/>
                  </a:moveTo>
                  <a:lnTo>
                    <a:pt x="0" y="139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3" y="139"/>
                  </a:lnTo>
                  <a:moveTo>
                    <a:pt x="207" y="7"/>
                  </a:moveTo>
                  <a:lnTo>
                    <a:pt x="7" y="7"/>
                  </a:lnTo>
                  <a:lnTo>
                    <a:pt x="7" y="133"/>
                  </a:lnTo>
                  <a:lnTo>
                    <a:pt x="207" y="133"/>
                  </a:lnTo>
                  <a:lnTo>
                    <a:pt x="207" y="7"/>
                  </a:lnTo>
                  <a:moveTo>
                    <a:pt x="207" y="7"/>
                  </a:moveTo>
                  <a:lnTo>
                    <a:pt x="207" y="7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Freeform 89"/>
            <p:cNvSpPr>
              <a:spLocks noEditPoints="1"/>
            </p:cNvSpPr>
            <p:nvPr/>
          </p:nvSpPr>
          <p:spPr bwMode="gray">
            <a:xfrm>
              <a:off x="5564188" y="4484688"/>
              <a:ext cx="284162" cy="265113"/>
            </a:xfrm>
            <a:custGeom>
              <a:avLst/>
              <a:gdLst>
                <a:gd name="T0" fmla="*/ 179 w 179"/>
                <a:gd name="T1" fmla="*/ 101 h 167"/>
                <a:gd name="T2" fmla="*/ 0 w 179"/>
                <a:gd name="T3" fmla="*/ 101 h 167"/>
                <a:gd name="T4" fmla="*/ 0 w 179"/>
                <a:gd name="T5" fmla="*/ 0 h 167"/>
                <a:gd name="T6" fmla="*/ 179 w 179"/>
                <a:gd name="T7" fmla="*/ 0 h 167"/>
                <a:gd name="T8" fmla="*/ 179 w 179"/>
                <a:gd name="T9" fmla="*/ 101 h 167"/>
                <a:gd name="T10" fmla="*/ 175 w 179"/>
                <a:gd name="T11" fmla="*/ 3 h 167"/>
                <a:gd name="T12" fmla="*/ 6 w 179"/>
                <a:gd name="T13" fmla="*/ 3 h 167"/>
                <a:gd name="T14" fmla="*/ 6 w 179"/>
                <a:gd name="T15" fmla="*/ 97 h 167"/>
                <a:gd name="T16" fmla="*/ 175 w 179"/>
                <a:gd name="T17" fmla="*/ 97 h 167"/>
                <a:gd name="T18" fmla="*/ 175 w 179"/>
                <a:gd name="T19" fmla="*/ 3 h 167"/>
                <a:gd name="T20" fmla="*/ 105 w 179"/>
                <a:gd name="T21" fmla="*/ 167 h 167"/>
                <a:gd name="T22" fmla="*/ 74 w 179"/>
                <a:gd name="T23" fmla="*/ 167 h 167"/>
                <a:gd name="T24" fmla="*/ 74 w 179"/>
                <a:gd name="T25" fmla="*/ 114 h 167"/>
                <a:gd name="T26" fmla="*/ 105 w 179"/>
                <a:gd name="T27" fmla="*/ 114 h 167"/>
                <a:gd name="T28" fmla="*/ 105 w 179"/>
                <a:gd name="T29" fmla="*/ 167 h 167"/>
                <a:gd name="T30" fmla="*/ 101 w 179"/>
                <a:gd name="T31" fmla="*/ 120 h 167"/>
                <a:gd name="T32" fmla="*/ 79 w 179"/>
                <a:gd name="T33" fmla="*/ 120 h 167"/>
                <a:gd name="T34" fmla="*/ 79 w 179"/>
                <a:gd name="T35" fmla="*/ 163 h 167"/>
                <a:gd name="T36" fmla="*/ 101 w 179"/>
                <a:gd name="T37" fmla="*/ 163 h 167"/>
                <a:gd name="T38" fmla="*/ 101 w 179"/>
                <a:gd name="T39" fmla="*/ 120 h 167"/>
                <a:gd name="T40" fmla="*/ 101 w 179"/>
                <a:gd name="T41" fmla="*/ 125 h 167"/>
                <a:gd name="T42" fmla="*/ 101 w 179"/>
                <a:gd name="T43" fmla="*/ 125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167">
                  <a:moveTo>
                    <a:pt x="179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79" y="101"/>
                  </a:lnTo>
                  <a:close/>
                  <a:moveTo>
                    <a:pt x="175" y="3"/>
                  </a:moveTo>
                  <a:lnTo>
                    <a:pt x="6" y="3"/>
                  </a:lnTo>
                  <a:lnTo>
                    <a:pt x="6" y="97"/>
                  </a:lnTo>
                  <a:lnTo>
                    <a:pt x="175" y="97"/>
                  </a:lnTo>
                  <a:lnTo>
                    <a:pt x="175" y="3"/>
                  </a:lnTo>
                  <a:close/>
                  <a:moveTo>
                    <a:pt x="105" y="167"/>
                  </a:moveTo>
                  <a:lnTo>
                    <a:pt x="74" y="167"/>
                  </a:lnTo>
                  <a:lnTo>
                    <a:pt x="74" y="114"/>
                  </a:lnTo>
                  <a:lnTo>
                    <a:pt x="105" y="114"/>
                  </a:lnTo>
                  <a:lnTo>
                    <a:pt x="105" y="167"/>
                  </a:lnTo>
                  <a:close/>
                  <a:moveTo>
                    <a:pt x="101" y="120"/>
                  </a:moveTo>
                  <a:lnTo>
                    <a:pt x="79" y="120"/>
                  </a:lnTo>
                  <a:lnTo>
                    <a:pt x="79" y="163"/>
                  </a:lnTo>
                  <a:lnTo>
                    <a:pt x="101" y="163"/>
                  </a:lnTo>
                  <a:lnTo>
                    <a:pt x="101" y="120"/>
                  </a:lnTo>
                  <a:close/>
                  <a:moveTo>
                    <a:pt x="101" y="125"/>
                  </a:moveTo>
                  <a:lnTo>
                    <a:pt x="101" y="125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Freeform 90"/>
            <p:cNvSpPr>
              <a:spLocks noEditPoints="1"/>
            </p:cNvSpPr>
            <p:nvPr/>
          </p:nvSpPr>
          <p:spPr bwMode="gray">
            <a:xfrm>
              <a:off x="5564188" y="4484688"/>
              <a:ext cx="284162" cy="265113"/>
            </a:xfrm>
            <a:custGeom>
              <a:avLst/>
              <a:gdLst>
                <a:gd name="T0" fmla="*/ 179 w 179"/>
                <a:gd name="T1" fmla="*/ 101 h 167"/>
                <a:gd name="T2" fmla="*/ 0 w 179"/>
                <a:gd name="T3" fmla="*/ 101 h 167"/>
                <a:gd name="T4" fmla="*/ 0 w 179"/>
                <a:gd name="T5" fmla="*/ 0 h 167"/>
                <a:gd name="T6" fmla="*/ 179 w 179"/>
                <a:gd name="T7" fmla="*/ 0 h 167"/>
                <a:gd name="T8" fmla="*/ 179 w 179"/>
                <a:gd name="T9" fmla="*/ 101 h 167"/>
                <a:gd name="T10" fmla="*/ 175 w 179"/>
                <a:gd name="T11" fmla="*/ 3 h 167"/>
                <a:gd name="T12" fmla="*/ 6 w 179"/>
                <a:gd name="T13" fmla="*/ 3 h 167"/>
                <a:gd name="T14" fmla="*/ 6 w 179"/>
                <a:gd name="T15" fmla="*/ 97 h 167"/>
                <a:gd name="T16" fmla="*/ 175 w 179"/>
                <a:gd name="T17" fmla="*/ 97 h 167"/>
                <a:gd name="T18" fmla="*/ 175 w 179"/>
                <a:gd name="T19" fmla="*/ 3 h 167"/>
                <a:gd name="T20" fmla="*/ 105 w 179"/>
                <a:gd name="T21" fmla="*/ 167 h 167"/>
                <a:gd name="T22" fmla="*/ 74 w 179"/>
                <a:gd name="T23" fmla="*/ 167 h 167"/>
                <a:gd name="T24" fmla="*/ 74 w 179"/>
                <a:gd name="T25" fmla="*/ 114 h 167"/>
                <a:gd name="T26" fmla="*/ 105 w 179"/>
                <a:gd name="T27" fmla="*/ 114 h 167"/>
                <a:gd name="T28" fmla="*/ 105 w 179"/>
                <a:gd name="T29" fmla="*/ 167 h 167"/>
                <a:gd name="T30" fmla="*/ 101 w 179"/>
                <a:gd name="T31" fmla="*/ 120 h 167"/>
                <a:gd name="T32" fmla="*/ 79 w 179"/>
                <a:gd name="T33" fmla="*/ 120 h 167"/>
                <a:gd name="T34" fmla="*/ 79 w 179"/>
                <a:gd name="T35" fmla="*/ 163 h 167"/>
                <a:gd name="T36" fmla="*/ 101 w 179"/>
                <a:gd name="T37" fmla="*/ 163 h 167"/>
                <a:gd name="T38" fmla="*/ 101 w 179"/>
                <a:gd name="T39" fmla="*/ 120 h 167"/>
                <a:gd name="T40" fmla="*/ 101 w 179"/>
                <a:gd name="T41" fmla="*/ 125 h 167"/>
                <a:gd name="T42" fmla="*/ 101 w 179"/>
                <a:gd name="T43" fmla="*/ 125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167">
                  <a:moveTo>
                    <a:pt x="179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79" y="101"/>
                  </a:lnTo>
                  <a:moveTo>
                    <a:pt x="175" y="3"/>
                  </a:moveTo>
                  <a:lnTo>
                    <a:pt x="6" y="3"/>
                  </a:lnTo>
                  <a:lnTo>
                    <a:pt x="6" y="97"/>
                  </a:lnTo>
                  <a:lnTo>
                    <a:pt x="175" y="97"/>
                  </a:lnTo>
                  <a:lnTo>
                    <a:pt x="175" y="3"/>
                  </a:lnTo>
                  <a:moveTo>
                    <a:pt x="105" y="167"/>
                  </a:moveTo>
                  <a:lnTo>
                    <a:pt x="74" y="167"/>
                  </a:lnTo>
                  <a:lnTo>
                    <a:pt x="74" y="114"/>
                  </a:lnTo>
                  <a:lnTo>
                    <a:pt x="105" y="114"/>
                  </a:lnTo>
                  <a:lnTo>
                    <a:pt x="105" y="167"/>
                  </a:lnTo>
                  <a:moveTo>
                    <a:pt x="101" y="120"/>
                  </a:moveTo>
                  <a:lnTo>
                    <a:pt x="79" y="120"/>
                  </a:lnTo>
                  <a:lnTo>
                    <a:pt x="79" y="163"/>
                  </a:lnTo>
                  <a:lnTo>
                    <a:pt x="101" y="163"/>
                  </a:lnTo>
                  <a:lnTo>
                    <a:pt x="101" y="120"/>
                  </a:lnTo>
                  <a:moveTo>
                    <a:pt x="101" y="125"/>
                  </a:moveTo>
                  <a:lnTo>
                    <a:pt x="101" y="125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Freeform 91"/>
            <p:cNvSpPr>
              <a:spLocks noEditPoints="1"/>
            </p:cNvSpPr>
            <p:nvPr/>
          </p:nvSpPr>
          <p:spPr bwMode="gray">
            <a:xfrm>
              <a:off x="5640388" y="4695825"/>
              <a:ext cx="134937" cy="80963"/>
            </a:xfrm>
            <a:custGeom>
              <a:avLst/>
              <a:gdLst>
                <a:gd name="T0" fmla="*/ 85 w 85"/>
                <a:gd name="T1" fmla="*/ 51 h 51"/>
                <a:gd name="T2" fmla="*/ 0 w 85"/>
                <a:gd name="T3" fmla="*/ 51 h 51"/>
                <a:gd name="T4" fmla="*/ 0 w 85"/>
                <a:gd name="T5" fmla="*/ 32 h 51"/>
                <a:gd name="T6" fmla="*/ 85 w 85"/>
                <a:gd name="T7" fmla="*/ 32 h 51"/>
                <a:gd name="T8" fmla="*/ 85 w 85"/>
                <a:gd name="T9" fmla="*/ 51 h 51"/>
                <a:gd name="T10" fmla="*/ 81 w 85"/>
                <a:gd name="T11" fmla="*/ 34 h 51"/>
                <a:gd name="T12" fmla="*/ 2 w 85"/>
                <a:gd name="T13" fmla="*/ 34 h 51"/>
                <a:gd name="T14" fmla="*/ 2 w 85"/>
                <a:gd name="T15" fmla="*/ 47 h 51"/>
                <a:gd name="T16" fmla="*/ 81 w 85"/>
                <a:gd name="T17" fmla="*/ 47 h 51"/>
                <a:gd name="T18" fmla="*/ 81 w 85"/>
                <a:gd name="T19" fmla="*/ 34 h 51"/>
                <a:gd name="T20" fmla="*/ 27 w 85"/>
                <a:gd name="T21" fmla="*/ 0 h 51"/>
                <a:gd name="T22" fmla="*/ 57 w 85"/>
                <a:gd name="T23" fmla="*/ 0 h 51"/>
                <a:gd name="T24" fmla="*/ 57 w 85"/>
                <a:gd name="T25" fmla="*/ 2 h 51"/>
                <a:gd name="T26" fmla="*/ 27 w 85"/>
                <a:gd name="T27" fmla="*/ 2 h 51"/>
                <a:gd name="T28" fmla="*/ 27 w 85"/>
                <a:gd name="T29" fmla="*/ 0 h 51"/>
                <a:gd name="T30" fmla="*/ 27 w 85"/>
                <a:gd name="T31" fmla="*/ 14 h 51"/>
                <a:gd name="T32" fmla="*/ 57 w 85"/>
                <a:gd name="T33" fmla="*/ 14 h 51"/>
                <a:gd name="T34" fmla="*/ 57 w 85"/>
                <a:gd name="T35" fmla="*/ 17 h 51"/>
                <a:gd name="T36" fmla="*/ 27 w 85"/>
                <a:gd name="T37" fmla="*/ 17 h 51"/>
                <a:gd name="T38" fmla="*/ 27 w 85"/>
                <a:gd name="T39" fmla="*/ 14 h 51"/>
                <a:gd name="T40" fmla="*/ 27 w 85"/>
                <a:gd name="T41" fmla="*/ 14 h 51"/>
                <a:gd name="T42" fmla="*/ 27 w 85"/>
                <a:gd name="T43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" h="51">
                  <a:moveTo>
                    <a:pt x="85" y="51"/>
                  </a:moveTo>
                  <a:lnTo>
                    <a:pt x="0" y="51"/>
                  </a:lnTo>
                  <a:lnTo>
                    <a:pt x="0" y="32"/>
                  </a:lnTo>
                  <a:lnTo>
                    <a:pt x="85" y="32"/>
                  </a:lnTo>
                  <a:lnTo>
                    <a:pt x="85" y="51"/>
                  </a:lnTo>
                  <a:close/>
                  <a:moveTo>
                    <a:pt x="81" y="34"/>
                  </a:moveTo>
                  <a:lnTo>
                    <a:pt x="2" y="34"/>
                  </a:lnTo>
                  <a:lnTo>
                    <a:pt x="2" y="47"/>
                  </a:lnTo>
                  <a:lnTo>
                    <a:pt x="81" y="47"/>
                  </a:lnTo>
                  <a:lnTo>
                    <a:pt x="81" y="34"/>
                  </a:lnTo>
                  <a:close/>
                  <a:moveTo>
                    <a:pt x="27" y="0"/>
                  </a:moveTo>
                  <a:lnTo>
                    <a:pt x="57" y="0"/>
                  </a:lnTo>
                  <a:lnTo>
                    <a:pt x="57" y="2"/>
                  </a:lnTo>
                  <a:lnTo>
                    <a:pt x="27" y="2"/>
                  </a:lnTo>
                  <a:lnTo>
                    <a:pt x="27" y="0"/>
                  </a:lnTo>
                  <a:close/>
                  <a:moveTo>
                    <a:pt x="27" y="14"/>
                  </a:moveTo>
                  <a:lnTo>
                    <a:pt x="57" y="14"/>
                  </a:lnTo>
                  <a:lnTo>
                    <a:pt x="57" y="17"/>
                  </a:lnTo>
                  <a:lnTo>
                    <a:pt x="27" y="17"/>
                  </a:lnTo>
                  <a:lnTo>
                    <a:pt x="27" y="14"/>
                  </a:lnTo>
                  <a:close/>
                  <a:moveTo>
                    <a:pt x="27" y="14"/>
                  </a:moveTo>
                  <a:lnTo>
                    <a:pt x="27" y="14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Freeform 92"/>
            <p:cNvSpPr>
              <a:spLocks noEditPoints="1"/>
            </p:cNvSpPr>
            <p:nvPr/>
          </p:nvSpPr>
          <p:spPr bwMode="gray">
            <a:xfrm>
              <a:off x="5640388" y="4695825"/>
              <a:ext cx="134937" cy="80963"/>
            </a:xfrm>
            <a:custGeom>
              <a:avLst/>
              <a:gdLst>
                <a:gd name="T0" fmla="*/ 85 w 85"/>
                <a:gd name="T1" fmla="*/ 51 h 51"/>
                <a:gd name="T2" fmla="*/ 0 w 85"/>
                <a:gd name="T3" fmla="*/ 51 h 51"/>
                <a:gd name="T4" fmla="*/ 0 w 85"/>
                <a:gd name="T5" fmla="*/ 32 h 51"/>
                <a:gd name="T6" fmla="*/ 85 w 85"/>
                <a:gd name="T7" fmla="*/ 32 h 51"/>
                <a:gd name="T8" fmla="*/ 85 w 85"/>
                <a:gd name="T9" fmla="*/ 51 h 51"/>
                <a:gd name="T10" fmla="*/ 81 w 85"/>
                <a:gd name="T11" fmla="*/ 34 h 51"/>
                <a:gd name="T12" fmla="*/ 2 w 85"/>
                <a:gd name="T13" fmla="*/ 34 h 51"/>
                <a:gd name="T14" fmla="*/ 2 w 85"/>
                <a:gd name="T15" fmla="*/ 47 h 51"/>
                <a:gd name="T16" fmla="*/ 81 w 85"/>
                <a:gd name="T17" fmla="*/ 47 h 51"/>
                <a:gd name="T18" fmla="*/ 81 w 85"/>
                <a:gd name="T19" fmla="*/ 34 h 51"/>
                <a:gd name="T20" fmla="*/ 27 w 85"/>
                <a:gd name="T21" fmla="*/ 0 h 51"/>
                <a:gd name="T22" fmla="*/ 57 w 85"/>
                <a:gd name="T23" fmla="*/ 0 h 51"/>
                <a:gd name="T24" fmla="*/ 57 w 85"/>
                <a:gd name="T25" fmla="*/ 2 h 51"/>
                <a:gd name="T26" fmla="*/ 27 w 85"/>
                <a:gd name="T27" fmla="*/ 2 h 51"/>
                <a:gd name="T28" fmla="*/ 27 w 85"/>
                <a:gd name="T29" fmla="*/ 0 h 51"/>
                <a:gd name="T30" fmla="*/ 27 w 85"/>
                <a:gd name="T31" fmla="*/ 14 h 51"/>
                <a:gd name="T32" fmla="*/ 57 w 85"/>
                <a:gd name="T33" fmla="*/ 14 h 51"/>
                <a:gd name="T34" fmla="*/ 57 w 85"/>
                <a:gd name="T35" fmla="*/ 17 h 51"/>
                <a:gd name="T36" fmla="*/ 27 w 85"/>
                <a:gd name="T37" fmla="*/ 17 h 51"/>
                <a:gd name="T38" fmla="*/ 27 w 85"/>
                <a:gd name="T39" fmla="*/ 14 h 51"/>
                <a:gd name="T40" fmla="*/ 27 w 85"/>
                <a:gd name="T41" fmla="*/ 14 h 51"/>
                <a:gd name="T42" fmla="*/ 27 w 85"/>
                <a:gd name="T43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" h="51">
                  <a:moveTo>
                    <a:pt x="85" y="51"/>
                  </a:moveTo>
                  <a:lnTo>
                    <a:pt x="0" y="51"/>
                  </a:lnTo>
                  <a:lnTo>
                    <a:pt x="0" y="32"/>
                  </a:lnTo>
                  <a:lnTo>
                    <a:pt x="85" y="32"/>
                  </a:lnTo>
                  <a:lnTo>
                    <a:pt x="85" y="51"/>
                  </a:lnTo>
                  <a:moveTo>
                    <a:pt x="81" y="34"/>
                  </a:moveTo>
                  <a:lnTo>
                    <a:pt x="2" y="34"/>
                  </a:lnTo>
                  <a:lnTo>
                    <a:pt x="2" y="47"/>
                  </a:lnTo>
                  <a:lnTo>
                    <a:pt x="81" y="47"/>
                  </a:lnTo>
                  <a:lnTo>
                    <a:pt x="81" y="34"/>
                  </a:lnTo>
                  <a:moveTo>
                    <a:pt x="27" y="0"/>
                  </a:moveTo>
                  <a:lnTo>
                    <a:pt x="57" y="0"/>
                  </a:lnTo>
                  <a:lnTo>
                    <a:pt x="57" y="2"/>
                  </a:lnTo>
                  <a:lnTo>
                    <a:pt x="27" y="2"/>
                  </a:lnTo>
                  <a:lnTo>
                    <a:pt x="27" y="0"/>
                  </a:lnTo>
                  <a:moveTo>
                    <a:pt x="27" y="14"/>
                  </a:moveTo>
                  <a:lnTo>
                    <a:pt x="57" y="14"/>
                  </a:lnTo>
                  <a:lnTo>
                    <a:pt x="57" y="17"/>
                  </a:lnTo>
                  <a:lnTo>
                    <a:pt x="27" y="17"/>
                  </a:lnTo>
                  <a:lnTo>
                    <a:pt x="27" y="14"/>
                  </a:lnTo>
                  <a:moveTo>
                    <a:pt x="27" y="14"/>
                  </a:moveTo>
                  <a:lnTo>
                    <a:pt x="27" y="14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9" name="Freeform 100"/>
          <p:cNvSpPr>
            <a:spLocks noEditPoints="1"/>
          </p:cNvSpPr>
          <p:nvPr/>
        </p:nvSpPr>
        <p:spPr bwMode="gray">
          <a:xfrm>
            <a:off x="1596497" y="4003428"/>
            <a:ext cx="427005" cy="400695"/>
          </a:xfrm>
          <a:custGeom>
            <a:avLst/>
            <a:gdLst>
              <a:gd name="T0" fmla="*/ 45 w 316"/>
              <a:gd name="T1" fmla="*/ 268 h 316"/>
              <a:gd name="T2" fmla="*/ 59 w 316"/>
              <a:gd name="T3" fmla="*/ 35 h 316"/>
              <a:gd name="T4" fmla="*/ 271 w 316"/>
              <a:gd name="T5" fmla="*/ 48 h 316"/>
              <a:gd name="T6" fmla="*/ 258 w 316"/>
              <a:gd name="T7" fmla="*/ 281 h 316"/>
              <a:gd name="T8" fmla="*/ 169 w 316"/>
              <a:gd name="T9" fmla="*/ 305 h 316"/>
              <a:gd name="T10" fmla="*/ 220 w 316"/>
              <a:gd name="T11" fmla="*/ 255 h 316"/>
              <a:gd name="T12" fmla="*/ 168 w 316"/>
              <a:gd name="T13" fmla="*/ 237 h 316"/>
              <a:gd name="T14" fmla="*/ 148 w 316"/>
              <a:gd name="T15" fmla="*/ 237 h 316"/>
              <a:gd name="T16" fmla="*/ 97 w 316"/>
              <a:gd name="T17" fmla="*/ 256 h 316"/>
              <a:gd name="T18" fmla="*/ 148 w 316"/>
              <a:gd name="T19" fmla="*/ 305 h 316"/>
              <a:gd name="T20" fmla="*/ 148 w 316"/>
              <a:gd name="T21" fmla="*/ 237 h 316"/>
              <a:gd name="T22" fmla="*/ 209 w 316"/>
              <a:gd name="T23" fmla="*/ 289 h 316"/>
              <a:gd name="T24" fmla="*/ 216 w 316"/>
              <a:gd name="T25" fmla="*/ 294 h 316"/>
              <a:gd name="T26" fmla="*/ 249 w 316"/>
              <a:gd name="T27" fmla="*/ 268 h 316"/>
              <a:gd name="T28" fmla="*/ 228 w 316"/>
              <a:gd name="T29" fmla="*/ 260 h 316"/>
              <a:gd name="T30" fmla="*/ 63 w 316"/>
              <a:gd name="T31" fmla="*/ 272 h 316"/>
              <a:gd name="T32" fmla="*/ 102 w 316"/>
              <a:gd name="T33" fmla="*/ 295 h 316"/>
              <a:gd name="T34" fmla="*/ 105 w 316"/>
              <a:gd name="T35" fmla="*/ 287 h 316"/>
              <a:gd name="T36" fmla="*/ 82 w 316"/>
              <a:gd name="T37" fmla="*/ 258 h 316"/>
              <a:gd name="T38" fmla="*/ 234 w 316"/>
              <a:gd name="T39" fmla="*/ 247 h 316"/>
              <a:gd name="T40" fmla="*/ 261 w 316"/>
              <a:gd name="T41" fmla="*/ 265 h 316"/>
              <a:gd name="T42" fmla="*/ 306 w 316"/>
              <a:gd name="T43" fmla="*/ 168 h 316"/>
              <a:gd name="T44" fmla="*/ 250 w 316"/>
              <a:gd name="T45" fmla="*/ 167 h 316"/>
              <a:gd name="T46" fmla="*/ 53 w 316"/>
              <a:gd name="T47" fmla="*/ 262 h 316"/>
              <a:gd name="T48" fmla="*/ 79 w 316"/>
              <a:gd name="T49" fmla="*/ 249 h 316"/>
              <a:gd name="T50" fmla="*/ 66 w 316"/>
              <a:gd name="T51" fmla="*/ 167 h 316"/>
              <a:gd name="T52" fmla="*/ 11 w 316"/>
              <a:gd name="T53" fmla="*/ 168 h 316"/>
              <a:gd name="T54" fmla="*/ 221 w 316"/>
              <a:gd name="T55" fmla="*/ 240 h 316"/>
              <a:gd name="T56" fmla="*/ 233 w 316"/>
              <a:gd name="T57" fmla="*/ 218 h 316"/>
              <a:gd name="T58" fmla="*/ 163 w 316"/>
              <a:gd name="T59" fmla="*/ 163 h 316"/>
              <a:gd name="T60" fmla="*/ 83 w 316"/>
              <a:gd name="T61" fmla="*/ 218 h 316"/>
              <a:gd name="T62" fmla="*/ 95 w 316"/>
              <a:gd name="T63" fmla="*/ 240 h 316"/>
              <a:gd name="T64" fmla="*/ 153 w 316"/>
              <a:gd name="T65" fmla="*/ 163 h 316"/>
              <a:gd name="T66" fmla="*/ 258 w 316"/>
              <a:gd name="T67" fmla="*/ 54 h 316"/>
              <a:gd name="T68" fmla="*/ 236 w 316"/>
              <a:gd name="T69" fmla="*/ 73 h 316"/>
              <a:gd name="T70" fmla="*/ 306 w 316"/>
              <a:gd name="T71" fmla="*/ 153 h 316"/>
              <a:gd name="T72" fmla="*/ 264 w 316"/>
              <a:gd name="T73" fmla="*/ 54 h 316"/>
              <a:gd name="T74" fmla="*/ 221 w 316"/>
              <a:gd name="T75" fmla="*/ 76 h 316"/>
              <a:gd name="T76" fmla="*/ 163 w 316"/>
              <a:gd name="T77" fmla="*/ 153 h 316"/>
              <a:gd name="T78" fmla="*/ 233 w 316"/>
              <a:gd name="T79" fmla="*/ 98 h 316"/>
              <a:gd name="T80" fmla="*/ 221 w 316"/>
              <a:gd name="T81" fmla="*/ 76 h 316"/>
              <a:gd name="T82" fmla="*/ 76 w 316"/>
              <a:gd name="T83" fmla="*/ 149 h 316"/>
              <a:gd name="T84" fmla="*/ 153 w 316"/>
              <a:gd name="T85" fmla="*/ 89 h 316"/>
              <a:gd name="T86" fmla="*/ 91 w 316"/>
              <a:gd name="T87" fmla="*/ 74 h 316"/>
              <a:gd name="T88" fmla="*/ 22 w 316"/>
              <a:gd name="T89" fmla="*/ 101 h 316"/>
              <a:gd name="T90" fmla="*/ 66 w 316"/>
              <a:gd name="T91" fmla="*/ 153 h 316"/>
              <a:gd name="T92" fmla="*/ 82 w 316"/>
              <a:gd name="T93" fmla="*/ 70 h 316"/>
              <a:gd name="T94" fmla="*/ 56 w 316"/>
              <a:gd name="T95" fmla="*/ 52 h 316"/>
              <a:gd name="T96" fmla="*/ 168 w 316"/>
              <a:gd name="T97" fmla="*/ 79 h 316"/>
              <a:gd name="T98" fmla="*/ 220 w 316"/>
              <a:gd name="T99" fmla="*/ 61 h 316"/>
              <a:gd name="T100" fmla="*/ 169 w 316"/>
              <a:gd name="T101" fmla="*/ 12 h 316"/>
              <a:gd name="T102" fmla="*/ 148 w 316"/>
              <a:gd name="T103" fmla="*/ 12 h 316"/>
              <a:gd name="T104" fmla="*/ 97 w 316"/>
              <a:gd name="T105" fmla="*/ 61 h 316"/>
              <a:gd name="T106" fmla="*/ 148 w 316"/>
              <a:gd name="T107" fmla="*/ 79 h 316"/>
              <a:gd name="T108" fmla="*/ 148 w 316"/>
              <a:gd name="T109" fmla="*/ 12 h 316"/>
              <a:gd name="T110" fmla="*/ 63 w 316"/>
              <a:gd name="T111" fmla="*/ 45 h 316"/>
              <a:gd name="T112" fmla="*/ 86 w 316"/>
              <a:gd name="T113" fmla="*/ 61 h 316"/>
              <a:gd name="T114" fmla="*/ 107 w 316"/>
              <a:gd name="T115" fmla="*/ 27 h 316"/>
              <a:gd name="T116" fmla="*/ 100 w 316"/>
              <a:gd name="T117" fmla="*/ 22 h 316"/>
              <a:gd name="T118" fmla="*/ 228 w 316"/>
              <a:gd name="T119" fmla="*/ 56 h 316"/>
              <a:gd name="T120" fmla="*/ 249 w 316"/>
              <a:gd name="T121" fmla="*/ 48 h 316"/>
              <a:gd name="T122" fmla="*/ 216 w 316"/>
              <a:gd name="T123" fmla="*/ 22 h 316"/>
              <a:gd name="T124" fmla="*/ 209 w 316"/>
              <a:gd name="T125" fmla="*/ 27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6" h="316">
                <a:moveTo>
                  <a:pt x="158" y="316"/>
                </a:moveTo>
                <a:cubicBezTo>
                  <a:pt x="122" y="316"/>
                  <a:pt x="87" y="304"/>
                  <a:pt x="59" y="281"/>
                </a:cubicBezTo>
                <a:cubicBezTo>
                  <a:pt x="54" y="277"/>
                  <a:pt x="49" y="273"/>
                  <a:pt x="45" y="268"/>
                </a:cubicBezTo>
                <a:cubicBezTo>
                  <a:pt x="16" y="239"/>
                  <a:pt x="0" y="200"/>
                  <a:pt x="0" y="158"/>
                </a:cubicBezTo>
                <a:cubicBezTo>
                  <a:pt x="0" y="117"/>
                  <a:pt x="16" y="78"/>
                  <a:pt x="45" y="48"/>
                </a:cubicBezTo>
                <a:cubicBezTo>
                  <a:pt x="49" y="44"/>
                  <a:pt x="54" y="39"/>
                  <a:pt x="59" y="35"/>
                </a:cubicBezTo>
                <a:cubicBezTo>
                  <a:pt x="87" y="13"/>
                  <a:pt x="122" y="0"/>
                  <a:pt x="158" y="0"/>
                </a:cubicBezTo>
                <a:cubicBezTo>
                  <a:pt x="194" y="0"/>
                  <a:pt x="230" y="13"/>
                  <a:pt x="258" y="35"/>
                </a:cubicBezTo>
                <a:cubicBezTo>
                  <a:pt x="262" y="39"/>
                  <a:pt x="267" y="44"/>
                  <a:pt x="271" y="48"/>
                </a:cubicBezTo>
                <a:cubicBezTo>
                  <a:pt x="300" y="78"/>
                  <a:pt x="316" y="117"/>
                  <a:pt x="316" y="158"/>
                </a:cubicBezTo>
                <a:cubicBezTo>
                  <a:pt x="316" y="200"/>
                  <a:pt x="300" y="239"/>
                  <a:pt x="271" y="268"/>
                </a:cubicBezTo>
                <a:cubicBezTo>
                  <a:pt x="267" y="273"/>
                  <a:pt x="262" y="277"/>
                  <a:pt x="258" y="281"/>
                </a:cubicBezTo>
                <a:cubicBezTo>
                  <a:pt x="230" y="304"/>
                  <a:pt x="194" y="316"/>
                  <a:pt x="158" y="316"/>
                </a:cubicBezTo>
                <a:close/>
                <a:moveTo>
                  <a:pt x="163" y="306"/>
                </a:moveTo>
                <a:cubicBezTo>
                  <a:pt x="169" y="305"/>
                  <a:pt x="169" y="305"/>
                  <a:pt x="169" y="305"/>
                </a:cubicBezTo>
                <a:cubicBezTo>
                  <a:pt x="175" y="303"/>
                  <a:pt x="181" y="300"/>
                  <a:pt x="187" y="296"/>
                </a:cubicBezTo>
                <a:cubicBezTo>
                  <a:pt x="197" y="289"/>
                  <a:pt x="206" y="279"/>
                  <a:pt x="214" y="266"/>
                </a:cubicBezTo>
                <a:cubicBezTo>
                  <a:pt x="216" y="262"/>
                  <a:pt x="218" y="259"/>
                  <a:pt x="220" y="255"/>
                </a:cubicBezTo>
                <a:cubicBezTo>
                  <a:pt x="222" y="251"/>
                  <a:pt x="222" y="251"/>
                  <a:pt x="222" y="251"/>
                </a:cubicBezTo>
                <a:cubicBezTo>
                  <a:pt x="216" y="249"/>
                  <a:pt x="216" y="249"/>
                  <a:pt x="216" y="249"/>
                </a:cubicBezTo>
                <a:cubicBezTo>
                  <a:pt x="201" y="242"/>
                  <a:pt x="184" y="238"/>
                  <a:pt x="168" y="237"/>
                </a:cubicBezTo>
                <a:cubicBezTo>
                  <a:pt x="163" y="237"/>
                  <a:pt x="163" y="237"/>
                  <a:pt x="163" y="237"/>
                </a:cubicBezTo>
                <a:lnTo>
                  <a:pt x="163" y="306"/>
                </a:lnTo>
                <a:close/>
                <a:moveTo>
                  <a:pt x="148" y="237"/>
                </a:moveTo>
                <a:cubicBezTo>
                  <a:pt x="132" y="238"/>
                  <a:pt x="116" y="242"/>
                  <a:pt x="101" y="249"/>
                </a:cubicBezTo>
                <a:cubicBezTo>
                  <a:pt x="95" y="251"/>
                  <a:pt x="95" y="251"/>
                  <a:pt x="95" y="251"/>
                </a:cubicBezTo>
                <a:cubicBezTo>
                  <a:pt x="97" y="256"/>
                  <a:pt x="97" y="256"/>
                  <a:pt x="97" y="256"/>
                </a:cubicBezTo>
                <a:cubicBezTo>
                  <a:pt x="99" y="259"/>
                  <a:pt x="100" y="262"/>
                  <a:pt x="102" y="266"/>
                </a:cubicBezTo>
                <a:cubicBezTo>
                  <a:pt x="110" y="279"/>
                  <a:pt x="119" y="289"/>
                  <a:pt x="129" y="296"/>
                </a:cubicBezTo>
                <a:cubicBezTo>
                  <a:pt x="135" y="300"/>
                  <a:pt x="141" y="303"/>
                  <a:pt x="148" y="305"/>
                </a:cubicBezTo>
                <a:cubicBezTo>
                  <a:pt x="153" y="306"/>
                  <a:pt x="153" y="306"/>
                  <a:pt x="153" y="306"/>
                </a:cubicBezTo>
                <a:cubicBezTo>
                  <a:pt x="153" y="237"/>
                  <a:pt x="153" y="237"/>
                  <a:pt x="153" y="237"/>
                </a:cubicBezTo>
                <a:lnTo>
                  <a:pt x="148" y="237"/>
                </a:lnTo>
                <a:close/>
                <a:moveTo>
                  <a:pt x="228" y="260"/>
                </a:moveTo>
                <a:cubicBezTo>
                  <a:pt x="223" y="270"/>
                  <a:pt x="218" y="279"/>
                  <a:pt x="211" y="287"/>
                </a:cubicBezTo>
                <a:cubicBezTo>
                  <a:pt x="209" y="289"/>
                  <a:pt x="209" y="289"/>
                  <a:pt x="209" y="289"/>
                </a:cubicBezTo>
                <a:cubicBezTo>
                  <a:pt x="188" y="304"/>
                  <a:pt x="188" y="304"/>
                  <a:pt x="188" y="304"/>
                </a:cubicBezTo>
                <a:cubicBezTo>
                  <a:pt x="214" y="295"/>
                  <a:pt x="214" y="295"/>
                  <a:pt x="214" y="295"/>
                </a:cubicBezTo>
                <a:cubicBezTo>
                  <a:pt x="216" y="294"/>
                  <a:pt x="216" y="294"/>
                  <a:pt x="216" y="294"/>
                </a:cubicBezTo>
                <a:cubicBezTo>
                  <a:pt x="228" y="289"/>
                  <a:pt x="239" y="283"/>
                  <a:pt x="249" y="275"/>
                </a:cubicBezTo>
                <a:cubicBezTo>
                  <a:pt x="253" y="272"/>
                  <a:pt x="253" y="272"/>
                  <a:pt x="253" y="272"/>
                </a:cubicBezTo>
                <a:cubicBezTo>
                  <a:pt x="249" y="268"/>
                  <a:pt x="249" y="268"/>
                  <a:pt x="249" y="268"/>
                </a:cubicBezTo>
                <a:cubicBezTo>
                  <a:pt x="244" y="264"/>
                  <a:pt x="240" y="261"/>
                  <a:pt x="235" y="258"/>
                </a:cubicBezTo>
                <a:cubicBezTo>
                  <a:pt x="231" y="256"/>
                  <a:pt x="231" y="256"/>
                  <a:pt x="231" y="256"/>
                </a:cubicBezTo>
                <a:lnTo>
                  <a:pt x="228" y="260"/>
                </a:lnTo>
                <a:close/>
                <a:moveTo>
                  <a:pt x="82" y="258"/>
                </a:moveTo>
                <a:cubicBezTo>
                  <a:pt x="77" y="261"/>
                  <a:pt x="72" y="265"/>
                  <a:pt x="68" y="268"/>
                </a:cubicBezTo>
                <a:cubicBezTo>
                  <a:pt x="63" y="272"/>
                  <a:pt x="63" y="272"/>
                  <a:pt x="63" y="272"/>
                </a:cubicBezTo>
                <a:cubicBezTo>
                  <a:pt x="68" y="275"/>
                  <a:pt x="68" y="275"/>
                  <a:pt x="68" y="275"/>
                </a:cubicBezTo>
                <a:cubicBezTo>
                  <a:pt x="78" y="283"/>
                  <a:pt x="88" y="289"/>
                  <a:pt x="100" y="294"/>
                </a:cubicBezTo>
                <a:cubicBezTo>
                  <a:pt x="102" y="295"/>
                  <a:pt x="102" y="295"/>
                  <a:pt x="102" y="295"/>
                </a:cubicBezTo>
                <a:cubicBezTo>
                  <a:pt x="121" y="301"/>
                  <a:pt x="121" y="301"/>
                  <a:pt x="121" y="301"/>
                </a:cubicBezTo>
                <a:cubicBezTo>
                  <a:pt x="107" y="289"/>
                  <a:pt x="107" y="289"/>
                  <a:pt x="107" y="289"/>
                </a:cubicBezTo>
                <a:cubicBezTo>
                  <a:pt x="105" y="287"/>
                  <a:pt x="105" y="287"/>
                  <a:pt x="105" y="287"/>
                </a:cubicBezTo>
                <a:cubicBezTo>
                  <a:pt x="99" y="279"/>
                  <a:pt x="93" y="270"/>
                  <a:pt x="88" y="260"/>
                </a:cubicBezTo>
                <a:cubicBezTo>
                  <a:pt x="86" y="256"/>
                  <a:pt x="86" y="256"/>
                  <a:pt x="86" y="256"/>
                </a:cubicBezTo>
                <a:lnTo>
                  <a:pt x="82" y="258"/>
                </a:lnTo>
                <a:close/>
                <a:moveTo>
                  <a:pt x="250" y="167"/>
                </a:moveTo>
                <a:cubicBezTo>
                  <a:pt x="249" y="194"/>
                  <a:pt x="244" y="220"/>
                  <a:pt x="236" y="243"/>
                </a:cubicBezTo>
                <a:cubicBezTo>
                  <a:pt x="234" y="247"/>
                  <a:pt x="234" y="247"/>
                  <a:pt x="234" y="247"/>
                </a:cubicBezTo>
                <a:cubicBezTo>
                  <a:pt x="238" y="249"/>
                  <a:pt x="238" y="249"/>
                  <a:pt x="238" y="249"/>
                </a:cubicBezTo>
                <a:cubicBezTo>
                  <a:pt x="245" y="253"/>
                  <a:pt x="251" y="257"/>
                  <a:pt x="258" y="262"/>
                </a:cubicBezTo>
                <a:cubicBezTo>
                  <a:pt x="261" y="265"/>
                  <a:pt x="261" y="265"/>
                  <a:pt x="261" y="265"/>
                </a:cubicBezTo>
                <a:cubicBezTo>
                  <a:pt x="264" y="262"/>
                  <a:pt x="264" y="262"/>
                  <a:pt x="264" y="262"/>
                </a:cubicBezTo>
                <a:cubicBezTo>
                  <a:pt x="277" y="248"/>
                  <a:pt x="287" y="233"/>
                  <a:pt x="294" y="216"/>
                </a:cubicBezTo>
                <a:cubicBezTo>
                  <a:pt x="301" y="201"/>
                  <a:pt x="305" y="184"/>
                  <a:pt x="306" y="168"/>
                </a:cubicBezTo>
                <a:cubicBezTo>
                  <a:pt x="306" y="163"/>
                  <a:pt x="306" y="163"/>
                  <a:pt x="306" y="163"/>
                </a:cubicBezTo>
                <a:cubicBezTo>
                  <a:pt x="250" y="163"/>
                  <a:pt x="250" y="163"/>
                  <a:pt x="250" y="163"/>
                </a:cubicBezTo>
                <a:lnTo>
                  <a:pt x="250" y="167"/>
                </a:lnTo>
                <a:close/>
                <a:moveTo>
                  <a:pt x="11" y="168"/>
                </a:moveTo>
                <a:cubicBezTo>
                  <a:pt x="12" y="184"/>
                  <a:pt x="15" y="201"/>
                  <a:pt x="22" y="216"/>
                </a:cubicBezTo>
                <a:cubicBezTo>
                  <a:pt x="29" y="233"/>
                  <a:pt x="40" y="248"/>
                  <a:pt x="53" y="262"/>
                </a:cubicBezTo>
                <a:cubicBezTo>
                  <a:pt x="56" y="265"/>
                  <a:pt x="56" y="265"/>
                  <a:pt x="56" y="265"/>
                </a:cubicBezTo>
                <a:cubicBezTo>
                  <a:pt x="59" y="262"/>
                  <a:pt x="59" y="262"/>
                  <a:pt x="59" y="262"/>
                </a:cubicBezTo>
                <a:cubicBezTo>
                  <a:pt x="65" y="257"/>
                  <a:pt x="72" y="253"/>
                  <a:pt x="79" y="249"/>
                </a:cubicBezTo>
                <a:cubicBezTo>
                  <a:pt x="82" y="247"/>
                  <a:pt x="82" y="247"/>
                  <a:pt x="82" y="247"/>
                </a:cubicBezTo>
                <a:cubicBezTo>
                  <a:pt x="81" y="243"/>
                  <a:pt x="81" y="243"/>
                  <a:pt x="81" y="243"/>
                </a:cubicBezTo>
                <a:cubicBezTo>
                  <a:pt x="72" y="220"/>
                  <a:pt x="67" y="194"/>
                  <a:pt x="66" y="167"/>
                </a:cubicBezTo>
                <a:cubicBezTo>
                  <a:pt x="66" y="163"/>
                  <a:pt x="66" y="163"/>
                  <a:pt x="66" y="163"/>
                </a:cubicBezTo>
                <a:cubicBezTo>
                  <a:pt x="10" y="163"/>
                  <a:pt x="10" y="163"/>
                  <a:pt x="10" y="163"/>
                </a:cubicBezTo>
                <a:lnTo>
                  <a:pt x="11" y="168"/>
                </a:lnTo>
                <a:close/>
                <a:moveTo>
                  <a:pt x="163" y="227"/>
                </a:moveTo>
                <a:cubicBezTo>
                  <a:pt x="167" y="227"/>
                  <a:pt x="167" y="227"/>
                  <a:pt x="167" y="227"/>
                </a:cubicBezTo>
                <a:cubicBezTo>
                  <a:pt x="186" y="228"/>
                  <a:pt x="204" y="233"/>
                  <a:pt x="221" y="240"/>
                </a:cubicBezTo>
                <a:cubicBezTo>
                  <a:pt x="226" y="242"/>
                  <a:pt x="226" y="242"/>
                  <a:pt x="226" y="242"/>
                </a:cubicBezTo>
                <a:cubicBezTo>
                  <a:pt x="227" y="238"/>
                  <a:pt x="227" y="238"/>
                  <a:pt x="227" y="238"/>
                </a:cubicBezTo>
                <a:cubicBezTo>
                  <a:pt x="230" y="231"/>
                  <a:pt x="232" y="225"/>
                  <a:pt x="233" y="218"/>
                </a:cubicBezTo>
                <a:cubicBezTo>
                  <a:pt x="237" y="202"/>
                  <a:pt x="240" y="185"/>
                  <a:pt x="240" y="168"/>
                </a:cubicBezTo>
                <a:cubicBezTo>
                  <a:pt x="240" y="163"/>
                  <a:pt x="240" y="163"/>
                  <a:pt x="240" y="163"/>
                </a:cubicBezTo>
                <a:cubicBezTo>
                  <a:pt x="163" y="163"/>
                  <a:pt x="163" y="163"/>
                  <a:pt x="163" y="163"/>
                </a:cubicBezTo>
                <a:lnTo>
                  <a:pt x="163" y="227"/>
                </a:lnTo>
                <a:close/>
                <a:moveTo>
                  <a:pt x="76" y="168"/>
                </a:moveTo>
                <a:cubicBezTo>
                  <a:pt x="77" y="185"/>
                  <a:pt x="79" y="202"/>
                  <a:pt x="83" y="218"/>
                </a:cubicBezTo>
                <a:cubicBezTo>
                  <a:pt x="85" y="225"/>
                  <a:pt x="87" y="231"/>
                  <a:pt x="89" y="238"/>
                </a:cubicBezTo>
                <a:cubicBezTo>
                  <a:pt x="91" y="242"/>
                  <a:pt x="91" y="242"/>
                  <a:pt x="91" y="242"/>
                </a:cubicBezTo>
                <a:cubicBezTo>
                  <a:pt x="95" y="240"/>
                  <a:pt x="95" y="240"/>
                  <a:pt x="95" y="240"/>
                </a:cubicBezTo>
                <a:cubicBezTo>
                  <a:pt x="112" y="233"/>
                  <a:pt x="130" y="228"/>
                  <a:pt x="149" y="227"/>
                </a:cubicBezTo>
                <a:cubicBezTo>
                  <a:pt x="153" y="227"/>
                  <a:pt x="153" y="227"/>
                  <a:pt x="153" y="227"/>
                </a:cubicBezTo>
                <a:cubicBezTo>
                  <a:pt x="153" y="163"/>
                  <a:pt x="153" y="163"/>
                  <a:pt x="153" y="163"/>
                </a:cubicBezTo>
                <a:cubicBezTo>
                  <a:pt x="76" y="163"/>
                  <a:pt x="76" y="163"/>
                  <a:pt x="76" y="163"/>
                </a:cubicBezTo>
                <a:lnTo>
                  <a:pt x="76" y="168"/>
                </a:lnTo>
                <a:close/>
                <a:moveTo>
                  <a:pt x="258" y="54"/>
                </a:moveTo>
                <a:cubicBezTo>
                  <a:pt x="251" y="59"/>
                  <a:pt x="245" y="64"/>
                  <a:pt x="238" y="68"/>
                </a:cubicBezTo>
                <a:cubicBezTo>
                  <a:pt x="234" y="70"/>
                  <a:pt x="234" y="70"/>
                  <a:pt x="234" y="70"/>
                </a:cubicBezTo>
                <a:cubicBezTo>
                  <a:pt x="236" y="73"/>
                  <a:pt x="236" y="73"/>
                  <a:pt x="236" y="73"/>
                </a:cubicBezTo>
                <a:cubicBezTo>
                  <a:pt x="244" y="96"/>
                  <a:pt x="249" y="122"/>
                  <a:pt x="250" y="14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306" y="153"/>
                  <a:pt x="306" y="153"/>
                  <a:pt x="306" y="153"/>
                </a:cubicBezTo>
                <a:cubicBezTo>
                  <a:pt x="306" y="148"/>
                  <a:pt x="306" y="148"/>
                  <a:pt x="306" y="148"/>
                </a:cubicBezTo>
                <a:cubicBezTo>
                  <a:pt x="305" y="132"/>
                  <a:pt x="301" y="116"/>
                  <a:pt x="294" y="101"/>
                </a:cubicBezTo>
                <a:cubicBezTo>
                  <a:pt x="287" y="83"/>
                  <a:pt x="277" y="68"/>
                  <a:pt x="264" y="54"/>
                </a:cubicBezTo>
                <a:cubicBezTo>
                  <a:pt x="261" y="52"/>
                  <a:pt x="261" y="52"/>
                  <a:pt x="261" y="52"/>
                </a:cubicBezTo>
                <a:lnTo>
                  <a:pt x="258" y="54"/>
                </a:lnTo>
                <a:close/>
                <a:moveTo>
                  <a:pt x="221" y="76"/>
                </a:moveTo>
                <a:cubicBezTo>
                  <a:pt x="204" y="84"/>
                  <a:pt x="186" y="88"/>
                  <a:pt x="167" y="89"/>
                </a:cubicBezTo>
                <a:cubicBezTo>
                  <a:pt x="163" y="89"/>
                  <a:pt x="163" y="89"/>
                  <a:pt x="163" y="89"/>
                </a:cubicBezTo>
                <a:cubicBezTo>
                  <a:pt x="163" y="153"/>
                  <a:pt x="163" y="153"/>
                  <a:pt x="163" y="153"/>
                </a:cubicBezTo>
                <a:cubicBezTo>
                  <a:pt x="240" y="153"/>
                  <a:pt x="240" y="153"/>
                  <a:pt x="240" y="153"/>
                </a:cubicBezTo>
                <a:cubicBezTo>
                  <a:pt x="240" y="149"/>
                  <a:pt x="240" y="149"/>
                  <a:pt x="240" y="149"/>
                </a:cubicBezTo>
                <a:cubicBezTo>
                  <a:pt x="240" y="131"/>
                  <a:pt x="237" y="114"/>
                  <a:pt x="233" y="98"/>
                </a:cubicBezTo>
                <a:cubicBezTo>
                  <a:pt x="232" y="92"/>
                  <a:pt x="230" y="85"/>
                  <a:pt x="227" y="79"/>
                </a:cubicBezTo>
                <a:cubicBezTo>
                  <a:pt x="226" y="74"/>
                  <a:pt x="226" y="74"/>
                  <a:pt x="226" y="74"/>
                </a:cubicBezTo>
                <a:lnTo>
                  <a:pt x="221" y="76"/>
                </a:lnTo>
                <a:close/>
                <a:moveTo>
                  <a:pt x="89" y="79"/>
                </a:moveTo>
                <a:cubicBezTo>
                  <a:pt x="87" y="85"/>
                  <a:pt x="85" y="92"/>
                  <a:pt x="83" y="98"/>
                </a:cubicBezTo>
                <a:cubicBezTo>
                  <a:pt x="79" y="114"/>
                  <a:pt x="77" y="131"/>
                  <a:pt x="76" y="149"/>
                </a:cubicBezTo>
                <a:cubicBezTo>
                  <a:pt x="76" y="153"/>
                  <a:pt x="76" y="153"/>
                  <a:pt x="76" y="153"/>
                </a:cubicBezTo>
                <a:cubicBezTo>
                  <a:pt x="153" y="153"/>
                  <a:pt x="153" y="153"/>
                  <a:pt x="153" y="153"/>
                </a:cubicBezTo>
                <a:cubicBezTo>
                  <a:pt x="153" y="89"/>
                  <a:pt x="153" y="89"/>
                  <a:pt x="153" y="89"/>
                </a:cubicBezTo>
                <a:cubicBezTo>
                  <a:pt x="149" y="89"/>
                  <a:pt x="149" y="89"/>
                  <a:pt x="149" y="89"/>
                </a:cubicBezTo>
                <a:cubicBezTo>
                  <a:pt x="130" y="88"/>
                  <a:pt x="112" y="84"/>
                  <a:pt x="95" y="76"/>
                </a:cubicBezTo>
                <a:cubicBezTo>
                  <a:pt x="91" y="74"/>
                  <a:pt x="91" y="74"/>
                  <a:pt x="91" y="74"/>
                </a:cubicBezTo>
                <a:lnTo>
                  <a:pt x="89" y="79"/>
                </a:lnTo>
                <a:close/>
                <a:moveTo>
                  <a:pt x="53" y="54"/>
                </a:moveTo>
                <a:cubicBezTo>
                  <a:pt x="40" y="68"/>
                  <a:pt x="29" y="83"/>
                  <a:pt x="22" y="101"/>
                </a:cubicBezTo>
                <a:cubicBezTo>
                  <a:pt x="16" y="116"/>
                  <a:pt x="12" y="132"/>
                  <a:pt x="11" y="148"/>
                </a:cubicBezTo>
                <a:cubicBezTo>
                  <a:pt x="10" y="153"/>
                  <a:pt x="10" y="153"/>
                  <a:pt x="10" y="153"/>
                </a:cubicBezTo>
                <a:cubicBezTo>
                  <a:pt x="66" y="153"/>
                  <a:pt x="66" y="153"/>
                  <a:pt x="66" y="153"/>
                </a:cubicBezTo>
                <a:cubicBezTo>
                  <a:pt x="66" y="149"/>
                  <a:pt x="66" y="149"/>
                  <a:pt x="66" y="149"/>
                </a:cubicBezTo>
                <a:cubicBezTo>
                  <a:pt x="67" y="122"/>
                  <a:pt x="72" y="96"/>
                  <a:pt x="81" y="73"/>
                </a:cubicBezTo>
                <a:cubicBezTo>
                  <a:pt x="82" y="70"/>
                  <a:pt x="82" y="70"/>
                  <a:pt x="82" y="70"/>
                </a:cubicBezTo>
                <a:cubicBezTo>
                  <a:pt x="79" y="68"/>
                  <a:pt x="79" y="68"/>
                  <a:pt x="79" y="68"/>
                </a:cubicBezTo>
                <a:cubicBezTo>
                  <a:pt x="72" y="64"/>
                  <a:pt x="65" y="59"/>
                  <a:pt x="59" y="54"/>
                </a:cubicBezTo>
                <a:cubicBezTo>
                  <a:pt x="56" y="52"/>
                  <a:pt x="56" y="52"/>
                  <a:pt x="56" y="52"/>
                </a:cubicBezTo>
                <a:lnTo>
                  <a:pt x="53" y="54"/>
                </a:lnTo>
                <a:close/>
                <a:moveTo>
                  <a:pt x="163" y="79"/>
                </a:moveTo>
                <a:cubicBezTo>
                  <a:pt x="168" y="79"/>
                  <a:pt x="168" y="79"/>
                  <a:pt x="168" y="79"/>
                </a:cubicBezTo>
                <a:cubicBezTo>
                  <a:pt x="184" y="78"/>
                  <a:pt x="201" y="74"/>
                  <a:pt x="216" y="68"/>
                </a:cubicBezTo>
                <a:cubicBezTo>
                  <a:pt x="222" y="65"/>
                  <a:pt x="222" y="65"/>
                  <a:pt x="222" y="65"/>
                </a:cubicBezTo>
                <a:cubicBezTo>
                  <a:pt x="220" y="61"/>
                  <a:pt x="220" y="61"/>
                  <a:pt x="220" y="61"/>
                </a:cubicBezTo>
                <a:cubicBezTo>
                  <a:pt x="218" y="57"/>
                  <a:pt x="216" y="54"/>
                  <a:pt x="214" y="51"/>
                </a:cubicBezTo>
                <a:cubicBezTo>
                  <a:pt x="206" y="38"/>
                  <a:pt x="197" y="27"/>
                  <a:pt x="187" y="20"/>
                </a:cubicBezTo>
                <a:cubicBezTo>
                  <a:pt x="181" y="16"/>
                  <a:pt x="175" y="13"/>
                  <a:pt x="169" y="12"/>
                </a:cubicBezTo>
                <a:cubicBezTo>
                  <a:pt x="163" y="10"/>
                  <a:pt x="163" y="10"/>
                  <a:pt x="163" y="10"/>
                </a:cubicBezTo>
                <a:lnTo>
                  <a:pt x="163" y="79"/>
                </a:lnTo>
                <a:close/>
                <a:moveTo>
                  <a:pt x="148" y="12"/>
                </a:moveTo>
                <a:cubicBezTo>
                  <a:pt x="141" y="13"/>
                  <a:pt x="135" y="16"/>
                  <a:pt x="129" y="20"/>
                </a:cubicBezTo>
                <a:cubicBezTo>
                  <a:pt x="119" y="27"/>
                  <a:pt x="110" y="38"/>
                  <a:pt x="102" y="51"/>
                </a:cubicBezTo>
                <a:cubicBezTo>
                  <a:pt x="100" y="54"/>
                  <a:pt x="99" y="57"/>
                  <a:pt x="97" y="61"/>
                </a:cubicBezTo>
                <a:cubicBezTo>
                  <a:pt x="95" y="65"/>
                  <a:pt x="95" y="65"/>
                  <a:pt x="95" y="65"/>
                </a:cubicBezTo>
                <a:cubicBezTo>
                  <a:pt x="101" y="68"/>
                  <a:pt x="101" y="68"/>
                  <a:pt x="101" y="68"/>
                </a:cubicBezTo>
                <a:cubicBezTo>
                  <a:pt x="116" y="74"/>
                  <a:pt x="132" y="78"/>
                  <a:pt x="148" y="79"/>
                </a:cubicBezTo>
                <a:cubicBezTo>
                  <a:pt x="153" y="79"/>
                  <a:pt x="153" y="79"/>
                  <a:pt x="153" y="79"/>
                </a:cubicBezTo>
                <a:cubicBezTo>
                  <a:pt x="153" y="10"/>
                  <a:pt x="153" y="10"/>
                  <a:pt x="153" y="10"/>
                </a:cubicBezTo>
                <a:lnTo>
                  <a:pt x="148" y="12"/>
                </a:lnTo>
                <a:close/>
                <a:moveTo>
                  <a:pt x="100" y="22"/>
                </a:moveTo>
                <a:cubicBezTo>
                  <a:pt x="88" y="27"/>
                  <a:pt x="78" y="34"/>
                  <a:pt x="68" y="41"/>
                </a:cubicBezTo>
                <a:cubicBezTo>
                  <a:pt x="63" y="45"/>
                  <a:pt x="63" y="45"/>
                  <a:pt x="63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72" y="52"/>
                  <a:pt x="77" y="55"/>
                  <a:pt x="82" y="58"/>
                </a:cubicBezTo>
                <a:cubicBezTo>
                  <a:pt x="86" y="61"/>
                  <a:pt x="86" y="61"/>
                  <a:pt x="86" y="61"/>
                </a:cubicBezTo>
                <a:cubicBezTo>
                  <a:pt x="88" y="56"/>
                  <a:pt x="88" y="56"/>
                  <a:pt x="88" y="56"/>
                </a:cubicBezTo>
                <a:cubicBezTo>
                  <a:pt x="93" y="46"/>
                  <a:pt x="99" y="37"/>
                  <a:pt x="105" y="29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28" y="10"/>
                  <a:pt x="128" y="10"/>
                  <a:pt x="128" y="10"/>
                </a:cubicBezTo>
                <a:cubicBezTo>
                  <a:pt x="102" y="21"/>
                  <a:pt x="102" y="21"/>
                  <a:pt x="102" y="21"/>
                </a:cubicBezTo>
                <a:lnTo>
                  <a:pt x="100" y="22"/>
                </a:lnTo>
                <a:close/>
                <a:moveTo>
                  <a:pt x="209" y="27"/>
                </a:moveTo>
                <a:cubicBezTo>
                  <a:pt x="211" y="29"/>
                  <a:pt x="211" y="29"/>
                  <a:pt x="211" y="29"/>
                </a:cubicBezTo>
                <a:cubicBezTo>
                  <a:pt x="218" y="37"/>
                  <a:pt x="223" y="46"/>
                  <a:pt x="228" y="56"/>
                </a:cubicBezTo>
                <a:cubicBezTo>
                  <a:pt x="231" y="61"/>
                  <a:pt x="231" y="61"/>
                  <a:pt x="231" y="61"/>
                </a:cubicBezTo>
                <a:cubicBezTo>
                  <a:pt x="235" y="58"/>
                  <a:pt x="235" y="58"/>
                  <a:pt x="235" y="58"/>
                </a:cubicBezTo>
                <a:cubicBezTo>
                  <a:pt x="240" y="55"/>
                  <a:pt x="244" y="52"/>
                  <a:pt x="249" y="48"/>
                </a:cubicBezTo>
                <a:cubicBezTo>
                  <a:pt x="253" y="45"/>
                  <a:pt x="253" y="45"/>
                  <a:pt x="253" y="45"/>
                </a:cubicBezTo>
                <a:cubicBezTo>
                  <a:pt x="249" y="41"/>
                  <a:pt x="249" y="41"/>
                  <a:pt x="249" y="41"/>
                </a:cubicBezTo>
                <a:cubicBezTo>
                  <a:pt x="239" y="34"/>
                  <a:pt x="228" y="27"/>
                  <a:pt x="216" y="22"/>
                </a:cubicBezTo>
                <a:cubicBezTo>
                  <a:pt x="214" y="21"/>
                  <a:pt x="214" y="21"/>
                  <a:pt x="214" y="21"/>
                </a:cubicBezTo>
                <a:cubicBezTo>
                  <a:pt x="188" y="12"/>
                  <a:pt x="188" y="12"/>
                  <a:pt x="188" y="12"/>
                </a:cubicBezTo>
                <a:lnTo>
                  <a:pt x="209" y="27"/>
                </a:lnTo>
                <a:close/>
              </a:path>
            </a:pathLst>
          </a:custGeom>
          <a:solidFill>
            <a:srgbClr val="1D1D1A">
              <a:lumMod val="75000"/>
              <a:lumOff val="25000"/>
            </a:srgbClr>
          </a:solidFill>
          <a:ln w="6350">
            <a:solidFill>
              <a:srgbClr val="1D1D1A">
                <a:lumMod val="75000"/>
                <a:lumOff val="25000"/>
              </a:srgbClr>
            </a:solidFill>
            <a:round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defTabSz="1219200">
              <a:defRPr/>
            </a:pPr>
            <a:endParaRPr lang="zh-CN" altLang="en-US" sz="2400" kern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文本框 60"/>
          <p:cNvSpPr txBox="1"/>
          <p:nvPr/>
        </p:nvSpPr>
        <p:spPr bwMode="gray">
          <a:xfrm>
            <a:off x="1069759" y="4938273"/>
            <a:ext cx="27009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/>
            <a:r>
              <a:rPr lang="zh-CN" altLang="en-US" sz="1200" b="1" kern="0" dirty="0" smtClean="0">
                <a:solidFill>
                  <a:srgbClr val="1D1D1A">
                    <a:lumMod val="75000"/>
                    <a:lumOff val="2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尽力而为；人工运维</a:t>
            </a:r>
          </a:p>
        </p:txBody>
      </p:sp>
      <p:sp>
        <p:nvSpPr>
          <p:cNvPr id="21" name="椭圆 20"/>
          <p:cNvSpPr/>
          <p:nvPr/>
        </p:nvSpPr>
        <p:spPr bwMode="gray">
          <a:xfrm>
            <a:off x="3943204" y="1975704"/>
            <a:ext cx="2841504" cy="2887485"/>
          </a:xfrm>
          <a:prstGeom prst="ellipse">
            <a:avLst/>
          </a:prstGeom>
          <a:solidFill>
            <a:srgbClr val="FFFFFF">
              <a:lumMod val="95000"/>
            </a:srgbClr>
          </a:solidFill>
          <a:ln w="3175" cap="flat" cmpd="sng" algn="ctr">
            <a:noFill/>
            <a:prstDash val="solid"/>
            <a:miter lim="800000"/>
          </a:ln>
          <a:effectLst>
            <a:outerShdw blurRad="25400" dist="12700" dir="2700000" algn="tl" rotWithShape="0">
              <a:prstClr val="black">
                <a:alpha val="18000"/>
              </a:prstClr>
            </a:outerShdw>
          </a:effectLst>
        </p:spPr>
        <p:txBody>
          <a:bodyPr rot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19200">
              <a:defRPr/>
            </a:pPr>
            <a:endParaRPr lang="zh-CN" altLang="en-US" sz="1000" b="1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矩形 21"/>
          <p:cNvSpPr/>
          <p:nvPr/>
        </p:nvSpPr>
        <p:spPr bwMode="gray">
          <a:xfrm>
            <a:off x="5016744" y="2483772"/>
            <a:ext cx="6944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/>
            <a:r>
              <a:rPr lang="en-US" altLang="zh-CN" sz="1400" b="1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All  IP</a:t>
            </a:r>
          </a:p>
        </p:txBody>
      </p:sp>
      <p:grpSp>
        <p:nvGrpSpPr>
          <p:cNvPr id="23" name="组合 22"/>
          <p:cNvGrpSpPr/>
          <p:nvPr/>
        </p:nvGrpSpPr>
        <p:grpSpPr bwMode="gray">
          <a:xfrm>
            <a:off x="5414069" y="4289615"/>
            <a:ext cx="505864" cy="349581"/>
            <a:chOff x="5400676" y="4454525"/>
            <a:chExt cx="474661" cy="322263"/>
          </a:xfrm>
          <a:solidFill>
            <a:srgbClr val="1D1D1A">
              <a:lumMod val="75000"/>
              <a:lumOff val="25000"/>
            </a:srgbClr>
          </a:solidFill>
          <a:effectLst/>
        </p:grpSpPr>
        <p:sp>
          <p:nvSpPr>
            <p:cNvPr id="24" name="Freeform 80"/>
            <p:cNvSpPr>
              <a:spLocks noEditPoints="1"/>
            </p:cNvSpPr>
            <p:nvPr/>
          </p:nvSpPr>
          <p:spPr bwMode="gray">
            <a:xfrm>
              <a:off x="5400676" y="4454525"/>
              <a:ext cx="120650" cy="322263"/>
            </a:xfrm>
            <a:custGeom>
              <a:avLst/>
              <a:gdLst>
                <a:gd name="T0" fmla="*/ 76 w 76"/>
                <a:gd name="T1" fmla="*/ 203 h 203"/>
                <a:gd name="T2" fmla="*/ 0 w 76"/>
                <a:gd name="T3" fmla="*/ 203 h 203"/>
                <a:gd name="T4" fmla="*/ 0 w 76"/>
                <a:gd name="T5" fmla="*/ 0 h 203"/>
                <a:gd name="T6" fmla="*/ 76 w 76"/>
                <a:gd name="T7" fmla="*/ 0 h 203"/>
                <a:gd name="T8" fmla="*/ 76 w 76"/>
                <a:gd name="T9" fmla="*/ 203 h 203"/>
                <a:gd name="T10" fmla="*/ 72 w 76"/>
                <a:gd name="T11" fmla="*/ 5 h 203"/>
                <a:gd name="T12" fmla="*/ 5 w 76"/>
                <a:gd name="T13" fmla="*/ 5 h 203"/>
                <a:gd name="T14" fmla="*/ 5 w 76"/>
                <a:gd name="T15" fmla="*/ 198 h 203"/>
                <a:gd name="T16" fmla="*/ 72 w 76"/>
                <a:gd name="T17" fmla="*/ 198 h 203"/>
                <a:gd name="T18" fmla="*/ 72 w 76"/>
                <a:gd name="T19" fmla="*/ 5 h 203"/>
                <a:gd name="T20" fmla="*/ 72 w 76"/>
                <a:gd name="T21" fmla="*/ 5 h 203"/>
                <a:gd name="T22" fmla="*/ 72 w 76"/>
                <a:gd name="T23" fmla="*/ 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203">
                  <a:moveTo>
                    <a:pt x="76" y="203"/>
                  </a:moveTo>
                  <a:lnTo>
                    <a:pt x="0" y="203"/>
                  </a:lnTo>
                  <a:lnTo>
                    <a:pt x="0" y="0"/>
                  </a:lnTo>
                  <a:lnTo>
                    <a:pt x="76" y="0"/>
                  </a:lnTo>
                  <a:lnTo>
                    <a:pt x="76" y="203"/>
                  </a:lnTo>
                  <a:close/>
                  <a:moveTo>
                    <a:pt x="72" y="5"/>
                  </a:moveTo>
                  <a:lnTo>
                    <a:pt x="5" y="5"/>
                  </a:lnTo>
                  <a:lnTo>
                    <a:pt x="5" y="198"/>
                  </a:lnTo>
                  <a:lnTo>
                    <a:pt x="72" y="198"/>
                  </a:lnTo>
                  <a:lnTo>
                    <a:pt x="72" y="5"/>
                  </a:lnTo>
                  <a:close/>
                  <a:moveTo>
                    <a:pt x="72" y="5"/>
                  </a:moveTo>
                  <a:lnTo>
                    <a:pt x="72" y="5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Freeform 81"/>
            <p:cNvSpPr>
              <a:spLocks noEditPoints="1"/>
            </p:cNvSpPr>
            <p:nvPr/>
          </p:nvSpPr>
          <p:spPr bwMode="gray">
            <a:xfrm>
              <a:off x="5400676" y="4454525"/>
              <a:ext cx="120650" cy="322263"/>
            </a:xfrm>
            <a:custGeom>
              <a:avLst/>
              <a:gdLst>
                <a:gd name="T0" fmla="*/ 76 w 76"/>
                <a:gd name="T1" fmla="*/ 203 h 203"/>
                <a:gd name="T2" fmla="*/ 0 w 76"/>
                <a:gd name="T3" fmla="*/ 203 h 203"/>
                <a:gd name="T4" fmla="*/ 0 w 76"/>
                <a:gd name="T5" fmla="*/ 0 h 203"/>
                <a:gd name="T6" fmla="*/ 76 w 76"/>
                <a:gd name="T7" fmla="*/ 0 h 203"/>
                <a:gd name="T8" fmla="*/ 76 w 76"/>
                <a:gd name="T9" fmla="*/ 203 h 203"/>
                <a:gd name="T10" fmla="*/ 72 w 76"/>
                <a:gd name="T11" fmla="*/ 5 h 203"/>
                <a:gd name="T12" fmla="*/ 5 w 76"/>
                <a:gd name="T13" fmla="*/ 5 h 203"/>
                <a:gd name="T14" fmla="*/ 5 w 76"/>
                <a:gd name="T15" fmla="*/ 198 h 203"/>
                <a:gd name="T16" fmla="*/ 72 w 76"/>
                <a:gd name="T17" fmla="*/ 198 h 203"/>
                <a:gd name="T18" fmla="*/ 72 w 76"/>
                <a:gd name="T19" fmla="*/ 5 h 203"/>
                <a:gd name="T20" fmla="*/ 72 w 76"/>
                <a:gd name="T21" fmla="*/ 5 h 203"/>
                <a:gd name="T22" fmla="*/ 72 w 76"/>
                <a:gd name="T23" fmla="*/ 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203">
                  <a:moveTo>
                    <a:pt x="76" y="203"/>
                  </a:moveTo>
                  <a:lnTo>
                    <a:pt x="0" y="203"/>
                  </a:lnTo>
                  <a:lnTo>
                    <a:pt x="0" y="0"/>
                  </a:lnTo>
                  <a:lnTo>
                    <a:pt x="76" y="0"/>
                  </a:lnTo>
                  <a:lnTo>
                    <a:pt x="76" y="203"/>
                  </a:lnTo>
                  <a:moveTo>
                    <a:pt x="72" y="5"/>
                  </a:moveTo>
                  <a:lnTo>
                    <a:pt x="5" y="5"/>
                  </a:lnTo>
                  <a:lnTo>
                    <a:pt x="5" y="198"/>
                  </a:lnTo>
                  <a:lnTo>
                    <a:pt x="72" y="198"/>
                  </a:lnTo>
                  <a:lnTo>
                    <a:pt x="72" y="5"/>
                  </a:lnTo>
                  <a:moveTo>
                    <a:pt x="72" y="5"/>
                  </a:moveTo>
                  <a:lnTo>
                    <a:pt x="72" y="5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Freeform 82"/>
            <p:cNvSpPr>
              <a:spLocks noEditPoints="1"/>
            </p:cNvSpPr>
            <p:nvPr/>
          </p:nvSpPr>
          <p:spPr bwMode="gray">
            <a:xfrm>
              <a:off x="5427663" y="4481513"/>
              <a:ext cx="66675" cy="96838"/>
            </a:xfrm>
            <a:custGeom>
              <a:avLst/>
              <a:gdLst>
                <a:gd name="T0" fmla="*/ 42 w 42"/>
                <a:gd name="T1" fmla="*/ 61 h 61"/>
                <a:gd name="T2" fmla="*/ 0 w 42"/>
                <a:gd name="T3" fmla="*/ 61 h 61"/>
                <a:gd name="T4" fmla="*/ 0 w 42"/>
                <a:gd name="T5" fmla="*/ 0 h 61"/>
                <a:gd name="T6" fmla="*/ 42 w 42"/>
                <a:gd name="T7" fmla="*/ 0 h 61"/>
                <a:gd name="T8" fmla="*/ 42 w 42"/>
                <a:gd name="T9" fmla="*/ 61 h 61"/>
                <a:gd name="T10" fmla="*/ 39 w 42"/>
                <a:gd name="T11" fmla="*/ 3 h 61"/>
                <a:gd name="T12" fmla="*/ 2 w 42"/>
                <a:gd name="T13" fmla="*/ 3 h 61"/>
                <a:gd name="T14" fmla="*/ 2 w 42"/>
                <a:gd name="T15" fmla="*/ 58 h 61"/>
                <a:gd name="T16" fmla="*/ 39 w 42"/>
                <a:gd name="T17" fmla="*/ 58 h 61"/>
                <a:gd name="T18" fmla="*/ 39 w 42"/>
                <a:gd name="T19" fmla="*/ 3 h 61"/>
                <a:gd name="T20" fmla="*/ 39 w 42"/>
                <a:gd name="T21" fmla="*/ 3 h 61"/>
                <a:gd name="T22" fmla="*/ 39 w 42"/>
                <a:gd name="T23" fmla="*/ 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61">
                  <a:moveTo>
                    <a:pt x="42" y="61"/>
                  </a:moveTo>
                  <a:lnTo>
                    <a:pt x="0" y="61"/>
                  </a:lnTo>
                  <a:lnTo>
                    <a:pt x="0" y="0"/>
                  </a:lnTo>
                  <a:lnTo>
                    <a:pt x="42" y="0"/>
                  </a:lnTo>
                  <a:lnTo>
                    <a:pt x="42" y="61"/>
                  </a:lnTo>
                  <a:close/>
                  <a:moveTo>
                    <a:pt x="39" y="3"/>
                  </a:moveTo>
                  <a:lnTo>
                    <a:pt x="2" y="3"/>
                  </a:lnTo>
                  <a:lnTo>
                    <a:pt x="2" y="58"/>
                  </a:lnTo>
                  <a:lnTo>
                    <a:pt x="39" y="58"/>
                  </a:lnTo>
                  <a:lnTo>
                    <a:pt x="39" y="3"/>
                  </a:lnTo>
                  <a:close/>
                  <a:moveTo>
                    <a:pt x="39" y="3"/>
                  </a:moveTo>
                  <a:lnTo>
                    <a:pt x="39" y="3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Freeform 83"/>
            <p:cNvSpPr>
              <a:spLocks noEditPoints="1"/>
            </p:cNvSpPr>
            <p:nvPr/>
          </p:nvSpPr>
          <p:spPr bwMode="gray">
            <a:xfrm>
              <a:off x="5427663" y="4481513"/>
              <a:ext cx="66675" cy="96838"/>
            </a:xfrm>
            <a:custGeom>
              <a:avLst/>
              <a:gdLst>
                <a:gd name="T0" fmla="*/ 42 w 42"/>
                <a:gd name="T1" fmla="*/ 61 h 61"/>
                <a:gd name="T2" fmla="*/ 0 w 42"/>
                <a:gd name="T3" fmla="*/ 61 h 61"/>
                <a:gd name="T4" fmla="*/ 0 w 42"/>
                <a:gd name="T5" fmla="*/ 0 h 61"/>
                <a:gd name="T6" fmla="*/ 42 w 42"/>
                <a:gd name="T7" fmla="*/ 0 h 61"/>
                <a:gd name="T8" fmla="*/ 42 w 42"/>
                <a:gd name="T9" fmla="*/ 61 h 61"/>
                <a:gd name="T10" fmla="*/ 39 w 42"/>
                <a:gd name="T11" fmla="*/ 3 h 61"/>
                <a:gd name="T12" fmla="*/ 2 w 42"/>
                <a:gd name="T13" fmla="*/ 3 h 61"/>
                <a:gd name="T14" fmla="*/ 2 w 42"/>
                <a:gd name="T15" fmla="*/ 58 h 61"/>
                <a:gd name="T16" fmla="*/ 39 w 42"/>
                <a:gd name="T17" fmla="*/ 58 h 61"/>
                <a:gd name="T18" fmla="*/ 39 w 42"/>
                <a:gd name="T19" fmla="*/ 3 h 61"/>
                <a:gd name="T20" fmla="*/ 39 w 42"/>
                <a:gd name="T21" fmla="*/ 3 h 61"/>
                <a:gd name="T22" fmla="*/ 39 w 42"/>
                <a:gd name="T23" fmla="*/ 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61">
                  <a:moveTo>
                    <a:pt x="42" y="61"/>
                  </a:moveTo>
                  <a:lnTo>
                    <a:pt x="0" y="61"/>
                  </a:lnTo>
                  <a:lnTo>
                    <a:pt x="0" y="0"/>
                  </a:lnTo>
                  <a:lnTo>
                    <a:pt x="42" y="0"/>
                  </a:lnTo>
                  <a:lnTo>
                    <a:pt x="42" y="61"/>
                  </a:lnTo>
                  <a:moveTo>
                    <a:pt x="39" y="3"/>
                  </a:moveTo>
                  <a:lnTo>
                    <a:pt x="2" y="3"/>
                  </a:lnTo>
                  <a:lnTo>
                    <a:pt x="2" y="58"/>
                  </a:lnTo>
                  <a:lnTo>
                    <a:pt x="39" y="58"/>
                  </a:lnTo>
                  <a:lnTo>
                    <a:pt x="39" y="3"/>
                  </a:lnTo>
                  <a:moveTo>
                    <a:pt x="39" y="3"/>
                  </a:moveTo>
                  <a:lnTo>
                    <a:pt x="39" y="3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Freeform 84"/>
            <p:cNvSpPr>
              <a:spLocks noEditPoints="1"/>
            </p:cNvSpPr>
            <p:nvPr/>
          </p:nvSpPr>
          <p:spPr bwMode="gray">
            <a:xfrm>
              <a:off x="5427663" y="4506913"/>
              <a:ext cx="66675" cy="138113"/>
            </a:xfrm>
            <a:custGeom>
              <a:avLst/>
              <a:gdLst>
                <a:gd name="T0" fmla="*/ 0 w 42"/>
                <a:gd name="T1" fmla="*/ 0 h 87"/>
                <a:gd name="T2" fmla="*/ 42 w 42"/>
                <a:gd name="T3" fmla="*/ 0 h 87"/>
                <a:gd name="T4" fmla="*/ 42 w 42"/>
                <a:gd name="T5" fmla="*/ 3 h 87"/>
                <a:gd name="T6" fmla="*/ 0 w 42"/>
                <a:gd name="T7" fmla="*/ 3 h 87"/>
                <a:gd name="T8" fmla="*/ 0 w 42"/>
                <a:gd name="T9" fmla="*/ 0 h 87"/>
                <a:gd name="T10" fmla="*/ 0 w 42"/>
                <a:gd name="T11" fmla="*/ 15 h 87"/>
                <a:gd name="T12" fmla="*/ 42 w 42"/>
                <a:gd name="T13" fmla="*/ 15 h 87"/>
                <a:gd name="T14" fmla="*/ 42 w 42"/>
                <a:gd name="T15" fmla="*/ 17 h 87"/>
                <a:gd name="T16" fmla="*/ 0 w 42"/>
                <a:gd name="T17" fmla="*/ 17 h 87"/>
                <a:gd name="T18" fmla="*/ 0 w 42"/>
                <a:gd name="T19" fmla="*/ 15 h 87"/>
                <a:gd name="T20" fmla="*/ 0 w 42"/>
                <a:gd name="T21" fmla="*/ 29 h 87"/>
                <a:gd name="T22" fmla="*/ 42 w 42"/>
                <a:gd name="T23" fmla="*/ 29 h 87"/>
                <a:gd name="T24" fmla="*/ 42 w 42"/>
                <a:gd name="T25" fmla="*/ 32 h 87"/>
                <a:gd name="T26" fmla="*/ 0 w 42"/>
                <a:gd name="T27" fmla="*/ 32 h 87"/>
                <a:gd name="T28" fmla="*/ 0 w 42"/>
                <a:gd name="T29" fmla="*/ 29 h 87"/>
                <a:gd name="T30" fmla="*/ 30 w 42"/>
                <a:gd name="T31" fmla="*/ 87 h 87"/>
                <a:gd name="T32" fmla="*/ 30 w 42"/>
                <a:gd name="T3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87">
                  <a:moveTo>
                    <a:pt x="0" y="0"/>
                  </a:moveTo>
                  <a:lnTo>
                    <a:pt x="42" y="0"/>
                  </a:lnTo>
                  <a:lnTo>
                    <a:pt x="42" y="3"/>
                  </a:lnTo>
                  <a:lnTo>
                    <a:pt x="0" y="3"/>
                  </a:lnTo>
                  <a:lnTo>
                    <a:pt x="0" y="0"/>
                  </a:lnTo>
                  <a:close/>
                  <a:moveTo>
                    <a:pt x="0" y="15"/>
                  </a:moveTo>
                  <a:lnTo>
                    <a:pt x="42" y="15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15"/>
                  </a:lnTo>
                  <a:close/>
                  <a:moveTo>
                    <a:pt x="0" y="29"/>
                  </a:moveTo>
                  <a:lnTo>
                    <a:pt x="42" y="29"/>
                  </a:lnTo>
                  <a:lnTo>
                    <a:pt x="42" y="32"/>
                  </a:lnTo>
                  <a:lnTo>
                    <a:pt x="0" y="32"/>
                  </a:lnTo>
                  <a:lnTo>
                    <a:pt x="0" y="29"/>
                  </a:lnTo>
                  <a:close/>
                  <a:moveTo>
                    <a:pt x="30" y="87"/>
                  </a:moveTo>
                  <a:lnTo>
                    <a:pt x="30" y="87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Freeform 85"/>
            <p:cNvSpPr>
              <a:spLocks noEditPoints="1"/>
            </p:cNvSpPr>
            <p:nvPr/>
          </p:nvSpPr>
          <p:spPr bwMode="gray">
            <a:xfrm>
              <a:off x="5427663" y="4506913"/>
              <a:ext cx="66675" cy="138113"/>
            </a:xfrm>
            <a:custGeom>
              <a:avLst/>
              <a:gdLst>
                <a:gd name="T0" fmla="*/ 0 w 42"/>
                <a:gd name="T1" fmla="*/ 0 h 87"/>
                <a:gd name="T2" fmla="*/ 42 w 42"/>
                <a:gd name="T3" fmla="*/ 0 h 87"/>
                <a:gd name="T4" fmla="*/ 42 w 42"/>
                <a:gd name="T5" fmla="*/ 3 h 87"/>
                <a:gd name="T6" fmla="*/ 0 w 42"/>
                <a:gd name="T7" fmla="*/ 3 h 87"/>
                <a:gd name="T8" fmla="*/ 0 w 42"/>
                <a:gd name="T9" fmla="*/ 0 h 87"/>
                <a:gd name="T10" fmla="*/ 0 w 42"/>
                <a:gd name="T11" fmla="*/ 15 h 87"/>
                <a:gd name="T12" fmla="*/ 42 w 42"/>
                <a:gd name="T13" fmla="*/ 15 h 87"/>
                <a:gd name="T14" fmla="*/ 42 w 42"/>
                <a:gd name="T15" fmla="*/ 17 h 87"/>
                <a:gd name="T16" fmla="*/ 0 w 42"/>
                <a:gd name="T17" fmla="*/ 17 h 87"/>
                <a:gd name="T18" fmla="*/ 0 w 42"/>
                <a:gd name="T19" fmla="*/ 15 h 87"/>
                <a:gd name="T20" fmla="*/ 0 w 42"/>
                <a:gd name="T21" fmla="*/ 29 h 87"/>
                <a:gd name="T22" fmla="*/ 42 w 42"/>
                <a:gd name="T23" fmla="*/ 29 h 87"/>
                <a:gd name="T24" fmla="*/ 42 w 42"/>
                <a:gd name="T25" fmla="*/ 32 h 87"/>
                <a:gd name="T26" fmla="*/ 0 w 42"/>
                <a:gd name="T27" fmla="*/ 32 h 87"/>
                <a:gd name="T28" fmla="*/ 0 w 42"/>
                <a:gd name="T29" fmla="*/ 29 h 87"/>
                <a:gd name="T30" fmla="*/ 30 w 42"/>
                <a:gd name="T31" fmla="*/ 87 h 87"/>
                <a:gd name="T32" fmla="*/ 30 w 42"/>
                <a:gd name="T3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87">
                  <a:moveTo>
                    <a:pt x="0" y="0"/>
                  </a:moveTo>
                  <a:lnTo>
                    <a:pt x="42" y="0"/>
                  </a:lnTo>
                  <a:lnTo>
                    <a:pt x="42" y="3"/>
                  </a:lnTo>
                  <a:lnTo>
                    <a:pt x="0" y="3"/>
                  </a:lnTo>
                  <a:lnTo>
                    <a:pt x="0" y="0"/>
                  </a:lnTo>
                  <a:moveTo>
                    <a:pt x="0" y="15"/>
                  </a:moveTo>
                  <a:lnTo>
                    <a:pt x="42" y="15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15"/>
                  </a:lnTo>
                  <a:moveTo>
                    <a:pt x="0" y="29"/>
                  </a:moveTo>
                  <a:lnTo>
                    <a:pt x="42" y="29"/>
                  </a:lnTo>
                  <a:lnTo>
                    <a:pt x="42" y="32"/>
                  </a:lnTo>
                  <a:lnTo>
                    <a:pt x="0" y="32"/>
                  </a:lnTo>
                  <a:lnTo>
                    <a:pt x="0" y="29"/>
                  </a:lnTo>
                  <a:moveTo>
                    <a:pt x="30" y="87"/>
                  </a:moveTo>
                  <a:lnTo>
                    <a:pt x="30" y="87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Freeform 86"/>
            <p:cNvSpPr>
              <a:spLocks noEditPoints="1"/>
            </p:cNvSpPr>
            <p:nvPr/>
          </p:nvSpPr>
          <p:spPr bwMode="gray">
            <a:xfrm>
              <a:off x="5429250" y="4684713"/>
              <a:ext cx="65087" cy="66675"/>
            </a:xfrm>
            <a:custGeom>
              <a:avLst/>
              <a:gdLst>
                <a:gd name="T0" fmla="*/ 23 w 31"/>
                <a:gd name="T1" fmla="*/ 3 h 32"/>
                <a:gd name="T2" fmla="*/ 8 w 31"/>
                <a:gd name="T3" fmla="*/ 3 h 32"/>
                <a:gd name="T4" fmla="*/ 0 w 31"/>
                <a:gd name="T5" fmla="*/ 16 h 32"/>
                <a:gd name="T6" fmla="*/ 8 w 31"/>
                <a:gd name="T7" fmla="*/ 29 h 32"/>
                <a:gd name="T8" fmla="*/ 23 w 31"/>
                <a:gd name="T9" fmla="*/ 29 h 32"/>
                <a:gd name="T10" fmla="*/ 31 w 31"/>
                <a:gd name="T11" fmla="*/ 16 h 32"/>
                <a:gd name="T12" fmla="*/ 23 w 31"/>
                <a:gd name="T13" fmla="*/ 3 h 32"/>
                <a:gd name="T14" fmla="*/ 15 w 31"/>
                <a:gd name="T15" fmla="*/ 29 h 32"/>
                <a:gd name="T16" fmla="*/ 3 w 31"/>
                <a:gd name="T17" fmla="*/ 16 h 32"/>
                <a:gd name="T18" fmla="*/ 15 w 31"/>
                <a:gd name="T19" fmla="*/ 3 h 32"/>
                <a:gd name="T20" fmla="*/ 28 w 31"/>
                <a:gd name="T21" fmla="*/ 16 h 32"/>
                <a:gd name="T22" fmla="*/ 15 w 31"/>
                <a:gd name="T23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" h="32">
                  <a:moveTo>
                    <a:pt x="23" y="3"/>
                  </a:moveTo>
                  <a:cubicBezTo>
                    <a:pt x="18" y="0"/>
                    <a:pt x="12" y="0"/>
                    <a:pt x="8" y="3"/>
                  </a:cubicBezTo>
                  <a:cubicBezTo>
                    <a:pt x="3" y="5"/>
                    <a:pt x="0" y="11"/>
                    <a:pt x="0" y="16"/>
                  </a:cubicBezTo>
                  <a:cubicBezTo>
                    <a:pt x="0" y="22"/>
                    <a:pt x="3" y="27"/>
                    <a:pt x="8" y="29"/>
                  </a:cubicBezTo>
                  <a:cubicBezTo>
                    <a:pt x="12" y="32"/>
                    <a:pt x="18" y="32"/>
                    <a:pt x="23" y="29"/>
                  </a:cubicBezTo>
                  <a:cubicBezTo>
                    <a:pt x="28" y="27"/>
                    <a:pt x="31" y="22"/>
                    <a:pt x="31" y="16"/>
                  </a:cubicBezTo>
                  <a:cubicBezTo>
                    <a:pt x="31" y="11"/>
                    <a:pt x="28" y="5"/>
                    <a:pt x="23" y="3"/>
                  </a:cubicBezTo>
                  <a:close/>
                  <a:moveTo>
                    <a:pt x="15" y="29"/>
                  </a:moveTo>
                  <a:cubicBezTo>
                    <a:pt x="8" y="29"/>
                    <a:pt x="3" y="23"/>
                    <a:pt x="3" y="16"/>
                  </a:cubicBezTo>
                  <a:cubicBezTo>
                    <a:pt x="3" y="9"/>
                    <a:pt x="8" y="3"/>
                    <a:pt x="15" y="3"/>
                  </a:cubicBezTo>
                  <a:cubicBezTo>
                    <a:pt x="22" y="3"/>
                    <a:pt x="28" y="9"/>
                    <a:pt x="28" y="16"/>
                  </a:cubicBezTo>
                  <a:cubicBezTo>
                    <a:pt x="28" y="23"/>
                    <a:pt x="22" y="29"/>
                    <a:pt x="15" y="29"/>
                  </a:cubicBez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Freeform 87"/>
            <p:cNvSpPr>
              <a:spLocks noEditPoints="1"/>
            </p:cNvSpPr>
            <p:nvPr/>
          </p:nvSpPr>
          <p:spPr bwMode="gray">
            <a:xfrm>
              <a:off x="5537200" y="4454525"/>
              <a:ext cx="338137" cy="220663"/>
            </a:xfrm>
            <a:custGeom>
              <a:avLst/>
              <a:gdLst>
                <a:gd name="T0" fmla="*/ 213 w 213"/>
                <a:gd name="T1" fmla="*/ 139 h 139"/>
                <a:gd name="T2" fmla="*/ 0 w 213"/>
                <a:gd name="T3" fmla="*/ 139 h 139"/>
                <a:gd name="T4" fmla="*/ 0 w 213"/>
                <a:gd name="T5" fmla="*/ 0 h 139"/>
                <a:gd name="T6" fmla="*/ 213 w 213"/>
                <a:gd name="T7" fmla="*/ 0 h 139"/>
                <a:gd name="T8" fmla="*/ 213 w 213"/>
                <a:gd name="T9" fmla="*/ 139 h 139"/>
                <a:gd name="T10" fmla="*/ 207 w 213"/>
                <a:gd name="T11" fmla="*/ 7 h 139"/>
                <a:gd name="T12" fmla="*/ 7 w 213"/>
                <a:gd name="T13" fmla="*/ 7 h 139"/>
                <a:gd name="T14" fmla="*/ 7 w 213"/>
                <a:gd name="T15" fmla="*/ 133 h 139"/>
                <a:gd name="T16" fmla="*/ 207 w 213"/>
                <a:gd name="T17" fmla="*/ 133 h 139"/>
                <a:gd name="T18" fmla="*/ 207 w 213"/>
                <a:gd name="T19" fmla="*/ 7 h 139"/>
                <a:gd name="T20" fmla="*/ 207 w 213"/>
                <a:gd name="T21" fmla="*/ 7 h 139"/>
                <a:gd name="T22" fmla="*/ 207 w 213"/>
                <a:gd name="T23" fmla="*/ 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3" h="139">
                  <a:moveTo>
                    <a:pt x="213" y="139"/>
                  </a:moveTo>
                  <a:lnTo>
                    <a:pt x="0" y="139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3" y="139"/>
                  </a:lnTo>
                  <a:close/>
                  <a:moveTo>
                    <a:pt x="207" y="7"/>
                  </a:moveTo>
                  <a:lnTo>
                    <a:pt x="7" y="7"/>
                  </a:lnTo>
                  <a:lnTo>
                    <a:pt x="7" y="133"/>
                  </a:lnTo>
                  <a:lnTo>
                    <a:pt x="207" y="133"/>
                  </a:lnTo>
                  <a:lnTo>
                    <a:pt x="207" y="7"/>
                  </a:lnTo>
                  <a:close/>
                  <a:moveTo>
                    <a:pt x="207" y="7"/>
                  </a:moveTo>
                  <a:lnTo>
                    <a:pt x="207" y="7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Freeform 88"/>
            <p:cNvSpPr>
              <a:spLocks noEditPoints="1"/>
            </p:cNvSpPr>
            <p:nvPr/>
          </p:nvSpPr>
          <p:spPr bwMode="gray">
            <a:xfrm>
              <a:off x="5537200" y="4454525"/>
              <a:ext cx="338137" cy="220663"/>
            </a:xfrm>
            <a:custGeom>
              <a:avLst/>
              <a:gdLst>
                <a:gd name="T0" fmla="*/ 213 w 213"/>
                <a:gd name="T1" fmla="*/ 139 h 139"/>
                <a:gd name="T2" fmla="*/ 0 w 213"/>
                <a:gd name="T3" fmla="*/ 139 h 139"/>
                <a:gd name="T4" fmla="*/ 0 w 213"/>
                <a:gd name="T5" fmla="*/ 0 h 139"/>
                <a:gd name="T6" fmla="*/ 213 w 213"/>
                <a:gd name="T7" fmla="*/ 0 h 139"/>
                <a:gd name="T8" fmla="*/ 213 w 213"/>
                <a:gd name="T9" fmla="*/ 139 h 139"/>
                <a:gd name="T10" fmla="*/ 207 w 213"/>
                <a:gd name="T11" fmla="*/ 7 h 139"/>
                <a:gd name="T12" fmla="*/ 7 w 213"/>
                <a:gd name="T13" fmla="*/ 7 h 139"/>
                <a:gd name="T14" fmla="*/ 7 w 213"/>
                <a:gd name="T15" fmla="*/ 133 h 139"/>
                <a:gd name="T16" fmla="*/ 207 w 213"/>
                <a:gd name="T17" fmla="*/ 133 h 139"/>
                <a:gd name="T18" fmla="*/ 207 w 213"/>
                <a:gd name="T19" fmla="*/ 7 h 139"/>
                <a:gd name="T20" fmla="*/ 207 w 213"/>
                <a:gd name="T21" fmla="*/ 7 h 139"/>
                <a:gd name="T22" fmla="*/ 207 w 213"/>
                <a:gd name="T23" fmla="*/ 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3" h="139">
                  <a:moveTo>
                    <a:pt x="213" y="139"/>
                  </a:moveTo>
                  <a:lnTo>
                    <a:pt x="0" y="139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3" y="139"/>
                  </a:lnTo>
                  <a:moveTo>
                    <a:pt x="207" y="7"/>
                  </a:moveTo>
                  <a:lnTo>
                    <a:pt x="7" y="7"/>
                  </a:lnTo>
                  <a:lnTo>
                    <a:pt x="7" y="133"/>
                  </a:lnTo>
                  <a:lnTo>
                    <a:pt x="207" y="133"/>
                  </a:lnTo>
                  <a:lnTo>
                    <a:pt x="207" y="7"/>
                  </a:lnTo>
                  <a:moveTo>
                    <a:pt x="207" y="7"/>
                  </a:moveTo>
                  <a:lnTo>
                    <a:pt x="207" y="7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Freeform 89"/>
            <p:cNvSpPr>
              <a:spLocks noEditPoints="1"/>
            </p:cNvSpPr>
            <p:nvPr/>
          </p:nvSpPr>
          <p:spPr bwMode="gray">
            <a:xfrm>
              <a:off x="5564188" y="4484688"/>
              <a:ext cx="284162" cy="265113"/>
            </a:xfrm>
            <a:custGeom>
              <a:avLst/>
              <a:gdLst>
                <a:gd name="T0" fmla="*/ 179 w 179"/>
                <a:gd name="T1" fmla="*/ 101 h 167"/>
                <a:gd name="T2" fmla="*/ 0 w 179"/>
                <a:gd name="T3" fmla="*/ 101 h 167"/>
                <a:gd name="T4" fmla="*/ 0 w 179"/>
                <a:gd name="T5" fmla="*/ 0 h 167"/>
                <a:gd name="T6" fmla="*/ 179 w 179"/>
                <a:gd name="T7" fmla="*/ 0 h 167"/>
                <a:gd name="T8" fmla="*/ 179 w 179"/>
                <a:gd name="T9" fmla="*/ 101 h 167"/>
                <a:gd name="T10" fmla="*/ 175 w 179"/>
                <a:gd name="T11" fmla="*/ 3 h 167"/>
                <a:gd name="T12" fmla="*/ 6 w 179"/>
                <a:gd name="T13" fmla="*/ 3 h 167"/>
                <a:gd name="T14" fmla="*/ 6 w 179"/>
                <a:gd name="T15" fmla="*/ 97 h 167"/>
                <a:gd name="T16" fmla="*/ 175 w 179"/>
                <a:gd name="T17" fmla="*/ 97 h 167"/>
                <a:gd name="T18" fmla="*/ 175 w 179"/>
                <a:gd name="T19" fmla="*/ 3 h 167"/>
                <a:gd name="T20" fmla="*/ 105 w 179"/>
                <a:gd name="T21" fmla="*/ 167 h 167"/>
                <a:gd name="T22" fmla="*/ 74 w 179"/>
                <a:gd name="T23" fmla="*/ 167 h 167"/>
                <a:gd name="T24" fmla="*/ 74 w 179"/>
                <a:gd name="T25" fmla="*/ 114 h 167"/>
                <a:gd name="T26" fmla="*/ 105 w 179"/>
                <a:gd name="T27" fmla="*/ 114 h 167"/>
                <a:gd name="T28" fmla="*/ 105 w 179"/>
                <a:gd name="T29" fmla="*/ 167 h 167"/>
                <a:gd name="T30" fmla="*/ 101 w 179"/>
                <a:gd name="T31" fmla="*/ 120 h 167"/>
                <a:gd name="T32" fmla="*/ 79 w 179"/>
                <a:gd name="T33" fmla="*/ 120 h 167"/>
                <a:gd name="T34" fmla="*/ 79 w 179"/>
                <a:gd name="T35" fmla="*/ 163 h 167"/>
                <a:gd name="T36" fmla="*/ 101 w 179"/>
                <a:gd name="T37" fmla="*/ 163 h 167"/>
                <a:gd name="T38" fmla="*/ 101 w 179"/>
                <a:gd name="T39" fmla="*/ 120 h 167"/>
                <a:gd name="T40" fmla="*/ 101 w 179"/>
                <a:gd name="T41" fmla="*/ 125 h 167"/>
                <a:gd name="T42" fmla="*/ 101 w 179"/>
                <a:gd name="T43" fmla="*/ 125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167">
                  <a:moveTo>
                    <a:pt x="179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79" y="101"/>
                  </a:lnTo>
                  <a:close/>
                  <a:moveTo>
                    <a:pt x="175" y="3"/>
                  </a:moveTo>
                  <a:lnTo>
                    <a:pt x="6" y="3"/>
                  </a:lnTo>
                  <a:lnTo>
                    <a:pt x="6" y="97"/>
                  </a:lnTo>
                  <a:lnTo>
                    <a:pt x="175" y="97"/>
                  </a:lnTo>
                  <a:lnTo>
                    <a:pt x="175" y="3"/>
                  </a:lnTo>
                  <a:close/>
                  <a:moveTo>
                    <a:pt x="105" y="167"/>
                  </a:moveTo>
                  <a:lnTo>
                    <a:pt x="74" y="167"/>
                  </a:lnTo>
                  <a:lnTo>
                    <a:pt x="74" y="114"/>
                  </a:lnTo>
                  <a:lnTo>
                    <a:pt x="105" y="114"/>
                  </a:lnTo>
                  <a:lnTo>
                    <a:pt x="105" y="167"/>
                  </a:lnTo>
                  <a:close/>
                  <a:moveTo>
                    <a:pt x="101" y="120"/>
                  </a:moveTo>
                  <a:lnTo>
                    <a:pt x="79" y="120"/>
                  </a:lnTo>
                  <a:lnTo>
                    <a:pt x="79" y="163"/>
                  </a:lnTo>
                  <a:lnTo>
                    <a:pt x="101" y="163"/>
                  </a:lnTo>
                  <a:lnTo>
                    <a:pt x="101" y="120"/>
                  </a:lnTo>
                  <a:close/>
                  <a:moveTo>
                    <a:pt x="101" y="125"/>
                  </a:moveTo>
                  <a:lnTo>
                    <a:pt x="101" y="125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Freeform 90"/>
            <p:cNvSpPr>
              <a:spLocks noEditPoints="1"/>
            </p:cNvSpPr>
            <p:nvPr/>
          </p:nvSpPr>
          <p:spPr bwMode="gray">
            <a:xfrm>
              <a:off x="5564188" y="4484688"/>
              <a:ext cx="284162" cy="265113"/>
            </a:xfrm>
            <a:custGeom>
              <a:avLst/>
              <a:gdLst>
                <a:gd name="T0" fmla="*/ 179 w 179"/>
                <a:gd name="T1" fmla="*/ 101 h 167"/>
                <a:gd name="T2" fmla="*/ 0 w 179"/>
                <a:gd name="T3" fmla="*/ 101 h 167"/>
                <a:gd name="T4" fmla="*/ 0 w 179"/>
                <a:gd name="T5" fmla="*/ 0 h 167"/>
                <a:gd name="T6" fmla="*/ 179 w 179"/>
                <a:gd name="T7" fmla="*/ 0 h 167"/>
                <a:gd name="T8" fmla="*/ 179 w 179"/>
                <a:gd name="T9" fmla="*/ 101 h 167"/>
                <a:gd name="T10" fmla="*/ 175 w 179"/>
                <a:gd name="T11" fmla="*/ 3 h 167"/>
                <a:gd name="T12" fmla="*/ 6 w 179"/>
                <a:gd name="T13" fmla="*/ 3 h 167"/>
                <a:gd name="T14" fmla="*/ 6 w 179"/>
                <a:gd name="T15" fmla="*/ 97 h 167"/>
                <a:gd name="T16" fmla="*/ 175 w 179"/>
                <a:gd name="T17" fmla="*/ 97 h 167"/>
                <a:gd name="T18" fmla="*/ 175 w 179"/>
                <a:gd name="T19" fmla="*/ 3 h 167"/>
                <a:gd name="T20" fmla="*/ 105 w 179"/>
                <a:gd name="T21" fmla="*/ 167 h 167"/>
                <a:gd name="T22" fmla="*/ 74 w 179"/>
                <a:gd name="T23" fmla="*/ 167 h 167"/>
                <a:gd name="T24" fmla="*/ 74 w 179"/>
                <a:gd name="T25" fmla="*/ 114 h 167"/>
                <a:gd name="T26" fmla="*/ 105 w 179"/>
                <a:gd name="T27" fmla="*/ 114 h 167"/>
                <a:gd name="T28" fmla="*/ 105 w 179"/>
                <a:gd name="T29" fmla="*/ 167 h 167"/>
                <a:gd name="T30" fmla="*/ 101 w 179"/>
                <a:gd name="T31" fmla="*/ 120 h 167"/>
                <a:gd name="T32" fmla="*/ 79 w 179"/>
                <a:gd name="T33" fmla="*/ 120 h 167"/>
                <a:gd name="T34" fmla="*/ 79 w 179"/>
                <a:gd name="T35" fmla="*/ 163 h 167"/>
                <a:gd name="T36" fmla="*/ 101 w 179"/>
                <a:gd name="T37" fmla="*/ 163 h 167"/>
                <a:gd name="T38" fmla="*/ 101 w 179"/>
                <a:gd name="T39" fmla="*/ 120 h 167"/>
                <a:gd name="T40" fmla="*/ 101 w 179"/>
                <a:gd name="T41" fmla="*/ 125 h 167"/>
                <a:gd name="T42" fmla="*/ 101 w 179"/>
                <a:gd name="T43" fmla="*/ 125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167">
                  <a:moveTo>
                    <a:pt x="179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79" y="101"/>
                  </a:lnTo>
                  <a:moveTo>
                    <a:pt x="175" y="3"/>
                  </a:moveTo>
                  <a:lnTo>
                    <a:pt x="6" y="3"/>
                  </a:lnTo>
                  <a:lnTo>
                    <a:pt x="6" y="97"/>
                  </a:lnTo>
                  <a:lnTo>
                    <a:pt x="175" y="97"/>
                  </a:lnTo>
                  <a:lnTo>
                    <a:pt x="175" y="3"/>
                  </a:lnTo>
                  <a:moveTo>
                    <a:pt x="105" y="167"/>
                  </a:moveTo>
                  <a:lnTo>
                    <a:pt x="74" y="167"/>
                  </a:lnTo>
                  <a:lnTo>
                    <a:pt x="74" y="114"/>
                  </a:lnTo>
                  <a:lnTo>
                    <a:pt x="105" y="114"/>
                  </a:lnTo>
                  <a:lnTo>
                    <a:pt x="105" y="167"/>
                  </a:lnTo>
                  <a:moveTo>
                    <a:pt x="101" y="120"/>
                  </a:moveTo>
                  <a:lnTo>
                    <a:pt x="79" y="120"/>
                  </a:lnTo>
                  <a:lnTo>
                    <a:pt x="79" y="163"/>
                  </a:lnTo>
                  <a:lnTo>
                    <a:pt x="101" y="163"/>
                  </a:lnTo>
                  <a:lnTo>
                    <a:pt x="101" y="120"/>
                  </a:lnTo>
                  <a:moveTo>
                    <a:pt x="101" y="125"/>
                  </a:moveTo>
                  <a:lnTo>
                    <a:pt x="101" y="125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Freeform 91"/>
            <p:cNvSpPr>
              <a:spLocks noEditPoints="1"/>
            </p:cNvSpPr>
            <p:nvPr/>
          </p:nvSpPr>
          <p:spPr bwMode="gray">
            <a:xfrm>
              <a:off x="5640388" y="4695825"/>
              <a:ext cx="134937" cy="80963"/>
            </a:xfrm>
            <a:custGeom>
              <a:avLst/>
              <a:gdLst>
                <a:gd name="T0" fmla="*/ 85 w 85"/>
                <a:gd name="T1" fmla="*/ 51 h 51"/>
                <a:gd name="T2" fmla="*/ 0 w 85"/>
                <a:gd name="T3" fmla="*/ 51 h 51"/>
                <a:gd name="T4" fmla="*/ 0 w 85"/>
                <a:gd name="T5" fmla="*/ 32 h 51"/>
                <a:gd name="T6" fmla="*/ 85 w 85"/>
                <a:gd name="T7" fmla="*/ 32 h 51"/>
                <a:gd name="T8" fmla="*/ 85 w 85"/>
                <a:gd name="T9" fmla="*/ 51 h 51"/>
                <a:gd name="T10" fmla="*/ 81 w 85"/>
                <a:gd name="T11" fmla="*/ 34 h 51"/>
                <a:gd name="T12" fmla="*/ 2 w 85"/>
                <a:gd name="T13" fmla="*/ 34 h 51"/>
                <a:gd name="T14" fmla="*/ 2 w 85"/>
                <a:gd name="T15" fmla="*/ 47 h 51"/>
                <a:gd name="T16" fmla="*/ 81 w 85"/>
                <a:gd name="T17" fmla="*/ 47 h 51"/>
                <a:gd name="T18" fmla="*/ 81 w 85"/>
                <a:gd name="T19" fmla="*/ 34 h 51"/>
                <a:gd name="T20" fmla="*/ 27 w 85"/>
                <a:gd name="T21" fmla="*/ 0 h 51"/>
                <a:gd name="T22" fmla="*/ 57 w 85"/>
                <a:gd name="T23" fmla="*/ 0 h 51"/>
                <a:gd name="T24" fmla="*/ 57 w 85"/>
                <a:gd name="T25" fmla="*/ 2 h 51"/>
                <a:gd name="T26" fmla="*/ 27 w 85"/>
                <a:gd name="T27" fmla="*/ 2 h 51"/>
                <a:gd name="T28" fmla="*/ 27 w 85"/>
                <a:gd name="T29" fmla="*/ 0 h 51"/>
                <a:gd name="T30" fmla="*/ 27 w 85"/>
                <a:gd name="T31" fmla="*/ 14 h 51"/>
                <a:gd name="T32" fmla="*/ 57 w 85"/>
                <a:gd name="T33" fmla="*/ 14 h 51"/>
                <a:gd name="T34" fmla="*/ 57 w 85"/>
                <a:gd name="T35" fmla="*/ 17 h 51"/>
                <a:gd name="T36" fmla="*/ 27 w 85"/>
                <a:gd name="T37" fmla="*/ 17 h 51"/>
                <a:gd name="T38" fmla="*/ 27 w 85"/>
                <a:gd name="T39" fmla="*/ 14 h 51"/>
                <a:gd name="T40" fmla="*/ 27 w 85"/>
                <a:gd name="T41" fmla="*/ 14 h 51"/>
                <a:gd name="T42" fmla="*/ 27 w 85"/>
                <a:gd name="T43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" h="51">
                  <a:moveTo>
                    <a:pt x="85" y="51"/>
                  </a:moveTo>
                  <a:lnTo>
                    <a:pt x="0" y="51"/>
                  </a:lnTo>
                  <a:lnTo>
                    <a:pt x="0" y="32"/>
                  </a:lnTo>
                  <a:lnTo>
                    <a:pt x="85" y="32"/>
                  </a:lnTo>
                  <a:lnTo>
                    <a:pt x="85" y="51"/>
                  </a:lnTo>
                  <a:close/>
                  <a:moveTo>
                    <a:pt x="81" y="34"/>
                  </a:moveTo>
                  <a:lnTo>
                    <a:pt x="2" y="34"/>
                  </a:lnTo>
                  <a:lnTo>
                    <a:pt x="2" y="47"/>
                  </a:lnTo>
                  <a:lnTo>
                    <a:pt x="81" y="47"/>
                  </a:lnTo>
                  <a:lnTo>
                    <a:pt x="81" y="34"/>
                  </a:lnTo>
                  <a:close/>
                  <a:moveTo>
                    <a:pt x="27" y="0"/>
                  </a:moveTo>
                  <a:lnTo>
                    <a:pt x="57" y="0"/>
                  </a:lnTo>
                  <a:lnTo>
                    <a:pt x="57" y="2"/>
                  </a:lnTo>
                  <a:lnTo>
                    <a:pt x="27" y="2"/>
                  </a:lnTo>
                  <a:lnTo>
                    <a:pt x="27" y="0"/>
                  </a:lnTo>
                  <a:close/>
                  <a:moveTo>
                    <a:pt x="27" y="14"/>
                  </a:moveTo>
                  <a:lnTo>
                    <a:pt x="57" y="14"/>
                  </a:lnTo>
                  <a:lnTo>
                    <a:pt x="57" y="17"/>
                  </a:lnTo>
                  <a:lnTo>
                    <a:pt x="27" y="17"/>
                  </a:lnTo>
                  <a:lnTo>
                    <a:pt x="27" y="14"/>
                  </a:lnTo>
                  <a:close/>
                  <a:moveTo>
                    <a:pt x="27" y="14"/>
                  </a:moveTo>
                  <a:lnTo>
                    <a:pt x="27" y="14"/>
                  </a:lnTo>
                  <a:close/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" name="Freeform 92"/>
            <p:cNvSpPr>
              <a:spLocks noEditPoints="1"/>
            </p:cNvSpPr>
            <p:nvPr/>
          </p:nvSpPr>
          <p:spPr bwMode="gray">
            <a:xfrm>
              <a:off x="5640388" y="4695825"/>
              <a:ext cx="134937" cy="80963"/>
            </a:xfrm>
            <a:custGeom>
              <a:avLst/>
              <a:gdLst>
                <a:gd name="T0" fmla="*/ 85 w 85"/>
                <a:gd name="T1" fmla="*/ 51 h 51"/>
                <a:gd name="T2" fmla="*/ 0 w 85"/>
                <a:gd name="T3" fmla="*/ 51 h 51"/>
                <a:gd name="T4" fmla="*/ 0 w 85"/>
                <a:gd name="T5" fmla="*/ 32 h 51"/>
                <a:gd name="T6" fmla="*/ 85 w 85"/>
                <a:gd name="T7" fmla="*/ 32 h 51"/>
                <a:gd name="T8" fmla="*/ 85 w 85"/>
                <a:gd name="T9" fmla="*/ 51 h 51"/>
                <a:gd name="T10" fmla="*/ 81 w 85"/>
                <a:gd name="T11" fmla="*/ 34 h 51"/>
                <a:gd name="T12" fmla="*/ 2 w 85"/>
                <a:gd name="T13" fmla="*/ 34 h 51"/>
                <a:gd name="T14" fmla="*/ 2 w 85"/>
                <a:gd name="T15" fmla="*/ 47 h 51"/>
                <a:gd name="T16" fmla="*/ 81 w 85"/>
                <a:gd name="T17" fmla="*/ 47 h 51"/>
                <a:gd name="T18" fmla="*/ 81 w 85"/>
                <a:gd name="T19" fmla="*/ 34 h 51"/>
                <a:gd name="T20" fmla="*/ 27 w 85"/>
                <a:gd name="T21" fmla="*/ 0 h 51"/>
                <a:gd name="T22" fmla="*/ 57 w 85"/>
                <a:gd name="T23" fmla="*/ 0 h 51"/>
                <a:gd name="T24" fmla="*/ 57 w 85"/>
                <a:gd name="T25" fmla="*/ 2 h 51"/>
                <a:gd name="T26" fmla="*/ 27 w 85"/>
                <a:gd name="T27" fmla="*/ 2 h 51"/>
                <a:gd name="T28" fmla="*/ 27 w 85"/>
                <a:gd name="T29" fmla="*/ 0 h 51"/>
                <a:gd name="T30" fmla="*/ 27 w 85"/>
                <a:gd name="T31" fmla="*/ 14 h 51"/>
                <a:gd name="T32" fmla="*/ 57 w 85"/>
                <a:gd name="T33" fmla="*/ 14 h 51"/>
                <a:gd name="T34" fmla="*/ 57 w 85"/>
                <a:gd name="T35" fmla="*/ 17 h 51"/>
                <a:gd name="T36" fmla="*/ 27 w 85"/>
                <a:gd name="T37" fmla="*/ 17 h 51"/>
                <a:gd name="T38" fmla="*/ 27 w 85"/>
                <a:gd name="T39" fmla="*/ 14 h 51"/>
                <a:gd name="T40" fmla="*/ 27 w 85"/>
                <a:gd name="T41" fmla="*/ 14 h 51"/>
                <a:gd name="T42" fmla="*/ 27 w 85"/>
                <a:gd name="T43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" h="51">
                  <a:moveTo>
                    <a:pt x="85" y="51"/>
                  </a:moveTo>
                  <a:lnTo>
                    <a:pt x="0" y="51"/>
                  </a:lnTo>
                  <a:lnTo>
                    <a:pt x="0" y="32"/>
                  </a:lnTo>
                  <a:lnTo>
                    <a:pt x="85" y="32"/>
                  </a:lnTo>
                  <a:lnTo>
                    <a:pt x="85" y="51"/>
                  </a:lnTo>
                  <a:moveTo>
                    <a:pt x="81" y="34"/>
                  </a:moveTo>
                  <a:lnTo>
                    <a:pt x="2" y="34"/>
                  </a:lnTo>
                  <a:lnTo>
                    <a:pt x="2" y="47"/>
                  </a:lnTo>
                  <a:lnTo>
                    <a:pt x="81" y="47"/>
                  </a:lnTo>
                  <a:lnTo>
                    <a:pt x="81" y="34"/>
                  </a:lnTo>
                  <a:moveTo>
                    <a:pt x="27" y="0"/>
                  </a:moveTo>
                  <a:lnTo>
                    <a:pt x="57" y="0"/>
                  </a:lnTo>
                  <a:lnTo>
                    <a:pt x="57" y="2"/>
                  </a:lnTo>
                  <a:lnTo>
                    <a:pt x="27" y="2"/>
                  </a:lnTo>
                  <a:lnTo>
                    <a:pt x="27" y="0"/>
                  </a:lnTo>
                  <a:moveTo>
                    <a:pt x="27" y="14"/>
                  </a:moveTo>
                  <a:lnTo>
                    <a:pt x="57" y="14"/>
                  </a:lnTo>
                  <a:lnTo>
                    <a:pt x="57" y="17"/>
                  </a:lnTo>
                  <a:lnTo>
                    <a:pt x="27" y="17"/>
                  </a:lnTo>
                  <a:lnTo>
                    <a:pt x="27" y="14"/>
                  </a:lnTo>
                  <a:moveTo>
                    <a:pt x="27" y="14"/>
                  </a:moveTo>
                  <a:lnTo>
                    <a:pt x="27" y="14"/>
                  </a:lnTo>
                </a:path>
              </a:pathLst>
            </a:custGeom>
            <a:grpFill/>
            <a:ln w="3175">
              <a:solidFill>
                <a:srgbClr val="1D1D1A">
                  <a:lumMod val="75000"/>
                  <a:lumOff val="25000"/>
                </a:srgb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 bwMode="gray">
          <a:xfrm>
            <a:off x="6047244" y="3945539"/>
            <a:ext cx="384646" cy="330313"/>
            <a:chOff x="16243" y="7125"/>
            <a:chExt cx="502" cy="424"/>
          </a:xfrm>
          <a:solidFill>
            <a:srgbClr val="1D1D1A">
              <a:lumMod val="75000"/>
              <a:lumOff val="25000"/>
            </a:srgbClr>
          </a:solidFill>
          <a:effectLst/>
        </p:grpSpPr>
        <p:sp>
          <p:nvSpPr>
            <p:cNvPr id="38" name="Freeform 51"/>
            <p:cNvSpPr>
              <a:spLocks noEditPoints="1"/>
            </p:cNvSpPr>
            <p:nvPr/>
          </p:nvSpPr>
          <p:spPr bwMode="gray">
            <a:xfrm>
              <a:off x="16243" y="7125"/>
              <a:ext cx="503" cy="425"/>
            </a:xfrm>
            <a:custGeom>
              <a:avLst/>
              <a:gdLst>
                <a:gd name="T0" fmla="*/ 0 w 378"/>
                <a:gd name="T1" fmla="*/ 319 h 319"/>
                <a:gd name="T2" fmla="*/ 0 w 378"/>
                <a:gd name="T3" fmla="*/ 0 h 319"/>
                <a:gd name="T4" fmla="*/ 378 w 378"/>
                <a:gd name="T5" fmla="*/ 0 h 319"/>
                <a:gd name="T6" fmla="*/ 378 w 378"/>
                <a:gd name="T7" fmla="*/ 319 h 319"/>
                <a:gd name="T8" fmla="*/ 0 w 378"/>
                <a:gd name="T9" fmla="*/ 319 h 319"/>
                <a:gd name="T10" fmla="*/ 10 w 378"/>
                <a:gd name="T11" fmla="*/ 309 h 319"/>
                <a:gd name="T12" fmla="*/ 370 w 378"/>
                <a:gd name="T13" fmla="*/ 309 h 319"/>
                <a:gd name="T14" fmla="*/ 370 w 378"/>
                <a:gd name="T15" fmla="*/ 9 h 319"/>
                <a:gd name="T16" fmla="*/ 10 w 378"/>
                <a:gd name="T17" fmla="*/ 9 h 319"/>
                <a:gd name="T18" fmla="*/ 10 w 378"/>
                <a:gd name="T19" fmla="*/ 309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19">
                  <a:moveTo>
                    <a:pt x="0" y="319"/>
                  </a:moveTo>
                  <a:lnTo>
                    <a:pt x="0" y="0"/>
                  </a:lnTo>
                  <a:lnTo>
                    <a:pt x="378" y="0"/>
                  </a:lnTo>
                  <a:lnTo>
                    <a:pt x="378" y="319"/>
                  </a:lnTo>
                  <a:lnTo>
                    <a:pt x="0" y="319"/>
                  </a:lnTo>
                  <a:close/>
                  <a:moveTo>
                    <a:pt x="10" y="309"/>
                  </a:moveTo>
                  <a:lnTo>
                    <a:pt x="370" y="309"/>
                  </a:lnTo>
                  <a:lnTo>
                    <a:pt x="370" y="9"/>
                  </a:lnTo>
                  <a:lnTo>
                    <a:pt x="10" y="9"/>
                  </a:lnTo>
                  <a:lnTo>
                    <a:pt x="10" y="309"/>
                  </a:lnTo>
                  <a:close/>
                </a:path>
              </a:pathLst>
            </a:custGeom>
            <a:grpFill/>
            <a:ln w="6350" cap="flat" cmpd="sng" algn="ctr">
              <a:solidFill>
                <a:srgbClr val="1D1D1A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" name="Freeform 52"/>
            <p:cNvSpPr>
              <a:spLocks noEditPoints="1"/>
            </p:cNvSpPr>
            <p:nvPr/>
          </p:nvSpPr>
          <p:spPr bwMode="gray">
            <a:xfrm>
              <a:off x="16247" y="7221"/>
              <a:ext cx="499" cy="232"/>
            </a:xfrm>
            <a:custGeom>
              <a:avLst/>
              <a:gdLst>
                <a:gd name="T0" fmla="*/ 0 w 375"/>
                <a:gd name="T1" fmla="*/ 174 h 174"/>
                <a:gd name="T2" fmla="*/ 0 w 375"/>
                <a:gd name="T3" fmla="*/ 0 h 174"/>
                <a:gd name="T4" fmla="*/ 375 w 375"/>
                <a:gd name="T5" fmla="*/ 0 h 174"/>
                <a:gd name="T6" fmla="*/ 375 w 375"/>
                <a:gd name="T7" fmla="*/ 174 h 174"/>
                <a:gd name="T8" fmla="*/ 0 w 375"/>
                <a:gd name="T9" fmla="*/ 174 h 174"/>
                <a:gd name="T10" fmla="*/ 7 w 375"/>
                <a:gd name="T11" fmla="*/ 164 h 174"/>
                <a:gd name="T12" fmla="*/ 365 w 375"/>
                <a:gd name="T13" fmla="*/ 164 h 174"/>
                <a:gd name="T14" fmla="*/ 365 w 375"/>
                <a:gd name="T15" fmla="*/ 10 h 174"/>
                <a:gd name="T16" fmla="*/ 7 w 375"/>
                <a:gd name="T17" fmla="*/ 10 h 174"/>
                <a:gd name="T18" fmla="*/ 7 w 375"/>
                <a:gd name="T19" fmla="*/ 16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" h="174">
                  <a:moveTo>
                    <a:pt x="0" y="174"/>
                  </a:moveTo>
                  <a:lnTo>
                    <a:pt x="0" y="0"/>
                  </a:lnTo>
                  <a:lnTo>
                    <a:pt x="375" y="0"/>
                  </a:lnTo>
                  <a:lnTo>
                    <a:pt x="375" y="174"/>
                  </a:lnTo>
                  <a:lnTo>
                    <a:pt x="0" y="174"/>
                  </a:lnTo>
                  <a:close/>
                  <a:moveTo>
                    <a:pt x="7" y="164"/>
                  </a:moveTo>
                  <a:lnTo>
                    <a:pt x="365" y="164"/>
                  </a:lnTo>
                  <a:lnTo>
                    <a:pt x="365" y="10"/>
                  </a:lnTo>
                  <a:lnTo>
                    <a:pt x="7" y="10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6350" cap="flat" cmpd="sng" algn="ctr">
              <a:solidFill>
                <a:srgbClr val="1D1D1A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" name="Freeform 53"/>
            <p:cNvSpPr>
              <a:spLocks noEditPoints="1"/>
            </p:cNvSpPr>
            <p:nvPr/>
          </p:nvSpPr>
          <p:spPr bwMode="gray">
            <a:xfrm>
              <a:off x="16298" y="7137"/>
              <a:ext cx="374" cy="400"/>
            </a:xfrm>
            <a:custGeom>
              <a:avLst/>
              <a:gdLst>
                <a:gd name="T0" fmla="*/ 113 w 117"/>
                <a:gd name="T1" fmla="*/ 98 h 124"/>
                <a:gd name="T2" fmla="*/ 117 w 117"/>
                <a:gd name="T3" fmla="*/ 124 h 124"/>
                <a:gd name="T4" fmla="*/ 84 w 117"/>
                <a:gd name="T5" fmla="*/ 124 h 124"/>
                <a:gd name="T6" fmla="*/ 87 w 117"/>
                <a:gd name="T7" fmla="*/ 98 h 124"/>
                <a:gd name="T8" fmla="*/ 84 w 117"/>
                <a:gd name="T9" fmla="*/ 124 h 124"/>
                <a:gd name="T10" fmla="*/ 55 w 117"/>
                <a:gd name="T11" fmla="*/ 98 h 124"/>
                <a:gd name="T12" fmla="*/ 58 w 117"/>
                <a:gd name="T13" fmla="*/ 124 h 124"/>
                <a:gd name="T14" fmla="*/ 25 w 117"/>
                <a:gd name="T15" fmla="*/ 124 h 124"/>
                <a:gd name="T16" fmla="*/ 29 w 117"/>
                <a:gd name="T17" fmla="*/ 98 h 124"/>
                <a:gd name="T18" fmla="*/ 25 w 117"/>
                <a:gd name="T19" fmla="*/ 124 h 124"/>
                <a:gd name="T20" fmla="*/ 0 w 117"/>
                <a:gd name="T21" fmla="*/ 98 h 124"/>
                <a:gd name="T22" fmla="*/ 4 w 117"/>
                <a:gd name="T23" fmla="*/ 124 h 124"/>
                <a:gd name="T24" fmla="*/ 56 w 117"/>
                <a:gd name="T25" fmla="*/ 80 h 124"/>
                <a:gd name="T26" fmla="*/ 50 w 117"/>
                <a:gd name="T27" fmla="*/ 74 h 124"/>
                <a:gd name="T28" fmla="*/ 53 w 117"/>
                <a:gd name="T29" fmla="*/ 45 h 124"/>
                <a:gd name="T30" fmla="*/ 59 w 117"/>
                <a:gd name="T31" fmla="*/ 45 h 124"/>
                <a:gd name="T32" fmla="*/ 80 w 117"/>
                <a:gd name="T33" fmla="*/ 62 h 124"/>
                <a:gd name="T34" fmla="*/ 59 w 117"/>
                <a:gd name="T35" fmla="*/ 79 h 124"/>
                <a:gd name="T36" fmla="*/ 56 w 117"/>
                <a:gd name="T37" fmla="*/ 48 h 124"/>
                <a:gd name="T38" fmla="*/ 53 w 117"/>
                <a:gd name="T39" fmla="*/ 51 h 124"/>
                <a:gd name="T40" fmla="*/ 54 w 117"/>
                <a:gd name="T41" fmla="*/ 76 h 124"/>
                <a:gd name="T42" fmla="*/ 57 w 117"/>
                <a:gd name="T43" fmla="*/ 76 h 124"/>
                <a:gd name="T44" fmla="*/ 76 w 117"/>
                <a:gd name="T45" fmla="*/ 62 h 124"/>
                <a:gd name="T46" fmla="*/ 57 w 117"/>
                <a:gd name="T47" fmla="*/ 49 h 124"/>
                <a:gd name="T48" fmla="*/ 113 w 117"/>
                <a:gd name="T49" fmla="*/ 26 h 124"/>
                <a:gd name="T50" fmla="*/ 117 w 117"/>
                <a:gd name="T51" fmla="*/ 0 h 124"/>
                <a:gd name="T52" fmla="*/ 113 w 117"/>
                <a:gd name="T53" fmla="*/ 26 h 124"/>
                <a:gd name="T54" fmla="*/ 84 w 117"/>
                <a:gd name="T55" fmla="*/ 0 h 124"/>
                <a:gd name="T56" fmla="*/ 87 w 117"/>
                <a:gd name="T57" fmla="*/ 26 h 124"/>
                <a:gd name="T58" fmla="*/ 55 w 117"/>
                <a:gd name="T59" fmla="*/ 26 h 124"/>
                <a:gd name="T60" fmla="*/ 58 w 117"/>
                <a:gd name="T61" fmla="*/ 0 h 124"/>
                <a:gd name="T62" fmla="*/ 55 w 117"/>
                <a:gd name="T63" fmla="*/ 26 h 124"/>
                <a:gd name="T64" fmla="*/ 25 w 117"/>
                <a:gd name="T65" fmla="*/ 0 h 124"/>
                <a:gd name="T66" fmla="*/ 29 w 117"/>
                <a:gd name="T67" fmla="*/ 26 h 124"/>
                <a:gd name="T68" fmla="*/ 0 w 117"/>
                <a:gd name="T69" fmla="*/ 26 h 124"/>
                <a:gd name="T70" fmla="*/ 4 w 117"/>
                <a:gd name="T71" fmla="*/ 0 h 124"/>
                <a:gd name="T72" fmla="*/ 0 w 117"/>
                <a:gd name="T73" fmla="*/ 2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" h="124">
                  <a:moveTo>
                    <a:pt x="113" y="124"/>
                  </a:moveTo>
                  <a:cubicBezTo>
                    <a:pt x="113" y="98"/>
                    <a:pt x="113" y="98"/>
                    <a:pt x="113" y="98"/>
                  </a:cubicBezTo>
                  <a:cubicBezTo>
                    <a:pt x="117" y="98"/>
                    <a:pt x="117" y="98"/>
                    <a:pt x="117" y="98"/>
                  </a:cubicBezTo>
                  <a:cubicBezTo>
                    <a:pt x="117" y="124"/>
                    <a:pt x="117" y="124"/>
                    <a:pt x="117" y="124"/>
                  </a:cubicBezTo>
                  <a:lnTo>
                    <a:pt x="113" y="124"/>
                  </a:lnTo>
                  <a:close/>
                  <a:moveTo>
                    <a:pt x="84" y="124"/>
                  </a:moveTo>
                  <a:cubicBezTo>
                    <a:pt x="84" y="98"/>
                    <a:pt x="84" y="98"/>
                    <a:pt x="84" y="9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87" y="124"/>
                    <a:pt x="87" y="124"/>
                    <a:pt x="87" y="124"/>
                  </a:cubicBezTo>
                  <a:lnTo>
                    <a:pt x="84" y="124"/>
                  </a:lnTo>
                  <a:close/>
                  <a:moveTo>
                    <a:pt x="55" y="124"/>
                  </a:moveTo>
                  <a:cubicBezTo>
                    <a:pt x="55" y="98"/>
                    <a:pt x="55" y="98"/>
                    <a:pt x="55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124"/>
                    <a:pt x="58" y="124"/>
                    <a:pt x="58" y="124"/>
                  </a:cubicBezTo>
                  <a:lnTo>
                    <a:pt x="55" y="124"/>
                  </a:lnTo>
                  <a:close/>
                  <a:moveTo>
                    <a:pt x="25" y="124"/>
                  </a:moveTo>
                  <a:cubicBezTo>
                    <a:pt x="25" y="98"/>
                    <a:pt x="25" y="98"/>
                    <a:pt x="25" y="98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29" y="124"/>
                    <a:pt x="29" y="124"/>
                    <a:pt x="29" y="124"/>
                  </a:cubicBezTo>
                  <a:lnTo>
                    <a:pt x="25" y="124"/>
                  </a:lnTo>
                  <a:close/>
                  <a:moveTo>
                    <a:pt x="0" y="124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4" y="124"/>
                    <a:pt x="4" y="124"/>
                    <a:pt x="4" y="124"/>
                  </a:cubicBezTo>
                  <a:lnTo>
                    <a:pt x="0" y="124"/>
                  </a:lnTo>
                  <a:close/>
                  <a:moveTo>
                    <a:pt x="56" y="80"/>
                  </a:moveTo>
                  <a:cubicBezTo>
                    <a:pt x="55" y="80"/>
                    <a:pt x="53" y="80"/>
                    <a:pt x="53" y="79"/>
                  </a:cubicBezTo>
                  <a:cubicBezTo>
                    <a:pt x="51" y="78"/>
                    <a:pt x="50" y="76"/>
                    <a:pt x="50" y="74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49"/>
                    <a:pt x="51" y="47"/>
                    <a:pt x="53" y="45"/>
                  </a:cubicBezTo>
                  <a:cubicBezTo>
                    <a:pt x="53" y="45"/>
                    <a:pt x="55" y="44"/>
                    <a:pt x="56" y="44"/>
                  </a:cubicBezTo>
                  <a:cubicBezTo>
                    <a:pt x="57" y="44"/>
                    <a:pt x="58" y="45"/>
                    <a:pt x="59" y="45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8" y="58"/>
                    <a:pt x="80" y="60"/>
                    <a:pt x="80" y="62"/>
                  </a:cubicBezTo>
                  <a:cubicBezTo>
                    <a:pt x="80" y="65"/>
                    <a:pt x="78" y="67"/>
                    <a:pt x="77" y="68"/>
                  </a:cubicBezTo>
                  <a:cubicBezTo>
                    <a:pt x="59" y="79"/>
                    <a:pt x="59" y="79"/>
                    <a:pt x="59" y="79"/>
                  </a:cubicBezTo>
                  <a:cubicBezTo>
                    <a:pt x="58" y="80"/>
                    <a:pt x="57" y="80"/>
                    <a:pt x="56" y="80"/>
                  </a:cubicBezTo>
                  <a:close/>
                  <a:moveTo>
                    <a:pt x="56" y="48"/>
                  </a:moveTo>
                  <a:cubicBezTo>
                    <a:pt x="55" y="48"/>
                    <a:pt x="54" y="49"/>
                    <a:pt x="54" y="49"/>
                  </a:cubicBezTo>
                  <a:cubicBezTo>
                    <a:pt x="54" y="49"/>
                    <a:pt x="53" y="50"/>
                    <a:pt x="53" y="51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75"/>
                    <a:pt x="54" y="76"/>
                    <a:pt x="54" y="76"/>
                  </a:cubicBezTo>
                  <a:cubicBezTo>
                    <a:pt x="55" y="76"/>
                    <a:pt x="55" y="76"/>
                    <a:pt x="56" y="76"/>
                  </a:cubicBezTo>
                  <a:cubicBezTo>
                    <a:pt x="56" y="76"/>
                    <a:pt x="56" y="76"/>
                    <a:pt x="57" y="76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76" y="64"/>
                    <a:pt x="76" y="63"/>
                    <a:pt x="76" y="62"/>
                  </a:cubicBezTo>
                  <a:cubicBezTo>
                    <a:pt x="76" y="62"/>
                    <a:pt x="76" y="61"/>
                    <a:pt x="75" y="60"/>
                  </a:cubicBezTo>
                  <a:cubicBezTo>
                    <a:pt x="57" y="49"/>
                    <a:pt x="57" y="49"/>
                    <a:pt x="57" y="49"/>
                  </a:cubicBezTo>
                  <a:cubicBezTo>
                    <a:pt x="56" y="48"/>
                    <a:pt x="56" y="48"/>
                    <a:pt x="56" y="48"/>
                  </a:cubicBezTo>
                  <a:close/>
                  <a:moveTo>
                    <a:pt x="113" y="26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26"/>
                    <a:pt x="117" y="26"/>
                    <a:pt x="117" y="26"/>
                  </a:cubicBezTo>
                  <a:lnTo>
                    <a:pt x="113" y="26"/>
                  </a:lnTo>
                  <a:close/>
                  <a:moveTo>
                    <a:pt x="84" y="26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26"/>
                    <a:pt x="87" y="26"/>
                    <a:pt x="87" y="26"/>
                  </a:cubicBezTo>
                  <a:lnTo>
                    <a:pt x="84" y="26"/>
                  </a:lnTo>
                  <a:close/>
                  <a:moveTo>
                    <a:pt x="55" y="26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26"/>
                    <a:pt x="58" y="26"/>
                    <a:pt x="58" y="26"/>
                  </a:cubicBezTo>
                  <a:lnTo>
                    <a:pt x="55" y="26"/>
                  </a:lnTo>
                  <a:close/>
                  <a:moveTo>
                    <a:pt x="25" y="26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26"/>
                    <a:pt x="29" y="26"/>
                    <a:pt x="29" y="26"/>
                  </a:cubicBezTo>
                  <a:lnTo>
                    <a:pt x="25" y="26"/>
                  </a:lnTo>
                  <a:close/>
                  <a:moveTo>
                    <a:pt x="0" y="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6"/>
                    <a:pt x="4" y="26"/>
                    <a:pt x="4" y="26"/>
                  </a:cubicBezTo>
                  <a:lnTo>
                    <a:pt x="0" y="26"/>
                  </a:lnTo>
                  <a:close/>
                </a:path>
              </a:pathLst>
            </a:custGeom>
            <a:grpFill/>
            <a:ln w="6350" cap="flat" cmpd="sng" algn="ctr">
              <a:solidFill>
                <a:srgbClr val="1D1D1A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>
                <a:defRPr/>
              </a:pPr>
              <a:endParaRPr lang="zh-CN" altLang="en-US" sz="2400" kern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1" name="Freeform 100"/>
          <p:cNvSpPr>
            <a:spLocks noEditPoints="1"/>
          </p:cNvSpPr>
          <p:nvPr/>
        </p:nvSpPr>
        <p:spPr bwMode="gray">
          <a:xfrm>
            <a:off x="4311877" y="3908722"/>
            <a:ext cx="380583" cy="387429"/>
          </a:xfrm>
          <a:custGeom>
            <a:avLst/>
            <a:gdLst>
              <a:gd name="T0" fmla="*/ 45 w 316"/>
              <a:gd name="T1" fmla="*/ 268 h 316"/>
              <a:gd name="T2" fmla="*/ 59 w 316"/>
              <a:gd name="T3" fmla="*/ 35 h 316"/>
              <a:gd name="T4" fmla="*/ 271 w 316"/>
              <a:gd name="T5" fmla="*/ 48 h 316"/>
              <a:gd name="T6" fmla="*/ 258 w 316"/>
              <a:gd name="T7" fmla="*/ 281 h 316"/>
              <a:gd name="T8" fmla="*/ 169 w 316"/>
              <a:gd name="T9" fmla="*/ 305 h 316"/>
              <a:gd name="T10" fmla="*/ 220 w 316"/>
              <a:gd name="T11" fmla="*/ 255 h 316"/>
              <a:gd name="T12" fmla="*/ 168 w 316"/>
              <a:gd name="T13" fmla="*/ 237 h 316"/>
              <a:gd name="T14" fmla="*/ 148 w 316"/>
              <a:gd name="T15" fmla="*/ 237 h 316"/>
              <a:gd name="T16" fmla="*/ 97 w 316"/>
              <a:gd name="T17" fmla="*/ 256 h 316"/>
              <a:gd name="T18" fmla="*/ 148 w 316"/>
              <a:gd name="T19" fmla="*/ 305 h 316"/>
              <a:gd name="T20" fmla="*/ 148 w 316"/>
              <a:gd name="T21" fmla="*/ 237 h 316"/>
              <a:gd name="T22" fmla="*/ 209 w 316"/>
              <a:gd name="T23" fmla="*/ 289 h 316"/>
              <a:gd name="T24" fmla="*/ 216 w 316"/>
              <a:gd name="T25" fmla="*/ 294 h 316"/>
              <a:gd name="T26" fmla="*/ 249 w 316"/>
              <a:gd name="T27" fmla="*/ 268 h 316"/>
              <a:gd name="T28" fmla="*/ 228 w 316"/>
              <a:gd name="T29" fmla="*/ 260 h 316"/>
              <a:gd name="T30" fmla="*/ 63 w 316"/>
              <a:gd name="T31" fmla="*/ 272 h 316"/>
              <a:gd name="T32" fmla="*/ 102 w 316"/>
              <a:gd name="T33" fmla="*/ 295 h 316"/>
              <a:gd name="T34" fmla="*/ 105 w 316"/>
              <a:gd name="T35" fmla="*/ 287 h 316"/>
              <a:gd name="T36" fmla="*/ 82 w 316"/>
              <a:gd name="T37" fmla="*/ 258 h 316"/>
              <a:gd name="T38" fmla="*/ 234 w 316"/>
              <a:gd name="T39" fmla="*/ 247 h 316"/>
              <a:gd name="T40" fmla="*/ 261 w 316"/>
              <a:gd name="T41" fmla="*/ 265 h 316"/>
              <a:gd name="T42" fmla="*/ 306 w 316"/>
              <a:gd name="T43" fmla="*/ 168 h 316"/>
              <a:gd name="T44" fmla="*/ 250 w 316"/>
              <a:gd name="T45" fmla="*/ 167 h 316"/>
              <a:gd name="T46" fmla="*/ 53 w 316"/>
              <a:gd name="T47" fmla="*/ 262 h 316"/>
              <a:gd name="T48" fmla="*/ 79 w 316"/>
              <a:gd name="T49" fmla="*/ 249 h 316"/>
              <a:gd name="T50" fmla="*/ 66 w 316"/>
              <a:gd name="T51" fmla="*/ 167 h 316"/>
              <a:gd name="T52" fmla="*/ 11 w 316"/>
              <a:gd name="T53" fmla="*/ 168 h 316"/>
              <a:gd name="T54" fmla="*/ 221 w 316"/>
              <a:gd name="T55" fmla="*/ 240 h 316"/>
              <a:gd name="T56" fmla="*/ 233 w 316"/>
              <a:gd name="T57" fmla="*/ 218 h 316"/>
              <a:gd name="T58" fmla="*/ 163 w 316"/>
              <a:gd name="T59" fmla="*/ 163 h 316"/>
              <a:gd name="T60" fmla="*/ 83 w 316"/>
              <a:gd name="T61" fmla="*/ 218 h 316"/>
              <a:gd name="T62" fmla="*/ 95 w 316"/>
              <a:gd name="T63" fmla="*/ 240 h 316"/>
              <a:gd name="T64" fmla="*/ 153 w 316"/>
              <a:gd name="T65" fmla="*/ 163 h 316"/>
              <a:gd name="T66" fmla="*/ 258 w 316"/>
              <a:gd name="T67" fmla="*/ 54 h 316"/>
              <a:gd name="T68" fmla="*/ 236 w 316"/>
              <a:gd name="T69" fmla="*/ 73 h 316"/>
              <a:gd name="T70" fmla="*/ 306 w 316"/>
              <a:gd name="T71" fmla="*/ 153 h 316"/>
              <a:gd name="T72" fmla="*/ 264 w 316"/>
              <a:gd name="T73" fmla="*/ 54 h 316"/>
              <a:gd name="T74" fmla="*/ 221 w 316"/>
              <a:gd name="T75" fmla="*/ 76 h 316"/>
              <a:gd name="T76" fmla="*/ 163 w 316"/>
              <a:gd name="T77" fmla="*/ 153 h 316"/>
              <a:gd name="T78" fmla="*/ 233 w 316"/>
              <a:gd name="T79" fmla="*/ 98 h 316"/>
              <a:gd name="T80" fmla="*/ 221 w 316"/>
              <a:gd name="T81" fmla="*/ 76 h 316"/>
              <a:gd name="T82" fmla="*/ 76 w 316"/>
              <a:gd name="T83" fmla="*/ 149 h 316"/>
              <a:gd name="T84" fmla="*/ 153 w 316"/>
              <a:gd name="T85" fmla="*/ 89 h 316"/>
              <a:gd name="T86" fmla="*/ 91 w 316"/>
              <a:gd name="T87" fmla="*/ 74 h 316"/>
              <a:gd name="T88" fmla="*/ 22 w 316"/>
              <a:gd name="T89" fmla="*/ 101 h 316"/>
              <a:gd name="T90" fmla="*/ 66 w 316"/>
              <a:gd name="T91" fmla="*/ 153 h 316"/>
              <a:gd name="T92" fmla="*/ 82 w 316"/>
              <a:gd name="T93" fmla="*/ 70 h 316"/>
              <a:gd name="T94" fmla="*/ 56 w 316"/>
              <a:gd name="T95" fmla="*/ 52 h 316"/>
              <a:gd name="T96" fmla="*/ 168 w 316"/>
              <a:gd name="T97" fmla="*/ 79 h 316"/>
              <a:gd name="T98" fmla="*/ 220 w 316"/>
              <a:gd name="T99" fmla="*/ 61 h 316"/>
              <a:gd name="T100" fmla="*/ 169 w 316"/>
              <a:gd name="T101" fmla="*/ 12 h 316"/>
              <a:gd name="T102" fmla="*/ 148 w 316"/>
              <a:gd name="T103" fmla="*/ 12 h 316"/>
              <a:gd name="T104" fmla="*/ 97 w 316"/>
              <a:gd name="T105" fmla="*/ 61 h 316"/>
              <a:gd name="T106" fmla="*/ 148 w 316"/>
              <a:gd name="T107" fmla="*/ 79 h 316"/>
              <a:gd name="T108" fmla="*/ 148 w 316"/>
              <a:gd name="T109" fmla="*/ 12 h 316"/>
              <a:gd name="T110" fmla="*/ 63 w 316"/>
              <a:gd name="T111" fmla="*/ 45 h 316"/>
              <a:gd name="T112" fmla="*/ 86 w 316"/>
              <a:gd name="T113" fmla="*/ 61 h 316"/>
              <a:gd name="T114" fmla="*/ 107 w 316"/>
              <a:gd name="T115" fmla="*/ 27 h 316"/>
              <a:gd name="T116" fmla="*/ 100 w 316"/>
              <a:gd name="T117" fmla="*/ 22 h 316"/>
              <a:gd name="T118" fmla="*/ 228 w 316"/>
              <a:gd name="T119" fmla="*/ 56 h 316"/>
              <a:gd name="T120" fmla="*/ 249 w 316"/>
              <a:gd name="T121" fmla="*/ 48 h 316"/>
              <a:gd name="T122" fmla="*/ 216 w 316"/>
              <a:gd name="T123" fmla="*/ 22 h 316"/>
              <a:gd name="T124" fmla="*/ 209 w 316"/>
              <a:gd name="T125" fmla="*/ 27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6" h="316">
                <a:moveTo>
                  <a:pt x="158" y="316"/>
                </a:moveTo>
                <a:cubicBezTo>
                  <a:pt x="122" y="316"/>
                  <a:pt x="87" y="304"/>
                  <a:pt x="59" y="281"/>
                </a:cubicBezTo>
                <a:cubicBezTo>
                  <a:pt x="54" y="277"/>
                  <a:pt x="49" y="273"/>
                  <a:pt x="45" y="268"/>
                </a:cubicBezTo>
                <a:cubicBezTo>
                  <a:pt x="16" y="239"/>
                  <a:pt x="0" y="200"/>
                  <a:pt x="0" y="158"/>
                </a:cubicBezTo>
                <a:cubicBezTo>
                  <a:pt x="0" y="117"/>
                  <a:pt x="16" y="78"/>
                  <a:pt x="45" y="48"/>
                </a:cubicBezTo>
                <a:cubicBezTo>
                  <a:pt x="49" y="44"/>
                  <a:pt x="54" y="39"/>
                  <a:pt x="59" y="35"/>
                </a:cubicBezTo>
                <a:cubicBezTo>
                  <a:pt x="87" y="13"/>
                  <a:pt x="122" y="0"/>
                  <a:pt x="158" y="0"/>
                </a:cubicBezTo>
                <a:cubicBezTo>
                  <a:pt x="194" y="0"/>
                  <a:pt x="230" y="13"/>
                  <a:pt x="258" y="35"/>
                </a:cubicBezTo>
                <a:cubicBezTo>
                  <a:pt x="262" y="39"/>
                  <a:pt x="267" y="44"/>
                  <a:pt x="271" y="48"/>
                </a:cubicBezTo>
                <a:cubicBezTo>
                  <a:pt x="300" y="78"/>
                  <a:pt x="316" y="117"/>
                  <a:pt x="316" y="158"/>
                </a:cubicBezTo>
                <a:cubicBezTo>
                  <a:pt x="316" y="200"/>
                  <a:pt x="300" y="239"/>
                  <a:pt x="271" y="268"/>
                </a:cubicBezTo>
                <a:cubicBezTo>
                  <a:pt x="267" y="273"/>
                  <a:pt x="262" y="277"/>
                  <a:pt x="258" y="281"/>
                </a:cubicBezTo>
                <a:cubicBezTo>
                  <a:pt x="230" y="304"/>
                  <a:pt x="194" y="316"/>
                  <a:pt x="158" y="316"/>
                </a:cubicBezTo>
                <a:close/>
                <a:moveTo>
                  <a:pt x="163" y="306"/>
                </a:moveTo>
                <a:cubicBezTo>
                  <a:pt x="169" y="305"/>
                  <a:pt x="169" y="305"/>
                  <a:pt x="169" y="305"/>
                </a:cubicBezTo>
                <a:cubicBezTo>
                  <a:pt x="175" y="303"/>
                  <a:pt x="181" y="300"/>
                  <a:pt x="187" y="296"/>
                </a:cubicBezTo>
                <a:cubicBezTo>
                  <a:pt x="197" y="289"/>
                  <a:pt x="206" y="279"/>
                  <a:pt x="214" y="266"/>
                </a:cubicBezTo>
                <a:cubicBezTo>
                  <a:pt x="216" y="262"/>
                  <a:pt x="218" y="259"/>
                  <a:pt x="220" y="255"/>
                </a:cubicBezTo>
                <a:cubicBezTo>
                  <a:pt x="222" y="251"/>
                  <a:pt x="222" y="251"/>
                  <a:pt x="222" y="251"/>
                </a:cubicBezTo>
                <a:cubicBezTo>
                  <a:pt x="216" y="249"/>
                  <a:pt x="216" y="249"/>
                  <a:pt x="216" y="249"/>
                </a:cubicBezTo>
                <a:cubicBezTo>
                  <a:pt x="201" y="242"/>
                  <a:pt x="184" y="238"/>
                  <a:pt x="168" y="237"/>
                </a:cubicBezTo>
                <a:cubicBezTo>
                  <a:pt x="163" y="237"/>
                  <a:pt x="163" y="237"/>
                  <a:pt x="163" y="237"/>
                </a:cubicBezTo>
                <a:lnTo>
                  <a:pt x="163" y="306"/>
                </a:lnTo>
                <a:close/>
                <a:moveTo>
                  <a:pt x="148" y="237"/>
                </a:moveTo>
                <a:cubicBezTo>
                  <a:pt x="132" y="238"/>
                  <a:pt x="116" y="242"/>
                  <a:pt x="101" y="249"/>
                </a:cubicBezTo>
                <a:cubicBezTo>
                  <a:pt x="95" y="251"/>
                  <a:pt x="95" y="251"/>
                  <a:pt x="95" y="251"/>
                </a:cubicBezTo>
                <a:cubicBezTo>
                  <a:pt x="97" y="256"/>
                  <a:pt x="97" y="256"/>
                  <a:pt x="97" y="256"/>
                </a:cubicBezTo>
                <a:cubicBezTo>
                  <a:pt x="99" y="259"/>
                  <a:pt x="100" y="262"/>
                  <a:pt x="102" y="266"/>
                </a:cubicBezTo>
                <a:cubicBezTo>
                  <a:pt x="110" y="279"/>
                  <a:pt x="119" y="289"/>
                  <a:pt x="129" y="296"/>
                </a:cubicBezTo>
                <a:cubicBezTo>
                  <a:pt x="135" y="300"/>
                  <a:pt x="141" y="303"/>
                  <a:pt x="148" y="305"/>
                </a:cubicBezTo>
                <a:cubicBezTo>
                  <a:pt x="153" y="306"/>
                  <a:pt x="153" y="306"/>
                  <a:pt x="153" y="306"/>
                </a:cubicBezTo>
                <a:cubicBezTo>
                  <a:pt x="153" y="237"/>
                  <a:pt x="153" y="237"/>
                  <a:pt x="153" y="237"/>
                </a:cubicBezTo>
                <a:lnTo>
                  <a:pt x="148" y="237"/>
                </a:lnTo>
                <a:close/>
                <a:moveTo>
                  <a:pt x="228" y="260"/>
                </a:moveTo>
                <a:cubicBezTo>
                  <a:pt x="223" y="270"/>
                  <a:pt x="218" y="279"/>
                  <a:pt x="211" y="287"/>
                </a:cubicBezTo>
                <a:cubicBezTo>
                  <a:pt x="209" y="289"/>
                  <a:pt x="209" y="289"/>
                  <a:pt x="209" y="289"/>
                </a:cubicBezTo>
                <a:cubicBezTo>
                  <a:pt x="188" y="304"/>
                  <a:pt x="188" y="304"/>
                  <a:pt x="188" y="304"/>
                </a:cubicBezTo>
                <a:cubicBezTo>
                  <a:pt x="214" y="295"/>
                  <a:pt x="214" y="295"/>
                  <a:pt x="214" y="295"/>
                </a:cubicBezTo>
                <a:cubicBezTo>
                  <a:pt x="216" y="294"/>
                  <a:pt x="216" y="294"/>
                  <a:pt x="216" y="294"/>
                </a:cubicBezTo>
                <a:cubicBezTo>
                  <a:pt x="228" y="289"/>
                  <a:pt x="239" y="283"/>
                  <a:pt x="249" y="275"/>
                </a:cubicBezTo>
                <a:cubicBezTo>
                  <a:pt x="253" y="272"/>
                  <a:pt x="253" y="272"/>
                  <a:pt x="253" y="272"/>
                </a:cubicBezTo>
                <a:cubicBezTo>
                  <a:pt x="249" y="268"/>
                  <a:pt x="249" y="268"/>
                  <a:pt x="249" y="268"/>
                </a:cubicBezTo>
                <a:cubicBezTo>
                  <a:pt x="244" y="264"/>
                  <a:pt x="240" y="261"/>
                  <a:pt x="235" y="258"/>
                </a:cubicBezTo>
                <a:cubicBezTo>
                  <a:pt x="231" y="256"/>
                  <a:pt x="231" y="256"/>
                  <a:pt x="231" y="256"/>
                </a:cubicBezTo>
                <a:lnTo>
                  <a:pt x="228" y="260"/>
                </a:lnTo>
                <a:close/>
                <a:moveTo>
                  <a:pt x="82" y="258"/>
                </a:moveTo>
                <a:cubicBezTo>
                  <a:pt x="77" y="261"/>
                  <a:pt x="72" y="265"/>
                  <a:pt x="68" y="268"/>
                </a:cubicBezTo>
                <a:cubicBezTo>
                  <a:pt x="63" y="272"/>
                  <a:pt x="63" y="272"/>
                  <a:pt x="63" y="272"/>
                </a:cubicBezTo>
                <a:cubicBezTo>
                  <a:pt x="68" y="275"/>
                  <a:pt x="68" y="275"/>
                  <a:pt x="68" y="275"/>
                </a:cubicBezTo>
                <a:cubicBezTo>
                  <a:pt x="78" y="283"/>
                  <a:pt x="88" y="289"/>
                  <a:pt x="100" y="294"/>
                </a:cubicBezTo>
                <a:cubicBezTo>
                  <a:pt x="102" y="295"/>
                  <a:pt x="102" y="295"/>
                  <a:pt x="102" y="295"/>
                </a:cubicBezTo>
                <a:cubicBezTo>
                  <a:pt x="121" y="301"/>
                  <a:pt x="121" y="301"/>
                  <a:pt x="121" y="301"/>
                </a:cubicBezTo>
                <a:cubicBezTo>
                  <a:pt x="107" y="289"/>
                  <a:pt x="107" y="289"/>
                  <a:pt x="107" y="289"/>
                </a:cubicBezTo>
                <a:cubicBezTo>
                  <a:pt x="105" y="287"/>
                  <a:pt x="105" y="287"/>
                  <a:pt x="105" y="287"/>
                </a:cubicBezTo>
                <a:cubicBezTo>
                  <a:pt x="99" y="279"/>
                  <a:pt x="93" y="270"/>
                  <a:pt x="88" y="260"/>
                </a:cubicBezTo>
                <a:cubicBezTo>
                  <a:pt x="86" y="256"/>
                  <a:pt x="86" y="256"/>
                  <a:pt x="86" y="256"/>
                </a:cubicBezTo>
                <a:lnTo>
                  <a:pt x="82" y="258"/>
                </a:lnTo>
                <a:close/>
                <a:moveTo>
                  <a:pt x="250" y="167"/>
                </a:moveTo>
                <a:cubicBezTo>
                  <a:pt x="249" y="194"/>
                  <a:pt x="244" y="220"/>
                  <a:pt x="236" y="243"/>
                </a:cubicBezTo>
                <a:cubicBezTo>
                  <a:pt x="234" y="247"/>
                  <a:pt x="234" y="247"/>
                  <a:pt x="234" y="247"/>
                </a:cubicBezTo>
                <a:cubicBezTo>
                  <a:pt x="238" y="249"/>
                  <a:pt x="238" y="249"/>
                  <a:pt x="238" y="249"/>
                </a:cubicBezTo>
                <a:cubicBezTo>
                  <a:pt x="245" y="253"/>
                  <a:pt x="251" y="257"/>
                  <a:pt x="258" y="262"/>
                </a:cubicBezTo>
                <a:cubicBezTo>
                  <a:pt x="261" y="265"/>
                  <a:pt x="261" y="265"/>
                  <a:pt x="261" y="265"/>
                </a:cubicBezTo>
                <a:cubicBezTo>
                  <a:pt x="264" y="262"/>
                  <a:pt x="264" y="262"/>
                  <a:pt x="264" y="262"/>
                </a:cubicBezTo>
                <a:cubicBezTo>
                  <a:pt x="277" y="248"/>
                  <a:pt x="287" y="233"/>
                  <a:pt x="294" y="216"/>
                </a:cubicBezTo>
                <a:cubicBezTo>
                  <a:pt x="301" y="201"/>
                  <a:pt x="305" y="184"/>
                  <a:pt x="306" y="168"/>
                </a:cubicBezTo>
                <a:cubicBezTo>
                  <a:pt x="306" y="163"/>
                  <a:pt x="306" y="163"/>
                  <a:pt x="306" y="163"/>
                </a:cubicBezTo>
                <a:cubicBezTo>
                  <a:pt x="250" y="163"/>
                  <a:pt x="250" y="163"/>
                  <a:pt x="250" y="163"/>
                </a:cubicBezTo>
                <a:lnTo>
                  <a:pt x="250" y="167"/>
                </a:lnTo>
                <a:close/>
                <a:moveTo>
                  <a:pt x="11" y="168"/>
                </a:moveTo>
                <a:cubicBezTo>
                  <a:pt x="12" y="184"/>
                  <a:pt x="15" y="201"/>
                  <a:pt x="22" y="216"/>
                </a:cubicBezTo>
                <a:cubicBezTo>
                  <a:pt x="29" y="233"/>
                  <a:pt x="40" y="248"/>
                  <a:pt x="53" y="262"/>
                </a:cubicBezTo>
                <a:cubicBezTo>
                  <a:pt x="56" y="265"/>
                  <a:pt x="56" y="265"/>
                  <a:pt x="56" y="265"/>
                </a:cubicBezTo>
                <a:cubicBezTo>
                  <a:pt x="59" y="262"/>
                  <a:pt x="59" y="262"/>
                  <a:pt x="59" y="262"/>
                </a:cubicBezTo>
                <a:cubicBezTo>
                  <a:pt x="65" y="257"/>
                  <a:pt x="72" y="253"/>
                  <a:pt x="79" y="249"/>
                </a:cubicBezTo>
                <a:cubicBezTo>
                  <a:pt x="82" y="247"/>
                  <a:pt x="82" y="247"/>
                  <a:pt x="82" y="247"/>
                </a:cubicBezTo>
                <a:cubicBezTo>
                  <a:pt x="81" y="243"/>
                  <a:pt x="81" y="243"/>
                  <a:pt x="81" y="243"/>
                </a:cubicBezTo>
                <a:cubicBezTo>
                  <a:pt x="72" y="220"/>
                  <a:pt x="67" y="194"/>
                  <a:pt x="66" y="167"/>
                </a:cubicBezTo>
                <a:cubicBezTo>
                  <a:pt x="66" y="163"/>
                  <a:pt x="66" y="163"/>
                  <a:pt x="66" y="163"/>
                </a:cubicBezTo>
                <a:cubicBezTo>
                  <a:pt x="10" y="163"/>
                  <a:pt x="10" y="163"/>
                  <a:pt x="10" y="163"/>
                </a:cubicBezTo>
                <a:lnTo>
                  <a:pt x="11" y="168"/>
                </a:lnTo>
                <a:close/>
                <a:moveTo>
                  <a:pt x="163" y="227"/>
                </a:moveTo>
                <a:cubicBezTo>
                  <a:pt x="167" y="227"/>
                  <a:pt x="167" y="227"/>
                  <a:pt x="167" y="227"/>
                </a:cubicBezTo>
                <a:cubicBezTo>
                  <a:pt x="186" y="228"/>
                  <a:pt x="204" y="233"/>
                  <a:pt x="221" y="240"/>
                </a:cubicBezTo>
                <a:cubicBezTo>
                  <a:pt x="226" y="242"/>
                  <a:pt x="226" y="242"/>
                  <a:pt x="226" y="242"/>
                </a:cubicBezTo>
                <a:cubicBezTo>
                  <a:pt x="227" y="238"/>
                  <a:pt x="227" y="238"/>
                  <a:pt x="227" y="238"/>
                </a:cubicBezTo>
                <a:cubicBezTo>
                  <a:pt x="230" y="231"/>
                  <a:pt x="232" y="225"/>
                  <a:pt x="233" y="218"/>
                </a:cubicBezTo>
                <a:cubicBezTo>
                  <a:pt x="237" y="202"/>
                  <a:pt x="240" y="185"/>
                  <a:pt x="240" y="168"/>
                </a:cubicBezTo>
                <a:cubicBezTo>
                  <a:pt x="240" y="163"/>
                  <a:pt x="240" y="163"/>
                  <a:pt x="240" y="163"/>
                </a:cubicBezTo>
                <a:cubicBezTo>
                  <a:pt x="163" y="163"/>
                  <a:pt x="163" y="163"/>
                  <a:pt x="163" y="163"/>
                </a:cubicBezTo>
                <a:lnTo>
                  <a:pt x="163" y="227"/>
                </a:lnTo>
                <a:close/>
                <a:moveTo>
                  <a:pt x="76" y="168"/>
                </a:moveTo>
                <a:cubicBezTo>
                  <a:pt x="77" y="185"/>
                  <a:pt x="79" y="202"/>
                  <a:pt x="83" y="218"/>
                </a:cubicBezTo>
                <a:cubicBezTo>
                  <a:pt x="85" y="225"/>
                  <a:pt x="87" y="231"/>
                  <a:pt x="89" y="238"/>
                </a:cubicBezTo>
                <a:cubicBezTo>
                  <a:pt x="91" y="242"/>
                  <a:pt x="91" y="242"/>
                  <a:pt x="91" y="242"/>
                </a:cubicBezTo>
                <a:cubicBezTo>
                  <a:pt x="95" y="240"/>
                  <a:pt x="95" y="240"/>
                  <a:pt x="95" y="240"/>
                </a:cubicBezTo>
                <a:cubicBezTo>
                  <a:pt x="112" y="233"/>
                  <a:pt x="130" y="228"/>
                  <a:pt x="149" y="227"/>
                </a:cubicBezTo>
                <a:cubicBezTo>
                  <a:pt x="153" y="227"/>
                  <a:pt x="153" y="227"/>
                  <a:pt x="153" y="227"/>
                </a:cubicBezTo>
                <a:cubicBezTo>
                  <a:pt x="153" y="163"/>
                  <a:pt x="153" y="163"/>
                  <a:pt x="153" y="163"/>
                </a:cubicBezTo>
                <a:cubicBezTo>
                  <a:pt x="76" y="163"/>
                  <a:pt x="76" y="163"/>
                  <a:pt x="76" y="163"/>
                </a:cubicBezTo>
                <a:lnTo>
                  <a:pt x="76" y="168"/>
                </a:lnTo>
                <a:close/>
                <a:moveTo>
                  <a:pt x="258" y="54"/>
                </a:moveTo>
                <a:cubicBezTo>
                  <a:pt x="251" y="59"/>
                  <a:pt x="245" y="64"/>
                  <a:pt x="238" y="68"/>
                </a:cubicBezTo>
                <a:cubicBezTo>
                  <a:pt x="234" y="70"/>
                  <a:pt x="234" y="70"/>
                  <a:pt x="234" y="70"/>
                </a:cubicBezTo>
                <a:cubicBezTo>
                  <a:pt x="236" y="73"/>
                  <a:pt x="236" y="73"/>
                  <a:pt x="236" y="73"/>
                </a:cubicBezTo>
                <a:cubicBezTo>
                  <a:pt x="244" y="96"/>
                  <a:pt x="249" y="122"/>
                  <a:pt x="250" y="14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306" y="153"/>
                  <a:pt x="306" y="153"/>
                  <a:pt x="306" y="153"/>
                </a:cubicBezTo>
                <a:cubicBezTo>
                  <a:pt x="306" y="148"/>
                  <a:pt x="306" y="148"/>
                  <a:pt x="306" y="148"/>
                </a:cubicBezTo>
                <a:cubicBezTo>
                  <a:pt x="305" y="132"/>
                  <a:pt x="301" y="116"/>
                  <a:pt x="294" y="101"/>
                </a:cubicBezTo>
                <a:cubicBezTo>
                  <a:pt x="287" y="83"/>
                  <a:pt x="277" y="68"/>
                  <a:pt x="264" y="54"/>
                </a:cubicBezTo>
                <a:cubicBezTo>
                  <a:pt x="261" y="52"/>
                  <a:pt x="261" y="52"/>
                  <a:pt x="261" y="52"/>
                </a:cubicBezTo>
                <a:lnTo>
                  <a:pt x="258" y="54"/>
                </a:lnTo>
                <a:close/>
                <a:moveTo>
                  <a:pt x="221" y="76"/>
                </a:moveTo>
                <a:cubicBezTo>
                  <a:pt x="204" y="84"/>
                  <a:pt x="186" y="88"/>
                  <a:pt x="167" y="89"/>
                </a:cubicBezTo>
                <a:cubicBezTo>
                  <a:pt x="163" y="89"/>
                  <a:pt x="163" y="89"/>
                  <a:pt x="163" y="89"/>
                </a:cubicBezTo>
                <a:cubicBezTo>
                  <a:pt x="163" y="153"/>
                  <a:pt x="163" y="153"/>
                  <a:pt x="163" y="153"/>
                </a:cubicBezTo>
                <a:cubicBezTo>
                  <a:pt x="240" y="153"/>
                  <a:pt x="240" y="153"/>
                  <a:pt x="240" y="153"/>
                </a:cubicBezTo>
                <a:cubicBezTo>
                  <a:pt x="240" y="149"/>
                  <a:pt x="240" y="149"/>
                  <a:pt x="240" y="149"/>
                </a:cubicBezTo>
                <a:cubicBezTo>
                  <a:pt x="240" y="131"/>
                  <a:pt x="237" y="114"/>
                  <a:pt x="233" y="98"/>
                </a:cubicBezTo>
                <a:cubicBezTo>
                  <a:pt x="232" y="92"/>
                  <a:pt x="230" y="85"/>
                  <a:pt x="227" y="79"/>
                </a:cubicBezTo>
                <a:cubicBezTo>
                  <a:pt x="226" y="74"/>
                  <a:pt x="226" y="74"/>
                  <a:pt x="226" y="74"/>
                </a:cubicBezTo>
                <a:lnTo>
                  <a:pt x="221" y="76"/>
                </a:lnTo>
                <a:close/>
                <a:moveTo>
                  <a:pt x="89" y="79"/>
                </a:moveTo>
                <a:cubicBezTo>
                  <a:pt x="87" y="85"/>
                  <a:pt x="85" y="92"/>
                  <a:pt x="83" y="98"/>
                </a:cubicBezTo>
                <a:cubicBezTo>
                  <a:pt x="79" y="114"/>
                  <a:pt x="77" y="131"/>
                  <a:pt x="76" y="149"/>
                </a:cubicBezTo>
                <a:cubicBezTo>
                  <a:pt x="76" y="153"/>
                  <a:pt x="76" y="153"/>
                  <a:pt x="76" y="153"/>
                </a:cubicBezTo>
                <a:cubicBezTo>
                  <a:pt x="153" y="153"/>
                  <a:pt x="153" y="153"/>
                  <a:pt x="153" y="153"/>
                </a:cubicBezTo>
                <a:cubicBezTo>
                  <a:pt x="153" y="89"/>
                  <a:pt x="153" y="89"/>
                  <a:pt x="153" y="89"/>
                </a:cubicBezTo>
                <a:cubicBezTo>
                  <a:pt x="149" y="89"/>
                  <a:pt x="149" y="89"/>
                  <a:pt x="149" y="89"/>
                </a:cubicBezTo>
                <a:cubicBezTo>
                  <a:pt x="130" y="88"/>
                  <a:pt x="112" y="84"/>
                  <a:pt x="95" y="76"/>
                </a:cubicBezTo>
                <a:cubicBezTo>
                  <a:pt x="91" y="74"/>
                  <a:pt x="91" y="74"/>
                  <a:pt x="91" y="74"/>
                </a:cubicBezTo>
                <a:lnTo>
                  <a:pt x="89" y="79"/>
                </a:lnTo>
                <a:close/>
                <a:moveTo>
                  <a:pt x="53" y="54"/>
                </a:moveTo>
                <a:cubicBezTo>
                  <a:pt x="40" y="68"/>
                  <a:pt x="29" y="83"/>
                  <a:pt x="22" y="101"/>
                </a:cubicBezTo>
                <a:cubicBezTo>
                  <a:pt x="16" y="116"/>
                  <a:pt x="12" y="132"/>
                  <a:pt x="11" y="148"/>
                </a:cubicBezTo>
                <a:cubicBezTo>
                  <a:pt x="10" y="153"/>
                  <a:pt x="10" y="153"/>
                  <a:pt x="10" y="153"/>
                </a:cubicBezTo>
                <a:cubicBezTo>
                  <a:pt x="66" y="153"/>
                  <a:pt x="66" y="153"/>
                  <a:pt x="66" y="153"/>
                </a:cubicBezTo>
                <a:cubicBezTo>
                  <a:pt x="66" y="149"/>
                  <a:pt x="66" y="149"/>
                  <a:pt x="66" y="149"/>
                </a:cubicBezTo>
                <a:cubicBezTo>
                  <a:pt x="67" y="122"/>
                  <a:pt x="72" y="96"/>
                  <a:pt x="81" y="73"/>
                </a:cubicBezTo>
                <a:cubicBezTo>
                  <a:pt x="82" y="70"/>
                  <a:pt x="82" y="70"/>
                  <a:pt x="82" y="70"/>
                </a:cubicBezTo>
                <a:cubicBezTo>
                  <a:pt x="79" y="68"/>
                  <a:pt x="79" y="68"/>
                  <a:pt x="79" y="68"/>
                </a:cubicBezTo>
                <a:cubicBezTo>
                  <a:pt x="72" y="64"/>
                  <a:pt x="65" y="59"/>
                  <a:pt x="59" y="54"/>
                </a:cubicBezTo>
                <a:cubicBezTo>
                  <a:pt x="56" y="52"/>
                  <a:pt x="56" y="52"/>
                  <a:pt x="56" y="52"/>
                </a:cubicBezTo>
                <a:lnTo>
                  <a:pt x="53" y="54"/>
                </a:lnTo>
                <a:close/>
                <a:moveTo>
                  <a:pt x="163" y="79"/>
                </a:moveTo>
                <a:cubicBezTo>
                  <a:pt x="168" y="79"/>
                  <a:pt x="168" y="79"/>
                  <a:pt x="168" y="79"/>
                </a:cubicBezTo>
                <a:cubicBezTo>
                  <a:pt x="184" y="78"/>
                  <a:pt x="201" y="74"/>
                  <a:pt x="216" y="68"/>
                </a:cubicBezTo>
                <a:cubicBezTo>
                  <a:pt x="222" y="65"/>
                  <a:pt x="222" y="65"/>
                  <a:pt x="222" y="65"/>
                </a:cubicBezTo>
                <a:cubicBezTo>
                  <a:pt x="220" y="61"/>
                  <a:pt x="220" y="61"/>
                  <a:pt x="220" y="61"/>
                </a:cubicBezTo>
                <a:cubicBezTo>
                  <a:pt x="218" y="57"/>
                  <a:pt x="216" y="54"/>
                  <a:pt x="214" y="51"/>
                </a:cubicBezTo>
                <a:cubicBezTo>
                  <a:pt x="206" y="38"/>
                  <a:pt x="197" y="27"/>
                  <a:pt x="187" y="20"/>
                </a:cubicBezTo>
                <a:cubicBezTo>
                  <a:pt x="181" y="16"/>
                  <a:pt x="175" y="13"/>
                  <a:pt x="169" y="12"/>
                </a:cubicBezTo>
                <a:cubicBezTo>
                  <a:pt x="163" y="10"/>
                  <a:pt x="163" y="10"/>
                  <a:pt x="163" y="10"/>
                </a:cubicBezTo>
                <a:lnTo>
                  <a:pt x="163" y="79"/>
                </a:lnTo>
                <a:close/>
                <a:moveTo>
                  <a:pt x="148" y="12"/>
                </a:moveTo>
                <a:cubicBezTo>
                  <a:pt x="141" y="13"/>
                  <a:pt x="135" y="16"/>
                  <a:pt x="129" y="20"/>
                </a:cubicBezTo>
                <a:cubicBezTo>
                  <a:pt x="119" y="27"/>
                  <a:pt x="110" y="38"/>
                  <a:pt x="102" y="51"/>
                </a:cubicBezTo>
                <a:cubicBezTo>
                  <a:pt x="100" y="54"/>
                  <a:pt x="99" y="57"/>
                  <a:pt x="97" y="61"/>
                </a:cubicBezTo>
                <a:cubicBezTo>
                  <a:pt x="95" y="65"/>
                  <a:pt x="95" y="65"/>
                  <a:pt x="95" y="65"/>
                </a:cubicBezTo>
                <a:cubicBezTo>
                  <a:pt x="101" y="68"/>
                  <a:pt x="101" y="68"/>
                  <a:pt x="101" y="68"/>
                </a:cubicBezTo>
                <a:cubicBezTo>
                  <a:pt x="116" y="74"/>
                  <a:pt x="132" y="78"/>
                  <a:pt x="148" y="79"/>
                </a:cubicBezTo>
                <a:cubicBezTo>
                  <a:pt x="153" y="79"/>
                  <a:pt x="153" y="79"/>
                  <a:pt x="153" y="79"/>
                </a:cubicBezTo>
                <a:cubicBezTo>
                  <a:pt x="153" y="10"/>
                  <a:pt x="153" y="10"/>
                  <a:pt x="153" y="10"/>
                </a:cubicBezTo>
                <a:lnTo>
                  <a:pt x="148" y="12"/>
                </a:lnTo>
                <a:close/>
                <a:moveTo>
                  <a:pt x="100" y="22"/>
                </a:moveTo>
                <a:cubicBezTo>
                  <a:pt x="88" y="27"/>
                  <a:pt x="78" y="34"/>
                  <a:pt x="68" y="41"/>
                </a:cubicBezTo>
                <a:cubicBezTo>
                  <a:pt x="63" y="45"/>
                  <a:pt x="63" y="45"/>
                  <a:pt x="63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72" y="52"/>
                  <a:pt x="77" y="55"/>
                  <a:pt x="82" y="58"/>
                </a:cubicBezTo>
                <a:cubicBezTo>
                  <a:pt x="86" y="61"/>
                  <a:pt x="86" y="61"/>
                  <a:pt x="86" y="61"/>
                </a:cubicBezTo>
                <a:cubicBezTo>
                  <a:pt x="88" y="56"/>
                  <a:pt x="88" y="56"/>
                  <a:pt x="88" y="56"/>
                </a:cubicBezTo>
                <a:cubicBezTo>
                  <a:pt x="93" y="46"/>
                  <a:pt x="99" y="37"/>
                  <a:pt x="105" y="29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28" y="10"/>
                  <a:pt x="128" y="10"/>
                  <a:pt x="128" y="10"/>
                </a:cubicBezTo>
                <a:cubicBezTo>
                  <a:pt x="102" y="21"/>
                  <a:pt x="102" y="21"/>
                  <a:pt x="102" y="21"/>
                </a:cubicBezTo>
                <a:lnTo>
                  <a:pt x="100" y="22"/>
                </a:lnTo>
                <a:close/>
                <a:moveTo>
                  <a:pt x="209" y="27"/>
                </a:moveTo>
                <a:cubicBezTo>
                  <a:pt x="211" y="29"/>
                  <a:pt x="211" y="29"/>
                  <a:pt x="211" y="29"/>
                </a:cubicBezTo>
                <a:cubicBezTo>
                  <a:pt x="218" y="37"/>
                  <a:pt x="223" y="46"/>
                  <a:pt x="228" y="56"/>
                </a:cubicBezTo>
                <a:cubicBezTo>
                  <a:pt x="231" y="61"/>
                  <a:pt x="231" y="61"/>
                  <a:pt x="231" y="61"/>
                </a:cubicBezTo>
                <a:cubicBezTo>
                  <a:pt x="235" y="58"/>
                  <a:pt x="235" y="58"/>
                  <a:pt x="235" y="58"/>
                </a:cubicBezTo>
                <a:cubicBezTo>
                  <a:pt x="240" y="55"/>
                  <a:pt x="244" y="52"/>
                  <a:pt x="249" y="48"/>
                </a:cubicBezTo>
                <a:cubicBezTo>
                  <a:pt x="253" y="45"/>
                  <a:pt x="253" y="45"/>
                  <a:pt x="253" y="45"/>
                </a:cubicBezTo>
                <a:cubicBezTo>
                  <a:pt x="249" y="41"/>
                  <a:pt x="249" y="41"/>
                  <a:pt x="249" y="41"/>
                </a:cubicBezTo>
                <a:cubicBezTo>
                  <a:pt x="239" y="34"/>
                  <a:pt x="228" y="27"/>
                  <a:pt x="216" y="22"/>
                </a:cubicBezTo>
                <a:cubicBezTo>
                  <a:pt x="214" y="21"/>
                  <a:pt x="214" y="21"/>
                  <a:pt x="214" y="21"/>
                </a:cubicBezTo>
                <a:cubicBezTo>
                  <a:pt x="188" y="12"/>
                  <a:pt x="188" y="12"/>
                  <a:pt x="188" y="12"/>
                </a:cubicBezTo>
                <a:lnTo>
                  <a:pt x="209" y="27"/>
                </a:lnTo>
                <a:close/>
              </a:path>
            </a:pathLst>
          </a:custGeom>
          <a:solidFill>
            <a:srgbClr val="1D1D1A">
              <a:lumMod val="75000"/>
              <a:lumOff val="25000"/>
            </a:srgbClr>
          </a:solidFill>
          <a:ln w="6350">
            <a:solidFill>
              <a:srgbClr val="1D1D1A">
                <a:lumMod val="75000"/>
                <a:lumOff val="25000"/>
              </a:srgbClr>
            </a:solidFill>
            <a:round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defTabSz="1219200">
              <a:defRPr/>
            </a:pPr>
            <a:endParaRPr lang="zh-CN" altLang="en-US" sz="2400" kern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" name="Freeform 31"/>
          <p:cNvSpPr>
            <a:spLocks noEditPoints="1"/>
          </p:cNvSpPr>
          <p:nvPr/>
        </p:nvSpPr>
        <p:spPr bwMode="gray">
          <a:xfrm>
            <a:off x="4862866" y="4262089"/>
            <a:ext cx="251239" cy="401881"/>
          </a:xfrm>
          <a:custGeom>
            <a:avLst/>
            <a:gdLst>
              <a:gd name="T0" fmla="*/ 14 w 100"/>
              <a:gd name="T1" fmla="*/ 4 h 159"/>
              <a:gd name="T2" fmla="*/ 87 w 100"/>
              <a:gd name="T3" fmla="*/ 4 h 159"/>
              <a:gd name="T4" fmla="*/ 93 w 100"/>
              <a:gd name="T5" fmla="*/ 7 h 159"/>
              <a:gd name="T6" fmla="*/ 96 w 100"/>
              <a:gd name="T7" fmla="*/ 14 h 159"/>
              <a:gd name="T8" fmla="*/ 96 w 100"/>
              <a:gd name="T9" fmla="*/ 146 h 159"/>
              <a:gd name="T10" fmla="*/ 87 w 100"/>
              <a:gd name="T11" fmla="*/ 155 h 159"/>
              <a:gd name="T12" fmla="*/ 13 w 100"/>
              <a:gd name="T13" fmla="*/ 155 h 159"/>
              <a:gd name="T14" fmla="*/ 4 w 100"/>
              <a:gd name="T15" fmla="*/ 146 h 159"/>
              <a:gd name="T16" fmla="*/ 4 w 100"/>
              <a:gd name="T17" fmla="*/ 14 h 159"/>
              <a:gd name="T18" fmla="*/ 7 w 100"/>
              <a:gd name="T19" fmla="*/ 7 h 159"/>
              <a:gd name="T20" fmla="*/ 14 w 100"/>
              <a:gd name="T21" fmla="*/ 4 h 159"/>
              <a:gd name="T22" fmla="*/ 14 w 100"/>
              <a:gd name="T23" fmla="*/ 0 h 159"/>
              <a:gd name="T24" fmla="*/ 4 w 100"/>
              <a:gd name="T25" fmla="*/ 4 h 159"/>
              <a:gd name="T26" fmla="*/ 0 w 100"/>
              <a:gd name="T27" fmla="*/ 14 h 159"/>
              <a:gd name="T28" fmla="*/ 0 w 100"/>
              <a:gd name="T29" fmla="*/ 146 h 159"/>
              <a:gd name="T30" fmla="*/ 4 w 100"/>
              <a:gd name="T31" fmla="*/ 155 h 159"/>
              <a:gd name="T32" fmla="*/ 13 w 100"/>
              <a:gd name="T33" fmla="*/ 159 h 159"/>
              <a:gd name="T34" fmla="*/ 87 w 100"/>
              <a:gd name="T35" fmla="*/ 159 h 159"/>
              <a:gd name="T36" fmla="*/ 100 w 100"/>
              <a:gd name="T37" fmla="*/ 146 h 159"/>
              <a:gd name="T38" fmla="*/ 100 w 100"/>
              <a:gd name="T39" fmla="*/ 14 h 159"/>
              <a:gd name="T40" fmla="*/ 96 w 100"/>
              <a:gd name="T41" fmla="*/ 4 h 159"/>
              <a:gd name="T42" fmla="*/ 87 w 100"/>
              <a:gd name="T43" fmla="*/ 0 h 159"/>
              <a:gd name="T44" fmla="*/ 14 w 100"/>
              <a:gd name="T45" fmla="*/ 0 h 159"/>
              <a:gd name="T46" fmla="*/ 17 w 100"/>
              <a:gd name="T47" fmla="*/ 17 h 159"/>
              <a:gd name="T48" fmla="*/ 83 w 100"/>
              <a:gd name="T49" fmla="*/ 17 h 159"/>
              <a:gd name="T50" fmla="*/ 83 w 100"/>
              <a:gd name="T51" fmla="*/ 125 h 159"/>
              <a:gd name="T52" fmla="*/ 17 w 100"/>
              <a:gd name="T53" fmla="*/ 125 h 159"/>
              <a:gd name="T54" fmla="*/ 17 w 100"/>
              <a:gd name="T55" fmla="*/ 17 h 159"/>
              <a:gd name="T56" fmla="*/ 13 w 100"/>
              <a:gd name="T57" fmla="*/ 13 h 159"/>
              <a:gd name="T58" fmla="*/ 13 w 100"/>
              <a:gd name="T59" fmla="*/ 129 h 159"/>
              <a:gd name="T60" fmla="*/ 87 w 100"/>
              <a:gd name="T61" fmla="*/ 129 h 159"/>
              <a:gd name="T62" fmla="*/ 87 w 100"/>
              <a:gd name="T63" fmla="*/ 13 h 159"/>
              <a:gd name="T64" fmla="*/ 13 w 100"/>
              <a:gd name="T65" fmla="*/ 13 h 159"/>
              <a:gd name="T66" fmla="*/ 50 w 100"/>
              <a:gd name="T67" fmla="*/ 138 h 159"/>
              <a:gd name="T68" fmla="*/ 53 w 100"/>
              <a:gd name="T69" fmla="*/ 139 h 159"/>
              <a:gd name="T70" fmla="*/ 54 w 100"/>
              <a:gd name="T71" fmla="*/ 142 h 159"/>
              <a:gd name="T72" fmla="*/ 53 w 100"/>
              <a:gd name="T73" fmla="*/ 145 h 159"/>
              <a:gd name="T74" fmla="*/ 50 w 100"/>
              <a:gd name="T75" fmla="*/ 146 h 159"/>
              <a:gd name="T76" fmla="*/ 47 w 100"/>
              <a:gd name="T77" fmla="*/ 145 h 159"/>
              <a:gd name="T78" fmla="*/ 46 w 100"/>
              <a:gd name="T79" fmla="*/ 142 h 159"/>
              <a:gd name="T80" fmla="*/ 50 w 100"/>
              <a:gd name="T81" fmla="*/ 138 h 159"/>
              <a:gd name="T82" fmla="*/ 50 w 100"/>
              <a:gd name="T83" fmla="*/ 134 h 159"/>
              <a:gd name="T84" fmla="*/ 42 w 100"/>
              <a:gd name="T85" fmla="*/ 142 h 159"/>
              <a:gd name="T86" fmla="*/ 50 w 100"/>
              <a:gd name="T87" fmla="*/ 150 h 159"/>
              <a:gd name="T88" fmla="*/ 58 w 100"/>
              <a:gd name="T89" fmla="*/ 142 h 159"/>
              <a:gd name="T90" fmla="*/ 50 w 100"/>
              <a:gd name="T91" fmla="*/ 134 h 159"/>
              <a:gd name="T92" fmla="*/ 50 w 100"/>
              <a:gd name="T93" fmla="*/ 134 h 159"/>
              <a:gd name="T94" fmla="*/ 50 w 100"/>
              <a:gd name="T95" fmla="*/ 134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0" h="159">
                <a:moveTo>
                  <a:pt x="14" y="4"/>
                </a:moveTo>
                <a:cubicBezTo>
                  <a:pt x="87" y="4"/>
                  <a:pt x="87" y="4"/>
                  <a:pt x="87" y="4"/>
                </a:cubicBezTo>
                <a:cubicBezTo>
                  <a:pt x="89" y="4"/>
                  <a:pt x="92" y="5"/>
                  <a:pt x="93" y="7"/>
                </a:cubicBezTo>
                <a:cubicBezTo>
                  <a:pt x="95" y="9"/>
                  <a:pt x="96" y="11"/>
                  <a:pt x="96" y="14"/>
                </a:cubicBezTo>
                <a:cubicBezTo>
                  <a:pt x="96" y="146"/>
                  <a:pt x="96" y="146"/>
                  <a:pt x="96" y="146"/>
                </a:cubicBezTo>
                <a:cubicBezTo>
                  <a:pt x="96" y="151"/>
                  <a:pt x="92" y="155"/>
                  <a:pt x="87" y="155"/>
                </a:cubicBezTo>
                <a:cubicBezTo>
                  <a:pt x="13" y="155"/>
                  <a:pt x="13" y="155"/>
                  <a:pt x="13" y="155"/>
                </a:cubicBezTo>
                <a:cubicBezTo>
                  <a:pt x="8" y="155"/>
                  <a:pt x="4" y="151"/>
                  <a:pt x="4" y="146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1"/>
                  <a:pt x="5" y="9"/>
                  <a:pt x="7" y="7"/>
                </a:cubicBezTo>
                <a:cubicBezTo>
                  <a:pt x="9" y="5"/>
                  <a:pt x="11" y="4"/>
                  <a:pt x="14" y="4"/>
                </a:cubicBezTo>
                <a:moveTo>
                  <a:pt x="14" y="0"/>
                </a:moveTo>
                <a:cubicBezTo>
                  <a:pt x="10" y="0"/>
                  <a:pt x="7" y="2"/>
                  <a:pt x="4" y="4"/>
                </a:cubicBezTo>
                <a:cubicBezTo>
                  <a:pt x="2" y="7"/>
                  <a:pt x="0" y="10"/>
                  <a:pt x="0" y="14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49"/>
                  <a:pt x="2" y="152"/>
                  <a:pt x="4" y="155"/>
                </a:cubicBezTo>
                <a:cubicBezTo>
                  <a:pt x="7" y="157"/>
                  <a:pt x="10" y="159"/>
                  <a:pt x="13" y="159"/>
                </a:cubicBezTo>
                <a:cubicBezTo>
                  <a:pt x="87" y="159"/>
                  <a:pt x="87" y="159"/>
                  <a:pt x="87" y="159"/>
                </a:cubicBezTo>
                <a:cubicBezTo>
                  <a:pt x="94" y="159"/>
                  <a:pt x="100" y="153"/>
                  <a:pt x="100" y="146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100" y="10"/>
                  <a:pt x="99" y="7"/>
                  <a:pt x="96" y="4"/>
                </a:cubicBezTo>
                <a:cubicBezTo>
                  <a:pt x="94" y="2"/>
                  <a:pt x="91" y="0"/>
                  <a:pt x="87" y="0"/>
                </a:cubicBezTo>
                <a:lnTo>
                  <a:pt x="14" y="0"/>
                </a:lnTo>
                <a:close/>
                <a:moveTo>
                  <a:pt x="17" y="17"/>
                </a:moveTo>
                <a:cubicBezTo>
                  <a:pt x="83" y="17"/>
                  <a:pt x="83" y="17"/>
                  <a:pt x="83" y="17"/>
                </a:cubicBezTo>
                <a:cubicBezTo>
                  <a:pt x="83" y="125"/>
                  <a:pt x="83" y="125"/>
                  <a:pt x="83" y="125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17" y="17"/>
                  <a:pt x="17" y="17"/>
                  <a:pt x="17" y="17"/>
                </a:cubicBezTo>
                <a:moveTo>
                  <a:pt x="13" y="13"/>
                </a:moveTo>
                <a:cubicBezTo>
                  <a:pt x="13" y="129"/>
                  <a:pt x="13" y="129"/>
                  <a:pt x="13" y="129"/>
                </a:cubicBezTo>
                <a:cubicBezTo>
                  <a:pt x="87" y="129"/>
                  <a:pt x="87" y="129"/>
                  <a:pt x="87" y="129"/>
                </a:cubicBezTo>
                <a:cubicBezTo>
                  <a:pt x="87" y="13"/>
                  <a:pt x="87" y="13"/>
                  <a:pt x="87" y="13"/>
                </a:cubicBezTo>
                <a:lnTo>
                  <a:pt x="13" y="13"/>
                </a:lnTo>
                <a:close/>
                <a:moveTo>
                  <a:pt x="50" y="138"/>
                </a:moveTo>
                <a:cubicBezTo>
                  <a:pt x="51" y="138"/>
                  <a:pt x="52" y="139"/>
                  <a:pt x="53" y="139"/>
                </a:cubicBezTo>
                <a:cubicBezTo>
                  <a:pt x="53" y="140"/>
                  <a:pt x="54" y="141"/>
                  <a:pt x="54" y="142"/>
                </a:cubicBezTo>
                <a:cubicBezTo>
                  <a:pt x="54" y="143"/>
                  <a:pt x="53" y="144"/>
                  <a:pt x="53" y="145"/>
                </a:cubicBezTo>
                <a:cubicBezTo>
                  <a:pt x="52" y="146"/>
                  <a:pt x="51" y="146"/>
                  <a:pt x="50" y="146"/>
                </a:cubicBezTo>
                <a:cubicBezTo>
                  <a:pt x="49" y="146"/>
                  <a:pt x="48" y="146"/>
                  <a:pt x="47" y="145"/>
                </a:cubicBezTo>
                <a:cubicBezTo>
                  <a:pt x="46" y="144"/>
                  <a:pt x="46" y="143"/>
                  <a:pt x="46" y="142"/>
                </a:cubicBezTo>
                <a:cubicBezTo>
                  <a:pt x="46" y="140"/>
                  <a:pt x="48" y="138"/>
                  <a:pt x="50" y="138"/>
                </a:cubicBezTo>
                <a:moveTo>
                  <a:pt x="50" y="134"/>
                </a:moveTo>
                <a:cubicBezTo>
                  <a:pt x="45" y="134"/>
                  <a:pt x="42" y="138"/>
                  <a:pt x="42" y="142"/>
                </a:cubicBezTo>
                <a:cubicBezTo>
                  <a:pt x="42" y="146"/>
                  <a:pt x="45" y="150"/>
                  <a:pt x="50" y="150"/>
                </a:cubicBezTo>
                <a:cubicBezTo>
                  <a:pt x="54" y="150"/>
                  <a:pt x="58" y="146"/>
                  <a:pt x="58" y="142"/>
                </a:cubicBezTo>
                <a:cubicBezTo>
                  <a:pt x="58" y="138"/>
                  <a:pt x="54" y="134"/>
                  <a:pt x="50" y="134"/>
                </a:cubicBezTo>
                <a:close/>
                <a:moveTo>
                  <a:pt x="50" y="134"/>
                </a:moveTo>
                <a:cubicBezTo>
                  <a:pt x="50" y="134"/>
                  <a:pt x="50" y="134"/>
                  <a:pt x="50" y="134"/>
                </a:cubicBezTo>
              </a:path>
            </a:pathLst>
          </a:custGeom>
          <a:solidFill>
            <a:srgbClr val="1D1D1A">
              <a:lumMod val="75000"/>
              <a:lumOff val="25000"/>
            </a:srgbClr>
          </a:solidFill>
          <a:ln w="6350" cap="flat" cmpd="sng" algn="ctr">
            <a:solidFill>
              <a:srgbClr val="1D1D1A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defTabSz="1219200">
              <a:defRPr/>
            </a:pPr>
            <a:endParaRPr lang="zh-CN" altLang="en-US" sz="2400" kern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框 60"/>
          <p:cNvSpPr txBox="1"/>
          <p:nvPr/>
        </p:nvSpPr>
        <p:spPr bwMode="gray">
          <a:xfrm>
            <a:off x="4207987" y="5038788"/>
            <a:ext cx="2311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/>
            <a:r>
              <a:rPr lang="zh-CN" altLang="en-US" sz="1200" b="1" kern="0" dirty="0" smtClean="0">
                <a:solidFill>
                  <a:srgbClr val="1D1D1A">
                    <a:lumMod val="75000"/>
                    <a:lumOff val="2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静态策略；半自动运维</a:t>
            </a:r>
          </a:p>
        </p:txBody>
      </p:sp>
      <p:sp>
        <p:nvSpPr>
          <p:cNvPr id="44" name="椭圆 43"/>
          <p:cNvSpPr/>
          <p:nvPr/>
        </p:nvSpPr>
        <p:spPr bwMode="gray">
          <a:xfrm>
            <a:off x="6897434" y="1426175"/>
            <a:ext cx="3905250" cy="3905250"/>
          </a:xfrm>
          <a:prstGeom prst="ellipse">
            <a:avLst/>
          </a:prstGeom>
          <a:gradFill flip="none" rotWithShape="1">
            <a:gsLst>
              <a:gs pos="20000">
                <a:srgbClr val="BFBFBF">
                  <a:alpha val="27000"/>
                </a:srgbClr>
              </a:gs>
              <a:gs pos="80000">
                <a:srgbClr val="FFFFFF"/>
              </a:gs>
              <a:gs pos="100000">
                <a:srgbClr val="1D1D1A">
                  <a:lumMod val="75000"/>
                  <a:tint val="0"/>
                  <a:alpha val="2000"/>
                </a:srgbClr>
              </a:gs>
            </a:gsLst>
            <a:lin ang="2700000" scaled="1"/>
            <a:tileRect/>
          </a:gradFill>
          <a:ln w="28575">
            <a:gradFill>
              <a:gsLst>
                <a:gs pos="0">
                  <a:srgbClr val="1D1D1A">
                    <a:lumMod val="50000"/>
                    <a:alpha val="0"/>
                  </a:srgbClr>
                </a:gs>
                <a:gs pos="100000">
                  <a:srgbClr val="FFFFFF">
                    <a:alpha val="80000"/>
                  </a:srgbClr>
                </a:gs>
              </a:gsLst>
              <a:lin ang="5400000" scaled="0"/>
            </a:gradFill>
            <a:miter lim="400000"/>
          </a:ln>
          <a:effectLst>
            <a:outerShdw blurRad="88900" dist="75434" dir="2699985" rotWithShape="0">
              <a:scrgbClr r="0" g="0" b="0">
                <a:alpha val="23000"/>
              </a:scrgbClr>
            </a:outerShdw>
          </a:effectLst>
        </p:spPr>
        <p:txBody>
          <a:bodyPr lIns="22519" tIns="22519" rIns="22519" bIns="22519" rtlCol="0" anchor="ctr"/>
          <a:lstStyle/>
          <a:p>
            <a:pPr algn="ctr" defTabSz="762635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00" ker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5" name="椭圆 44"/>
          <p:cNvSpPr/>
          <p:nvPr/>
        </p:nvSpPr>
        <p:spPr bwMode="gray">
          <a:xfrm>
            <a:off x="6989223" y="1517964"/>
            <a:ext cx="3721672" cy="3721672"/>
          </a:xfrm>
          <a:prstGeom prst="ellipse">
            <a:avLst/>
          </a:prstGeom>
          <a:noFill/>
          <a:ln w="28575">
            <a:solidFill>
              <a:srgbClr val="C8102E"/>
            </a:solidFill>
            <a:miter lim="400000"/>
          </a:ln>
        </p:spPr>
        <p:txBody>
          <a:bodyPr lIns="22519" tIns="22519" rIns="22519" bIns="22519" rtlCol="0" anchor="ctr"/>
          <a:lstStyle/>
          <a:p>
            <a:pPr algn="ctr" defTabSz="762635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000" kern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6" name="矩形 45"/>
          <p:cNvSpPr/>
          <p:nvPr/>
        </p:nvSpPr>
        <p:spPr bwMode="gray">
          <a:xfrm>
            <a:off x="8226119" y="2298675"/>
            <a:ext cx="141417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200"/>
            <a:r>
              <a:rPr lang="en-US" altLang="zh-CN" sz="12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IPv6+</a:t>
            </a:r>
            <a:r>
              <a:rPr lang="zh-CN" altLang="en-US" sz="12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协议创新</a:t>
            </a:r>
            <a:r>
              <a:rPr lang="en-US" altLang="zh-CN" sz="12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+AI</a:t>
            </a:r>
          </a:p>
        </p:txBody>
      </p:sp>
      <p:sp>
        <p:nvSpPr>
          <p:cNvPr id="47" name="文本框 177"/>
          <p:cNvSpPr txBox="1"/>
          <p:nvPr/>
        </p:nvSpPr>
        <p:spPr bwMode="gray">
          <a:xfrm>
            <a:off x="8392993" y="2852309"/>
            <a:ext cx="1080424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4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0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8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5G &amp; Cloud Era</a:t>
            </a:r>
          </a:p>
        </p:txBody>
      </p:sp>
      <p:sp>
        <p:nvSpPr>
          <p:cNvPr id="48" name="矩形 47"/>
          <p:cNvSpPr/>
          <p:nvPr/>
        </p:nvSpPr>
        <p:spPr bwMode="gray">
          <a:xfrm>
            <a:off x="8283024" y="2478077"/>
            <a:ext cx="13003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/>
            <a:r>
              <a:rPr lang="en-US" altLang="zh-CN" sz="1400" b="1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Intelligent IP</a:t>
            </a:r>
          </a:p>
        </p:txBody>
      </p:sp>
      <p:grpSp>
        <p:nvGrpSpPr>
          <p:cNvPr id="49" name="组合 48"/>
          <p:cNvGrpSpPr/>
          <p:nvPr/>
        </p:nvGrpSpPr>
        <p:grpSpPr bwMode="gray">
          <a:xfrm>
            <a:off x="10051130" y="3907901"/>
            <a:ext cx="318770" cy="269240"/>
            <a:chOff x="16243" y="7125"/>
            <a:chExt cx="502" cy="424"/>
          </a:xfrm>
          <a:solidFill>
            <a:srgbClr val="8A8A8A"/>
          </a:solidFill>
        </p:grpSpPr>
        <p:sp>
          <p:nvSpPr>
            <p:cNvPr id="50" name="Freeform 51"/>
            <p:cNvSpPr>
              <a:spLocks noEditPoints="1"/>
            </p:cNvSpPr>
            <p:nvPr/>
          </p:nvSpPr>
          <p:spPr bwMode="gray">
            <a:xfrm>
              <a:off x="16243" y="7125"/>
              <a:ext cx="503" cy="425"/>
            </a:xfrm>
            <a:custGeom>
              <a:avLst/>
              <a:gdLst>
                <a:gd name="T0" fmla="*/ 0 w 378"/>
                <a:gd name="T1" fmla="*/ 319 h 319"/>
                <a:gd name="T2" fmla="*/ 0 w 378"/>
                <a:gd name="T3" fmla="*/ 0 h 319"/>
                <a:gd name="T4" fmla="*/ 378 w 378"/>
                <a:gd name="T5" fmla="*/ 0 h 319"/>
                <a:gd name="T6" fmla="*/ 378 w 378"/>
                <a:gd name="T7" fmla="*/ 319 h 319"/>
                <a:gd name="T8" fmla="*/ 0 w 378"/>
                <a:gd name="T9" fmla="*/ 319 h 319"/>
                <a:gd name="T10" fmla="*/ 10 w 378"/>
                <a:gd name="T11" fmla="*/ 309 h 319"/>
                <a:gd name="T12" fmla="*/ 370 w 378"/>
                <a:gd name="T13" fmla="*/ 309 h 319"/>
                <a:gd name="T14" fmla="*/ 370 w 378"/>
                <a:gd name="T15" fmla="*/ 9 h 319"/>
                <a:gd name="T16" fmla="*/ 10 w 378"/>
                <a:gd name="T17" fmla="*/ 9 h 319"/>
                <a:gd name="T18" fmla="*/ 10 w 378"/>
                <a:gd name="T19" fmla="*/ 309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8" h="319">
                  <a:moveTo>
                    <a:pt x="0" y="319"/>
                  </a:moveTo>
                  <a:lnTo>
                    <a:pt x="0" y="0"/>
                  </a:lnTo>
                  <a:lnTo>
                    <a:pt x="378" y="0"/>
                  </a:lnTo>
                  <a:lnTo>
                    <a:pt x="378" y="319"/>
                  </a:lnTo>
                  <a:lnTo>
                    <a:pt x="0" y="319"/>
                  </a:lnTo>
                  <a:close/>
                  <a:moveTo>
                    <a:pt x="10" y="309"/>
                  </a:moveTo>
                  <a:lnTo>
                    <a:pt x="370" y="309"/>
                  </a:lnTo>
                  <a:lnTo>
                    <a:pt x="370" y="9"/>
                  </a:lnTo>
                  <a:lnTo>
                    <a:pt x="10" y="9"/>
                  </a:lnTo>
                  <a:lnTo>
                    <a:pt x="10" y="309"/>
                  </a:lnTo>
                  <a:close/>
                </a:path>
              </a:pathLst>
            </a:custGeom>
            <a:grpFill/>
            <a:ln w="6350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" name="Freeform 52"/>
            <p:cNvSpPr>
              <a:spLocks noEditPoints="1"/>
            </p:cNvSpPr>
            <p:nvPr/>
          </p:nvSpPr>
          <p:spPr bwMode="gray">
            <a:xfrm>
              <a:off x="16247" y="7221"/>
              <a:ext cx="499" cy="232"/>
            </a:xfrm>
            <a:custGeom>
              <a:avLst/>
              <a:gdLst>
                <a:gd name="T0" fmla="*/ 0 w 375"/>
                <a:gd name="T1" fmla="*/ 174 h 174"/>
                <a:gd name="T2" fmla="*/ 0 w 375"/>
                <a:gd name="T3" fmla="*/ 0 h 174"/>
                <a:gd name="T4" fmla="*/ 375 w 375"/>
                <a:gd name="T5" fmla="*/ 0 h 174"/>
                <a:gd name="T6" fmla="*/ 375 w 375"/>
                <a:gd name="T7" fmla="*/ 174 h 174"/>
                <a:gd name="T8" fmla="*/ 0 w 375"/>
                <a:gd name="T9" fmla="*/ 174 h 174"/>
                <a:gd name="T10" fmla="*/ 7 w 375"/>
                <a:gd name="T11" fmla="*/ 164 h 174"/>
                <a:gd name="T12" fmla="*/ 365 w 375"/>
                <a:gd name="T13" fmla="*/ 164 h 174"/>
                <a:gd name="T14" fmla="*/ 365 w 375"/>
                <a:gd name="T15" fmla="*/ 10 h 174"/>
                <a:gd name="T16" fmla="*/ 7 w 375"/>
                <a:gd name="T17" fmla="*/ 10 h 174"/>
                <a:gd name="T18" fmla="*/ 7 w 375"/>
                <a:gd name="T19" fmla="*/ 16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" h="174">
                  <a:moveTo>
                    <a:pt x="0" y="174"/>
                  </a:moveTo>
                  <a:lnTo>
                    <a:pt x="0" y="0"/>
                  </a:lnTo>
                  <a:lnTo>
                    <a:pt x="375" y="0"/>
                  </a:lnTo>
                  <a:lnTo>
                    <a:pt x="375" y="174"/>
                  </a:lnTo>
                  <a:lnTo>
                    <a:pt x="0" y="174"/>
                  </a:lnTo>
                  <a:close/>
                  <a:moveTo>
                    <a:pt x="7" y="164"/>
                  </a:moveTo>
                  <a:lnTo>
                    <a:pt x="365" y="164"/>
                  </a:lnTo>
                  <a:lnTo>
                    <a:pt x="365" y="10"/>
                  </a:lnTo>
                  <a:lnTo>
                    <a:pt x="7" y="10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6350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" name="Freeform 53"/>
            <p:cNvSpPr>
              <a:spLocks noEditPoints="1"/>
            </p:cNvSpPr>
            <p:nvPr/>
          </p:nvSpPr>
          <p:spPr bwMode="gray">
            <a:xfrm>
              <a:off x="16298" y="7137"/>
              <a:ext cx="374" cy="400"/>
            </a:xfrm>
            <a:custGeom>
              <a:avLst/>
              <a:gdLst>
                <a:gd name="T0" fmla="*/ 113 w 117"/>
                <a:gd name="T1" fmla="*/ 98 h 124"/>
                <a:gd name="T2" fmla="*/ 117 w 117"/>
                <a:gd name="T3" fmla="*/ 124 h 124"/>
                <a:gd name="T4" fmla="*/ 84 w 117"/>
                <a:gd name="T5" fmla="*/ 124 h 124"/>
                <a:gd name="T6" fmla="*/ 87 w 117"/>
                <a:gd name="T7" fmla="*/ 98 h 124"/>
                <a:gd name="T8" fmla="*/ 84 w 117"/>
                <a:gd name="T9" fmla="*/ 124 h 124"/>
                <a:gd name="T10" fmla="*/ 55 w 117"/>
                <a:gd name="T11" fmla="*/ 98 h 124"/>
                <a:gd name="T12" fmla="*/ 58 w 117"/>
                <a:gd name="T13" fmla="*/ 124 h 124"/>
                <a:gd name="T14" fmla="*/ 25 w 117"/>
                <a:gd name="T15" fmla="*/ 124 h 124"/>
                <a:gd name="T16" fmla="*/ 29 w 117"/>
                <a:gd name="T17" fmla="*/ 98 h 124"/>
                <a:gd name="T18" fmla="*/ 25 w 117"/>
                <a:gd name="T19" fmla="*/ 124 h 124"/>
                <a:gd name="T20" fmla="*/ 0 w 117"/>
                <a:gd name="T21" fmla="*/ 98 h 124"/>
                <a:gd name="T22" fmla="*/ 4 w 117"/>
                <a:gd name="T23" fmla="*/ 124 h 124"/>
                <a:gd name="T24" fmla="*/ 56 w 117"/>
                <a:gd name="T25" fmla="*/ 80 h 124"/>
                <a:gd name="T26" fmla="*/ 50 w 117"/>
                <a:gd name="T27" fmla="*/ 74 h 124"/>
                <a:gd name="T28" fmla="*/ 53 w 117"/>
                <a:gd name="T29" fmla="*/ 45 h 124"/>
                <a:gd name="T30" fmla="*/ 59 w 117"/>
                <a:gd name="T31" fmla="*/ 45 h 124"/>
                <a:gd name="T32" fmla="*/ 80 w 117"/>
                <a:gd name="T33" fmla="*/ 62 h 124"/>
                <a:gd name="T34" fmla="*/ 59 w 117"/>
                <a:gd name="T35" fmla="*/ 79 h 124"/>
                <a:gd name="T36" fmla="*/ 56 w 117"/>
                <a:gd name="T37" fmla="*/ 48 h 124"/>
                <a:gd name="T38" fmla="*/ 53 w 117"/>
                <a:gd name="T39" fmla="*/ 51 h 124"/>
                <a:gd name="T40" fmla="*/ 54 w 117"/>
                <a:gd name="T41" fmla="*/ 76 h 124"/>
                <a:gd name="T42" fmla="*/ 57 w 117"/>
                <a:gd name="T43" fmla="*/ 76 h 124"/>
                <a:gd name="T44" fmla="*/ 76 w 117"/>
                <a:gd name="T45" fmla="*/ 62 h 124"/>
                <a:gd name="T46" fmla="*/ 57 w 117"/>
                <a:gd name="T47" fmla="*/ 49 h 124"/>
                <a:gd name="T48" fmla="*/ 113 w 117"/>
                <a:gd name="T49" fmla="*/ 26 h 124"/>
                <a:gd name="T50" fmla="*/ 117 w 117"/>
                <a:gd name="T51" fmla="*/ 0 h 124"/>
                <a:gd name="T52" fmla="*/ 113 w 117"/>
                <a:gd name="T53" fmla="*/ 26 h 124"/>
                <a:gd name="T54" fmla="*/ 84 w 117"/>
                <a:gd name="T55" fmla="*/ 0 h 124"/>
                <a:gd name="T56" fmla="*/ 87 w 117"/>
                <a:gd name="T57" fmla="*/ 26 h 124"/>
                <a:gd name="T58" fmla="*/ 55 w 117"/>
                <a:gd name="T59" fmla="*/ 26 h 124"/>
                <a:gd name="T60" fmla="*/ 58 w 117"/>
                <a:gd name="T61" fmla="*/ 0 h 124"/>
                <a:gd name="T62" fmla="*/ 55 w 117"/>
                <a:gd name="T63" fmla="*/ 26 h 124"/>
                <a:gd name="T64" fmla="*/ 25 w 117"/>
                <a:gd name="T65" fmla="*/ 0 h 124"/>
                <a:gd name="T66" fmla="*/ 29 w 117"/>
                <a:gd name="T67" fmla="*/ 26 h 124"/>
                <a:gd name="T68" fmla="*/ 0 w 117"/>
                <a:gd name="T69" fmla="*/ 26 h 124"/>
                <a:gd name="T70" fmla="*/ 4 w 117"/>
                <a:gd name="T71" fmla="*/ 0 h 124"/>
                <a:gd name="T72" fmla="*/ 0 w 117"/>
                <a:gd name="T73" fmla="*/ 26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" h="124">
                  <a:moveTo>
                    <a:pt x="113" y="124"/>
                  </a:moveTo>
                  <a:cubicBezTo>
                    <a:pt x="113" y="98"/>
                    <a:pt x="113" y="98"/>
                    <a:pt x="113" y="98"/>
                  </a:cubicBezTo>
                  <a:cubicBezTo>
                    <a:pt x="117" y="98"/>
                    <a:pt x="117" y="98"/>
                    <a:pt x="117" y="98"/>
                  </a:cubicBezTo>
                  <a:cubicBezTo>
                    <a:pt x="117" y="124"/>
                    <a:pt x="117" y="124"/>
                    <a:pt x="117" y="124"/>
                  </a:cubicBezTo>
                  <a:lnTo>
                    <a:pt x="113" y="124"/>
                  </a:lnTo>
                  <a:close/>
                  <a:moveTo>
                    <a:pt x="84" y="124"/>
                  </a:moveTo>
                  <a:cubicBezTo>
                    <a:pt x="84" y="98"/>
                    <a:pt x="84" y="98"/>
                    <a:pt x="84" y="98"/>
                  </a:cubicBezTo>
                  <a:cubicBezTo>
                    <a:pt x="87" y="98"/>
                    <a:pt x="87" y="98"/>
                    <a:pt x="87" y="98"/>
                  </a:cubicBezTo>
                  <a:cubicBezTo>
                    <a:pt x="87" y="124"/>
                    <a:pt x="87" y="124"/>
                    <a:pt x="87" y="124"/>
                  </a:cubicBezTo>
                  <a:lnTo>
                    <a:pt x="84" y="124"/>
                  </a:lnTo>
                  <a:close/>
                  <a:moveTo>
                    <a:pt x="55" y="124"/>
                  </a:moveTo>
                  <a:cubicBezTo>
                    <a:pt x="55" y="98"/>
                    <a:pt x="55" y="98"/>
                    <a:pt x="55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124"/>
                    <a:pt x="58" y="124"/>
                    <a:pt x="58" y="124"/>
                  </a:cubicBezTo>
                  <a:lnTo>
                    <a:pt x="55" y="124"/>
                  </a:lnTo>
                  <a:close/>
                  <a:moveTo>
                    <a:pt x="25" y="124"/>
                  </a:moveTo>
                  <a:cubicBezTo>
                    <a:pt x="25" y="98"/>
                    <a:pt x="25" y="98"/>
                    <a:pt x="25" y="98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29" y="124"/>
                    <a:pt x="29" y="124"/>
                    <a:pt x="29" y="124"/>
                  </a:cubicBezTo>
                  <a:lnTo>
                    <a:pt x="25" y="124"/>
                  </a:lnTo>
                  <a:close/>
                  <a:moveTo>
                    <a:pt x="0" y="124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4" y="98"/>
                    <a:pt x="4" y="98"/>
                    <a:pt x="4" y="98"/>
                  </a:cubicBezTo>
                  <a:cubicBezTo>
                    <a:pt x="4" y="124"/>
                    <a:pt x="4" y="124"/>
                    <a:pt x="4" y="124"/>
                  </a:cubicBezTo>
                  <a:lnTo>
                    <a:pt x="0" y="124"/>
                  </a:lnTo>
                  <a:close/>
                  <a:moveTo>
                    <a:pt x="56" y="80"/>
                  </a:moveTo>
                  <a:cubicBezTo>
                    <a:pt x="55" y="80"/>
                    <a:pt x="53" y="80"/>
                    <a:pt x="53" y="79"/>
                  </a:cubicBezTo>
                  <a:cubicBezTo>
                    <a:pt x="51" y="78"/>
                    <a:pt x="50" y="76"/>
                    <a:pt x="50" y="74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49"/>
                    <a:pt x="51" y="47"/>
                    <a:pt x="53" y="45"/>
                  </a:cubicBezTo>
                  <a:cubicBezTo>
                    <a:pt x="53" y="45"/>
                    <a:pt x="55" y="44"/>
                    <a:pt x="56" y="44"/>
                  </a:cubicBezTo>
                  <a:cubicBezTo>
                    <a:pt x="57" y="44"/>
                    <a:pt x="58" y="45"/>
                    <a:pt x="59" y="45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8" y="58"/>
                    <a:pt x="80" y="60"/>
                    <a:pt x="80" y="62"/>
                  </a:cubicBezTo>
                  <a:cubicBezTo>
                    <a:pt x="80" y="65"/>
                    <a:pt x="78" y="67"/>
                    <a:pt x="77" y="68"/>
                  </a:cubicBezTo>
                  <a:cubicBezTo>
                    <a:pt x="59" y="79"/>
                    <a:pt x="59" y="79"/>
                    <a:pt x="59" y="79"/>
                  </a:cubicBezTo>
                  <a:cubicBezTo>
                    <a:pt x="58" y="80"/>
                    <a:pt x="57" y="80"/>
                    <a:pt x="56" y="80"/>
                  </a:cubicBezTo>
                  <a:close/>
                  <a:moveTo>
                    <a:pt x="56" y="48"/>
                  </a:moveTo>
                  <a:cubicBezTo>
                    <a:pt x="55" y="48"/>
                    <a:pt x="54" y="49"/>
                    <a:pt x="54" y="49"/>
                  </a:cubicBezTo>
                  <a:cubicBezTo>
                    <a:pt x="54" y="49"/>
                    <a:pt x="53" y="50"/>
                    <a:pt x="53" y="51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75"/>
                    <a:pt x="54" y="76"/>
                    <a:pt x="54" y="76"/>
                  </a:cubicBezTo>
                  <a:cubicBezTo>
                    <a:pt x="55" y="76"/>
                    <a:pt x="55" y="76"/>
                    <a:pt x="56" y="76"/>
                  </a:cubicBezTo>
                  <a:cubicBezTo>
                    <a:pt x="56" y="76"/>
                    <a:pt x="56" y="76"/>
                    <a:pt x="57" y="76"/>
                  </a:cubicBezTo>
                  <a:cubicBezTo>
                    <a:pt x="75" y="65"/>
                    <a:pt x="75" y="65"/>
                    <a:pt x="75" y="65"/>
                  </a:cubicBezTo>
                  <a:cubicBezTo>
                    <a:pt x="76" y="64"/>
                    <a:pt x="76" y="63"/>
                    <a:pt x="76" y="62"/>
                  </a:cubicBezTo>
                  <a:cubicBezTo>
                    <a:pt x="76" y="62"/>
                    <a:pt x="76" y="61"/>
                    <a:pt x="75" y="60"/>
                  </a:cubicBezTo>
                  <a:cubicBezTo>
                    <a:pt x="57" y="49"/>
                    <a:pt x="57" y="49"/>
                    <a:pt x="57" y="49"/>
                  </a:cubicBezTo>
                  <a:cubicBezTo>
                    <a:pt x="56" y="48"/>
                    <a:pt x="56" y="48"/>
                    <a:pt x="56" y="48"/>
                  </a:cubicBezTo>
                  <a:close/>
                  <a:moveTo>
                    <a:pt x="113" y="26"/>
                  </a:moveTo>
                  <a:cubicBezTo>
                    <a:pt x="113" y="0"/>
                    <a:pt x="113" y="0"/>
                    <a:pt x="113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17" y="26"/>
                    <a:pt x="117" y="26"/>
                    <a:pt x="117" y="26"/>
                  </a:cubicBezTo>
                  <a:lnTo>
                    <a:pt x="113" y="26"/>
                  </a:lnTo>
                  <a:close/>
                  <a:moveTo>
                    <a:pt x="84" y="26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26"/>
                    <a:pt x="87" y="26"/>
                    <a:pt x="87" y="26"/>
                  </a:cubicBezTo>
                  <a:lnTo>
                    <a:pt x="84" y="26"/>
                  </a:lnTo>
                  <a:close/>
                  <a:moveTo>
                    <a:pt x="55" y="26"/>
                  </a:moveTo>
                  <a:cubicBezTo>
                    <a:pt x="55" y="0"/>
                    <a:pt x="55" y="0"/>
                    <a:pt x="55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26"/>
                    <a:pt x="58" y="26"/>
                    <a:pt x="58" y="26"/>
                  </a:cubicBezTo>
                  <a:lnTo>
                    <a:pt x="55" y="26"/>
                  </a:lnTo>
                  <a:close/>
                  <a:moveTo>
                    <a:pt x="25" y="26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26"/>
                    <a:pt x="29" y="26"/>
                    <a:pt x="29" y="26"/>
                  </a:cubicBezTo>
                  <a:lnTo>
                    <a:pt x="25" y="26"/>
                  </a:lnTo>
                  <a:close/>
                  <a:moveTo>
                    <a:pt x="0" y="2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6"/>
                    <a:pt x="4" y="26"/>
                    <a:pt x="4" y="26"/>
                  </a:cubicBezTo>
                  <a:lnTo>
                    <a:pt x="0" y="26"/>
                  </a:lnTo>
                  <a:close/>
                </a:path>
              </a:pathLst>
            </a:custGeom>
            <a:grpFill/>
            <a:ln w="6350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53" name="Freeform 57"/>
          <p:cNvSpPr>
            <a:spLocks noEditPoints="1"/>
          </p:cNvSpPr>
          <p:nvPr/>
        </p:nvSpPr>
        <p:spPr bwMode="gray">
          <a:xfrm>
            <a:off x="8687833" y="1653275"/>
            <a:ext cx="374798" cy="381752"/>
          </a:xfrm>
          <a:custGeom>
            <a:avLst/>
            <a:gdLst>
              <a:gd name="T0" fmla="*/ 2 w 151"/>
              <a:gd name="T1" fmla="*/ 154 h 154"/>
              <a:gd name="T2" fmla="*/ 0 w 151"/>
              <a:gd name="T3" fmla="*/ 152 h 154"/>
              <a:gd name="T4" fmla="*/ 2 w 151"/>
              <a:gd name="T5" fmla="*/ 150 h 154"/>
              <a:gd name="T6" fmla="*/ 12 w 151"/>
              <a:gd name="T7" fmla="*/ 150 h 154"/>
              <a:gd name="T8" fmla="*/ 12 w 151"/>
              <a:gd name="T9" fmla="*/ 76 h 154"/>
              <a:gd name="T10" fmla="*/ 42 w 151"/>
              <a:gd name="T11" fmla="*/ 64 h 154"/>
              <a:gd name="T12" fmla="*/ 42 w 151"/>
              <a:gd name="T13" fmla="*/ 32 h 154"/>
              <a:gd name="T14" fmla="*/ 110 w 151"/>
              <a:gd name="T15" fmla="*/ 0 h 154"/>
              <a:gd name="T16" fmla="*/ 111 w 151"/>
              <a:gd name="T17" fmla="*/ 0 h 154"/>
              <a:gd name="T18" fmla="*/ 139 w 151"/>
              <a:gd name="T19" fmla="*/ 32 h 154"/>
              <a:gd name="T20" fmla="*/ 139 w 151"/>
              <a:gd name="T21" fmla="*/ 150 h 154"/>
              <a:gd name="T22" fmla="*/ 149 w 151"/>
              <a:gd name="T23" fmla="*/ 150 h 154"/>
              <a:gd name="T24" fmla="*/ 151 w 151"/>
              <a:gd name="T25" fmla="*/ 152 h 154"/>
              <a:gd name="T26" fmla="*/ 149 w 151"/>
              <a:gd name="T27" fmla="*/ 154 h 154"/>
              <a:gd name="T28" fmla="*/ 2 w 151"/>
              <a:gd name="T29" fmla="*/ 154 h 154"/>
              <a:gd name="T30" fmla="*/ 109 w 151"/>
              <a:gd name="T31" fmla="*/ 150 h 154"/>
              <a:gd name="T32" fmla="*/ 134 w 151"/>
              <a:gd name="T33" fmla="*/ 150 h 154"/>
              <a:gd name="T34" fmla="*/ 134 w 151"/>
              <a:gd name="T35" fmla="*/ 33 h 154"/>
              <a:gd name="T36" fmla="*/ 109 w 151"/>
              <a:gd name="T37" fmla="*/ 6 h 154"/>
              <a:gd name="T38" fmla="*/ 109 w 151"/>
              <a:gd name="T39" fmla="*/ 150 h 154"/>
              <a:gd name="T40" fmla="*/ 91 w 151"/>
              <a:gd name="T41" fmla="*/ 149 h 154"/>
              <a:gd name="T42" fmla="*/ 105 w 151"/>
              <a:gd name="T43" fmla="*/ 149 h 154"/>
              <a:gd name="T44" fmla="*/ 104 w 151"/>
              <a:gd name="T45" fmla="*/ 8 h 154"/>
              <a:gd name="T46" fmla="*/ 47 w 151"/>
              <a:gd name="T47" fmla="*/ 35 h 154"/>
              <a:gd name="T48" fmla="*/ 47 w 151"/>
              <a:gd name="T49" fmla="*/ 62 h 154"/>
              <a:gd name="T50" fmla="*/ 63 w 151"/>
              <a:gd name="T51" fmla="*/ 55 h 154"/>
              <a:gd name="T52" fmla="*/ 91 w 151"/>
              <a:gd name="T53" fmla="*/ 76 h 154"/>
              <a:gd name="T54" fmla="*/ 91 w 151"/>
              <a:gd name="T55" fmla="*/ 149 h 154"/>
              <a:gd name="T56" fmla="*/ 62 w 151"/>
              <a:gd name="T57" fmla="*/ 149 h 154"/>
              <a:gd name="T58" fmla="*/ 87 w 151"/>
              <a:gd name="T59" fmla="*/ 149 h 154"/>
              <a:gd name="T60" fmla="*/ 87 w 151"/>
              <a:gd name="T61" fmla="*/ 78 h 154"/>
              <a:gd name="T62" fmla="*/ 62 w 151"/>
              <a:gd name="T63" fmla="*/ 61 h 154"/>
              <a:gd name="T64" fmla="*/ 62 w 151"/>
              <a:gd name="T65" fmla="*/ 149 h 154"/>
              <a:gd name="T66" fmla="*/ 16 w 151"/>
              <a:gd name="T67" fmla="*/ 139 h 154"/>
              <a:gd name="T68" fmla="*/ 16 w 151"/>
              <a:gd name="T69" fmla="*/ 149 h 154"/>
              <a:gd name="T70" fmla="*/ 58 w 151"/>
              <a:gd name="T71" fmla="*/ 149 h 154"/>
              <a:gd name="T72" fmla="*/ 58 w 151"/>
              <a:gd name="T73" fmla="*/ 121 h 154"/>
              <a:gd name="T74" fmla="*/ 16 w 151"/>
              <a:gd name="T75" fmla="*/ 139 h 154"/>
              <a:gd name="T76" fmla="*/ 16 w 151"/>
              <a:gd name="T77" fmla="*/ 118 h 154"/>
              <a:gd name="T78" fmla="*/ 16 w 151"/>
              <a:gd name="T79" fmla="*/ 135 h 154"/>
              <a:gd name="T80" fmla="*/ 58 w 151"/>
              <a:gd name="T81" fmla="*/ 117 h 154"/>
              <a:gd name="T82" fmla="*/ 58 w 151"/>
              <a:gd name="T83" fmla="*/ 100 h 154"/>
              <a:gd name="T84" fmla="*/ 16 w 151"/>
              <a:gd name="T85" fmla="*/ 118 h 154"/>
              <a:gd name="T86" fmla="*/ 16 w 151"/>
              <a:gd name="T87" fmla="*/ 98 h 154"/>
              <a:gd name="T88" fmla="*/ 16 w 151"/>
              <a:gd name="T89" fmla="*/ 114 h 154"/>
              <a:gd name="T90" fmla="*/ 58 w 151"/>
              <a:gd name="T91" fmla="*/ 96 h 154"/>
              <a:gd name="T92" fmla="*/ 58 w 151"/>
              <a:gd name="T93" fmla="*/ 81 h 154"/>
              <a:gd name="T94" fmla="*/ 16 w 151"/>
              <a:gd name="T95" fmla="*/ 98 h 154"/>
              <a:gd name="T96" fmla="*/ 16 w 151"/>
              <a:gd name="T97" fmla="*/ 78 h 154"/>
              <a:gd name="T98" fmla="*/ 16 w 151"/>
              <a:gd name="T99" fmla="*/ 94 h 154"/>
              <a:gd name="T100" fmla="*/ 58 w 151"/>
              <a:gd name="T101" fmla="*/ 77 h 154"/>
              <a:gd name="T102" fmla="*/ 58 w 151"/>
              <a:gd name="T103" fmla="*/ 62 h 154"/>
              <a:gd name="T104" fmla="*/ 16 w 151"/>
              <a:gd name="T105" fmla="*/ 78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1" h="154">
                <a:moveTo>
                  <a:pt x="2" y="154"/>
                </a:moveTo>
                <a:cubicBezTo>
                  <a:pt x="1" y="154"/>
                  <a:pt x="0" y="153"/>
                  <a:pt x="0" y="152"/>
                </a:cubicBezTo>
                <a:cubicBezTo>
                  <a:pt x="0" y="151"/>
                  <a:pt x="1" y="150"/>
                  <a:pt x="2" y="150"/>
                </a:cubicBezTo>
                <a:cubicBezTo>
                  <a:pt x="12" y="150"/>
                  <a:pt x="12" y="150"/>
                  <a:pt x="12" y="150"/>
                </a:cubicBezTo>
                <a:cubicBezTo>
                  <a:pt x="12" y="76"/>
                  <a:pt x="12" y="76"/>
                  <a:pt x="12" y="76"/>
                </a:cubicBezTo>
                <a:cubicBezTo>
                  <a:pt x="42" y="64"/>
                  <a:pt x="42" y="64"/>
                  <a:pt x="42" y="64"/>
                </a:cubicBezTo>
                <a:cubicBezTo>
                  <a:pt x="42" y="32"/>
                  <a:pt x="42" y="32"/>
                  <a:pt x="42" y="32"/>
                </a:cubicBezTo>
                <a:cubicBezTo>
                  <a:pt x="110" y="0"/>
                  <a:pt x="110" y="0"/>
                  <a:pt x="110" y="0"/>
                </a:cubicBezTo>
                <a:cubicBezTo>
                  <a:pt x="111" y="0"/>
                  <a:pt x="111" y="0"/>
                  <a:pt x="111" y="0"/>
                </a:cubicBezTo>
                <a:cubicBezTo>
                  <a:pt x="139" y="32"/>
                  <a:pt x="139" y="32"/>
                  <a:pt x="139" y="32"/>
                </a:cubicBezTo>
                <a:cubicBezTo>
                  <a:pt x="139" y="150"/>
                  <a:pt x="139" y="150"/>
                  <a:pt x="139" y="150"/>
                </a:cubicBezTo>
                <a:cubicBezTo>
                  <a:pt x="149" y="150"/>
                  <a:pt x="149" y="150"/>
                  <a:pt x="149" y="150"/>
                </a:cubicBezTo>
                <a:cubicBezTo>
                  <a:pt x="150" y="150"/>
                  <a:pt x="151" y="151"/>
                  <a:pt x="151" y="152"/>
                </a:cubicBezTo>
                <a:cubicBezTo>
                  <a:pt x="151" y="153"/>
                  <a:pt x="150" y="154"/>
                  <a:pt x="149" y="154"/>
                </a:cubicBezTo>
                <a:lnTo>
                  <a:pt x="2" y="154"/>
                </a:lnTo>
                <a:close/>
                <a:moveTo>
                  <a:pt x="109" y="150"/>
                </a:moveTo>
                <a:cubicBezTo>
                  <a:pt x="134" y="150"/>
                  <a:pt x="134" y="150"/>
                  <a:pt x="134" y="150"/>
                </a:cubicBezTo>
                <a:cubicBezTo>
                  <a:pt x="134" y="33"/>
                  <a:pt x="134" y="33"/>
                  <a:pt x="134" y="33"/>
                </a:cubicBezTo>
                <a:cubicBezTo>
                  <a:pt x="109" y="6"/>
                  <a:pt x="109" y="6"/>
                  <a:pt x="109" y="6"/>
                </a:cubicBezTo>
                <a:lnTo>
                  <a:pt x="109" y="150"/>
                </a:lnTo>
                <a:close/>
                <a:moveTo>
                  <a:pt x="91" y="149"/>
                </a:moveTo>
                <a:cubicBezTo>
                  <a:pt x="105" y="149"/>
                  <a:pt x="105" y="149"/>
                  <a:pt x="105" y="149"/>
                </a:cubicBezTo>
                <a:cubicBezTo>
                  <a:pt x="104" y="8"/>
                  <a:pt x="104" y="8"/>
                  <a:pt x="104" y="8"/>
                </a:cubicBezTo>
                <a:cubicBezTo>
                  <a:pt x="47" y="35"/>
                  <a:pt x="47" y="35"/>
                  <a:pt x="47" y="35"/>
                </a:cubicBezTo>
                <a:cubicBezTo>
                  <a:pt x="47" y="62"/>
                  <a:pt x="47" y="62"/>
                  <a:pt x="47" y="62"/>
                </a:cubicBezTo>
                <a:cubicBezTo>
                  <a:pt x="63" y="55"/>
                  <a:pt x="63" y="55"/>
                  <a:pt x="63" y="55"/>
                </a:cubicBezTo>
                <a:cubicBezTo>
                  <a:pt x="91" y="76"/>
                  <a:pt x="91" y="76"/>
                  <a:pt x="91" y="76"/>
                </a:cubicBezTo>
                <a:lnTo>
                  <a:pt x="91" y="149"/>
                </a:lnTo>
                <a:close/>
                <a:moveTo>
                  <a:pt x="62" y="149"/>
                </a:moveTo>
                <a:cubicBezTo>
                  <a:pt x="87" y="149"/>
                  <a:pt x="87" y="149"/>
                  <a:pt x="87" y="149"/>
                </a:cubicBezTo>
                <a:cubicBezTo>
                  <a:pt x="87" y="78"/>
                  <a:pt x="87" y="78"/>
                  <a:pt x="87" y="78"/>
                </a:cubicBezTo>
                <a:cubicBezTo>
                  <a:pt x="62" y="61"/>
                  <a:pt x="62" y="61"/>
                  <a:pt x="62" y="61"/>
                </a:cubicBezTo>
                <a:lnTo>
                  <a:pt x="62" y="149"/>
                </a:lnTo>
                <a:close/>
                <a:moveTo>
                  <a:pt x="16" y="139"/>
                </a:moveTo>
                <a:cubicBezTo>
                  <a:pt x="16" y="149"/>
                  <a:pt x="16" y="149"/>
                  <a:pt x="16" y="149"/>
                </a:cubicBezTo>
                <a:cubicBezTo>
                  <a:pt x="58" y="149"/>
                  <a:pt x="58" y="149"/>
                  <a:pt x="58" y="149"/>
                </a:cubicBezTo>
                <a:cubicBezTo>
                  <a:pt x="58" y="121"/>
                  <a:pt x="58" y="121"/>
                  <a:pt x="58" y="121"/>
                </a:cubicBezTo>
                <a:lnTo>
                  <a:pt x="16" y="139"/>
                </a:lnTo>
                <a:close/>
                <a:moveTo>
                  <a:pt x="16" y="118"/>
                </a:moveTo>
                <a:cubicBezTo>
                  <a:pt x="16" y="135"/>
                  <a:pt x="16" y="135"/>
                  <a:pt x="16" y="135"/>
                </a:cubicBezTo>
                <a:cubicBezTo>
                  <a:pt x="58" y="117"/>
                  <a:pt x="58" y="117"/>
                  <a:pt x="58" y="117"/>
                </a:cubicBezTo>
                <a:cubicBezTo>
                  <a:pt x="58" y="100"/>
                  <a:pt x="58" y="100"/>
                  <a:pt x="58" y="100"/>
                </a:cubicBezTo>
                <a:lnTo>
                  <a:pt x="16" y="118"/>
                </a:lnTo>
                <a:close/>
                <a:moveTo>
                  <a:pt x="16" y="98"/>
                </a:moveTo>
                <a:cubicBezTo>
                  <a:pt x="16" y="114"/>
                  <a:pt x="16" y="114"/>
                  <a:pt x="16" y="114"/>
                </a:cubicBezTo>
                <a:cubicBezTo>
                  <a:pt x="58" y="96"/>
                  <a:pt x="58" y="96"/>
                  <a:pt x="58" y="96"/>
                </a:cubicBezTo>
                <a:cubicBezTo>
                  <a:pt x="58" y="81"/>
                  <a:pt x="58" y="81"/>
                  <a:pt x="58" y="81"/>
                </a:cubicBezTo>
                <a:lnTo>
                  <a:pt x="16" y="98"/>
                </a:lnTo>
                <a:close/>
                <a:moveTo>
                  <a:pt x="16" y="78"/>
                </a:moveTo>
                <a:cubicBezTo>
                  <a:pt x="16" y="94"/>
                  <a:pt x="16" y="94"/>
                  <a:pt x="16" y="94"/>
                </a:cubicBezTo>
                <a:cubicBezTo>
                  <a:pt x="58" y="77"/>
                  <a:pt x="58" y="77"/>
                  <a:pt x="58" y="77"/>
                </a:cubicBezTo>
                <a:cubicBezTo>
                  <a:pt x="58" y="62"/>
                  <a:pt x="58" y="62"/>
                  <a:pt x="58" y="62"/>
                </a:cubicBezTo>
                <a:lnTo>
                  <a:pt x="16" y="78"/>
                </a:lnTo>
                <a:close/>
              </a:path>
            </a:pathLst>
          </a:custGeom>
          <a:solidFill>
            <a:srgbClr val="8A8A8A"/>
          </a:solidFill>
          <a:ln w="6350" cap="flat" cmpd="sng" algn="ctr">
            <a:solidFill>
              <a:schemeClr val="tx2">
                <a:lumMod val="5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defTabSz="1219200"/>
            <a:endParaRPr lang="zh-CN" altLang="en-US" sz="240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Freeform 61"/>
          <p:cNvSpPr>
            <a:spLocks noEditPoints="1"/>
          </p:cNvSpPr>
          <p:nvPr/>
        </p:nvSpPr>
        <p:spPr bwMode="gray">
          <a:xfrm>
            <a:off x="10038584" y="2602411"/>
            <a:ext cx="333068" cy="381752"/>
          </a:xfrm>
          <a:custGeom>
            <a:avLst/>
            <a:gdLst>
              <a:gd name="T0" fmla="*/ 21 w 134"/>
              <a:gd name="T1" fmla="*/ 104 h 154"/>
              <a:gd name="T2" fmla="*/ 0 w 134"/>
              <a:gd name="T3" fmla="*/ 58 h 154"/>
              <a:gd name="T4" fmla="*/ 107 w 134"/>
              <a:gd name="T5" fmla="*/ 25 h 154"/>
              <a:gd name="T6" fmla="*/ 102 w 134"/>
              <a:gd name="T7" fmla="*/ 29 h 154"/>
              <a:gd name="T8" fmla="*/ 6 w 134"/>
              <a:gd name="T9" fmla="*/ 46 h 154"/>
              <a:gd name="T10" fmla="*/ 68 w 134"/>
              <a:gd name="T11" fmla="*/ 48 h 154"/>
              <a:gd name="T12" fmla="*/ 5 w 134"/>
              <a:gd name="T13" fmla="*/ 53 h 154"/>
              <a:gd name="T14" fmla="*/ 4 w 134"/>
              <a:gd name="T15" fmla="*/ 58 h 154"/>
              <a:gd name="T16" fmla="*/ 5 w 134"/>
              <a:gd name="T17" fmla="*/ 64 h 154"/>
              <a:gd name="T18" fmla="*/ 68 w 134"/>
              <a:gd name="T19" fmla="*/ 69 h 154"/>
              <a:gd name="T20" fmla="*/ 6 w 134"/>
              <a:gd name="T21" fmla="*/ 71 h 154"/>
              <a:gd name="T22" fmla="*/ 26 w 134"/>
              <a:gd name="T23" fmla="*/ 102 h 154"/>
              <a:gd name="T24" fmla="*/ 80 w 134"/>
              <a:gd name="T25" fmla="*/ 149 h 154"/>
              <a:gd name="T26" fmla="*/ 102 w 134"/>
              <a:gd name="T27" fmla="*/ 122 h 154"/>
              <a:gd name="T28" fmla="*/ 110 w 134"/>
              <a:gd name="T29" fmla="*/ 100 h 154"/>
              <a:gd name="T30" fmla="*/ 114 w 134"/>
              <a:gd name="T31" fmla="*/ 100 h 154"/>
              <a:gd name="T32" fmla="*/ 102 w 134"/>
              <a:gd name="T33" fmla="*/ 127 h 154"/>
              <a:gd name="T34" fmla="*/ 85 w 134"/>
              <a:gd name="T35" fmla="*/ 154 h 154"/>
              <a:gd name="T36" fmla="*/ 118 w 134"/>
              <a:gd name="T37" fmla="*/ 101 h 154"/>
              <a:gd name="T38" fmla="*/ 111 w 134"/>
              <a:gd name="T39" fmla="*/ 101 h 154"/>
              <a:gd name="T40" fmla="*/ 108 w 134"/>
              <a:gd name="T41" fmla="*/ 98 h 154"/>
              <a:gd name="T42" fmla="*/ 93 w 134"/>
              <a:gd name="T43" fmla="*/ 88 h 154"/>
              <a:gd name="T44" fmla="*/ 69 w 134"/>
              <a:gd name="T45" fmla="*/ 72 h 154"/>
              <a:gd name="T46" fmla="*/ 68 w 134"/>
              <a:gd name="T47" fmla="*/ 70 h 154"/>
              <a:gd name="T48" fmla="*/ 66 w 134"/>
              <a:gd name="T49" fmla="*/ 61 h 154"/>
              <a:gd name="T50" fmla="*/ 65 w 134"/>
              <a:gd name="T51" fmla="*/ 58 h 154"/>
              <a:gd name="T52" fmla="*/ 66 w 134"/>
              <a:gd name="T53" fmla="*/ 56 h 154"/>
              <a:gd name="T54" fmla="*/ 68 w 134"/>
              <a:gd name="T55" fmla="*/ 47 h 154"/>
              <a:gd name="T56" fmla="*/ 69 w 134"/>
              <a:gd name="T57" fmla="*/ 45 h 154"/>
              <a:gd name="T58" fmla="*/ 93 w 134"/>
              <a:gd name="T59" fmla="*/ 29 h 154"/>
              <a:gd name="T60" fmla="*/ 100 w 134"/>
              <a:gd name="T61" fmla="*/ 29 h 154"/>
              <a:gd name="T62" fmla="*/ 108 w 134"/>
              <a:gd name="T63" fmla="*/ 21 h 154"/>
              <a:gd name="T64" fmla="*/ 109 w 134"/>
              <a:gd name="T65" fmla="*/ 19 h 154"/>
              <a:gd name="T66" fmla="*/ 131 w 134"/>
              <a:gd name="T67" fmla="*/ 17 h 154"/>
              <a:gd name="T68" fmla="*/ 134 w 134"/>
              <a:gd name="T69" fmla="*/ 99 h 154"/>
              <a:gd name="T70" fmla="*/ 131 w 134"/>
              <a:gd name="T71" fmla="*/ 101 h 154"/>
              <a:gd name="T72" fmla="*/ 93 w 134"/>
              <a:gd name="T73" fmla="*/ 34 h 154"/>
              <a:gd name="T74" fmla="*/ 93 w 134"/>
              <a:gd name="T75" fmla="*/ 82 h 154"/>
              <a:gd name="T76" fmla="*/ 107 w 134"/>
              <a:gd name="T77" fmla="*/ 82 h 154"/>
              <a:gd name="T78" fmla="*/ 113 w 134"/>
              <a:gd name="T79" fmla="*/ 96 h 154"/>
              <a:gd name="T80" fmla="*/ 129 w 134"/>
              <a:gd name="T81" fmla="*/ 23 h 154"/>
              <a:gd name="T82" fmla="*/ 109 w 134"/>
              <a:gd name="T83" fmla="*/ 32 h 154"/>
              <a:gd name="T84" fmla="*/ 94 w 134"/>
              <a:gd name="T85" fmla="*/ 3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34" h="154">
                <a:moveTo>
                  <a:pt x="21" y="141"/>
                </a:moveTo>
                <a:cubicBezTo>
                  <a:pt x="21" y="104"/>
                  <a:pt x="21" y="104"/>
                  <a:pt x="21" y="104"/>
                </a:cubicBezTo>
                <a:cubicBezTo>
                  <a:pt x="21" y="103"/>
                  <a:pt x="21" y="103"/>
                  <a:pt x="21" y="103"/>
                </a:cubicBezTo>
                <a:cubicBezTo>
                  <a:pt x="7" y="92"/>
                  <a:pt x="0" y="76"/>
                  <a:pt x="0" y="58"/>
                </a:cubicBezTo>
                <a:cubicBezTo>
                  <a:pt x="0" y="26"/>
                  <a:pt x="26" y="0"/>
                  <a:pt x="58" y="0"/>
                </a:cubicBezTo>
                <a:cubicBezTo>
                  <a:pt x="76" y="0"/>
                  <a:pt x="95" y="11"/>
                  <a:pt x="107" y="25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2" y="29"/>
                  <a:pt x="102" y="29"/>
                  <a:pt x="102" y="29"/>
                </a:cubicBezTo>
                <a:cubicBezTo>
                  <a:pt x="92" y="16"/>
                  <a:pt x="75" y="4"/>
                  <a:pt x="58" y="4"/>
                </a:cubicBezTo>
                <a:cubicBezTo>
                  <a:pt x="33" y="4"/>
                  <a:pt x="12" y="21"/>
                  <a:pt x="6" y="46"/>
                </a:cubicBezTo>
                <a:cubicBezTo>
                  <a:pt x="5" y="48"/>
                  <a:pt x="5" y="48"/>
                  <a:pt x="5" y="48"/>
                </a:cubicBezTo>
                <a:cubicBezTo>
                  <a:pt x="68" y="48"/>
                  <a:pt x="68" y="48"/>
                  <a:pt x="68" y="48"/>
                </a:cubicBezTo>
                <a:cubicBezTo>
                  <a:pt x="67" y="49"/>
                  <a:pt x="67" y="51"/>
                  <a:pt x="66" y="53"/>
                </a:cubicBezTo>
                <a:cubicBezTo>
                  <a:pt x="5" y="53"/>
                  <a:pt x="5" y="53"/>
                  <a:pt x="5" y="53"/>
                </a:cubicBezTo>
                <a:cubicBezTo>
                  <a:pt x="5" y="55"/>
                  <a:pt x="5" y="55"/>
                  <a:pt x="5" y="55"/>
                </a:cubicBezTo>
                <a:cubicBezTo>
                  <a:pt x="4" y="56"/>
                  <a:pt x="4" y="57"/>
                  <a:pt x="4" y="58"/>
                </a:cubicBezTo>
                <a:cubicBezTo>
                  <a:pt x="4" y="60"/>
                  <a:pt x="4" y="61"/>
                  <a:pt x="5" y="62"/>
                </a:cubicBezTo>
                <a:cubicBezTo>
                  <a:pt x="5" y="64"/>
                  <a:pt x="5" y="64"/>
                  <a:pt x="5" y="64"/>
                </a:cubicBezTo>
                <a:cubicBezTo>
                  <a:pt x="66" y="64"/>
                  <a:pt x="66" y="64"/>
                  <a:pt x="66" y="64"/>
                </a:cubicBezTo>
                <a:cubicBezTo>
                  <a:pt x="67" y="66"/>
                  <a:pt x="67" y="67"/>
                  <a:pt x="68" y="69"/>
                </a:cubicBezTo>
                <a:cubicBezTo>
                  <a:pt x="5" y="69"/>
                  <a:pt x="5" y="69"/>
                  <a:pt x="5" y="69"/>
                </a:cubicBezTo>
                <a:cubicBezTo>
                  <a:pt x="6" y="71"/>
                  <a:pt x="6" y="71"/>
                  <a:pt x="6" y="71"/>
                </a:cubicBezTo>
                <a:cubicBezTo>
                  <a:pt x="9" y="83"/>
                  <a:pt x="15" y="93"/>
                  <a:pt x="25" y="101"/>
                </a:cubicBezTo>
                <a:cubicBezTo>
                  <a:pt x="26" y="102"/>
                  <a:pt x="26" y="102"/>
                  <a:pt x="26" y="102"/>
                </a:cubicBezTo>
                <a:cubicBezTo>
                  <a:pt x="26" y="137"/>
                  <a:pt x="26" y="137"/>
                  <a:pt x="26" y="137"/>
                </a:cubicBezTo>
                <a:cubicBezTo>
                  <a:pt x="80" y="149"/>
                  <a:pt x="80" y="149"/>
                  <a:pt x="80" y="149"/>
                </a:cubicBezTo>
                <a:cubicBezTo>
                  <a:pt x="80" y="122"/>
                  <a:pt x="80" y="122"/>
                  <a:pt x="80" y="122"/>
                </a:cubicBezTo>
                <a:cubicBezTo>
                  <a:pt x="102" y="122"/>
                  <a:pt x="102" y="122"/>
                  <a:pt x="102" y="122"/>
                </a:cubicBezTo>
                <a:cubicBezTo>
                  <a:pt x="106" y="122"/>
                  <a:pt x="110" y="119"/>
                  <a:pt x="110" y="115"/>
                </a:cubicBezTo>
                <a:cubicBezTo>
                  <a:pt x="110" y="100"/>
                  <a:pt x="110" y="100"/>
                  <a:pt x="110" y="100"/>
                </a:cubicBezTo>
                <a:cubicBezTo>
                  <a:pt x="110" y="100"/>
                  <a:pt x="111" y="100"/>
                  <a:pt x="111" y="100"/>
                </a:cubicBezTo>
                <a:cubicBezTo>
                  <a:pt x="114" y="100"/>
                  <a:pt x="114" y="100"/>
                  <a:pt x="114" y="100"/>
                </a:cubicBezTo>
                <a:cubicBezTo>
                  <a:pt x="114" y="115"/>
                  <a:pt x="114" y="115"/>
                  <a:pt x="114" y="115"/>
                </a:cubicBezTo>
                <a:cubicBezTo>
                  <a:pt x="114" y="121"/>
                  <a:pt x="109" y="127"/>
                  <a:pt x="102" y="127"/>
                </a:cubicBezTo>
                <a:cubicBezTo>
                  <a:pt x="85" y="127"/>
                  <a:pt x="85" y="127"/>
                  <a:pt x="85" y="127"/>
                </a:cubicBezTo>
                <a:cubicBezTo>
                  <a:pt x="85" y="154"/>
                  <a:pt x="85" y="154"/>
                  <a:pt x="85" y="154"/>
                </a:cubicBezTo>
                <a:lnTo>
                  <a:pt x="21" y="141"/>
                </a:lnTo>
                <a:close/>
                <a:moveTo>
                  <a:pt x="118" y="101"/>
                </a:moveTo>
                <a:cubicBezTo>
                  <a:pt x="116" y="101"/>
                  <a:pt x="116" y="101"/>
                  <a:pt x="116" y="101"/>
                </a:cubicBezTo>
                <a:cubicBezTo>
                  <a:pt x="111" y="101"/>
                  <a:pt x="111" y="101"/>
                  <a:pt x="111" y="101"/>
                </a:cubicBezTo>
                <a:cubicBezTo>
                  <a:pt x="110" y="101"/>
                  <a:pt x="110" y="101"/>
                  <a:pt x="109" y="100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5" y="88"/>
                  <a:pt x="105" y="88"/>
                  <a:pt x="105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8"/>
                  <a:pt x="92" y="88"/>
                </a:cubicBezTo>
                <a:cubicBezTo>
                  <a:pt x="82" y="87"/>
                  <a:pt x="74" y="81"/>
                  <a:pt x="69" y="72"/>
                </a:cubicBezTo>
                <a:cubicBezTo>
                  <a:pt x="69" y="72"/>
                  <a:pt x="69" y="72"/>
                  <a:pt x="69" y="72"/>
                </a:cubicBezTo>
                <a:cubicBezTo>
                  <a:pt x="68" y="70"/>
                  <a:pt x="68" y="70"/>
                  <a:pt x="68" y="70"/>
                </a:cubicBezTo>
                <a:cubicBezTo>
                  <a:pt x="67" y="67"/>
                  <a:pt x="66" y="65"/>
                  <a:pt x="66" y="62"/>
                </a:cubicBezTo>
                <a:cubicBezTo>
                  <a:pt x="66" y="61"/>
                  <a:pt x="66" y="61"/>
                  <a:pt x="66" y="61"/>
                </a:cubicBezTo>
                <a:cubicBezTo>
                  <a:pt x="66" y="61"/>
                  <a:pt x="66" y="61"/>
                  <a:pt x="66" y="61"/>
                </a:cubicBezTo>
                <a:cubicBezTo>
                  <a:pt x="65" y="60"/>
                  <a:pt x="65" y="59"/>
                  <a:pt x="65" y="58"/>
                </a:cubicBezTo>
                <a:cubicBezTo>
                  <a:pt x="65" y="57"/>
                  <a:pt x="65" y="57"/>
                  <a:pt x="66" y="56"/>
                </a:cubicBezTo>
                <a:cubicBezTo>
                  <a:pt x="66" y="56"/>
                  <a:pt x="66" y="56"/>
                  <a:pt x="66" y="56"/>
                </a:cubicBezTo>
                <a:cubicBezTo>
                  <a:pt x="66" y="55"/>
                  <a:pt x="66" y="55"/>
                  <a:pt x="66" y="55"/>
                </a:cubicBezTo>
                <a:cubicBezTo>
                  <a:pt x="66" y="52"/>
                  <a:pt x="67" y="49"/>
                  <a:pt x="68" y="47"/>
                </a:cubicBezTo>
                <a:cubicBezTo>
                  <a:pt x="69" y="45"/>
                  <a:pt x="69" y="45"/>
                  <a:pt x="69" y="45"/>
                </a:cubicBezTo>
                <a:cubicBezTo>
                  <a:pt x="69" y="45"/>
                  <a:pt x="69" y="45"/>
                  <a:pt x="69" y="45"/>
                </a:cubicBezTo>
                <a:cubicBezTo>
                  <a:pt x="73" y="36"/>
                  <a:pt x="82" y="30"/>
                  <a:pt x="92" y="29"/>
                </a:cubicBezTo>
                <a:cubicBezTo>
                  <a:pt x="93" y="29"/>
                  <a:pt x="93" y="29"/>
                  <a:pt x="93" y="29"/>
                </a:cubicBezTo>
                <a:cubicBezTo>
                  <a:pt x="99" y="29"/>
                  <a:pt x="99" y="29"/>
                  <a:pt x="99" y="29"/>
                </a:cubicBezTo>
                <a:cubicBezTo>
                  <a:pt x="100" y="29"/>
                  <a:pt x="100" y="29"/>
                  <a:pt x="100" y="29"/>
                </a:cubicBezTo>
                <a:cubicBezTo>
                  <a:pt x="105" y="29"/>
                  <a:pt x="105" y="29"/>
                  <a:pt x="105" y="29"/>
                </a:cubicBezTo>
                <a:cubicBezTo>
                  <a:pt x="108" y="21"/>
                  <a:pt x="108" y="21"/>
                  <a:pt x="108" y="21"/>
                </a:cubicBezTo>
                <a:cubicBezTo>
                  <a:pt x="108" y="21"/>
                  <a:pt x="108" y="21"/>
                  <a:pt x="108" y="21"/>
                </a:cubicBezTo>
                <a:cubicBezTo>
                  <a:pt x="109" y="19"/>
                  <a:pt x="109" y="19"/>
                  <a:pt x="109" y="19"/>
                </a:cubicBezTo>
                <a:cubicBezTo>
                  <a:pt x="109" y="18"/>
                  <a:pt x="110" y="17"/>
                  <a:pt x="111" y="17"/>
                </a:cubicBezTo>
                <a:cubicBezTo>
                  <a:pt x="131" y="17"/>
                  <a:pt x="131" y="17"/>
                  <a:pt x="131" y="17"/>
                </a:cubicBezTo>
                <a:cubicBezTo>
                  <a:pt x="133" y="17"/>
                  <a:pt x="134" y="19"/>
                  <a:pt x="134" y="20"/>
                </a:cubicBezTo>
                <a:cubicBezTo>
                  <a:pt x="134" y="99"/>
                  <a:pt x="134" y="99"/>
                  <a:pt x="134" y="99"/>
                </a:cubicBezTo>
                <a:cubicBezTo>
                  <a:pt x="134" y="99"/>
                  <a:pt x="134" y="100"/>
                  <a:pt x="133" y="101"/>
                </a:cubicBezTo>
                <a:cubicBezTo>
                  <a:pt x="133" y="101"/>
                  <a:pt x="132" y="101"/>
                  <a:pt x="131" y="101"/>
                </a:cubicBezTo>
                <a:lnTo>
                  <a:pt x="118" y="101"/>
                </a:lnTo>
                <a:close/>
                <a:moveTo>
                  <a:pt x="93" y="34"/>
                </a:moveTo>
                <a:cubicBezTo>
                  <a:pt x="81" y="35"/>
                  <a:pt x="71" y="46"/>
                  <a:pt x="71" y="58"/>
                </a:cubicBezTo>
                <a:cubicBezTo>
                  <a:pt x="71" y="71"/>
                  <a:pt x="81" y="81"/>
                  <a:pt x="93" y="82"/>
                </a:cubicBezTo>
                <a:cubicBezTo>
                  <a:pt x="94" y="82"/>
                  <a:pt x="94" y="82"/>
                  <a:pt x="94" y="82"/>
                </a:cubicBezTo>
                <a:cubicBezTo>
                  <a:pt x="107" y="82"/>
                  <a:pt x="107" y="82"/>
                  <a:pt x="107" y="82"/>
                </a:cubicBezTo>
                <a:cubicBezTo>
                  <a:pt x="108" y="82"/>
                  <a:pt x="109" y="83"/>
                  <a:pt x="110" y="84"/>
                </a:cubicBezTo>
                <a:cubicBezTo>
                  <a:pt x="113" y="96"/>
                  <a:pt x="113" y="96"/>
                  <a:pt x="113" y="96"/>
                </a:cubicBezTo>
                <a:cubicBezTo>
                  <a:pt x="129" y="96"/>
                  <a:pt x="129" y="96"/>
                  <a:pt x="129" y="96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3" y="23"/>
                  <a:pt x="113" y="23"/>
                  <a:pt x="113" y="23"/>
                </a:cubicBezTo>
                <a:cubicBezTo>
                  <a:pt x="109" y="32"/>
                  <a:pt x="109" y="32"/>
                  <a:pt x="109" y="32"/>
                </a:cubicBezTo>
                <a:cubicBezTo>
                  <a:pt x="108" y="33"/>
                  <a:pt x="107" y="34"/>
                  <a:pt x="106" y="34"/>
                </a:cubicBezTo>
                <a:cubicBezTo>
                  <a:pt x="94" y="34"/>
                  <a:pt x="94" y="34"/>
                  <a:pt x="94" y="34"/>
                </a:cubicBezTo>
                <a:lnTo>
                  <a:pt x="93" y="34"/>
                </a:lnTo>
                <a:close/>
              </a:path>
            </a:pathLst>
          </a:custGeom>
          <a:solidFill>
            <a:srgbClr val="8A8A8A"/>
          </a:solidFill>
          <a:ln w="6350" cap="flat" cmpd="sng" algn="ctr">
            <a:solidFill>
              <a:schemeClr val="tx2">
                <a:lumMod val="5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defTabSz="1219200"/>
            <a:endParaRPr lang="zh-CN" altLang="en-US" sz="240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Freeform 65"/>
          <p:cNvSpPr>
            <a:spLocks noEditPoints="1"/>
          </p:cNvSpPr>
          <p:nvPr/>
        </p:nvSpPr>
        <p:spPr bwMode="gray">
          <a:xfrm>
            <a:off x="7398038" y="2602069"/>
            <a:ext cx="363980" cy="369388"/>
          </a:xfrm>
          <a:custGeom>
            <a:avLst/>
            <a:gdLst>
              <a:gd name="T0" fmla="*/ 1 w 116"/>
              <a:gd name="T1" fmla="*/ 117 h 117"/>
              <a:gd name="T2" fmla="*/ 2 w 116"/>
              <a:gd name="T3" fmla="*/ 113 h 117"/>
              <a:gd name="T4" fmla="*/ 6 w 116"/>
              <a:gd name="T5" fmla="*/ 112 h 117"/>
              <a:gd name="T6" fmla="*/ 30 w 116"/>
              <a:gd name="T7" fmla="*/ 95 h 117"/>
              <a:gd name="T8" fmla="*/ 14 w 116"/>
              <a:gd name="T9" fmla="*/ 63 h 117"/>
              <a:gd name="T10" fmla="*/ 5 w 116"/>
              <a:gd name="T11" fmla="*/ 48 h 117"/>
              <a:gd name="T12" fmla="*/ 41 w 116"/>
              <a:gd name="T13" fmla="*/ 9 h 117"/>
              <a:gd name="T14" fmla="*/ 53 w 116"/>
              <a:gd name="T15" fmla="*/ 7 h 117"/>
              <a:gd name="T16" fmla="*/ 82 w 116"/>
              <a:gd name="T17" fmla="*/ 9 h 117"/>
              <a:gd name="T18" fmla="*/ 90 w 116"/>
              <a:gd name="T19" fmla="*/ 13 h 117"/>
              <a:gd name="T20" fmla="*/ 91 w 116"/>
              <a:gd name="T21" fmla="*/ 7 h 117"/>
              <a:gd name="T22" fmla="*/ 102 w 116"/>
              <a:gd name="T23" fmla="*/ 0 h 117"/>
              <a:gd name="T24" fmla="*/ 114 w 116"/>
              <a:gd name="T25" fmla="*/ 7 h 117"/>
              <a:gd name="T26" fmla="*/ 113 w 116"/>
              <a:gd name="T27" fmla="*/ 11 h 117"/>
              <a:gd name="T28" fmla="*/ 102 w 116"/>
              <a:gd name="T29" fmla="*/ 6 h 117"/>
              <a:gd name="T30" fmla="*/ 95 w 116"/>
              <a:gd name="T31" fmla="*/ 20 h 117"/>
              <a:gd name="T32" fmla="*/ 112 w 116"/>
              <a:gd name="T33" fmla="*/ 19 h 117"/>
              <a:gd name="T34" fmla="*/ 115 w 116"/>
              <a:gd name="T35" fmla="*/ 20 h 117"/>
              <a:gd name="T36" fmla="*/ 104 w 116"/>
              <a:gd name="T37" fmla="*/ 29 h 117"/>
              <a:gd name="T38" fmla="*/ 101 w 116"/>
              <a:gd name="T39" fmla="*/ 29 h 117"/>
              <a:gd name="T40" fmla="*/ 90 w 116"/>
              <a:gd name="T41" fmla="*/ 21 h 117"/>
              <a:gd name="T42" fmla="*/ 82 w 116"/>
              <a:gd name="T43" fmla="*/ 17 h 117"/>
              <a:gd name="T44" fmla="*/ 79 w 116"/>
              <a:gd name="T45" fmla="*/ 23 h 117"/>
              <a:gd name="T46" fmla="*/ 60 w 116"/>
              <a:gd name="T47" fmla="*/ 24 h 117"/>
              <a:gd name="T48" fmla="*/ 39 w 116"/>
              <a:gd name="T49" fmla="*/ 46 h 117"/>
              <a:gd name="T50" fmla="*/ 59 w 116"/>
              <a:gd name="T51" fmla="*/ 74 h 117"/>
              <a:gd name="T52" fmla="*/ 60 w 116"/>
              <a:gd name="T53" fmla="*/ 95 h 117"/>
              <a:gd name="T54" fmla="*/ 85 w 116"/>
              <a:gd name="T55" fmla="*/ 112 h 117"/>
              <a:gd name="T56" fmla="*/ 88 w 116"/>
              <a:gd name="T57" fmla="*/ 113 h 117"/>
              <a:gd name="T58" fmla="*/ 91 w 116"/>
              <a:gd name="T59" fmla="*/ 115 h 117"/>
              <a:gd name="T60" fmla="*/ 2 w 116"/>
              <a:gd name="T61" fmla="*/ 117 h 117"/>
              <a:gd name="T62" fmla="*/ 11 w 116"/>
              <a:gd name="T63" fmla="*/ 112 h 117"/>
              <a:gd name="T64" fmla="*/ 80 w 116"/>
              <a:gd name="T65" fmla="*/ 113 h 117"/>
              <a:gd name="T66" fmla="*/ 65 w 116"/>
              <a:gd name="T67" fmla="*/ 99 h 117"/>
              <a:gd name="T68" fmla="*/ 35 w 116"/>
              <a:gd name="T69" fmla="*/ 95 h 117"/>
              <a:gd name="T70" fmla="*/ 55 w 116"/>
              <a:gd name="T71" fmla="*/ 84 h 117"/>
              <a:gd name="T72" fmla="*/ 44 w 116"/>
              <a:gd name="T73" fmla="*/ 88 h 117"/>
              <a:gd name="T74" fmla="*/ 35 w 116"/>
              <a:gd name="T75" fmla="*/ 85 h 117"/>
              <a:gd name="T76" fmla="*/ 38 w 116"/>
              <a:gd name="T77" fmla="*/ 53 h 117"/>
              <a:gd name="T78" fmla="*/ 22 w 116"/>
              <a:gd name="T79" fmla="*/ 64 h 117"/>
              <a:gd name="T80" fmla="*/ 42 w 116"/>
              <a:gd name="T81" fmla="*/ 83 h 117"/>
              <a:gd name="T82" fmla="*/ 53 w 116"/>
              <a:gd name="T83" fmla="*/ 79 h 117"/>
              <a:gd name="T84" fmla="*/ 38 w 116"/>
              <a:gd name="T85" fmla="*/ 52 h 117"/>
              <a:gd name="T86" fmla="*/ 22 w 116"/>
              <a:gd name="T87" fmla="*/ 36 h 117"/>
              <a:gd name="T88" fmla="*/ 10 w 116"/>
              <a:gd name="T89" fmla="*/ 49 h 117"/>
              <a:gd name="T90" fmla="*/ 22 w 116"/>
              <a:gd name="T91" fmla="*/ 60 h 117"/>
              <a:gd name="T92" fmla="*/ 33 w 116"/>
              <a:gd name="T93" fmla="*/ 46 h 117"/>
              <a:gd name="T94" fmla="*/ 22 w 116"/>
              <a:gd name="T95" fmla="*/ 36 h 117"/>
              <a:gd name="T96" fmla="*/ 48 w 116"/>
              <a:gd name="T97" fmla="*/ 11 h 117"/>
              <a:gd name="T98" fmla="*/ 26 w 116"/>
              <a:gd name="T99" fmla="*/ 32 h 117"/>
              <a:gd name="T100" fmla="*/ 36 w 116"/>
              <a:gd name="T101" fmla="*/ 40 h 117"/>
              <a:gd name="T102" fmla="*/ 54 w 116"/>
              <a:gd name="T103" fmla="*/ 23 h 117"/>
              <a:gd name="T104" fmla="*/ 49 w 116"/>
              <a:gd name="T105" fmla="*/ 11 h 117"/>
              <a:gd name="T106" fmla="*/ 62 w 116"/>
              <a:gd name="T107" fmla="*/ 18 h 117"/>
              <a:gd name="T108" fmla="*/ 77 w 116"/>
              <a:gd name="T109" fmla="*/ 19 h 117"/>
              <a:gd name="T110" fmla="*/ 60 w 116"/>
              <a:gd name="T111" fmla="*/ 11 h 117"/>
              <a:gd name="T112" fmla="*/ 22 w 116"/>
              <a:gd name="T113" fmla="*/ 50 h 117"/>
              <a:gd name="T114" fmla="*/ 19 w 116"/>
              <a:gd name="T115" fmla="*/ 48 h 117"/>
              <a:gd name="T116" fmla="*/ 22 w 116"/>
              <a:gd name="T117" fmla="*/ 45 h 117"/>
              <a:gd name="T118" fmla="*/ 23 w 116"/>
              <a:gd name="T119" fmla="*/ 49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6" h="117">
                <a:moveTo>
                  <a:pt x="2" y="117"/>
                </a:moveTo>
                <a:cubicBezTo>
                  <a:pt x="2" y="117"/>
                  <a:pt x="1" y="117"/>
                  <a:pt x="1" y="117"/>
                </a:cubicBezTo>
                <a:cubicBezTo>
                  <a:pt x="0" y="116"/>
                  <a:pt x="0" y="115"/>
                  <a:pt x="0" y="114"/>
                </a:cubicBezTo>
                <a:cubicBezTo>
                  <a:pt x="0" y="113"/>
                  <a:pt x="1" y="113"/>
                  <a:pt x="2" y="113"/>
                </a:cubicBezTo>
                <a:cubicBezTo>
                  <a:pt x="6" y="113"/>
                  <a:pt x="6" y="113"/>
                  <a:pt x="6" y="113"/>
                </a:cubicBezTo>
                <a:cubicBezTo>
                  <a:pt x="6" y="112"/>
                  <a:pt x="6" y="112"/>
                  <a:pt x="6" y="112"/>
                </a:cubicBezTo>
                <a:cubicBezTo>
                  <a:pt x="7" y="102"/>
                  <a:pt x="16" y="95"/>
                  <a:pt x="26" y="95"/>
                </a:cubicBezTo>
                <a:cubicBezTo>
                  <a:pt x="30" y="95"/>
                  <a:pt x="30" y="95"/>
                  <a:pt x="30" y="95"/>
                </a:cubicBezTo>
                <a:cubicBezTo>
                  <a:pt x="30" y="80"/>
                  <a:pt x="30" y="80"/>
                  <a:pt x="30" y="80"/>
                </a:cubicBezTo>
                <a:cubicBezTo>
                  <a:pt x="14" y="63"/>
                  <a:pt x="14" y="63"/>
                  <a:pt x="14" y="63"/>
                </a:cubicBezTo>
                <a:cubicBezTo>
                  <a:pt x="13" y="63"/>
                  <a:pt x="12" y="62"/>
                  <a:pt x="12" y="61"/>
                </a:cubicBezTo>
                <a:cubicBezTo>
                  <a:pt x="8" y="58"/>
                  <a:pt x="5" y="53"/>
                  <a:pt x="5" y="48"/>
                </a:cubicBezTo>
                <a:cubicBezTo>
                  <a:pt x="5" y="40"/>
                  <a:pt x="11" y="33"/>
                  <a:pt x="19" y="31"/>
                </a:cubicBezTo>
                <a:cubicBezTo>
                  <a:pt x="41" y="9"/>
                  <a:pt x="41" y="9"/>
                  <a:pt x="41" y="9"/>
                </a:cubicBezTo>
                <a:cubicBezTo>
                  <a:pt x="43" y="7"/>
                  <a:pt x="46" y="6"/>
                  <a:pt x="49" y="6"/>
                </a:cubicBezTo>
                <a:cubicBezTo>
                  <a:pt x="51" y="6"/>
                  <a:pt x="52" y="6"/>
                  <a:pt x="53" y="7"/>
                </a:cubicBezTo>
                <a:cubicBezTo>
                  <a:pt x="79" y="7"/>
                  <a:pt x="79" y="7"/>
                  <a:pt x="79" y="7"/>
                </a:cubicBezTo>
                <a:cubicBezTo>
                  <a:pt x="81" y="7"/>
                  <a:pt x="82" y="8"/>
                  <a:pt x="82" y="9"/>
                </a:cubicBezTo>
                <a:cubicBezTo>
                  <a:pt x="82" y="13"/>
                  <a:pt x="82" y="13"/>
                  <a:pt x="82" y="13"/>
                </a:cubicBezTo>
                <a:cubicBezTo>
                  <a:pt x="90" y="13"/>
                  <a:pt x="90" y="13"/>
                  <a:pt x="90" y="13"/>
                </a:cubicBezTo>
                <a:cubicBezTo>
                  <a:pt x="90" y="9"/>
                  <a:pt x="90" y="9"/>
                  <a:pt x="90" y="9"/>
                </a:cubicBezTo>
                <a:cubicBezTo>
                  <a:pt x="90" y="8"/>
                  <a:pt x="90" y="7"/>
                  <a:pt x="91" y="7"/>
                </a:cubicBezTo>
                <a:cubicBezTo>
                  <a:pt x="101" y="1"/>
                  <a:pt x="101" y="1"/>
                  <a:pt x="101" y="1"/>
                </a:cubicBezTo>
                <a:cubicBezTo>
                  <a:pt x="102" y="1"/>
                  <a:pt x="102" y="0"/>
                  <a:pt x="102" y="0"/>
                </a:cubicBezTo>
                <a:cubicBezTo>
                  <a:pt x="103" y="0"/>
                  <a:pt x="103" y="1"/>
                  <a:pt x="104" y="1"/>
                </a:cubicBezTo>
                <a:cubicBezTo>
                  <a:pt x="114" y="7"/>
                  <a:pt x="114" y="7"/>
                  <a:pt x="114" y="7"/>
                </a:cubicBezTo>
                <a:cubicBezTo>
                  <a:pt x="115" y="8"/>
                  <a:pt x="116" y="9"/>
                  <a:pt x="115" y="10"/>
                </a:cubicBezTo>
                <a:cubicBezTo>
                  <a:pt x="115" y="11"/>
                  <a:pt x="114" y="11"/>
                  <a:pt x="113" y="11"/>
                </a:cubicBezTo>
                <a:cubicBezTo>
                  <a:pt x="112" y="11"/>
                  <a:pt x="112" y="11"/>
                  <a:pt x="112" y="11"/>
                </a:cubicBezTo>
                <a:cubicBezTo>
                  <a:pt x="102" y="6"/>
                  <a:pt x="102" y="6"/>
                  <a:pt x="102" y="6"/>
                </a:cubicBezTo>
                <a:cubicBezTo>
                  <a:pt x="95" y="10"/>
                  <a:pt x="95" y="10"/>
                  <a:pt x="95" y="10"/>
                </a:cubicBezTo>
                <a:cubicBezTo>
                  <a:pt x="95" y="20"/>
                  <a:pt x="95" y="20"/>
                  <a:pt x="95" y="20"/>
                </a:cubicBezTo>
                <a:cubicBezTo>
                  <a:pt x="102" y="24"/>
                  <a:pt x="102" y="24"/>
                  <a:pt x="102" y="24"/>
                </a:cubicBezTo>
                <a:cubicBezTo>
                  <a:pt x="112" y="19"/>
                  <a:pt x="112" y="19"/>
                  <a:pt x="112" y="19"/>
                </a:cubicBezTo>
                <a:cubicBezTo>
                  <a:pt x="112" y="19"/>
                  <a:pt x="112" y="18"/>
                  <a:pt x="113" y="18"/>
                </a:cubicBezTo>
                <a:cubicBezTo>
                  <a:pt x="114" y="18"/>
                  <a:pt x="115" y="19"/>
                  <a:pt x="115" y="20"/>
                </a:cubicBezTo>
                <a:cubicBezTo>
                  <a:pt x="116" y="21"/>
                  <a:pt x="115" y="22"/>
                  <a:pt x="114" y="23"/>
                </a:cubicBezTo>
                <a:cubicBezTo>
                  <a:pt x="104" y="29"/>
                  <a:pt x="104" y="29"/>
                  <a:pt x="104" y="29"/>
                </a:cubicBezTo>
                <a:cubicBezTo>
                  <a:pt x="103" y="29"/>
                  <a:pt x="103" y="29"/>
                  <a:pt x="103" y="29"/>
                </a:cubicBezTo>
                <a:cubicBezTo>
                  <a:pt x="102" y="29"/>
                  <a:pt x="102" y="29"/>
                  <a:pt x="101" y="29"/>
                </a:cubicBezTo>
                <a:cubicBezTo>
                  <a:pt x="91" y="23"/>
                  <a:pt x="91" y="23"/>
                  <a:pt x="91" y="23"/>
                </a:cubicBezTo>
                <a:cubicBezTo>
                  <a:pt x="90" y="23"/>
                  <a:pt x="90" y="22"/>
                  <a:pt x="90" y="21"/>
                </a:cubicBezTo>
                <a:cubicBezTo>
                  <a:pt x="90" y="17"/>
                  <a:pt x="90" y="17"/>
                  <a:pt x="90" y="17"/>
                </a:cubicBezTo>
                <a:cubicBezTo>
                  <a:pt x="82" y="17"/>
                  <a:pt x="82" y="17"/>
                  <a:pt x="82" y="17"/>
                </a:cubicBezTo>
                <a:cubicBezTo>
                  <a:pt x="82" y="21"/>
                  <a:pt x="82" y="21"/>
                  <a:pt x="82" y="21"/>
                </a:cubicBezTo>
                <a:cubicBezTo>
                  <a:pt x="82" y="22"/>
                  <a:pt x="81" y="23"/>
                  <a:pt x="79" y="23"/>
                </a:cubicBezTo>
                <a:cubicBezTo>
                  <a:pt x="60" y="23"/>
                  <a:pt x="60" y="23"/>
                  <a:pt x="60" y="23"/>
                </a:cubicBezTo>
                <a:cubicBezTo>
                  <a:pt x="60" y="24"/>
                  <a:pt x="60" y="24"/>
                  <a:pt x="60" y="24"/>
                </a:cubicBezTo>
                <a:cubicBezTo>
                  <a:pt x="60" y="25"/>
                  <a:pt x="59" y="26"/>
                  <a:pt x="58" y="27"/>
                </a:cubicBezTo>
                <a:cubicBezTo>
                  <a:pt x="39" y="46"/>
                  <a:pt x="39" y="46"/>
                  <a:pt x="39" y="46"/>
                </a:cubicBezTo>
                <a:cubicBezTo>
                  <a:pt x="55" y="62"/>
                  <a:pt x="55" y="62"/>
                  <a:pt x="55" y="62"/>
                </a:cubicBezTo>
                <a:cubicBezTo>
                  <a:pt x="58" y="65"/>
                  <a:pt x="60" y="70"/>
                  <a:pt x="59" y="74"/>
                </a:cubicBezTo>
                <a:cubicBezTo>
                  <a:pt x="60" y="75"/>
                  <a:pt x="60" y="86"/>
                  <a:pt x="60" y="94"/>
                </a:cubicBezTo>
                <a:cubicBezTo>
                  <a:pt x="60" y="95"/>
                  <a:pt x="60" y="95"/>
                  <a:pt x="60" y="95"/>
                </a:cubicBezTo>
                <a:cubicBezTo>
                  <a:pt x="65" y="95"/>
                  <a:pt x="65" y="95"/>
                  <a:pt x="65" y="95"/>
                </a:cubicBezTo>
                <a:cubicBezTo>
                  <a:pt x="75" y="95"/>
                  <a:pt x="84" y="102"/>
                  <a:pt x="85" y="112"/>
                </a:cubicBezTo>
                <a:cubicBezTo>
                  <a:pt x="85" y="113"/>
                  <a:pt x="85" y="113"/>
                  <a:pt x="85" y="113"/>
                </a:cubicBezTo>
                <a:cubicBezTo>
                  <a:pt x="88" y="113"/>
                  <a:pt x="88" y="113"/>
                  <a:pt x="88" y="113"/>
                </a:cubicBezTo>
                <a:cubicBezTo>
                  <a:pt x="89" y="113"/>
                  <a:pt x="90" y="113"/>
                  <a:pt x="90" y="113"/>
                </a:cubicBezTo>
                <a:cubicBezTo>
                  <a:pt x="91" y="114"/>
                  <a:pt x="91" y="115"/>
                  <a:pt x="91" y="115"/>
                </a:cubicBezTo>
                <a:cubicBezTo>
                  <a:pt x="91" y="117"/>
                  <a:pt x="90" y="117"/>
                  <a:pt x="88" y="117"/>
                </a:cubicBezTo>
                <a:lnTo>
                  <a:pt x="2" y="117"/>
                </a:lnTo>
                <a:close/>
                <a:moveTo>
                  <a:pt x="26" y="99"/>
                </a:moveTo>
                <a:cubicBezTo>
                  <a:pt x="19" y="99"/>
                  <a:pt x="12" y="105"/>
                  <a:pt x="11" y="112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80" y="113"/>
                  <a:pt x="80" y="113"/>
                  <a:pt x="80" y="113"/>
                </a:cubicBezTo>
                <a:cubicBezTo>
                  <a:pt x="80" y="112"/>
                  <a:pt x="80" y="112"/>
                  <a:pt x="80" y="112"/>
                </a:cubicBezTo>
                <a:cubicBezTo>
                  <a:pt x="79" y="105"/>
                  <a:pt x="72" y="99"/>
                  <a:pt x="65" y="99"/>
                </a:cubicBezTo>
                <a:lnTo>
                  <a:pt x="26" y="99"/>
                </a:lnTo>
                <a:close/>
                <a:moveTo>
                  <a:pt x="35" y="95"/>
                </a:moveTo>
                <a:cubicBezTo>
                  <a:pt x="55" y="95"/>
                  <a:pt x="55" y="95"/>
                  <a:pt x="55" y="95"/>
                </a:cubicBezTo>
                <a:cubicBezTo>
                  <a:pt x="55" y="84"/>
                  <a:pt x="55" y="84"/>
                  <a:pt x="55" y="84"/>
                </a:cubicBezTo>
                <a:cubicBezTo>
                  <a:pt x="54" y="85"/>
                  <a:pt x="54" y="85"/>
                  <a:pt x="54" y="85"/>
                </a:cubicBezTo>
                <a:cubicBezTo>
                  <a:pt x="51" y="87"/>
                  <a:pt x="48" y="88"/>
                  <a:pt x="44" y="88"/>
                </a:cubicBezTo>
                <a:cubicBezTo>
                  <a:pt x="41" y="88"/>
                  <a:pt x="38" y="87"/>
                  <a:pt x="36" y="85"/>
                </a:cubicBezTo>
                <a:cubicBezTo>
                  <a:pt x="35" y="85"/>
                  <a:pt x="35" y="85"/>
                  <a:pt x="35" y="85"/>
                </a:cubicBezTo>
                <a:lnTo>
                  <a:pt x="35" y="95"/>
                </a:lnTo>
                <a:close/>
                <a:moveTo>
                  <a:pt x="38" y="53"/>
                </a:moveTo>
                <a:cubicBezTo>
                  <a:pt x="36" y="59"/>
                  <a:pt x="30" y="64"/>
                  <a:pt x="23" y="64"/>
                </a:cubicBezTo>
                <a:cubicBezTo>
                  <a:pt x="22" y="64"/>
                  <a:pt x="22" y="64"/>
                  <a:pt x="22" y="64"/>
                </a:cubicBezTo>
                <a:cubicBezTo>
                  <a:pt x="37" y="80"/>
                  <a:pt x="37" y="80"/>
                  <a:pt x="37" y="80"/>
                </a:cubicBezTo>
                <a:cubicBezTo>
                  <a:pt x="39" y="81"/>
                  <a:pt x="40" y="82"/>
                  <a:pt x="42" y="83"/>
                </a:cubicBezTo>
                <a:cubicBezTo>
                  <a:pt x="43" y="83"/>
                  <a:pt x="44" y="83"/>
                  <a:pt x="44" y="83"/>
                </a:cubicBezTo>
                <a:cubicBezTo>
                  <a:pt x="48" y="83"/>
                  <a:pt x="51" y="82"/>
                  <a:pt x="53" y="79"/>
                </a:cubicBezTo>
                <a:cubicBezTo>
                  <a:pt x="56" y="75"/>
                  <a:pt x="55" y="69"/>
                  <a:pt x="51" y="65"/>
                </a:cubicBezTo>
                <a:cubicBezTo>
                  <a:pt x="38" y="52"/>
                  <a:pt x="38" y="52"/>
                  <a:pt x="38" y="52"/>
                </a:cubicBezTo>
                <a:lnTo>
                  <a:pt x="38" y="53"/>
                </a:lnTo>
                <a:close/>
                <a:moveTo>
                  <a:pt x="22" y="36"/>
                </a:moveTo>
                <a:cubicBezTo>
                  <a:pt x="18" y="36"/>
                  <a:pt x="15" y="37"/>
                  <a:pt x="13" y="40"/>
                </a:cubicBezTo>
                <a:cubicBezTo>
                  <a:pt x="11" y="43"/>
                  <a:pt x="9" y="46"/>
                  <a:pt x="10" y="49"/>
                </a:cubicBezTo>
                <a:cubicBezTo>
                  <a:pt x="11" y="55"/>
                  <a:pt x="15" y="59"/>
                  <a:pt x="20" y="59"/>
                </a:cubicBezTo>
                <a:cubicBezTo>
                  <a:pt x="21" y="60"/>
                  <a:pt x="21" y="60"/>
                  <a:pt x="22" y="60"/>
                </a:cubicBezTo>
                <a:cubicBezTo>
                  <a:pt x="25" y="60"/>
                  <a:pt x="28" y="58"/>
                  <a:pt x="30" y="56"/>
                </a:cubicBezTo>
                <a:cubicBezTo>
                  <a:pt x="33" y="53"/>
                  <a:pt x="34" y="50"/>
                  <a:pt x="33" y="46"/>
                </a:cubicBezTo>
                <a:cubicBezTo>
                  <a:pt x="33" y="41"/>
                  <a:pt x="28" y="37"/>
                  <a:pt x="23" y="36"/>
                </a:cubicBezTo>
                <a:cubicBezTo>
                  <a:pt x="23" y="36"/>
                  <a:pt x="22" y="36"/>
                  <a:pt x="22" y="36"/>
                </a:cubicBezTo>
                <a:close/>
                <a:moveTo>
                  <a:pt x="49" y="11"/>
                </a:moveTo>
                <a:cubicBezTo>
                  <a:pt x="49" y="11"/>
                  <a:pt x="49" y="11"/>
                  <a:pt x="48" y="11"/>
                </a:cubicBezTo>
                <a:cubicBezTo>
                  <a:pt x="47" y="11"/>
                  <a:pt x="45" y="12"/>
                  <a:pt x="44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26" y="32"/>
                  <a:pt x="26" y="32"/>
                  <a:pt x="26" y="32"/>
                </a:cubicBezTo>
                <a:cubicBezTo>
                  <a:pt x="31" y="33"/>
                  <a:pt x="34" y="36"/>
                  <a:pt x="36" y="40"/>
                </a:cubicBezTo>
                <a:cubicBezTo>
                  <a:pt x="37" y="41"/>
                  <a:pt x="37" y="41"/>
                  <a:pt x="37" y="41"/>
                </a:cubicBezTo>
                <a:cubicBezTo>
                  <a:pt x="54" y="23"/>
                  <a:pt x="54" y="23"/>
                  <a:pt x="54" y="23"/>
                </a:cubicBezTo>
                <a:cubicBezTo>
                  <a:pt x="57" y="21"/>
                  <a:pt x="57" y="17"/>
                  <a:pt x="55" y="14"/>
                </a:cubicBezTo>
                <a:cubicBezTo>
                  <a:pt x="54" y="12"/>
                  <a:pt x="52" y="11"/>
                  <a:pt x="49" y="11"/>
                </a:cubicBezTo>
                <a:close/>
                <a:moveTo>
                  <a:pt x="60" y="12"/>
                </a:moveTo>
                <a:cubicBezTo>
                  <a:pt x="61" y="14"/>
                  <a:pt x="62" y="16"/>
                  <a:pt x="62" y="18"/>
                </a:cubicBezTo>
                <a:cubicBezTo>
                  <a:pt x="62" y="19"/>
                  <a:pt x="62" y="19"/>
                  <a:pt x="62" y="19"/>
                </a:cubicBezTo>
                <a:cubicBezTo>
                  <a:pt x="77" y="19"/>
                  <a:pt x="77" y="19"/>
                  <a:pt x="77" y="19"/>
                </a:cubicBezTo>
                <a:cubicBezTo>
                  <a:pt x="77" y="11"/>
                  <a:pt x="77" y="11"/>
                  <a:pt x="77" y="11"/>
                </a:cubicBezTo>
                <a:cubicBezTo>
                  <a:pt x="60" y="11"/>
                  <a:pt x="60" y="11"/>
                  <a:pt x="60" y="11"/>
                </a:cubicBezTo>
                <a:lnTo>
                  <a:pt x="60" y="12"/>
                </a:lnTo>
                <a:close/>
                <a:moveTo>
                  <a:pt x="22" y="50"/>
                </a:moveTo>
                <a:cubicBezTo>
                  <a:pt x="21" y="50"/>
                  <a:pt x="21" y="50"/>
                  <a:pt x="21" y="50"/>
                </a:cubicBezTo>
                <a:cubicBezTo>
                  <a:pt x="20" y="50"/>
                  <a:pt x="19" y="49"/>
                  <a:pt x="19" y="48"/>
                </a:cubicBezTo>
                <a:cubicBezTo>
                  <a:pt x="19" y="48"/>
                  <a:pt x="19" y="47"/>
                  <a:pt x="20" y="46"/>
                </a:cubicBezTo>
                <a:cubicBezTo>
                  <a:pt x="20" y="46"/>
                  <a:pt x="21" y="45"/>
                  <a:pt x="22" y="45"/>
                </a:cubicBezTo>
                <a:cubicBezTo>
                  <a:pt x="23" y="45"/>
                  <a:pt x="24" y="46"/>
                  <a:pt x="24" y="48"/>
                </a:cubicBezTo>
                <a:cubicBezTo>
                  <a:pt x="24" y="48"/>
                  <a:pt x="24" y="49"/>
                  <a:pt x="23" y="49"/>
                </a:cubicBezTo>
                <a:cubicBezTo>
                  <a:pt x="23" y="50"/>
                  <a:pt x="22" y="50"/>
                  <a:pt x="22" y="50"/>
                </a:cubicBezTo>
                <a:close/>
              </a:path>
            </a:pathLst>
          </a:custGeom>
          <a:solidFill>
            <a:srgbClr val="8A8A8A"/>
          </a:solidFill>
          <a:ln w="6350" cap="flat" cmpd="sng" algn="ctr">
            <a:solidFill>
              <a:schemeClr val="tx2">
                <a:lumMod val="5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defTabSz="1219200"/>
            <a:endParaRPr lang="zh-CN" altLang="en-US" sz="240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6" name="组合 55"/>
          <p:cNvGrpSpPr/>
          <p:nvPr/>
        </p:nvGrpSpPr>
        <p:grpSpPr bwMode="gray">
          <a:xfrm>
            <a:off x="7908305" y="1935219"/>
            <a:ext cx="442028" cy="317610"/>
            <a:chOff x="3000375" y="1493838"/>
            <a:chExt cx="682625" cy="490538"/>
          </a:xfrm>
          <a:solidFill>
            <a:srgbClr val="8A8A8A"/>
          </a:solidFill>
          <a:effectLst/>
        </p:grpSpPr>
        <p:sp>
          <p:nvSpPr>
            <p:cNvPr id="57" name="Freeform 69"/>
            <p:cNvSpPr/>
            <p:nvPr/>
          </p:nvSpPr>
          <p:spPr bwMode="gray">
            <a:xfrm>
              <a:off x="3000375" y="1524001"/>
              <a:ext cx="682625" cy="409575"/>
            </a:xfrm>
            <a:custGeom>
              <a:avLst/>
              <a:gdLst>
                <a:gd name="T0" fmla="*/ 10 w 179"/>
                <a:gd name="T1" fmla="*/ 107 h 107"/>
                <a:gd name="T2" fmla="*/ 0 w 179"/>
                <a:gd name="T3" fmla="*/ 98 h 107"/>
                <a:gd name="T4" fmla="*/ 0 w 179"/>
                <a:gd name="T5" fmla="*/ 11 h 107"/>
                <a:gd name="T6" fmla="*/ 11 w 179"/>
                <a:gd name="T7" fmla="*/ 0 h 107"/>
                <a:gd name="T8" fmla="*/ 118 w 179"/>
                <a:gd name="T9" fmla="*/ 0 h 107"/>
                <a:gd name="T10" fmla="*/ 129 w 179"/>
                <a:gd name="T11" fmla="*/ 5 h 107"/>
                <a:gd name="T12" fmla="*/ 175 w 179"/>
                <a:gd name="T13" fmla="*/ 54 h 107"/>
                <a:gd name="T14" fmla="*/ 179 w 179"/>
                <a:gd name="T15" fmla="*/ 64 h 107"/>
                <a:gd name="T16" fmla="*/ 179 w 179"/>
                <a:gd name="T17" fmla="*/ 97 h 107"/>
                <a:gd name="T18" fmla="*/ 169 w 179"/>
                <a:gd name="T19" fmla="*/ 107 h 107"/>
                <a:gd name="T20" fmla="*/ 159 w 179"/>
                <a:gd name="T21" fmla="*/ 107 h 107"/>
                <a:gd name="T22" fmla="*/ 159 w 179"/>
                <a:gd name="T23" fmla="*/ 102 h 107"/>
                <a:gd name="T24" fmla="*/ 169 w 179"/>
                <a:gd name="T25" fmla="*/ 102 h 107"/>
                <a:gd name="T26" fmla="*/ 174 w 179"/>
                <a:gd name="T27" fmla="*/ 97 h 107"/>
                <a:gd name="T28" fmla="*/ 174 w 179"/>
                <a:gd name="T29" fmla="*/ 64 h 107"/>
                <a:gd name="T30" fmla="*/ 171 w 179"/>
                <a:gd name="T31" fmla="*/ 57 h 107"/>
                <a:gd name="T32" fmla="*/ 126 w 179"/>
                <a:gd name="T33" fmla="*/ 8 h 107"/>
                <a:gd name="T34" fmla="*/ 118 w 179"/>
                <a:gd name="T35" fmla="*/ 5 h 107"/>
                <a:gd name="T36" fmla="*/ 11 w 179"/>
                <a:gd name="T37" fmla="*/ 5 h 107"/>
                <a:gd name="T38" fmla="*/ 5 w 179"/>
                <a:gd name="T39" fmla="*/ 11 h 107"/>
                <a:gd name="T40" fmla="*/ 5 w 179"/>
                <a:gd name="T41" fmla="*/ 98 h 107"/>
                <a:gd name="T42" fmla="*/ 10 w 179"/>
                <a:gd name="T43" fmla="*/ 102 h 107"/>
                <a:gd name="T44" fmla="*/ 22 w 179"/>
                <a:gd name="T45" fmla="*/ 102 h 107"/>
                <a:gd name="T46" fmla="*/ 22 w 179"/>
                <a:gd name="T47" fmla="*/ 107 h 107"/>
                <a:gd name="T48" fmla="*/ 10 w 179"/>
                <a:gd name="T49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9" h="107">
                  <a:moveTo>
                    <a:pt x="10" y="107"/>
                  </a:moveTo>
                  <a:cubicBezTo>
                    <a:pt x="4" y="107"/>
                    <a:pt x="0" y="103"/>
                    <a:pt x="0" y="9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22" y="0"/>
                    <a:pt x="126" y="2"/>
                    <a:pt x="129" y="5"/>
                  </a:cubicBezTo>
                  <a:cubicBezTo>
                    <a:pt x="175" y="54"/>
                    <a:pt x="175" y="54"/>
                    <a:pt x="175" y="54"/>
                  </a:cubicBezTo>
                  <a:cubicBezTo>
                    <a:pt x="177" y="57"/>
                    <a:pt x="179" y="60"/>
                    <a:pt x="179" y="64"/>
                  </a:cubicBezTo>
                  <a:cubicBezTo>
                    <a:pt x="179" y="97"/>
                    <a:pt x="179" y="97"/>
                    <a:pt x="179" y="97"/>
                  </a:cubicBezTo>
                  <a:cubicBezTo>
                    <a:pt x="179" y="103"/>
                    <a:pt x="174" y="107"/>
                    <a:pt x="169" y="107"/>
                  </a:cubicBezTo>
                  <a:cubicBezTo>
                    <a:pt x="159" y="107"/>
                    <a:pt x="159" y="107"/>
                    <a:pt x="159" y="107"/>
                  </a:cubicBezTo>
                  <a:cubicBezTo>
                    <a:pt x="159" y="102"/>
                    <a:pt x="159" y="102"/>
                    <a:pt x="159" y="102"/>
                  </a:cubicBezTo>
                  <a:cubicBezTo>
                    <a:pt x="169" y="102"/>
                    <a:pt x="169" y="102"/>
                    <a:pt x="169" y="102"/>
                  </a:cubicBezTo>
                  <a:cubicBezTo>
                    <a:pt x="172" y="102"/>
                    <a:pt x="174" y="100"/>
                    <a:pt x="174" y="97"/>
                  </a:cubicBezTo>
                  <a:cubicBezTo>
                    <a:pt x="174" y="64"/>
                    <a:pt x="174" y="64"/>
                    <a:pt x="174" y="64"/>
                  </a:cubicBezTo>
                  <a:cubicBezTo>
                    <a:pt x="174" y="61"/>
                    <a:pt x="173" y="59"/>
                    <a:pt x="171" y="57"/>
                  </a:cubicBezTo>
                  <a:cubicBezTo>
                    <a:pt x="126" y="8"/>
                    <a:pt x="126" y="8"/>
                    <a:pt x="126" y="8"/>
                  </a:cubicBezTo>
                  <a:cubicBezTo>
                    <a:pt x="124" y="6"/>
                    <a:pt x="121" y="5"/>
                    <a:pt x="118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8" y="5"/>
                    <a:pt x="5" y="7"/>
                    <a:pt x="5" y="11"/>
                  </a:cubicBezTo>
                  <a:cubicBezTo>
                    <a:pt x="5" y="98"/>
                    <a:pt x="5" y="98"/>
                    <a:pt x="5" y="98"/>
                  </a:cubicBezTo>
                  <a:cubicBezTo>
                    <a:pt x="5" y="100"/>
                    <a:pt x="7" y="102"/>
                    <a:pt x="10" y="102"/>
                  </a:cubicBezTo>
                  <a:cubicBezTo>
                    <a:pt x="22" y="102"/>
                    <a:pt x="22" y="102"/>
                    <a:pt x="22" y="102"/>
                  </a:cubicBezTo>
                  <a:cubicBezTo>
                    <a:pt x="22" y="107"/>
                    <a:pt x="22" y="107"/>
                    <a:pt x="22" y="107"/>
                  </a:cubicBezTo>
                  <a:lnTo>
                    <a:pt x="10" y="107"/>
                  </a:lnTo>
                  <a:close/>
                </a:path>
              </a:pathLst>
            </a:custGeom>
            <a:grpFill/>
            <a:ln w="6350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8" name="Freeform 70"/>
            <p:cNvSpPr>
              <a:spLocks noEditPoints="1"/>
            </p:cNvSpPr>
            <p:nvPr/>
          </p:nvSpPr>
          <p:spPr bwMode="gray">
            <a:xfrm>
              <a:off x="3179763" y="1585913"/>
              <a:ext cx="473075" cy="347663"/>
            </a:xfrm>
            <a:custGeom>
              <a:avLst/>
              <a:gdLst>
                <a:gd name="T0" fmla="*/ 0 w 124"/>
                <a:gd name="T1" fmla="*/ 86 h 91"/>
                <a:gd name="T2" fmla="*/ 85 w 124"/>
                <a:gd name="T3" fmla="*/ 86 h 91"/>
                <a:gd name="T4" fmla="*/ 85 w 124"/>
                <a:gd name="T5" fmla="*/ 91 h 91"/>
                <a:gd name="T6" fmla="*/ 0 w 124"/>
                <a:gd name="T7" fmla="*/ 91 h 91"/>
                <a:gd name="T8" fmla="*/ 0 w 124"/>
                <a:gd name="T9" fmla="*/ 86 h 91"/>
                <a:gd name="T10" fmla="*/ 64 w 124"/>
                <a:gd name="T11" fmla="*/ 34 h 91"/>
                <a:gd name="T12" fmla="*/ 64 w 124"/>
                <a:gd name="T13" fmla="*/ 8 h 91"/>
                <a:gd name="T14" fmla="*/ 72 w 124"/>
                <a:gd name="T15" fmla="*/ 0 h 91"/>
                <a:gd name="T16" fmla="*/ 89 w 124"/>
                <a:gd name="T17" fmla="*/ 0 h 91"/>
                <a:gd name="T18" fmla="*/ 95 w 124"/>
                <a:gd name="T19" fmla="*/ 3 h 91"/>
                <a:gd name="T20" fmla="*/ 124 w 124"/>
                <a:gd name="T21" fmla="*/ 34 h 91"/>
                <a:gd name="T22" fmla="*/ 64 w 124"/>
                <a:gd name="T23" fmla="*/ 34 h 91"/>
                <a:gd name="T24" fmla="*/ 72 w 124"/>
                <a:gd name="T25" fmla="*/ 5 h 91"/>
                <a:gd name="T26" fmla="*/ 68 w 124"/>
                <a:gd name="T27" fmla="*/ 8 h 91"/>
                <a:gd name="T28" fmla="*/ 68 w 124"/>
                <a:gd name="T29" fmla="*/ 29 h 91"/>
                <a:gd name="T30" fmla="*/ 113 w 124"/>
                <a:gd name="T31" fmla="*/ 29 h 91"/>
                <a:gd name="T32" fmla="*/ 91 w 124"/>
                <a:gd name="T33" fmla="*/ 6 h 91"/>
                <a:gd name="T34" fmla="*/ 89 w 124"/>
                <a:gd name="T35" fmla="*/ 5 h 91"/>
                <a:gd name="T36" fmla="*/ 72 w 124"/>
                <a:gd name="T37" fmla="*/ 5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4" h="91">
                  <a:moveTo>
                    <a:pt x="0" y="86"/>
                  </a:moveTo>
                  <a:cubicBezTo>
                    <a:pt x="85" y="86"/>
                    <a:pt x="85" y="86"/>
                    <a:pt x="85" y="86"/>
                  </a:cubicBezTo>
                  <a:cubicBezTo>
                    <a:pt x="85" y="91"/>
                    <a:pt x="85" y="91"/>
                    <a:pt x="85" y="91"/>
                  </a:cubicBezTo>
                  <a:cubicBezTo>
                    <a:pt x="0" y="91"/>
                    <a:pt x="0" y="91"/>
                    <a:pt x="0" y="91"/>
                  </a:cubicBezTo>
                  <a:lnTo>
                    <a:pt x="0" y="86"/>
                  </a:lnTo>
                  <a:close/>
                  <a:moveTo>
                    <a:pt x="64" y="34"/>
                  </a:moveTo>
                  <a:cubicBezTo>
                    <a:pt x="64" y="8"/>
                    <a:pt x="64" y="8"/>
                    <a:pt x="64" y="8"/>
                  </a:cubicBezTo>
                  <a:cubicBezTo>
                    <a:pt x="64" y="4"/>
                    <a:pt x="67" y="0"/>
                    <a:pt x="72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1" y="0"/>
                    <a:pt x="93" y="1"/>
                    <a:pt x="95" y="3"/>
                  </a:cubicBezTo>
                  <a:cubicBezTo>
                    <a:pt x="124" y="34"/>
                    <a:pt x="124" y="34"/>
                    <a:pt x="124" y="34"/>
                  </a:cubicBezTo>
                  <a:lnTo>
                    <a:pt x="64" y="34"/>
                  </a:lnTo>
                  <a:close/>
                  <a:moveTo>
                    <a:pt x="72" y="5"/>
                  </a:moveTo>
                  <a:cubicBezTo>
                    <a:pt x="70" y="5"/>
                    <a:pt x="68" y="7"/>
                    <a:pt x="68" y="8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113" y="29"/>
                    <a:pt x="113" y="29"/>
                    <a:pt x="113" y="29"/>
                  </a:cubicBezTo>
                  <a:cubicBezTo>
                    <a:pt x="91" y="6"/>
                    <a:pt x="91" y="6"/>
                    <a:pt x="91" y="6"/>
                  </a:cubicBezTo>
                  <a:cubicBezTo>
                    <a:pt x="91" y="5"/>
                    <a:pt x="90" y="5"/>
                    <a:pt x="89" y="5"/>
                  </a:cubicBezTo>
                  <a:lnTo>
                    <a:pt x="72" y="5"/>
                  </a:lnTo>
                  <a:close/>
                </a:path>
              </a:pathLst>
            </a:custGeom>
            <a:grpFill/>
            <a:ln w="6350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Freeform 71"/>
            <p:cNvSpPr>
              <a:spLocks noEditPoints="1"/>
            </p:cNvSpPr>
            <p:nvPr/>
          </p:nvSpPr>
          <p:spPr bwMode="gray">
            <a:xfrm>
              <a:off x="3076575" y="1493838"/>
              <a:ext cx="538163" cy="490538"/>
            </a:xfrm>
            <a:custGeom>
              <a:avLst/>
              <a:gdLst>
                <a:gd name="T0" fmla="*/ 126 w 141"/>
                <a:gd name="T1" fmla="*/ 128 h 128"/>
                <a:gd name="T2" fmla="*/ 111 w 141"/>
                <a:gd name="T3" fmla="*/ 113 h 128"/>
                <a:gd name="T4" fmla="*/ 126 w 141"/>
                <a:gd name="T5" fmla="*/ 98 h 128"/>
                <a:gd name="T6" fmla="*/ 141 w 141"/>
                <a:gd name="T7" fmla="*/ 113 h 128"/>
                <a:gd name="T8" fmla="*/ 126 w 141"/>
                <a:gd name="T9" fmla="*/ 128 h 128"/>
                <a:gd name="T10" fmla="*/ 126 w 141"/>
                <a:gd name="T11" fmla="*/ 102 h 128"/>
                <a:gd name="T12" fmla="*/ 116 w 141"/>
                <a:gd name="T13" fmla="*/ 113 h 128"/>
                <a:gd name="T14" fmla="*/ 126 w 141"/>
                <a:gd name="T15" fmla="*/ 123 h 128"/>
                <a:gd name="T16" fmla="*/ 136 w 141"/>
                <a:gd name="T17" fmla="*/ 113 h 128"/>
                <a:gd name="T18" fmla="*/ 126 w 141"/>
                <a:gd name="T19" fmla="*/ 102 h 128"/>
                <a:gd name="T20" fmla="*/ 15 w 141"/>
                <a:gd name="T21" fmla="*/ 128 h 128"/>
                <a:gd name="T22" fmla="*/ 0 w 141"/>
                <a:gd name="T23" fmla="*/ 113 h 128"/>
                <a:gd name="T24" fmla="*/ 15 w 141"/>
                <a:gd name="T25" fmla="*/ 98 h 128"/>
                <a:gd name="T26" fmla="*/ 29 w 141"/>
                <a:gd name="T27" fmla="*/ 113 h 128"/>
                <a:gd name="T28" fmla="*/ 15 w 141"/>
                <a:gd name="T29" fmla="*/ 128 h 128"/>
                <a:gd name="T30" fmla="*/ 15 w 141"/>
                <a:gd name="T31" fmla="*/ 102 h 128"/>
                <a:gd name="T32" fmla="*/ 4 w 141"/>
                <a:gd name="T33" fmla="*/ 113 h 128"/>
                <a:gd name="T34" fmla="*/ 15 w 141"/>
                <a:gd name="T35" fmla="*/ 123 h 128"/>
                <a:gd name="T36" fmla="*/ 25 w 141"/>
                <a:gd name="T37" fmla="*/ 113 h 128"/>
                <a:gd name="T38" fmla="*/ 15 w 141"/>
                <a:gd name="T39" fmla="*/ 102 h 128"/>
                <a:gd name="T40" fmla="*/ 26 w 141"/>
                <a:gd name="T41" fmla="*/ 79 h 128"/>
                <a:gd name="T42" fmla="*/ 26 w 141"/>
                <a:gd name="T43" fmla="*/ 64 h 128"/>
                <a:gd name="T44" fmla="*/ 11 w 141"/>
                <a:gd name="T45" fmla="*/ 64 h 128"/>
                <a:gd name="T46" fmla="*/ 11 w 141"/>
                <a:gd name="T47" fmla="*/ 47 h 128"/>
                <a:gd name="T48" fmla="*/ 26 w 141"/>
                <a:gd name="T49" fmla="*/ 47 h 128"/>
                <a:gd name="T50" fmla="*/ 26 w 141"/>
                <a:gd name="T51" fmla="*/ 33 h 128"/>
                <a:gd name="T52" fmla="*/ 42 w 141"/>
                <a:gd name="T53" fmla="*/ 33 h 128"/>
                <a:gd name="T54" fmla="*/ 42 w 141"/>
                <a:gd name="T55" fmla="*/ 47 h 128"/>
                <a:gd name="T56" fmla="*/ 57 w 141"/>
                <a:gd name="T57" fmla="*/ 47 h 128"/>
                <a:gd name="T58" fmla="*/ 57 w 141"/>
                <a:gd name="T59" fmla="*/ 64 h 128"/>
                <a:gd name="T60" fmla="*/ 42 w 141"/>
                <a:gd name="T61" fmla="*/ 64 h 128"/>
                <a:gd name="T62" fmla="*/ 42 w 141"/>
                <a:gd name="T63" fmla="*/ 79 h 128"/>
                <a:gd name="T64" fmla="*/ 26 w 141"/>
                <a:gd name="T65" fmla="*/ 79 h 128"/>
                <a:gd name="T66" fmla="*/ 31 w 141"/>
                <a:gd name="T67" fmla="*/ 74 h 128"/>
                <a:gd name="T68" fmla="*/ 38 w 141"/>
                <a:gd name="T69" fmla="*/ 74 h 128"/>
                <a:gd name="T70" fmla="*/ 38 w 141"/>
                <a:gd name="T71" fmla="*/ 59 h 128"/>
                <a:gd name="T72" fmla="*/ 52 w 141"/>
                <a:gd name="T73" fmla="*/ 59 h 128"/>
                <a:gd name="T74" fmla="*/ 52 w 141"/>
                <a:gd name="T75" fmla="*/ 52 h 128"/>
                <a:gd name="T76" fmla="*/ 38 w 141"/>
                <a:gd name="T77" fmla="*/ 52 h 128"/>
                <a:gd name="T78" fmla="*/ 38 w 141"/>
                <a:gd name="T79" fmla="*/ 37 h 128"/>
                <a:gd name="T80" fmla="*/ 31 w 141"/>
                <a:gd name="T81" fmla="*/ 37 h 128"/>
                <a:gd name="T82" fmla="*/ 31 w 141"/>
                <a:gd name="T83" fmla="*/ 52 h 128"/>
                <a:gd name="T84" fmla="*/ 16 w 141"/>
                <a:gd name="T85" fmla="*/ 52 h 128"/>
                <a:gd name="T86" fmla="*/ 16 w 141"/>
                <a:gd name="T87" fmla="*/ 59 h 128"/>
                <a:gd name="T88" fmla="*/ 31 w 141"/>
                <a:gd name="T89" fmla="*/ 59 h 128"/>
                <a:gd name="T90" fmla="*/ 31 w 141"/>
                <a:gd name="T91" fmla="*/ 74 h 128"/>
                <a:gd name="T92" fmla="*/ 67 w 141"/>
                <a:gd name="T93" fmla="*/ 12 h 128"/>
                <a:gd name="T94" fmla="*/ 64 w 141"/>
                <a:gd name="T95" fmla="*/ 9 h 128"/>
                <a:gd name="T96" fmla="*/ 64 w 141"/>
                <a:gd name="T97" fmla="*/ 3 h 128"/>
                <a:gd name="T98" fmla="*/ 67 w 141"/>
                <a:gd name="T99" fmla="*/ 0 h 128"/>
                <a:gd name="T100" fmla="*/ 84 w 141"/>
                <a:gd name="T101" fmla="*/ 0 h 128"/>
                <a:gd name="T102" fmla="*/ 87 w 141"/>
                <a:gd name="T103" fmla="*/ 3 h 128"/>
                <a:gd name="T104" fmla="*/ 87 w 141"/>
                <a:gd name="T105" fmla="*/ 9 h 128"/>
                <a:gd name="T106" fmla="*/ 84 w 141"/>
                <a:gd name="T107" fmla="*/ 12 h 128"/>
                <a:gd name="T108" fmla="*/ 67 w 141"/>
                <a:gd name="T109" fmla="*/ 12 h 128"/>
                <a:gd name="T110" fmla="*/ 68 w 141"/>
                <a:gd name="T111" fmla="*/ 8 h 128"/>
                <a:gd name="T112" fmla="*/ 82 w 141"/>
                <a:gd name="T113" fmla="*/ 8 h 128"/>
                <a:gd name="T114" fmla="*/ 82 w 141"/>
                <a:gd name="T115" fmla="*/ 5 h 128"/>
                <a:gd name="T116" fmla="*/ 68 w 141"/>
                <a:gd name="T117" fmla="*/ 5 h 128"/>
                <a:gd name="T118" fmla="*/ 68 w 141"/>
                <a:gd name="T119" fmla="*/ 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41" h="128">
                  <a:moveTo>
                    <a:pt x="126" y="128"/>
                  </a:moveTo>
                  <a:cubicBezTo>
                    <a:pt x="118" y="128"/>
                    <a:pt x="111" y="121"/>
                    <a:pt x="111" y="113"/>
                  </a:cubicBezTo>
                  <a:cubicBezTo>
                    <a:pt x="111" y="104"/>
                    <a:pt x="118" y="98"/>
                    <a:pt x="126" y="98"/>
                  </a:cubicBezTo>
                  <a:cubicBezTo>
                    <a:pt x="134" y="98"/>
                    <a:pt x="141" y="104"/>
                    <a:pt x="141" y="113"/>
                  </a:cubicBezTo>
                  <a:cubicBezTo>
                    <a:pt x="141" y="121"/>
                    <a:pt x="134" y="128"/>
                    <a:pt x="126" y="128"/>
                  </a:cubicBezTo>
                  <a:close/>
                  <a:moveTo>
                    <a:pt x="126" y="102"/>
                  </a:moveTo>
                  <a:cubicBezTo>
                    <a:pt x="120" y="102"/>
                    <a:pt x="116" y="107"/>
                    <a:pt x="116" y="113"/>
                  </a:cubicBezTo>
                  <a:cubicBezTo>
                    <a:pt x="116" y="118"/>
                    <a:pt x="120" y="123"/>
                    <a:pt x="126" y="123"/>
                  </a:cubicBezTo>
                  <a:cubicBezTo>
                    <a:pt x="132" y="123"/>
                    <a:pt x="136" y="118"/>
                    <a:pt x="136" y="113"/>
                  </a:cubicBezTo>
                  <a:cubicBezTo>
                    <a:pt x="136" y="107"/>
                    <a:pt x="132" y="102"/>
                    <a:pt x="126" y="102"/>
                  </a:cubicBezTo>
                  <a:close/>
                  <a:moveTo>
                    <a:pt x="15" y="128"/>
                  </a:moveTo>
                  <a:cubicBezTo>
                    <a:pt x="6" y="128"/>
                    <a:pt x="0" y="121"/>
                    <a:pt x="0" y="113"/>
                  </a:cubicBezTo>
                  <a:cubicBezTo>
                    <a:pt x="0" y="104"/>
                    <a:pt x="6" y="98"/>
                    <a:pt x="15" y="98"/>
                  </a:cubicBezTo>
                  <a:cubicBezTo>
                    <a:pt x="23" y="98"/>
                    <a:pt x="29" y="104"/>
                    <a:pt x="29" y="113"/>
                  </a:cubicBezTo>
                  <a:cubicBezTo>
                    <a:pt x="29" y="121"/>
                    <a:pt x="23" y="128"/>
                    <a:pt x="15" y="128"/>
                  </a:cubicBezTo>
                  <a:close/>
                  <a:moveTo>
                    <a:pt x="15" y="102"/>
                  </a:moveTo>
                  <a:cubicBezTo>
                    <a:pt x="9" y="102"/>
                    <a:pt x="4" y="107"/>
                    <a:pt x="4" y="113"/>
                  </a:cubicBezTo>
                  <a:cubicBezTo>
                    <a:pt x="4" y="118"/>
                    <a:pt x="9" y="123"/>
                    <a:pt x="15" y="123"/>
                  </a:cubicBezTo>
                  <a:cubicBezTo>
                    <a:pt x="20" y="123"/>
                    <a:pt x="25" y="118"/>
                    <a:pt x="25" y="113"/>
                  </a:cubicBezTo>
                  <a:cubicBezTo>
                    <a:pt x="25" y="107"/>
                    <a:pt x="20" y="102"/>
                    <a:pt x="15" y="102"/>
                  </a:cubicBezTo>
                  <a:close/>
                  <a:moveTo>
                    <a:pt x="26" y="79"/>
                  </a:moveTo>
                  <a:cubicBezTo>
                    <a:pt x="26" y="64"/>
                    <a:pt x="26" y="64"/>
                    <a:pt x="26" y="64"/>
                  </a:cubicBezTo>
                  <a:cubicBezTo>
                    <a:pt x="11" y="64"/>
                    <a:pt x="11" y="64"/>
                    <a:pt x="11" y="64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42" y="33"/>
                    <a:pt x="42" y="33"/>
                    <a:pt x="42" y="33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7" y="64"/>
                    <a:pt x="57" y="64"/>
                    <a:pt x="57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2" y="79"/>
                    <a:pt x="42" y="79"/>
                    <a:pt x="42" y="79"/>
                  </a:cubicBezTo>
                  <a:lnTo>
                    <a:pt x="26" y="79"/>
                  </a:lnTo>
                  <a:close/>
                  <a:moveTo>
                    <a:pt x="31" y="74"/>
                  </a:moveTo>
                  <a:cubicBezTo>
                    <a:pt x="38" y="74"/>
                    <a:pt x="38" y="74"/>
                    <a:pt x="38" y="74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38" y="52"/>
                    <a:pt x="38" y="52"/>
                    <a:pt x="38" y="52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31" y="59"/>
                    <a:pt x="31" y="59"/>
                    <a:pt x="31" y="59"/>
                  </a:cubicBezTo>
                  <a:lnTo>
                    <a:pt x="31" y="74"/>
                  </a:lnTo>
                  <a:close/>
                  <a:moveTo>
                    <a:pt x="67" y="12"/>
                  </a:moveTo>
                  <a:cubicBezTo>
                    <a:pt x="65" y="12"/>
                    <a:pt x="64" y="11"/>
                    <a:pt x="64" y="9"/>
                  </a:cubicBezTo>
                  <a:cubicBezTo>
                    <a:pt x="64" y="3"/>
                    <a:pt x="64" y="3"/>
                    <a:pt x="64" y="3"/>
                  </a:cubicBezTo>
                  <a:cubicBezTo>
                    <a:pt x="64" y="1"/>
                    <a:pt x="65" y="0"/>
                    <a:pt x="67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6" y="0"/>
                    <a:pt x="87" y="1"/>
                    <a:pt x="87" y="3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11"/>
                    <a:pt x="86" y="12"/>
                    <a:pt x="84" y="12"/>
                  </a:cubicBezTo>
                  <a:lnTo>
                    <a:pt x="67" y="12"/>
                  </a:lnTo>
                  <a:close/>
                  <a:moveTo>
                    <a:pt x="68" y="8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68" y="5"/>
                    <a:pt x="68" y="5"/>
                    <a:pt x="68" y="5"/>
                  </a:cubicBezTo>
                  <a:lnTo>
                    <a:pt x="68" y="8"/>
                  </a:lnTo>
                  <a:close/>
                </a:path>
              </a:pathLst>
            </a:custGeom>
            <a:grpFill/>
            <a:ln w="6350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 bwMode="gray">
          <a:xfrm>
            <a:off x="7363174" y="3854690"/>
            <a:ext cx="349733" cy="351155"/>
            <a:chOff x="12420" y="6107"/>
            <a:chExt cx="492" cy="494"/>
          </a:xfrm>
          <a:solidFill>
            <a:srgbClr val="8A8A8A"/>
          </a:solidFill>
        </p:grpSpPr>
        <p:sp>
          <p:nvSpPr>
            <p:cNvPr id="61" name="Freeform 75"/>
            <p:cNvSpPr>
              <a:spLocks noEditPoints="1"/>
            </p:cNvSpPr>
            <p:nvPr/>
          </p:nvSpPr>
          <p:spPr bwMode="gray">
            <a:xfrm>
              <a:off x="12420" y="6107"/>
              <a:ext cx="493" cy="495"/>
            </a:xfrm>
            <a:custGeom>
              <a:avLst/>
              <a:gdLst>
                <a:gd name="T0" fmla="*/ 65 w 154"/>
                <a:gd name="T1" fmla="*/ 142 h 154"/>
                <a:gd name="T2" fmla="*/ 75 w 154"/>
                <a:gd name="T3" fmla="*/ 130 h 154"/>
                <a:gd name="T4" fmla="*/ 61 w 154"/>
                <a:gd name="T5" fmla="*/ 79 h 154"/>
                <a:gd name="T6" fmla="*/ 56 w 154"/>
                <a:gd name="T7" fmla="*/ 98 h 154"/>
                <a:gd name="T8" fmla="*/ 42 w 154"/>
                <a:gd name="T9" fmla="*/ 79 h 154"/>
                <a:gd name="T10" fmla="*/ 23 w 154"/>
                <a:gd name="T11" fmla="*/ 116 h 154"/>
                <a:gd name="T12" fmla="*/ 12 w 154"/>
                <a:gd name="T13" fmla="*/ 126 h 154"/>
                <a:gd name="T14" fmla="*/ 12 w 154"/>
                <a:gd name="T15" fmla="*/ 102 h 154"/>
                <a:gd name="T16" fmla="*/ 23 w 154"/>
                <a:gd name="T17" fmla="*/ 112 h 154"/>
                <a:gd name="T18" fmla="*/ 37 w 154"/>
                <a:gd name="T19" fmla="*/ 79 h 154"/>
                <a:gd name="T20" fmla="*/ 0 w 154"/>
                <a:gd name="T21" fmla="*/ 58 h 154"/>
                <a:gd name="T22" fmla="*/ 19 w 154"/>
                <a:gd name="T23" fmla="*/ 37 h 154"/>
                <a:gd name="T24" fmla="*/ 49 w 154"/>
                <a:gd name="T25" fmla="*/ 9 h 154"/>
                <a:gd name="T26" fmla="*/ 55 w 154"/>
                <a:gd name="T27" fmla="*/ 10 h 154"/>
                <a:gd name="T28" fmla="*/ 77 w 154"/>
                <a:gd name="T29" fmla="*/ 0 h 154"/>
                <a:gd name="T30" fmla="*/ 99 w 154"/>
                <a:gd name="T31" fmla="*/ 10 h 154"/>
                <a:gd name="T32" fmla="*/ 105 w 154"/>
                <a:gd name="T33" fmla="*/ 9 h 154"/>
                <a:gd name="T34" fmla="*/ 135 w 154"/>
                <a:gd name="T35" fmla="*/ 37 h 154"/>
                <a:gd name="T36" fmla="*/ 154 w 154"/>
                <a:gd name="T37" fmla="*/ 58 h 154"/>
                <a:gd name="T38" fmla="*/ 116 w 154"/>
                <a:gd name="T39" fmla="*/ 79 h 154"/>
                <a:gd name="T40" fmla="*/ 130 w 154"/>
                <a:gd name="T41" fmla="*/ 112 h 154"/>
                <a:gd name="T42" fmla="*/ 142 w 154"/>
                <a:gd name="T43" fmla="*/ 102 h 154"/>
                <a:gd name="T44" fmla="*/ 142 w 154"/>
                <a:gd name="T45" fmla="*/ 126 h 154"/>
                <a:gd name="T46" fmla="*/ 130 w 154"/>
                <a:gd name="T47" fmla="*/ 116 h 154"/>
                <a:gd name="T48" fmla="*/ 112 w 154"/>
                <a:gd name="T49" fmla="*/ 79 h 154"/>
                <a:gd name="T50" fmla="*/ 98 w 154"/>
                <a:gd name="T51" fmla="*/ 98 h 154"/>
                <a:gd name="T52" fmla="*/ 93 w 154"/>
                <a:gd name="T53" fmla="*/ 79 h 154"/>
                <a:gd name="T54" fmla="*/ 79 w 154"/>
                <a:gd name="T55" fmla="*/ 130 h 154"/>
                <a:gd name="T56" fmla="*/ 89 w 154"/>
                <a:gd name="T57" fmla="*/ 142 h 154"/>
                <a:gd name="T58" fmla="*/ 77 w 154"/>
                <a:gd name="T59" fmla="*/ 135 h 154"/>
                <a:gd name="T60" fmla="*/ 77 w 154"/>
                <a:gd name="T61" fmla="*/ 149 h 154"/>
                <a:gd name="T62" fmla="*/ 77 w 154"/>
                <a:gd name="T63" fmla="*/ 135 h 154"/>
                <a:gd name="T64" fmla="*/ 135 w 154"/>
                <a:gd name="T65" fmla="*/ 114 h 154"/>
                <a:gd name="T66" fmla="*/ 149 w 154"/>
                <a:gd name="T67" fmla="*/ 114 h 154"/>
                <a:gd name="T68" fmla="*/ 12 w 154"/>
                <a:gd name="T69" fmla="*/ 107 h 154"/>
                <a:gd name="T70" fmla="*/ 12 w 154"/>
                <a:gd name="T71" fmla="*/ 121 h 154"/>
                <a:gd name="T72" fmla="*/ 12 w 154"/>
                <a:gd name="T73" fmla="*/ 107 h 154"/>
                <a:gd name="T74" fmla="*/ 5 w 154"/>
                <a:gd name="T75" fmla="*/ 58 h 154"/>
                <a:gd name="T76" fmla="*/ 133 w 154"/>
                <a:gd name="T77" fmla="*/ 74 h 154"/>
                <a:gd name="T78" fmla="*/ 133 w 154"/>
                <a:gd name="T79" fmla="*/ 42 h 154"/>
                <a:gd name="T80" fmla="*/ 131 w 154"/>
                <a:gd name="T81" fmla="*/ 40 h 154"/>
                <a:gd name="T82" fmla="*/ 97 w 154"/>
                <a:gd name="T83" fmla="*/ 15 h 154"/>
                <a:gd name="T84" fmla="*/ 56 w 154"/>
                <a:gd name="T85" fmla="*/ 15 h 154"/>
                <a:gd name="T86" fmla="*/ 23 w 154"/>
                <a:gd name="T87" fmla="*/ 40 h 154"/>
                <a:gd name="T88" fmla="*/ 21 w 154"/>
                <a:gd name="T89" fmla="*/ 4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54" h="154">
                  <a:moveTo>
                    <a:pt x="77" y="154"/>
                  </a:moveTo>
                  <a:cubicBezTo>
                    <a:pt x="70" y="154"/>
                    <a:pt x="65" y="148"/>
                    <a:pt x="65" y="142"/>
                  </a:cubicBezTo>
                  <a:cubicBezTo>
                    <a:pt x="65" y="137"/>
                    <a:pt x="68" y="133"/>
                    <a:pt x="73" y="131"/>
                  </a:cubicBezTo>
                  <a:cubicBezTo>
                    <a:pt x="75" y="130"/>
                    <a:pt x="75" y="130"/>
                    <a:pt x="75" y="130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56" y="98"/>
                    <a:pt x="56" y="98"/>
                    <a:pt x="56" y="98"/>
                  </a:cubicBezTo>
                  <a:cubicBezTo>
                    <a:pt x="56" y="79"/>
                    <a:pt x="56" y="79"/>
                    <a:pt x="56" y="79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116"/>
                    <a:pt x="42" y="116"/>
                    <a:pt x="42" y="116"/>
                  </a:cubicBezTo>
                  <a:cubicBezTo>
                    <a:pt x="23" y="116"/>
                    <a:pt x="23" y="116"/>
                    <a:pt x="23" y="116"/>
                  </a:cubicBezTo>
                  <a:cubicBezTo>
                    <a:pt x="23" y="118"/>
                    <a:pt x="23" y="118"/>
                    <a:pt x="23" y="118"/>
                  </a:cubicBezTo>
                  <a:cubicBezTo>
                    <a:pt x="21" y="123"/>
                    <a:pt x="17" y="126"/>
                    <a:pt x="12" y="126"/>
                  </a:cubicBezTo>
                  <a:cubicBezTo>
                    <a:pt x="5" y="126"/>
                    <a:pt x="0" y="120"/>
                    <a:pt x="0" y="114"/>
                  </a:cubicBezTo>
                  <a:cubicBezTo>
                    <a:pt x="0" y="108"/>
                    <a:pt x="5" y="102"/>
                    <a:pt x="12" y="102"/>
                  </a:cubicBezTo>
                  <a:cubicBezTo>
                    <a:pt x="17" y="102"/>
                    <a:pt x="21" y="105"/>
                    <a:pt x="23" y="110"/>
                  </a:cubicBezTo>
                  <a:cubicBezTo>
                    <a:pt x="23" y="112"/>
                    <a:pt x="23" y="112"/>
                    <a:pt x="23" y="112"/>
                  </a:cubicBezTo>
                  <a:cubicBezTo>
                    <a:pt x="37" y="112"/>
                    <a:pt x="37" y="112"/>
                    <a:pt x="37" y="112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9" y="79"/>
                    <a:pt x="0" y="70"/>
                    <a:pt x="0" y="58"/>
                  </a:cubicBezTo>
                  <a:cubicBezTo>
                    <a:pt x="0" y="48"/>
                    <a:pt x="7" y="40"/>
                    <a:pt x="17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1" y="21"/>
                    <a:pt x="34" y="9"/>
                    <a:pt x="49" y="9"/>
                  </a:cubicBezTo>
                  <a:cubicBezTo>
                    <a:pt x="50" y="9"/>
                    <a:pt x="52" y="10"/>
                    <a:pt x="54" y="10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6" y="9"/>
                    <a:pt x="56" y="9"/>
                    <a:pt x="56" y="9"/>
                  </a:cubicBezTo>
                  <a:cubicBezTo>
                    <a:pt x="62" y="3"/>
                    <a:pt x="69" y="0"/>
                    <a:pt x="77" y="0"/>
                  </a:cubicBezTo>
                  <a:cubicBezTo>
                    <a:pt x="85" y="0"/>
                    <a:pt x="92" y="3"/>
                    <a:pt x="98" y="9"/>
                  </a:cubicBezTo>
                  <a:cubicBezTo>
                    <a:pt x="99" y="10"/>
                    <a:pt x="99" y="10"/>
                    <a:pt x="99" y="10"/>
                  </a:cubicBezTo>
                  <a:cubicBezTo>
                    <a:pt x="100" y="10"/>
                    <a:pt x="100" y="10"/>
                    <a:pt x="100" y="10"/>
                  </a:cubicBezTo>
                  <a:cubicBezTo>
                    <a:pt x="102" y="10"/>
                    <a:pt x="104" y="9"/>
                    <a:pt x="105" y="9"/>
                  </a:cubicBezTo>
                  <a:cubicBezTo>
                    <a:pt x="120" y="9"/>
                    <a:pt x="133" y="21"/>
                    <a:pt x="135" y="36"/>
                  </a:cubicBezTo>
                  <a:cubicBezTo>
                    <a:pt x="135" y="37"/>
                    <a:pt x="135" y="37"/>
                    <a:pt x="135" y="37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47" y="40"/>
                    <a:pt x="154" y="48"/>
                    <a:pt x="154" y="58"/>
                  </a:cubicBezTo>
                  <a:cubicBezTo>
                    <a:pt x="154" y="70"/>
                    <a:pt x="144" y="79"/>
                    <a:pt x="133" y="79"/>
                  </a:cubicBezTo>
                  <a:cubicBezTo>
                    <a:pt x="116" y="79"/>
                    <a:pt x="116" y="79"/>
                    <a:pt x="116" y="79"/>
                  </a:cubicBezTo>
                  <a:cubicBezTo>
                    <a:pt x="116" y="112"/>
                    <a:pt x="116" y="112"/>
                    <a:pt x="116" y="112"/>
                  </a:cubicBezTo>
                  <a:cubicBezTo>
                    <a:pt x="130" y="112"/>
                    <a:pt x="130" y="112"/>
                    <a:pt x="130" y="112"/>
                  </a:cubicBezTo>
                  <a:cubicBezTo>
                    <a:pt x="131" y="110"/>
                    <a:pt x="131" y="110"/>
                    <a:pt x="131" y="110"/>
                  </a:cubicBezTo>
                  <a:cubicBezTo>
                    <a:pt x="133" y="105"/>
                    <a:pt x="137" y="102"/>
                    <a:pt x="142" y="102"/>
                  </a:cubicBezTo>
                  <a:cubicBezTo>
                    <a:pt x="148" y="102"/>
                    <a:pt x="154" y="108"/>
                    <a:pt x="154" y="114"/>
                  </a:cubicBezTo>
                  <a:cubicBezTo>
                    <a:pt x="154" y="120"/>
                    <a:pt x="148" y="126"/>
                    <a:pt x="142" y="126"/>
                  </a:cubicBezTo>
                  <a:cubicBezTo>
                    <a:pt x="137" y="126"/>
                    <a:pt x="133" y="123"/>
                    <a:pt x="131" y="118"/>
                  </a:cubicBezTo>
                  <a:cubicBezTo>
                    <a:pt x="130" y="116"/>
                    <a:pt x="130" y="116"/>
                    <a:pt x="130" y="116"/>
                  </a:cubicBezTo>
                  <a:cubicBezTo>
                    <a:pt x="112" y="116"/>
                    <a:pt x="112" y="116"/>
                    <a:pt x="112" y="116"/>
                  </a:cubicBezTo>
                  <a:cubicBezTo>
                    <a:pt x="112" y="79"/>
                    <a:pt x="112" y="79"/>
                    <a:pt x="112" y="79"/>
                  </a:cubicBezTo>
                  <a:cubicBezTo>
                    <a:pt x="98" y="79"/>
                    <a:pt x="98" y="79"/>
                    <a:pt x="98" y="79"/>
                  </a:cubicBezTo>
                  <a:cubicBezTo>
                    <a:pt x="98" y="98"/>
                    <a:pt x="98" y="98"/>
                    <a:pt x="98" y="98"/>
                  </a:cubicBezTo>
                  <a:cubicBezTo>
                    <a:pt x="93" y="98"/>
                    <a:pt x="93" y="98"/>
                    <a:pt x="93" y="98"/>
                  </a:cubicBezTo>
                  <a:cubicBezTo>
                    <a:pt x="93" y="79"/>
                    <a:pt x="93" y="79"/>
                    <a:pt x="93" y="79"/>
                  </a:cubicBezTo>
                  <a:cubicBezTo>
                    <a:pt x="79" y="79"/>
                    <a:pt x="79" y="79"/>
                    <a:pt x="79" y="79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81" y="131"/>
                    <a:pt x="81" y="131"/>
                    <a:pt x="81" y="131"/>
                  </a:cubicBezTo>
                  <a:cubicBezTo>
                    <a:pt x="85" y="133"/>
                    <a:pt x="89" y="137"/>
                    <a:pt x="89" y="142"/>
                  </a:cubicBezTo>
                  <a:cubicBezTo>
                    <a:pt x="89" y="148"/>
                    <a:pt x="83" y="154"/>
                    <a:pt x="77" y="154"/>
                  </a:cubicBezTo>
                  <a:close/>
                  <a:moveTo>
                    <a:pt x="77" y="135"/>
                  </a:moveTo>
                  <a:cubicBezTo>
                    <a:pt x="73" y="135"/>
                    <a:pt x="70" y="138"/>
                    <a:pt x="70" y="142"/>
                  </a:cubicBezTo>
                  <a:cubicBezTo>
                    <a:pt x="70" y="146"/>
                    <a:pt x="73" y="149"/>
                    <a:pt x="77" y="149"/>
                  </a:cubicBezTo>
                  <a:cubicBezTo>
                    <a:pt x="81" y="149"/>
                    <a:pt x="84" y="146"/>
                    <a:pt x="84" y="142"/>
                  </a:cubicBezTo>
                  <a:cubicBezTo>
                    <a:pt x="84" y="138"/>
                    <a:pt x="81" y="135"/>
                    <a:pt x="77" y="135"/>
                  </a:cubicBezTo>
                  <a:close/>
                  <a:moveTo>
                    <a:pt x="142" y="107"/>
                  </a:moveTo>
                  <a:cubicBezTo>
                    <a:pt x="138" y="107"/>
                    <a:pt x="135" y="110"/>
                    <a:pt x="135" y="114"/>
                  </a:cubicBezTo>
                  <a:cubicBezTo>
                    <a:pt x="135" y="118"/>
                    <a:pt x="138" y="121"/>
                    <a:pt x="142" y="121"/>
                  </a:cubicBezTo>
                  <a:cubicBezTo>
                    <a:pt x="146" y="121"/>
                    <a:pt x="149" y="118"/>
                    <a:pt x="149" y="114"/>
                  </a:cubicBezTo>
                  <a:cubicBezTo>
                    <a:pt x="149" y="110"/>
                    <a:pt x="146" y="107"/>
                    <a:pt x="142" y="107"/>
                  </a:cubicBezTo>
                  <a:close/>
                  <a:moveTo>
                    <a:pt x="12" y="107"/>
                  </a:moveTo>
                  <a:cubicBezTo>
                    <a:pt x="8" y="107"/>
                    <a:pt x="5" y="110"/>
                    <a:pt x="5" y="114"/>
                  </a:cubicBezTo>
                  <a:cubicBezTo>
                    <a:pt x="5" y="118"/>
                    <a:pt x="8" y="121"/>
                    <a:pt x="12" y="121"/>
                  </a:cubicBezTo>
                  <a:cubicBezTo>
                    <a:pt x="16" y="121"/>
                    <a:pt x="19" y="118"/>
                    <a:pt x="19" y="114"/>
                  </a:cubicBezTo>
                  <a:cubicBezTo>
                    <a:pt x="19" y="110"/>
                    <a:pt x="16" y="107"/>
                    <a:pt x="12" y="107"/>
                  </a:cubicBezTo>
                  <a:close/>
                  <a:moveTo>
                    <a:pt x="21" y="42"/>
                  </a:moveTo>
                  <a:cubicBezTo>
                    <a:pt x="12" y="42"/>
                    <a:pt x="5" y="49"/>
                    <a:pt x="5" y="58"/>
                  </a:cubicBezTo>
                  <a:cubicBezTo>
                    <a:pt x="5" y="67"/>
                    <a:pt x="12" y="74"/>
                    <a:pt x="21" y="74"/>
                  </a:cubicBezTo>
                  <a:cubicBezTo>
                    <a:pt x="133" y="74"/>
                    <a:pt x="133" y="74"/>
                    <a:pt x="133" y="74"/>
                  </a:cubicBezTo>
                  <a:cubicBezTo>
                    <a:pt x="142" y="74"/>
                    <a:pt x="149" y="67"/>
                    <a:pt x="149" y="58"/>
                  </a:cubicBezTo>
                  <a:cubicBezTo>
                    <a:pt x="149" y="49"/>
                    <a:pt x="142" y="42"/>
                    <a:pt x="133" y="42"/>
                  </a:cubicBezTo>
                  <a:cubicBezTo>
                    <a:pt x="131" y="42"/>
                    <a:pt x="131" y="42"/>
                    <a:pt x="131" y="42"/>
                  </a:cubicBezTo>
                  <a:cubicBezTo>
                    <a:pt x="131" y="40"/>
                    <a:pt x="131" y="40"/>
                    <a:pt x="131" y="40"/>
                  </a:cubicBezTo>
                  <a:cubicBezTo>
                    <a:pt x="131" y="26"/>
                    <a:pt x="119" y="14"/>
                    <a:pt x="105" y="14"/>
                  </a:cubicBezTo>
                  <a:cubicBezTo>
                    <a:pt x="102" y="14"/>
                    <a:pt x="99" y="15"/>
                    <a:pt x="97" y="15"/>
                  </a:cubicBezTo>
                  <a:cubicBezTo>
                    <a:pt x="91" y="8"/>
                    <a:pt x="84" y="4"/>
                    <a:pt x="77" y="4"/>
                  </a:cubicBezTo>
                  <a:cubicBezTo>
                    <a:pt x="69" y="4"/>
                    <a:pt x="62" y="8"/>
                    <a:pt x="56" y="15"/>
                  </a:cubicBezTo>
                  <a:cubicBezTo>
                    <a:pt x="54" y="15"/>
                    <a:pt x="52" y="14"/>
                    <a:pt x="49" y="14"/>
                  </a:cubicBezTo>
                  <a:cubicBezTo>
                    <a:pt x="35" y="14"/>
                    <a:pt x="23" y="26"/>
                    <a:pt x="23" y="40"/>
                  </a:cubicBezTo>
                  <a:cubicBezTo>
                    <a:pt x="23" y="42"/>
                    <a:pt x="23" y="42"/>
                    <a:pt x="23" y="42"/>
                  </a:cubicBezTo>
                  <a:lnTo>
                    <a:pt x="21" y="42"/>
                  </a:lnTo>
                  <a:close/>
                </a:path>
              </a:pathLst>
            </a:custGeom>
            <a:grpFill/>
            <a:ln w="6350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" name="Freeform 76"/>
            <p:cNvSpPr>
              <a:spLocks noEditPoints="1"/>
            </p:cNvSpPr>
            <p:nvPr/>
          </p:nvSpPr>
          <p:spPr bwMode="gray">
            <a:xfrm>
              <a:off x="12600" y="6466"/>
              <a:ext cx="135" cy="13"/>
            </a:xfrm>
            <a:custGeom>
              <a:avLst/>
              <a:gdLst>
                <a:gd name="T0" fmla="*/ 89 w 101"/>
                <a:gd name="T1" fmla="*/ 10 h 10"/>
                <a:gd name="T2" fmla="*/ 89 w 101"/>
                <a:gd name="T3" fmla="*/ 0 h 10"/>
                <a:gd name="T4" fmla="*/ 101 w 101"/>
                <a:gd name="T5" fmla="*/ 0 h 10"/>
                <a:gd name="T6" fmla="*/ 101 w 101"/>
                <a:gd name="T7" fmla="*/ 10 h 10"/>
                <a:gd name="T8" fmla="*/ 89 w 101"/>
                <a:gd name="T9" fmla="*/ 10 h 10"/>
                <a:gd name="T10" fmla="*/ 0 w 101"/>
                <a:gd name="T11" fmla="*/ 10 h 10"/>
                <a:gd name="T12" fmla="*/ 0 w 101"/>
                <a:gd name="T13" fmla="*/ 0 h 10"/>
                <a:gd name="T14" fmla="*/ 12 w 101"/>
                <a:gd name="T15" fmla="*/ 0 h 10"/>
                <a:gd name="T16" fmla="*/ 12 w 101"/>
                <a:gd name="T17" fmla="*/ 10 h 10"/>
                <a:gd name="T18" fmla="*/ 0 w 101"/>
                <a:gd name="T1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" h="10">
                  <a:moveTo>
                    <a:pt x="89" y="10"/>
                  </a:moveTo>
                  <a:lnTo>
                    <a:pt x="89" y="0"/>
                  </a:lnTo>
                  <a:lnTo>
                    <a:pt x="101" y="0"/>
                  </a:lnTo>
                  <a:lnTo>
                    <a:pt x="101" y="10"/>
                  </a:lnTo>
                  <a:lnTo>
                    <a:pt x="89" y="10"/>
                  </a:lnTo>
                  <a:close/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6350" cap="flat" cmpd="sng" algn="ctr">
              <a:solidFill>
                <a:schemeClr val="tx2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3" name="组合 62"/>
          <p:cNvGrpSpPr/>
          <p:nvPr/>
        </p:nvGrpSpPr>
        <p:grpSpPr bwMode="gray">
          <a:xfrm>
            <a:off x="9477530" y="4374626"/>
            <a:ext cx="474345" cy="322580"/>
            <a:chOff x="5400676" y="4454525"/>
            <a:chExt cx="474661" cy="322263"/>
          </a:xfrm>
          <a:solidFill>
            <a:srgbClr val="8A8A8A"/>
          </a:solidFill>
          <a:effectLst/>
        </p:grpSpPr>
        <p:sp>
          <p:nvSpPr>
            <p:cNvPr id="64" name="Freeform 80"/>
            <p:cNvSpPr>
              <a:spLocks noEditPoints="1"/>
            </p:cNvSpPr>
            <p:nvPr/>
          </p:nvSpPr>
          <p:spPr bwMode="gray">
            <a:xfrm>
              <a:off x="5400676" y="4454525"/>
              <a:ext cx="120650" cy="322263"/>
            </a:xfrm>
            <a:custGeom>
              <a:avLst/>
              <a:gdLst>
                <a:gd name="T0" fmla="*/ 76 w 76"/>
                <a:gd name="T1" fmla="*/ 203 h 203"/>
                <a:gd name="T2" fmla="*/ 0 w 76"/>
                <a:gd name="T3" fmla="*/ 203 h 203"/>
                <a:gd name="T4" fmla="*/ 0 w 76"/>
                <a:gd name="T5" fmla="*/ 0 h 203"/>
                <a:gd name="T6" fmla="*/ 76 w 76"/>
                <a:gd name="T7" fmla="*/ 0 h 203"/>
                <a:gd name="T8" fmla="*/ 76 w 76"/>
                <a:gd name="T9" fmla="*/ 203 h 203"/>
                <a:gd name="T10" fmla="*/ 72 w 76"/>
                <a:gd name="T11" fmla="*/ 5 h 203"/>
                <a:gd name="T12" fmla="*/ 5 w 76"/>
                <a:gd name="T13" fmla="*/ 5 h 203"/>
                <a:gd name="T14" fmla="*/ 5 w 76"/>
                <a:gd name="T15" fmla="*/ 198 h 203"/>
                <a:gd name="T16" fmla="*/ 72 w 76"/>
                <a:gd name="T17" fmla="*/ 198 h 203"/>
                <a:gd name="T18" fmla="*/ 72 w 76"/>
                <a:gd name="T19" fmla="*/ 5 h 203"/>
                <a:gd name="T20" fmla="*/ 72 w 76"/>
                <a:gd name="T21" fmla="*/ 5 h 203"/>
                <a:gd name="T22" fmla="*/ 72 w 76"/>
                <a:gd name="T23" fmla="*/ 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203">
                  <a:moveTo>
                    <a:pt x="76" y="203"/>
                  </a:moveTo>
                  <a:lnTo>
                    <a:pt x="0" y="203"/>
                  </a:lnTo>
                  <a:lnTo>
                    <a:pt x="0" y="0"/>
                  </a:lnTo>
                  <a:lnTo>
                    <a:pt x="76" y="0"/>
                  </a:lnTo>
                  <a:lnTo>
                    <a:pt x="76" y="203"/>
                  </a:lnTo>
                  <a:close/>
                  <a:moveTo>
                    <a:pt x="72" y="5"/>
                  </a:moveTo>
                  <a:lnTo>
                    <a:pt x="5" y="5"/>
                  </a:lnTo>
                  <a:lnTo>
                    <a:pt x="5" y="198"/>
                  </a:lnTo>
                  <a:lnTo>
                    <a:pt x="72" y="198"/>
                  </a:lnTo>
                  <a:lnTo>
                    <a:pt x="72" y="5"/>
                  </a:lnTo>
                  <a:close/>
                  <a:moveTo>
                    <a:pt x="72" y="5"/>
                  </a:moveTo>
                  <a:lnTo>
                    <a:pt x="72" y="5"/>
                  </a:lnTo>
                  <a:close/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" name="Freeform 81"/>
            <p:cNvSpPr>
              <a:spLocks noEditPoints="1"/>
            </p:cNvSpPr>
            <p:nvPr/>
          </p:nvSpPr>
          <p:spPr bwMode="gray">
            <a:xfrm>
              <a:off x="5400676" y="4454525"/>
              <a:ext cx="120650" cy="322263"/>
            </a:xfrm>
            <a:custGeom>
              <a:avLst/>
              <a:gdLst>
                <a:gd name="T0" fmla="*/ 76 w 76"/>
                <a:gd name="T1" fmla="*/ 203 h 203"/>
                <a:gd name="T2" fmla="*/ 0 w 76"/>
                <a:gd name="T3" fmla="*/ 203 h 203"/>
                <a:gd name="T4" fmla="*/ 0 w 76"/>
                <a:gd name="T5" fmla="*/ 0 h 203"/>
                <a:gd name="T6" fmla="*/ 76 w 76"/>
                <a:gd name="T7" fmla="*/ 0 h 203"/>
                <a:gd name="T8" fmla="*/ 76 w 76"/>
                <a:gd name="T9" fmla="*/ 203 h 203"/>
                <a:gd name="T10" fmla="*/ 72 w 76"/>
                <a:gd name="T11" fmla="*/ 5 h 203"/>
                <a:gd name="T12" fmla="*/ 5 w 76"/>
                <a:gd name="T13" fmla="*/ 5 h 203"/>
                <a:gd name="T14" fmla="*/ 5 w 76"/>
                <a:gd name="T15" fmla="*/ 198 h 203"/>
                <a:gd name="T16" fmla="*/ 72 w 76"/>
                <a:gd name="T17" fmla="*/ 198 h 203"/>
                <a:gd name="T18" fmla="*/ 72 w 76"/>
                <a:gd name="T19" fmla="*/ 5 h 203"/>
                <a:gd name="T20" fmla="*/ 72 w 76"/>
                <a:gd name="T21" fmla="*/ 5 h 203"/>
                <a:gd name="T22" fmla="*/ 72 w 76"/>
                <a:gd name="T23" fmla="*/ 5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6" h="203">
                  <a:moveTo>
                    <a:pt x="76" y="203"/>
                  </a:moveTo>
                  <a:lnTo>
                    <a:pt x="0" y="203"/>
                  </a:lnTo>
                  <a:lnTo>
                    <a:pt x="0" y="0"/>
                  </a:lnTo>
                  <a:lnTo>
                    <a:pt x="76" y="0"/>
                  </a:lnTo>
                  <a:lnTo>
                    <a:pt x="76" y="203"/>
                  </a:lnTo>
                  <a:moveTo>
                    <a:pt x="72" y="5"/>
                  </a:moveTo>
                  <a:lnTo>
                    <a:pt x="5" y="5"/>
                  </a:lnTo>
                  <a:lnTo>
                    <a:pt x="5" y="198"/>
                  </a:lnTo>
                  <a:lnTo>
                    <a:pt x="72" y="198"/>
                  </a:lnTo>
                  <a:lnTo>
                    <a:pt x="72" y="5"/>
                  </a:lnTo>
                  <a:moveTo>
                    <a:pt x="72" y="5"/>
                  </a:moveTo>
                  <a:lnTo>
                    <a:pt x="72" y="5"/>
                  </a:lnTo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Freeform 82"/>
            <p:cNvSpPr>
              <a:spLocks noEditPoints="1"/>
            </p:cNvSpPr>
            <p:nvPr/>
          </p:nvSpPr>
          <p:spPr bwMode="gray">
            <a:xfrm>
              <a:off x="5427663" y="4481513"/>
              <a:ext cx="66675" cy="96838"/>
            </a:xfrm>
            <a:custGeom>
              <a:avLst/>
              <a:gdLst>
                <a:gd name="T0" fmla="*/ 42 w 42"/>
                <a:gd name="T1" fmla="*/ 61 h 61"/>
                <a:gd name="T2" fmla="*/ 0 w 42"/>
                <a:gd name="T3" fmla="*/ 61 h 61"/>
                <a:gd name="T4" fmla="*/ 0 w 42"/>
                <a:gd name="T5" fmla="*/ 0 h 61"/>
                <a:gd name="T6" fmla="*/ 42 w 42"/>
                <a:gd name="T7" fmla="*/ 0 h 61"/>
                <a:gd name="T8" fmla="*/ 42 w 42"/>
                <a:gd name="T9" fmla="*/ 61 h 61"/>
                <a:gd name="T10" fmla="*/ 39 w 42"/>
                <a:gd name="T11" fmla="*/ 3 h 61"/>
                <a:gd name="T12" fmla="*/ 2 w 42"/>
                <a:gd name="T13" fmla="*/ 3 h 61"/>
                <a:gd name="T14" fmla="*/ 2 w 42"/>
                <a:gd name="T15" fmla="*/ 58 h 61"/>
                <a:gd name="T16" fmla="*/ 39 w 42"/>
                <a:gd name="T17" fmla="*/ 58 h 61"/>
                <a:gd name="T18" fmla="*/ 39 w 42"/>
                <a:gd name="T19" fmla="*/ 3 h 61"/>
                <a:gd name="T20" fmla="*/ 39 w 42"/>
                <a:gd name="T21" fmla="*/ 3 h 61"/>
                <a:gd name="T22" fmla="*/ 39 w 42"/>
                <a:gd name="T23" fmla="*/ 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61">
                  <a:moveTo>
                    <a:pt x="42" y="61"/>
                  </a:moveTo>
                  <a:lnTo>
                    <a:pt x="0" y="61"/>
                  </a:lnTo>
                  <a:lnTo>
                    <a:pt x="0" y="0"/>
                  </a:lnTo>
                  <a:lnTo>
                    <a:pt x="42" y="0"/>
                  </a:lnTo>
                  <a:lnTo>
                    <a:pt x="42" y="61"/>
                  </a:lnTo>
                  <a:close/>
                  <a:moveTo>
                    <a:pt x="39" y="3"/>
                  </a:moveTo>
                  <a:lnTo>
                    <a:pt x="2" y="3"/>
                  </a:lnTo>
                  <a:lnTo>
                    <a:pt x="2" y="58"/>
                  </a:lnTo>
                  <a:lnTo>
                    <a:pt x="39" y="58"/>
                  </a:lnTo>
                  <a:lnTo>
                    <a:pt x="39" y="3"/>
                  </a:lnTo>
                  <a:close/>
                  <a:moveTo>
                    <a:pt x="39" y="3"/>
                  </a:moveTo>
                  <a:lnTo>
                    <a:pt x="39" y="3"/>
                  </a:lnTo>
                  <a:close/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" name="Freeform 83"/>
            <p:cNvSpPr>
              <a:spLocks noEditPoints="1"/>
            </p:cNvSpPr>
            <p:nvPr/>
          </p:nvSpPr>
          <p:spPr bwMode="gray">
            <a:xfrm>
              <a:off x="5427663" y="4481513"/>
              <a:ext cx="66675" cy="96838"/>
            </a:xfrm>
            <a:custGeom>
              <a:avLst/>
              <a:gdLst>
                <a:gd name="T0" fmla="*/ 42 w 42"/>
                <a:gd name="T1" fmla="*/ 61 h 61"/>
                <a:gd name="T2" fmla="*/ 0 w 42"/>
                <a:gd name="T3" fmla="*/ 61 h 61"/>
                <a:gd name="T4" fmla="*/ 0 w 42"/>
                <a:gd name="T5" fmla="*/ 0 h 61"/>
                <a:gd name="T6" fmla="*/ 42 w 42"/>
                <a:gd name="T7" fmla="*/ 0 h 61"/>
                <a:gd name="T8" fmla="*/ 42 w 42"/>
                <a:gd name="T9" fmla="*/ 61 h 61"/>
                <a:gd name="T10" fmla="*/ 39 w 42"/>
                <a:gd name="T11" fmla="*/ 3 h 61"/>
                <a:gd name="T12" fmla="*/ 2 w 42"/>
                <a:gd name="T13" fmla="*/ 3 h 61"/>
                <a:gd name="T14" fmla="*/ 2 w 42"/>
                <a:gd name="T15" fmla="*/ 58 h 61"/>
                <a:gd name="T16" fmla="*/ 39 w 42"/>
                <a:gd name="T17" fmla="*/ 58 h 61"/>
                <a:gd name="T18" fmla="*/ 39 w 42"/>
                <a:gd name="T19" fmla="*/ 3 h 61"/>
                <a:gd name="T20" fmla="*/ 39 w 42"/>
                <a:gd name="T21" fmla="*/ 3 h 61"/>
                <a:gd name="T22" fmla="*/ 39 w 42"/>
                <a:gd name="T23" fmla="*/ 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" h="61">
                  <a:moveTo>
                    <a:pt x="42" y="61"/>
                  </a:moveTo>
                  <a:lnTo>
                    <a:pt x="0" y="61"/>
                  </a:lnTo>
                  <a:lnTo>
                    <a:pt x="0" y="0"/>
                  </a:lnTo>
                  <a:lnTo>
                    <a:pt x="42" y="0"/>
                  </a:lnTo>
                  <a:lnTo>
                    <a:pt x="42" y="61"/>
                  </a:lnTo>
                  <a:moveTo>
                    <a:pt x="39" y="3"/>
                  </a:moveTo>
                  <a:lnTo>
                    <a:pt x="2" y="3"/>
                  </a:lnTo>
                  <a:lnTo>
                    <a:pt x="2" y="58"/>
                  </a:lnTo>
                  <a:lnTo>
                    <a:pt x="39" y="58"/>
                  </a:lnTo>
                  <a:lnTo>
                    <a:pt x="39" y="3"/>
                  </a:lnTo>
                  <a:moveTo>
                    <a:pt x="39" y="3"/>
                  </a:moveTo>
                  <a:lnTo>
                    <a:pt x="39" y="3"/>
                  </a:lnTo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" name="Freeform 84"/>
            <p:cNvSpPr>
              <a:spLocks noEditPoints="1"/>
            </p:cNvSpPr>
            <p:nvPr/>
          </p:nvSpPr>
          <p:spPr bwMode="gray">
            <a:xfrm>
              <a:off x="5427663" y="4506913"/>
              <a:ext cx="66675" cy="138113"/>
            </a:xfrm>
            <a:custGeom>
              <a:avLst/>
              <a:gdLst>
                <a:gd name="T0" fmla="*/ 0 w 42"/>
                <a:gd name="T1" fmla="*/ 0 h 87"/>
                <a:gd name="T2" fmla="*/ 42 w 42"/>
                <a:gd name="T3" fmla="*/ 0 h 87"/>
                <a:gd name="T4" fmla="*/ 42 w 42"/>
                <a:gd name="T5" fmla="*/ 3 h 87"/>
                <a:gd name="T6" fmla="*/ 0 w 42"/>
                <a:gd name="T7" fmla="*/ 3 h 87"/>
                <a:gd name="T8" fmla="*/ 0 w 42"/>
                <a:gd name="T9" fmla="*/ 0 h 87"/>
                <a:gd name="T10" fmla="*/ 0 w 42"/>
                <a:gd name="T11" fmla="*/ 15 h 87"/>
                <a:gd name="T12" fmla="*/ 42 w 42"/>
                <a:gd name="T13" fmla="*/ 15 h 87"/>
                <a:gd name="T14" fmla="*/ 42 w 42"/>
                <a:gd name="T15" fmla="*/ 17 h 87"/>
                <a:gd name="T16" fmla="*/ 0 w 42"/>
                <a:gd name="T17" fmla="*/ 17 h 87"/>
                <a:gd name="T18" fmla="*/ 0 w 42"/>
                <a:gd name="T19" fmla="*/ 15 h 87"/>
                <a:gd name="T20" fmla="*/ 0 w 42"/>
                <a:gd name="T21" fmla="*/ 29 h 87"/>
                <a:gd name="T22" fmla="*/ 42 w 42"/>
                <a:gd name="T23" fmla="*/ 29 h 87"/>
                <a:gd name="T24" fmla="*/ 42 w 42"/>
                <a:gd name="T25" fmla="*/ 32 h 87"/>
                <a:gd name="T26" fmla="*/ 0 w 42"/>
                <a:gd name="T27" fmla="*/ 32 h 87"/>
                <a:gd name="T28" fmla="*/ 0 w 42"/>
                <a:gd name="T29" fmla="*/ 29 h 87"/>
                <a:gd name="T30" fmla="*/ 30 w 42"/>
                <a:gd name="T31" fmla="*/ 87 h 87"/>
                <a:gd name="T32" fmla="*/ 30 w 42"/>
                <a:gd name="T3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87">
                  <a:moveTo>
                    <a:pt x="0" y="0"/>
                  </a:moveTo>
                  <a:lnTo>
                    <a:pt x="42" y="0"/>
                  </a:lnTo>
                  <a:lnTo>
                    <a:pt x="42" y="3"/>
                  </a:lnTo>
                  <a:lnTo>
                    <a:pt x="0" y="3"/>
                  </a:lnTo>
                  <a:lnTo>
                    <a:pt x="0" y="0"/>
                  </a:lnTo>
                  <a:close/>
                  <a:moveTo>
                    <a:pt x="0" y="15"/>
                  </a:moveTo>
                  <a:lnTo>
                    <a:pt x="42" y="15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15"/>
                  </a:lnTo>
                  <a:close/>
                  <a:moveTo>
                    <a:pt x="0" y="29"/>
                  </a:moveTo>
                  <a:lnTo>
                    <a:pt x="42" y="29"/>
                  </a:lnTo>
                  <a:lnTo>
                    <a:pt x="42" y="32"/>
                  </a:lnTo>
                  <a:lnTo>
                    <a:pt x="0" y="32"/>
                  </a:lnTo>
                  <a:lnTo>
                    <a:pt x="0" y="29"/>
                  </a:lnTo>
                  <a:close/>
                  <a:moveTo>
                    <a:pt x="30" y="87"/>
                  </a:moveTo>
                  <a:lnTo>
                    <a:pt x="30" y="87"/>
                  </a:lnTo>
                  <a:close/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" name="Freeform 85"/>
            <p:cNvSpPr>
              <a:spLocks noEditPoints="1"/>
            </p:cNvSpPr>
            <p:nvPr/>
          </p:nvSpPr>
          <p:spPr bwMode="gray">
            <a:xfrm>
              <a:off x="5427663" y="4506913"/>
              <a:ext cx="66675" cy="138113"/>
            </a:xfrm>
            <a:custGeom>
              <a:avLst/>
              <a:gdLst>
                <a:gd name="T0" fmla="*/ 0 w 42"/>
                <a:gd name="T1" fmla="*/ 0 h 87"/>
                <a:gd name="T2" fmla="*/ 42 w 42"/>
                <a:gd name="T3" fmla="*/ 0 h 87"/>
                <a:gd name="T4" fmla="*/ 42 w 42"/>
                <a:gd name="T5" fmla="*/ 3 h 87"/>
                <a:gd name="T6" fmla="*/ 0 w 42"/>
                <a:gd name="T7" fmla="*/ 3 h 87"/>
                <a:gd name="T8" fmla="*/ 0 w 42"/>
                <a:gd name="T9" fmla="*/ 0 h 87"/>
                <a:gd name="T10" fmla="*/ 0 w 42"/>
                <a:gd name="T11" fmla="*/ 15 h 87"/>
                <a:gd name="T12" fmla="*/ 42 w 42"/>
                <a:gd name="T13" fmla="*/ 15 h 87"/>
                <a:gd name="T14" fmla="*/ 42 w 42"/>
                <a:gd name="T15" fmla="*/ 17 h 87"/>
                <a:gd name="T16" fmla="*/ 0 w 42"/>
                <a:gd name="T17" fmla="*/ 17 h 87"/>
                <a:gd name="T18" fmla="*/ 0 w 42"/>
                <a:gd name="T19" fmla="*/ 15 h 87"/>
                <a:gd name="T20" fmla="*/ 0 w 42"/>
                <a:gd name="T21" fmla="*/ 29 h 87"/>
                <a:gd name="T22" fmla="*/ 42 w 42"/>
                <a:gd name="T23" fmla="*/ 29 h 87"/>
                <a:gd name="T24" fmla="*/ 42 w 42"/>
                <a:gd name="T25" fmla="*/ 32 h 87"/>
                <a:gd name="T26" fmla="*/ 0 w 42"/>
                <a:gd name="T27" fmla="*/ 32 h 87"/>
                <a:gd name="T28" fmla="*/ 0 w 42"/>
                <a:gd name="T29" fmla="*/ 29 h 87"/>
                <a:gd name="T30" fmla="*/ 30 w 42"/>
                <a:gd name="T31" fmla="*/ 87 h 87"/>
                <a:gd name="T32" fmla="*/ 30 w 42"/>
                <a:gd name="T33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2" h="87">
                  <a:moveTo>
                    <a:pt x="0" y="0"/>
                  </a:moveTo>
                  <a:lnTo>
                    <a:pt x="42" y="0"/>
                  </a:lnTo>
                  <a:lnTo>
                    <a:pt x="42" y="3"/>
                  </a:lnTo>
                  <a:lnTo>
                    <a:pt x="0" y="3"/>
                  </a:lnTo>
                  <a:lnTo>
                    <a:pt x="0" y="0"/>
                  </a:lnTo>
                  <a:moveTo>
                    <a:pt x="0" y="15"/>
                  </a:moveTo>
                  <a:lnTo>
                    <a:pt x="42" y="15"/>
                  </a:lnTo>
                  <a:lnTo>
                    <a:pt x="42" y="17"/>
                  </a:lnTo>
                  <a:lnTo>
                    <a:pt x="0" y="17"/>
                  </a:lnTo>
                  <a:lnTo>
                    <a:pt x="0" y="15"/>
                  </a:lnTo>
                  <a:moveTo>
                    <a:pt x="0" y="29"/>
                  </a:moveTo>
                  <a:lnTo>
                    <a:pt x="42" y="29"/>
                  </a:lnTo>
                  <a:lnTo>
                    <a:pt x="42" y="32"/>
                  </a:lnTo>
                  <a:lnTo>
                    <a:pt x="0" y="32"/>
                  </a:lnTo>
                  <a:lnTo>
                    <a:pt x="0" y="29"/>
                  </a:lnTo>
                  <a:moveTo>
                    <a:pt x="30" y="87"/>
                  </a:moveTo>
                  <a:lnTo>
                    <a:pt x="30" y="87"/>
                  </a:lnTo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" name="Freeform 86"/>
            <p:cNvSpPr>
              <a:spLocks noEditPoints="1"/>
            </p:cNvSpPr>
            <p:nvPr/>
          </p:nvSpPr>
          <p:spPr bwMode="gray">
            <a:xfrm>
              <a:off x="5429250" y="4684713"/>
              <a:ext cx="65087" cy="66675"/>
            </a:xfrm>
            <a:custGeom>
              <a:avLst/>
              <a:gdLst>
                <a:gd name="T0" fmla="*/ 23 w 31"/>
                <a:gd name="T1" fmla="*/ 3 h 32"/>
                <a:gd name="T2" fmla="*/ 8 w 31"/>
                <a:gd name="T3" fmla="*/ 3 h 32"/>
                <a:gd name="T4" fmla="*/ 0 w 31"/>
                <a:gd name="T5" fmla="*/ 16 h 32"/>
                <a:gd name="T6" fmla="*/ 8 w 31"/>
                <a:gd name="T7" fmla="*/ 29 h 32"/>
                <a:gd name="T8" fmla="*/ 23 w 31"/>
                <a:gd name="T9" fmla="*/ 29 h 32"/>
                <a:gd name="T10" fmla="*/ 31 w 31"/>
                <a:gd name="T11" fmla="*/ 16 h 32"/>
                <a:gd name="T12" fmla="*/ 23 w 31"/>
                <a:gd name="T13" fmla="*/ 3 h 32"/>
                <a:gd name="T14" fmla="*/ 15 w 31"/>
                <a:gd name="T15" fmla="*/ 29 h 32"/>
                <a:gd name="T16" fmla="*/ 3 w 31"/>
                <a:gd name="T17" fmla="*/ 16 h 32"/>
                <a:gd name="T18" fmla="*/ 15 w 31"/>
                <a:gd name="T19" fmla="*/ 3 h 32"/>
                <a:gd name="T20" fmla="*/ 28 w 31"/>
                <a:gd name="T21" fmla="*/ 16 h 32"/>
                <a:gd name="T22" fmla="*/ 15 w 31"/>
                <a:gd name="T23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" h="32">
                  <a:moveTo>
                    <a:pt x="23" y="3"/>
                  </a:moveTo>
                  <a:cubicBezTo>
                    <a:pt x="18" y="0"/>
                    <a:pt x="12" y="0"/>
                    <a:pt x="8" y="3"/>
                  </a:cubicBezTo>
                  <a:cubicBezTo>
                    <a:pt x="3" y="5"/>
                    <a:pt x="0" y="11"/>
                    <a:pt x="0" y="16"/>
                  </a:cubicBezTo>
                  <a:cubicBezTo>
                    <a:pt x="0" y="22"/>
                    <a:pt x="3" y="27"/>
                    <a:pt x="8" y="29"/>
                  </a:cubicBezTo>
                  <a:cubicBezTo>
                    <a:pt x="12" y="32"/>
                    <a:pt x="18" y="32"/>
                    <a:pt x="23" y="29"/>
                  </a:cubicBezTo>
                  <a:cubicBezTo>
                    <a:pt x="28" y="27"/>
                    <a:pt x="31" y="22"/>
                    <a:pt x="31" y="16"/>
                  </a:cubicBezTo>
                  <a:cubicBezTo>
                    <a:pt x="31" y="11"/>
                    <a:pt x="28" y="5"/>
                    <a:pt x="23" y="3"/>
                  </a:cubicBezTo>
                  <a:close/>
                  <a:moveTo>
                    <a:pt x="15" y="29"/>
                  </a:moveTo>
                  <a:cubicBezTo>
                    <a:pt x="8" y="29"/>
                    <a:pt x="3" y="23"/>
                    <a:pt x="3" y="16"/>
                  </a:cubicBezTo>
                  <a:cubicBezTo>
                    <a:pt x="3" y="9"/>
                    <a:pt x="8" y="3"/>
                    <a:pt x="15" y="3"/>
                  </a:cubicBezTo>
                  <a:cubicBezTo>
                    <a:pt x="22" y="3"/>
                    <a:pt x="28" y="9"/>
                    <a:pt x="28" y="16"/>
                  </a:cubicBezTo>
                  <a:cubicBezTo>
                    <a:pt x="28" y="23"/>
                    <a:pt x="22" y="29"/>
                    <a:pt x="15" y="29"/>
                  </a:cubicBezTo>
                  <a:close/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" name="Freeform 87"/>
            <p:cNvSpPr>
              <a:spLocks noEditPoints="1"/>
            </p:cNvSpPr>
            <p:nvPr/>
          </p:nvSpPr>
          <p:spPr bwMode="gray">
            <a:xfrm>
              <a:off x="5537200" y="4454525"/>
              <a:ext cx="338137" cy="220663"/>
            </a:xfrm>
            <a:custGeom>
              <a:avLst/>
              <a:gdLst>
                <a:gd name="T0" fmla="*/ 213 w 213"/>
                <a:gd name="T1" fmla="*/ 139 h 139"/>
                <a:gd name="T2" fmla="*/ 0 w 213"/>
                <a:gd name="T3" fmla="*/ 139 h 139"/>
                <a:gd name="T4" fmla="*/ 0 w 213"/>
                <a:gd name="T5" fmla="*/ 0 h 139"/>
                <a:gd name="T6" fmla="*/ 213 w 213"/>
                <a:gd name="T7" fmla="*/ 0 h 139"/>
                <a:gd name="T8" fmla="*/ 213 w 213"/>
                <a:gd name="T9" fmla="*/ 139 h 139"/>
                <a:gd name="T10" fmla="*/ 207 w 213"/>
                <a:gd name="T11" fmla="*/ 7 h 139"/>
                <a:gd name="T12" fmla="*/ 7 w 213"/>
                <a:gd name="T13" fmla="*/ 7 h 139"/>
                <a:gd name="T14" fmla="*/ 7 w 213"/>
                <a:gd name="T15" fmla="*/ 133 h 139"/>
                <a:gd name="T16" fmla="*/ 207 w 213"/>
                <a:gd name="T17" fmla="*/ 133 h 139"/>
                <a:gd name="T18" fmla="*/ 207 w 213"/>
                <a:gd name="T19" fmla="*/ 7 h 139"/>
                <a:gd name="T20" fmla="*/ 207 w 213"/>
                <a:gd name="T21" fmla="*/ 7 h 139"/>
                <a:gd name="T22" fmla="*/ 207 w 213"/>
                <a:gd name="T23" fmla="*/ 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3" h="139">
                  <a:moveTo>
                    <a:pt x="213" y="139"/>
                  </a:moveTo>
                  <a:lnTo>
                    <a:pt x="0" y="139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3" y="139"/>
                  </a:lnTo>
                  <a:close/>
                  <a:moveTo>
                    <a:pt x="207" y="7"/>
                  </a:moveTo>
                  <a:lnTo>
                    <a:pt x="7" y="7"/>
                  </a:lnTo>
                  <a:lnTo>
                    <a:pt x="7" y="133"/>
                  </a:lnTo>
                  <a:lnTo>
                    <a:pt x="207" y="133"/>
                  </a:lnTo>
                  <a:lnTo>
                    <a:pt x="207" y="7"/>
                  </a:lnTo>
                  <a:close/>
                  <a:moveTo>
                    <a:pt x="207" y="7"/>
                  </a:moveTo>
                  <a:lnTo>
                    <a:pt x="207" y="7"/>
                  </a:lnTo>
                  <a:close/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" name="Freeform 88"/>
            <p:cNvSpPr>
              <a:spLocks noEditPoints="1"/>
            </p:cNvSpPr>
            <p:nvPr/>
          </p:nvSpPr>
          <p:spPr bwMode="gray">
            <a:xfrm>
              <a:off x="5537200" y="4454525"/>
              <a:ext cx="338137" cy="220663"/>
            </a:xfrm>
            <a:custGeom>
              <a:avLst/>
              <a:gdLst>
                <a:gd name="T0" fmla="*/ 213 w 213"/>
                <a:gd name="T1" fmla="*/ 139 h 139"/>
                <a:gd name="T2" fmla="*/ 0 w 213"/>
                <a:gd name="T3" fmla="*/ 139 h 139"/>
                <a:gd name="T4" fmla="*/ 0 w 213"/>
                <a:gd name="T5" fmla="*/ 0 h 139"/>
                <a:gd name="T6" fmla="*/ 213 w 213"/>
                <a:gd name="T7" fmla="*/ 0 h 139"/>
                <a:gd name="T8" fmla="*/ 213 w 213"/>
                <a:gd name="T9" fmla="*/ 139 h 139"/>
                <a:gd name="T10" fmla="*/ 207 w 213"/>
                <a:gd name="T11" fmla="*/ 7 h 139"/>
                <a:gd name="T12" fmla="*/ 7 w 213"/>
                <a:gd name="T13" fmla="*/ 7 h 139"/>
                <a:gd name="T14" fmla="*/ 7 w 213"/>
                <a:gd name="T15" fmla="*/ 133 h 139"/>
                <a:gd name="T16" fmla="*/ 207 w 213"/>
                <a:gd name="T17" fmla="*/ 133 h 139"/>
                <a:gd name="T18" fmla="*/ 207 w 213"/>
                <a:gd name="T19" fmla="*/ 7 h 139"/>
                <a:gd name="T20" fmla="*/ 207 w 213"/>
                <a:gd name="T21" fmla="*/ 7 h 139"/>
                <a:gd name="T22" fmla="*/ 207 w 213"/>
                <a:gd name="T23" fmla="*/ 7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3" h="139">
                  <a:moveTo>
                    <a:pt x="213" y="139"/>
                  </a:moveTo>
                  <a:lnTo>
                    <a:pt x="0" y="139"/>
                  </a:lnTo>
                  <a:lnTo>
                    <a:pt x="0" y="0"/>
                  </a:lnTo>
                  <a:lnTo>
                    <a:pt x="213" y="0"/>
                  </a:lnTo>
                  <a:lnTo>
                    <a:pt x="213" y="139"/>
                  </a:lnTo>
                  <a:moveTo>
                    <a:pt x="207" y="7"/>
                  </a:moveTo>
                  <a:lnTo>
                    <a:pt x="7" y="7"/>
                  </a:lnTo>
                  <a:lnTo>
                    <a:pt x="7" y="133"/>
                  </a:lnTo>
                  <a:lnTo>
                    <a:pt x="207" y="133"/>
                  </a:lnTo>
                  <a:lnTo>
                    <a:pt x="207" y="7"/>
                  </a:lnTo>
                  <a:moveTo>
                    <a:pt x="207" y="7"/>
                  </a:moveTo>
                  <a:lnTo>
                    <a:pt x="207" y="7"/>
                  </a:lnTo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" name="Freeform 89"/>
            <p:cNvSpPr>
              <a:spLocks noEditPoints="1"/>
            </p:cNvSpPr>
            <p:nvPr/>
          </p:nvSpPr>
          <p:spPr bwMode="gray">
            <a:xfrm>
              <a:off x="5564188" y="4484688"/>
              <a:ext cx="284162" cy="265113"/>
            </a:xfrm>
            <a:custGeom>
              <a:avLst/>
              <a:gdLst>
                <a:gd name="T0" fmla="*/ 179 w 179"/>
                <a:gd name="T1" fmla="*/ 101 h 167"/>
                <a:gd name="T2" fmla="*/ 0 w 179"/>
                <a:gd name="T3" fmla="*/ 101 h 167"/>
                <a:gd name="T4" fmla="*/ 0 w 179"/>
                <a:gd name="T5" fmla="*/ 0 h 167"/>
                <a:gd name="T6" fmla="*/ 179 w 179"/>
                <a:gd name="T7" fmla="*/ 0 h 167"/>
                <a:gd name="T8" fmla="*/ 179 w 179"/>
                <a:gd name="T9" fmla="*/ 101 h 167"/>
                <a:gd name="T10" fmla="*/ 175 w 179"/>
                <a:gd name="T11" fmla="*/ 3 h 167"/>
                <a:gd name="T12" fmla="*/ 6 w 179"/>
                <a:gd name="T13" fmla="*/ 3 h 167"/>
                <a:gd name="T14" fmla="*/ 6 w 179"/>
                <a:gd name="T15" fmla="*/ 97 h 167"/>
                <a:gd name="T16" fmla="*/ 175 w 179"/>
                <a:gd name="T17" fmla="*/ 97 h 167"/>
                <a:gd name="T18" fmla="*/ 175 w 179"/>
                <a:gd name="T19" fmla="*/ 3 h 167"/>
                <a:gd name="T20" fmla="*/ 105 w 179"/>
                <a:gd name="T21" fmla="*/ 167 h 167"/>
                <a:gd name="T22" fmla="*/ 74 w 179"/>
                <a:gd name="T23" fmla="*/ 167 h 167"/>
                <a:gd name="T24" fmla="*/ 74 w 179"/>
                <a:gd name="T25" fmla="*/ 114 h 167"/>
                <a:gd name="T26" fmla="*/ 105 w 179"/>
                <a:gd name="T27" fmla="*/ 114 h 167"/>
                <a:gd name="T28" fmla="*/ 105 w 179"/>
                <a:gd name="T29" fmla="*/ 167 h 167"/>
                <a:gd name="T30" fmla="*/ 101 w 179"/>
                <a:gd name="T31" fmla="*/ 120 h 167"/>
                <a:gd name="T32" fmla="*/ 79 w 179"/>
                <a:gd name="T33" fmla="*/ 120 h 167"/>
                <a:gd name="T34" fmla="*/ 79 w 179"/>
                <a:gd name="T35" fmla="*/ 163 h 167"/>
                <a:gd name="T36" fmla="*/ 101 w 179"/>
                <a:gd name="T37" fmla="*/ 163 h 167"/>
                <a:gd name="T38" fmla="*/ 101 w 179"/>
                <a:gd name="T39" fmla="*/ 120 h 167"/>
                <a:gd name="T40" fmla="*/ 101 w 179"/>
                <a:gd name="T41" fmla="*/ 125 h 167"/>
                <a:gd name="T42" fmla="*/ 101 w 179"/>
                <a:gd name="T43" fmla="*/ 125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167">
                  <a:moveTo>
                    <a:pt x="179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79" y="101"/>
                  </a:lnTo>
                  <a:close/>
                  <a:moveTo>
                    <a:pt x="175" y="3"/>
                  </a:moveTo>
                  <a:lnTo>
                    <a:pt x="6" y="3"/>
                  </a:lnTo>
                  <a:lnTo>
                    <a:pt x="6" y="97"/>
                  </a:lnTo>
                  <a:lnTo>
                    <a:pt x="175" y="97"/>
                  </a:lnTo>
                  <a:lnTo>
                    <a:pt x="175" y="3"/>
                  </a:lnTo>
                  <a:close/>
                  <a:moveTo>
                    <a:pt x="105" y="167"/>
                  </a:moveTo>
                  <a:lnTo>
                    <a:pt x="74" y="167"/>
                  </a:lnTo>
                  <a:lnTo>
                    <a:pt x="74" y="114"/>
                  </a:lnTo>
                  <a:lnTo>
                    <a:pt x="105" y="114"/>
                  </a:lnTo>
                  <a:lnTo>
                    <a:pt x="105" y="167"/>
                  </a:lnTo>
                  <a:close/>
                  <a:moveTo>
                    <a:pt x="101" y="120"/>
                  </a:moveTo>
                  <a:lnTo>
                    <a:pt x="79" y="120"/>
                  </a:lnTo>
                  <a:lnTo>
                    <a:pt x="79" y="163"/>
                  </a:lnTo>
                  <a:lnTo>
                    <a:pt x="101" y="163"/>
                  </a:lnTo>
                  <a:lnTo>
                    <a:pt x="101" y="120"/>
                  </a:lnTo>
                  <a:close/>
                  <a:moveTo>
                    <a:pt x="101" y="125"/>
                  </a:moveTo>
                  <a:lnTo>
                    <a:pt x="101" y="125"/>
                  </a:lnTo>
                  <a:close/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4" name="Freeform 90"/>
            <p:cNvSpPr>
              <a:spLocks noEditPoints="1"/>
            </p:cNvSpPr>
            <p:nvPr/>
          </p:nvSpPr>
          <p:spPr bwMode="gray">
            <a:xfrm>
              <a:off x="5564188" y="4484688"/>
              <a:ext cx="284162" cy="265113"/>
            </a:xfrm>
            <a:custGeom>
              <a:avLst/>
              <a:gdLst>
                <a:gd name="T0" fmla="*/ 179 w 179"/>
                <a:gd name="T1" fmla="*/ 101 h 167"/>
                <a:gd name="T2" fmla="*/ 0 w 179"/>
                <a:gd name="T3" fmla="*/ 101 h 167"/>
                <a:gd name="T4" fmla="*/ 0 w 179"/>
                <a:gd name="T5" fmla="*/ 0 h 167"/>
                <a:gd name="T6" fmla="*/ 179 w 179"/>
                <a:gd name="T7" fmla="*/ 0 h 167"/>
                <a:gd name="T8" fmla="*/ 179 w 179"/>
                <a:gd name="T9" fmla="*/ 101 h 167"/>
                <a:gd name="T10" fmla="*/ 175 w 179"/>
                <a:gd name="T11" fmla="*/ 3 h 167"/>
                <a:gd name="T12" fmla="*/ 6 w 179"/>
                <a:gd name="T13" fmla="*/ 3 h 167"/>
                <a:gd name="T14" fmla="*/ 6 w 179"/>
                <a:gd name="T15" fmla="*/ 97 h 167"/>
                <a:gd name="T16" fmla="*/ 175 w 179"/>
                <a:gd name="T17" fmla="*/ 97 h 167"/>
                <a:gd name="T18" fmla="*/ 175 w 179"/>
                <a:gd name="T19" fmla="*/ 3 h 167"/>
                <a:gd name="T20" fmla="*/ 105 w 179"/>
                <a:gd name="T21" fmla="*/ 167 h 167"/>
                <a:gd name="T22" fmla="*/ 74 w 179"/>
                <a:gd name="T23" fmla="*/ 167 h 167"/>
                <a:gd name="T24" fmla="*/ 74 w 179"/>
                <a:gd name="T25" fmla="*/ 114 h 167"/>
                <a:gd name="T26" fmla="*/ 105 w 179"/>
                <a:gd name="T27" fmla="*/ 114 h 167"/>
                <a:gd name="T28" fmla="*/ 105 w 179"/>
                <a:gd name="T29" fmla="*/ 167 h 167"/>
                <a:gd name="T30" fmla="*/ 101 w 179"/>
                <a:gd name="T31" fmla="*/ 120 h 167"/>
                <a:gd name="T32" fmla="*/ 79 w 179"/>
                <a:gd name="T33" fmla="*/ 120 h 167"/>
                <a:gd name="T34" fmla="*/ 79 w 179"/>
                <a:gd name="T35" fmla="*/ 163 h 167"/>
                <a:gd name="T36" fmla="*/ 101 w 179"/>
                <a:gd name="T37" fmla="*/ 163 h 167"/>
                <a:gd name="T38" fmla="*/ 101 w 179"/>
                <a:gd name="T39" fmla="*/ 120 h 167"/>
                <a:gd name="T40" fmla="*/ 101 w 179"/>
                <a:gd name="T41" fmla="*/ 125 h 167"/>
                <a:gd name="T42" fmla="*/ 101 w 179"/>
                <a:gd name="T43" fmla="*/ 125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9" h="167">
                  <a:moveTo>
                    <a:pt x="179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79" y="0"/>
                  </a:lnTo>
                  <a:lnTo>
                    <a:pt x="179" y="101"/>
                  </a:lnTo>
                  <a:moveTo>
                    <a:pt x="175" y="3"/>
                  </a:moveTo>
                  <a:lnTo>
                    <a:pt x="6" y="3"/>
                  </a:lnTo>
                  <a:lnTo>
                    <a:pt x="6" y="97"/>
                  </a:lnTo>
                  <a:lnTo>
                    <a:pt x="175" y="97"/>
                  </a:lnTo>
                  <a:lnTo>
                    <a:pt x="175" y="3"/>
                  </a:lnTo>
                  <a:moveTo>
                    <a:pt x="105" y="167"/>
                  </a:moveTo>
                  <a:lnTo>
                    <a:pt x="74" y="167"/>
                  </a:lnTo>
                  <a:lnTo>
                    <a:pt x="74" y="114"/>
                  </a:lnTo>
                  <a:lnTo>
                    <a:pt x="105" y="114"/>
                  </a:lnTo>
                  <a:lnTo>
                    <a:pt x="105" y="167"/>
                  </a:lnTo>
                  <a:moveTo>
                    <a:pt x="101" y="120"/>
                  </a:moveTo>
                  <a:lnTo>
                    <a:pt x="79" y="120"/>
                  </a:lnTo>
                  <a:lnTo>
                    <a:pt x="79" y="163"/>
                  </a:lnTo>
                  <a:lnTo>
                    <a:pt x="101" y="163"/>
                  </a:lnTo>
                  <a:lnTo>
                    <a:pt x="101" y="120"/>
                  </a:lnTo>
                  <a:moveTo>
                    <a:pt x="101" y="125"/>
                  </a:moveTo>
                  <a:lnTo>
                    <a:pt x="101" y="125"/>
                  </a:lnTo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5" name="Freeform 91"/>
            <p:cNvSpPr>
              <a:spLocks noEditPoints="1"/>
            </p:cNvSpPr>
            <p:nvPr/>
          </p:nvSpPr>
          <p:spPr bwMode="gray">
            <a:xfrm>
              <a:off x="5640388" y="4695825"/>
              <a:ext cx="134937" cy="80963"/>
            </a:xfrm>
            <a:custGeom>
              <a:avLst/>
              <a:gdLst>
                <a:gd name="T0" fmla="*/ 85 w 85"/>
                <a:gd name="T1" fmla="*/ 51 h 51"/>
                <a:gd name="T2" fmla="*/ 0 w 85"/>
                <a:gd name="T3" fmla="*/ 51 h 51"/>
                <a:gd name="T4" fmla="*/ 0 w 85"/>
                <a:gd name="T5" fmla="*/ 32 h 51"/>
                <a:gd name="T6" fmla="*/ 85 w 85"/>
                <a:gd name="T7" fmla="*/ 32 h 51"/>
                <a:gd name="T8" fmla="*/ 85 w 85"/>
                <a:gd name="T9" fmla="*/ 51 h 51"/>
                <a:gd name="T10" fmla="*/ 81 w 85"/>
                <a:gd name="T11" fmla="*/ 34 h 51"/>
                <a:gd name="T12" fmla="*/ 2 w 85"/>
                <a:gd name="T13" fmla="*/ 34 h 51"/>
                <a:gd name="T14" fmla="*/ 2 w 85"/>
                <a:gd name="T15" fmla="*/ 47 h 51"/>
                <a:gd name="T16" fmla="*/ 81 w 85"/>
                <a:gd name="T17" fmla="*/ 47 h 51"/>
                <a:gd name="T18" fmla="*/ 81 w 85"/>
                <a:gd name="T19" fmla="*/ 34 h 51"/>
                <a:gd name="T20" fmla="*/ 27 w 85"/>
                <a:gd name="T21" fmla="*/ 0 h 51"/>
                <a:gd name="T22" fmla="*/ 57 w 85"/>
                <a:gd name="T23" fmla="*/ 0 h 51"/>
                <a:gd name="T24" fmla="*/ 57 w 85"/>
                <a:gd name="T25" fmla="*/ 2 h 51"/>
                <a:gd name="T26" fmla="*/ 27 w 85"/>
                <a:gd name="T27" fmla="*/ 2 h 51"/>
                <a:gd name="T28" fmla="*/ 27 w 85"/>
                <a:gd name="T29" fmla="*/ 0 h 51"/>
                <a:gd name="T30" fmla="*/ 27 w 85"/>
                <a:gd name="T31" fmla="*/ 14 h 51"/>
                <a:gd name="T32" fmla="*/ 57 w 85"/>
                <a:gd name="T33" fmla="*/ 14 h 51"/>
                <a:gd name="T34" fmla="*/ 57 w 85"/>
                <a:gd name="T35" fmla="*/ 17 h 51"/>
                <a:gd name="T36" fmla="*/ 27 w 85"/>
                <a:gd name="T37" fmla="*/ 17 h 51"/>
                <a:gd name="T38" fmla="*/ 27 w 85"/>
                <a:gd name="T39" fmla="*/ 14 h 51"/>
                <a:gd name="T40" fmla="*/ 27 w 85"/>
                <a:gd name="T41" fmla="*/ 14 h 51"/>
                <a:gd name="T42" fmla="*/ 27 w 85"/>
                <a:gd name="T43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" h="51">
                  <a:moveTo>
                    <a:pt x="85" y="51"/>
                  </a:moveTo>
                  <a:lnTo>
                    <a:pt x="0" y="51"/>
                  </a:lnTo>
                  <a:lnTo>
                    <a:pt x="0" y="32"/>
                  </a:lnTo>
                  <a:lnTo>
                    <a:pt x="85" y="32"/>
                  </a:lnTo>
                  <a:lnTo>
                    <a:pt x="85" y="51"/>
                  </a:lnTo>
                  <a:close/>
                  <a:moveTo>
                    <a:pt x="81" y="34"/>
                  </a:moveTo>
                  <a:lnTo>
                    <a:pt x="2" y="34"/>
                  </a:lnTo>
                  <a:lnTo>
                    <a:pt x="2" y="47"/>
                  </a:lnTo>
                  <a:lnTo>
                    <a:pt x="81" y="47"/>
                  </a:lnTo>
                  <a:lnTo>
                    <a:pt x="81" y="34"/>
                  </a:lnTo>
                  <a:close/>
                  <a:moveTo>
                    <a:pt x="27" y="0"/>
                  </a:moveTo>
                  <a:lnTo>
                    <a:pt x="57" y="0"/>
                  </a:lnTo>
                  <a:lnTo>
                    <a:pt x="57" y="2"/>
                  </a:lnTo>
                  <a:lnTo>
                    <a:pt x="27" y="2"/>
                  </a:lnTo>
                  <a:lnTo>
                    <a:pt x="27" y="0"/>
                  </a:lnTo>
                  <a:close/>
                  <a:moveTo>
                    <a:pt x="27" y="14"/>
                  </a:moveTo>
                  <a:lnTo>
                    <a:pt x="57" y="14"/>
                  </a:lnTo>
                  <a:lnTo>
                    <a:pt x="57" y="17"/>
                  </a:lnTo>
                  <a:lnTo>
                    <a:pt x="27" y="17"/>
                  </a:lnTo>
                  <a:lnTo>
                    <a:pt x="27" y="14"/>
                  </a:lnTo>
                  <a:close/>
                  <a:moveTo>
                    <a:pt x="27" y="14"/>
                  </a:moveTo>
                  <a:lnTo>
                    <a:pt x="27" y="14"/>
                  </a:lnTo>
                  <a:close/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6" name="Freeform 92"/>
            <p:cNvSpPr>
              <a:spLocks noEditPoints="1"/>
            </p:cNvSpPr>
            <p:nvPr/>
          </p:nvSpPr>
          <p:spPr bwMode="gray">
            <a:xfrm>
              <a:off x="5640388" y="4695825"/>
              <a:ext cx="134937" cy="80963"/>
            </a:xfrm>
            <a:custGeom>
              <a:avLst/>
              <a:gdLst>
                <a:gd name="T0" fmla="*/ 85 w 85"/>
                <a:gd name="T1" fmla="*/ 51 h 51"/>
                <a:gd name="T2" fmla="*/ 0 w 85"/>
                <a:gd name="T3" fmla="*/ 51 h 51"/>
                <a:gd name="T4" fmla="*/ 0 w 85"/>
                <a:gd name="T5" fmla="*/ 32 h 51"/>
                <a:gd name="T6" fmla="*/ 85 w 85"/>
                <a:gd name="T7" fmla="*/ 32 h 51"/>
                <a:gd name="T8" fmla="*/ 85 w 85"/>
                <a:gd name="T9" fmla="*/ 51 h 51"/>
                <a:gd name="T10" fmla="*/ 81 w 85"/>
                <a:gd name="T11" fmla="*/ 34 h 51"/>
                <a:gd name="T12" fmla="*/ 2 w 85"/>
                <a:gd name="T13" fmla="*/ 34 h 51"/>
                <a:gd name="T14" fmla="*/ 2 w 85"/>
                <a:gd name="T15" fmla="*/ 47 h 51"/>
                <a:gd name="T16" fmla="*/ 81 w 85"/>
                <a:gd name="T17" fmla="*/ 47 h 51"/>
                <a:gd name="T18" fmla="*/ 81 w 85"/>
                <a:gd name="T19" fmla="*/ 34 h 51"/>
                <a:gd name="T20" fmla="*/ 27 w 85"/>
                <a:gd name="T21" fmla="*/ 0 h 51"/>
                <a:gd name="T22" fmla="*/ 57 w 85"/>
                <a:gd name="T23" fmla="*/ 0 h 51"/>
                <a:gd name="T24" fmla="*/ 57 w 85"/>
                <a:gd name="T25" fmla="*/ 2 h 51"/>
                <a:gd name="T26" fmla="*/ 27 w 85"/>
                <a:gd name="T27" fmla="*/ 2 h 51"/>
                <a:gd name="T28" fmla="*/ 27 w 85"/>
                <a:gd name="T29" fmla="*/ 0 h 51"/>
                <a:gd name="T30" fmla="*/ 27 w 85"/>
                <a:gd name="T31" fmla="*/ 14 h 51"/>
                <a:gd name="T32" fmla="*/ 57 w 85"/>
                <a:gd name="T33" fmla="*/ 14 h 51"/>
                <a:gd name="T34" fmla="*/ 57 w 85"/>
                <a:gd name="T35" fmla="*/ 17 h 51"/>
                <a:gd name="T36" fmla="*/ 27 w 85"/>
                <a:gd name="T37" fmla="*/ 17 h 51"/>
                <a:gd name="T38" fmla="*/ 27 w 85"/>
                <a:gd name="T39" fmla="*/ 14 h 51"/>
                <a:gd name="T40" fmla="*/ 27 w 85"/>
                <a:gd name="T41" fmla="*/ 14 h 51"/>
                <a:gd name="T42" fmla="*/ 27 w 85"/>
                <a:gd name="T43" fmla="*/ 14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5" h="51">
                  <a:moveTo>
                    <a:pt x="85" y="51"/>
                  </a:moveTo>
                  <a:lnTo>
                    <a:pt x="0" y="51"/>
                  </a:lnTo>
                  <a:lnTo>
                    <a:pt x="0" y="32"/>
                  </a:lnTo>
                  <a:lnTo>
                    <a:pt x="85" y="32"/>
                  </a:lnTo>
                  <a:lnTo>
                    <a:pt x="85" y="51"/>
                  </a:lnTo>
                  <a:moveTo>
                    <a:pt x="81" y="34"/>
                  </a:moveTo>
                  <a:lnTo>
                    <a:pt x="2" y="34"/>
                  </a:lnTo>
                  <a:lnTo>
                    <a:pt x="2" y="47"/>
                  </a:lnTo>
                  <a:lnTo>
                    <a:pt x="81" y="47"/>
                  </a:lnTo>
                  <a:lnTo>
                    <a:pt x="81" y="34"/>
                  </a:lnTo>
                  <a:moveTo>
                    <a:pt x="27" y="0"/>
                  </a:moveTo>
                  <a:lnTo>
                    <a:pt x="57" y="0"/>
                  </a:lnTo>
                  <a:lnTo>
                    <a:pt x="57" y="2"/>
                  </a:lnTo>
                  <a:lnTo>
                    <a:pt x="27" y="2"/>
                  </a:lnTo>
                  <a:lnTo>
                    <a:pt x="27" y="0"/>
                  </a:lnTo>
                  <a:moveTo>
                    <a:pt x="27" y="14"/>
                  </a:moveTo>
                  <a:lnTo>
                    <a:pt x="57" y="14"/>
                  </a:lnTo>
                  <a:lnTo>
                    <a:pt x="57" y="17"/>
                  </a:lnTo>
                  <a:lnTo>
                    <a:pt x="27" y="17"/>
                  </a:lnTo>
                  <a:lnTo>
                    <a:pt x="27" y="14"/>
                  </a:lnTo>
                  <a:moveTo>
                    <a:pt x="27" y="14"/>
                  </a:moveTo>
                  <a:lnTo>
                    <a:pt x="27" y="14"/>
                  </a:lnTo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77" name="Freeform 31"/>
          <p:cNvSpPr>
            <a:spLocks noEditPoints="1"/>
          </p:cNvSpPr>
          <p:nvPr/>
        </p:nvSpPr>
        <p:spPr bwMode="gray">
          <a:xfrm>
            <a:off x="7995000" y="4371451"/>
            <a:ext cx="260350" cy="408788"/>
          </a:xfrm>
          <a:custGeom>
            <a:avLst/>
            <a:gdLst>
              <a:gd name="T0" fmla="*/ 14 w 100"/>
              <a:gd name="T1" fmla="*/ 4 h 159"/>
              <a:gd name="T2" fmla="*/ 87 w 100"/>
              <a:gd name="T3" fmla="*/ 4 h 159"/>
              <a:gd name="T4" fmla="*/ 93 w 100"/>
              <a:gd name="T5" fmla="*/ 7 h 159"/>
              <a:gd name="T6" fmla="*/ 96 w 100"/>
              <a:gd name="T7" fmla="*/ 14 h 159"/>
              <a:gd name="T8" fmla="*/ 96 w 100"/>
              <a:gd name="T9" fmla="*/ 146 h 159"/>
              <a:gd name="T10" fmla="*/ 87 w 100"/>
              <a:gd name="T11" fmla="*/ 155 h 159"/>
              <a:gd name="T12" fmla="*/ 13 w 100"/>
              <a:gd name="T13" fmla="*/ 155 h 159"/>
              <a:gd name="T14" fmla="*/ 4 w 100"/>
              <a:gd name="T15" fmla="*/ 146 h 159"/>
              <a:gd name="T16" fmla="*/ 4 w 100"/>
              <a:gd name="T17" fmla="*/ 14 h 159"/>
              <a:gd name="T18" fmla="*/ 7 w 100"/>
              <a:gd name="T19" fmla="*/ 7 h 159"/>
              <a:gd name="T20" fmla="*/ 14 w 100"/>
              <a:gd name="T21" fmla="*/ 4 h 159"/>
              <a:gd name="T22" fmla="*/ 14 w 100"/>
              <a:gd name="T23" fmla="*/ 0 h 159"/>
              <a:gd name="T24" fmla="*/ 4 w 100"/>
              <a:gd name="T25" fmla="*/ 4 h 159"/>
              <a:gd name="T26" fmla="*/ 0 w 100"/>
              <a:gd name="T27" fmla="*/ 14 h 159"/>
              <a:gd name="T28" fmla="*/ 0 w 100"/>
              <a:gd name="T29" fmla="*/ 146 h 159"/>
              <a:gd name="T30" fmla="*/ 4 w 100"/>
              <a:gd name="T31" fmla="*/ 155 h 159"/>
              <a:gd name="T32" fmla="*/ 13 w 100"/>
              <a:gd name="T33" fmla="*/ 159 h 159"/>
              <a:gd name="T34" fmla="*/ 87 w 100"/>
              <a:gd name="T35" fmla="*/ 159 h 159"/>
              <a:gd name="T36" fmla="*/ 100 w 100"/>
              <a:gd name="T37" fmla="*/ 146 h 159"/>
              <a:gd name="T38" fmla="*/ 100 w 100"/>
              <a:gd name="T39" fmla="*/ 14 h 159"/>
              <a:gd name="T40" fmla="*/ 96 w 100"/>
              <a:gd name="T41" fmla="*/ 4 h 159"/>
              <a:gd name="T42" fmla="*/ 87 w 100"/>
              <a:gd name="T43" fmla="*/ 0 h 159"/>
              <a:gd name="T44" fmla="*/ 14 w 100"/>
              <a:gd name="T45" fmla="*/ 0 h 159"/>
              <a:gd name="T46" fmla="*/ 17 w 100"/>
              <a:gd name="T47" fmla="*/ 17 h 159"/>
              <a:gd name="T48" fmla="*/ 83 w 100"/>
              <a:gd name="T49" fmla="*/ 17 h 159"/>
              <a:gd name="T50" fmla="*/ 83 w 100"/>
              <a:gd name="T51" fmla="*/ 125 h 159"/>
              <a:gd name="T52" fmla="*/ 17 w 100"/>
              <a:gd name="T53" fmla="*/ 125 h 159"/>
              <a:gd name="T54" fmla="*/ 17 w 100"/>
              <a:gd name="T55" fmla="*/ 17 h 159"/>
              <a:gd name="T56" fmla="*/ 13 w 100"/>
              <a:gd name="T57" fmla="*/ 13 h 159"/>
              <a:gd name="T58" fmla="*/ 13 w 100"/>
              <a:gd name="T59" fmla="*/ 129 h 159"/>
              <a:gd name="T60" fmla="*/ 87 w 100"/>
              <a:gd name="T61" fmla="*/ 129 h 159"/>
              <a:gd name="T62" fmla="*/ 87 w 100"/>
              <a:gd name="T63" fmla="*/ 13 h 159"/>
              <a:gd name="T64" fmla="*/ 13 w 100"/>
              <a:gd name="T65" fmla="*/ 13 h 159"/>
              <a:gd name="T66" fmla="*/ 50 w 100"/>
              <a:gd name="T67" fmla="*/ 138 h 159"/>
              <a:gd name="T68" fmla="*/ 53 w 100"/>
              <a:gd name="T69" fmla="*/ 139 h 159"/>
              <a:gd name="T70" fmla="*/ 54 w 100"/>
              <a:gd name="T71" fmla="*/ 142 h 159"/>
              <a:gd name="T72" fmla="*/ 53 w 100"/>
              <a:gd name="T73" fmla="*/ 145 h 159"/>
              <a:gd name="T74" fmla="*/ 50 w 100"/>
              <a:gd name="T75" fmla="*/ 146 h 159"/>
              <a:gd name="T76" fmla="*/ 47 w 100"/>
              <a:gd name="T77" fmla="*/ 145 h 159"/>
              <a:gd name="T78" fmla="*/ 46 w 100"/>
              <a:gd name="T79" fmla="*/ 142 h 159"/>
              <a:gd name="T80" fmla="*/ 50 w 100"/>
              <a:gd name="T81" fmla="*/ 138 h 159"/>
              <a:gd name="T82" fmla="*/ 50 w 100"/>
              <a:gd name="T83" fmla="*/ 134 h 159"/>
              <a:gd name="T84" fmla="*/ 42 w 100"/>
              <a:gd name="T85" fmla="*/ 142 h 159"/>
              <a:gd name="T86" fmla="*/ 50 w 100"/>
              <a:gd name="T87" fmla="*/ 150 h 159"/>
              <a:gd name="T88" fmla="*/ 58 w 100"/>
              <a:gd name="T89" fmla="*/ 142 h 159"/>
              <a:gd name="T90" fmla="*/ 50 w 100"/>
              <a:gd name="T91" fmla="*/ 134 h 159"/>
              <a:gd name="T92" fmla="*/ 50 w 100"/>
              <a:gd name="T93" fmla="*/ 134 h 159"/>
              <a:gd name="T94" fmla="*/ 50 w 100"/>
              <a:gd name="T95" fmla="*/ 134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00" h="159">
                <a:moveTo>
                  <a:pt x="14" y="4"/>
                </a:moveTo>
                <a:cubicBezTo>
                  <a:pt x="87" y="4"/>
                  <a:pt x="87" y="4"/>
                  <a:pt x="87" y="4"/>
                </a:cubicBezTo>
                <a:cubicBezTo>
                  <a:pt x="89" y="4"/>
                  <a:pt x="92" y="5"/>
                  <a:pt x="93" y="7"/>
                </a:cubicBezTo>
                <a:cubicBezTo>
                  <a:pt x="95" y="9"/>
                  <a:pt x="96" y="11"/>
                  <a:pt x="96" y="14"/>
                </a:cubicBezTo>
                <a:cubicBezTo>
                  <a:pt x="96" y="146"/>
                  <a:pt x="96" y="146"/>
                  <a:pt x="96" y="146"/>
                </a:cubicBezTo>
                <a:cubicBezTo>
                  <a:pt x="96" y="151"/>
                  <a:pt x="92" y="155"/>
                  <a:pt x="87" y="155"/>
                </a:cubicBezTo>
                <a:cubicBezTo>
                  <a:pt x="13" y="155"/>
                  <a:pt x="13" y="155"/>
                  <a:pt x="13" y="155"/>
                </a:cubicBezTo>
                <a:cubicBezTo>
                  <a:pt x="8" y="155"/>
                  <a:pt x="4" y="151"/>
                  <a:pt x="4" y="146"/>
                </a:cubicBezTo>
                <a:cubicBezTo>
                  <a:pt x="4" y="14"/>
                  <a:pt x="4" y="14"/>
                  <a:pt x="4" y="14"/>
                </a:cubicBezTo>
                <a:cubicBezTo>
                  <a:pt x="4" y="11"/>
                  <a:pt x="5" y="9"/>
                  <a:pt x="7" y="7"/>
                </a:cubicBezTo>
                <a:cubicBezTo>
                  <a:pt x="9" y="5"/>
                  <a:pt x="11" y="4"/>
                  <a:pt x="14" y="4"/>
                </a:cubicBezTo>
                <a:moveTo>
                  <a:pt x="14" y="0"/>
                </a:moveTo>
                <a:cubicBezTo>
                  <a:pt x="10" y="0"/>
                  <a:pt x="7" y="2"/>
                  <a:pt x="4" y="4"/>
                </a:cubicBezTo>
                <a:cubicBezTo>
                  <a:pt x="2" y="7"/>
                  <a:pt x="0" y="10"/>
                  <a:pt x="0" y="14"/>
                </a:cubicBezTo>
                <a:cubicBezTo>
                  <a:pt x="0" y="146"/>
                  <a:pt x="0" y="146"/>
                  <a:pt x="0" y="146"/>
                </a:cubicBezTo>
                <a:cubicBezTo>
                  <a:pt x="0" y="149"/>
                  <a:pt x="2" y="152"/>
                  <a:pt x="4" y="155"/>
                </a:cubicBezTo>
                <a:cubicBezTo>
                  <a:pt x="7" y="157"/>
                  <a:pt x="10" y="159"/>
                  <a:pt x="13" y="159"/>
                </a:cubicBezTo>
                <a:cubicBezTo>
                  <a:pt x="87" y="159"/>
                  <a:pt x="87" y="159"/>
                  <a:pt x="87" y="159"/>
                </a:cubicBezTo>
                <a:cubicBezTo>
                  <a:pt x="94" y="159"/>
                  <a:pt x="100" y="153"/>
                  <a:pt x="100" y="146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100" y="10"/>
                  <a:pt x="99" y="7"/>
                  <a:pt x="96" y="4"/>
                </a:cubicBezTo>
                <a:cubicBezTo>
                  <a:pt x="94" y="2"/>
                  <a:pt x="91" y="0"/>
                  <a:pt x="87" y="0"/>
                </a:cubicBezTo>
                <a:lnTo>
                  <a:pt x="14" y="0"/>
                </a:lnTo>
                <a:close/>
                <a:moveTo>
                  <a:pt x="17" y="17"/>
                </a:moveTo>
                <a:cubicBezTo>
                  <a:pt x="83" y="17"/>
                  <a:pt x="83" y="17"/>
                  <a:pt x="83" y="17"/>
                </a:cubicBezTo>
                <a:cubicBezTo>
                  <a:pt x="83" y="125"/>
                  <a:pt x="83" y="125"/>
                  <a:pt x="83" y="125"/>
                </a:cubicBezTo>
                <a:cubicBezTo>
                  <a:pt x="17" y="125"/>
                  <a:pt x="17" y="125"/>
                  <a:pt x="17" y="125"/>
                </a:cubicBezTo>
                <a:cubicBezTo>
                  <a:pt x="17" y="17"/>
                  <a:pt x="17" y="17"/>
                  <a:pt x="17" y="17"/>
                </a:cubicBezTo>
                <a:moveTo>
                  <a:pt x="13" y="13"/>
                </a:moveTo>
                <a:cubicBezTo>
                  <a:pt x="13" y="129"/>
                  <a:pt x="13" y="129"/>
                  <a:pt x="13" y="129"/>
                </a:cubicBezTo>
                <a:cubicBezTo>
                  <a:pt x="87" y="129"/>
                  <a:pt x="87" y="129"/>
                  <a:pt x="87" y="129"/>
                </a:cubicBezTo>
                <a:cubicBezTo>
                  <a:pt x="87" y="13"/>
                  <a:pt x="87" y="13"/>
                  <a:pt x="87" y="13"/>
                </a:cubicBezTo>
                <a:lnTo>
                  <a:pt x="13" y="13"/>
                </a:lnTo>
                <a:close/>
                <a:moveTo>
                  <a:pt x="50" y="138"/>
                </a:moveTo>
                <a:cubicBezTo>
                  <a:pt x="51" y="138"/>
                  <a:pt x="52" y="139"/>
                  <a:pt x="53" y="139"/>
                </a:cubicBezTo>
                <a:cubicBezTo>
                  <a:pt x="53" y="140"/>
                  <a:pt x="54" y="141"/>
                  <a:pt x="54" y="142"/>
                </a:cubicBezTo>
                <a:cubicBezTo>
                  <a:pt x="54" y="143"/>
                  <a:pt x="53" y="144"/>
                  <a:pt x="53" y="145"/>
                </a:cubicBezTo>
                <a:cubicBezTo>
                  <a:pt x="52" y="146"/>
                  <a:pt x="51" y="146"/>
                  <a:pt x="50" y="146"/>
                </a:cubicBezTo>
                <a:cubicBezTo>
                  <a:pt x="49" y="146"/>
                  <a:pt x="48" y="146"/>
                  <a:pt x="47" y="145"/>
                </a:cubicBezTo>
                <a:cubicBezTo>
                  <a:pt x="46" y="144"/>
                  <a:pt x="46" y="143"/>
                  <a:pt x="46" y="142"/>
                </a:cubicBezTo>
                <a:cubicBezTo>
                  <a:pt x="46" y="140"/>
                  <a:pt x="48" y="138"/>
                  <a:pt x="50" y="138"/>
                </a:cubicBezTo>
                <a:moveTo>
                  <a:pt x="50" y="134"/>
                </a:moveTo>
                <a:cubicBezTo>
                  <a:pt x="45" y="134"/>
                  <a:pt x="42" y="138"/>
                  <a:pt x="42" y="142"/>
                </a:cubicBezTo>
                <a:cubicBezTo>
                  <a:pt x="42" y="146"/>
                  <a:pt x="45" y="150"/>
                  <a:pt x="50" y="150"/>
                </a:cubicBezTo>
                <a:cubicBezTo>
                  <a:pt x="54" y="150"/>
                  <a:pt x="58" y="146"/>
                  <a:pt x="58" y="142"/>
                </a:cubicBezTo>
                <a:cubicBezTo>
                  <a:pt x="58" y="138"/>
                  <a:pt x="54" y="134"/>
                  <a:pt x="50" y="134"/>
                </a:cubicBezTo>
                <a:close/>
                <a:moveTo>
                  <a:pt x="50" y="134"/>
                </a:moveTo>
                <a:cubicBezTo>
                  <a:pt x="50" y="134"/>
                  <a:pt x="50" y="134"/>
                  <a:pt x="50" y="134"/>
                </a:cubicBezTo>
              </a:path>
            </a:pathLst>
          </a:custGeom>
          <a:solidFill>
            <a:srgbClr val="8A8A8A"/>
          </a:solidFill>
          <a:ln w="6350" cap="flat" cmpd="sng" algn="ctr">
            <a:solidFill>
              <a:schemeClr val="tx2">
                <a:lumMod val="50000"/>
              </a:schemeClr>
            </a:solidFill>
            <a:prstDash val="solid"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defTabSz="1219200"/>
            <a:endParaRPr lang="zh-CN" altLang="en-US" sz="240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8" name="Freeform 100"/>
          <p:cNvSpPr>
            <a:spLocks noEditPoints="1"/>
          </p:cNvSpPr>
          <p:nvPr/>
        </p:nvSpPr>
        <p:spPr bwMode="gray">
          <a:xfrm>
            <a:off x="8735744" y="4631677"/>
            <a:ext cx="369570" cy="370330"/>
          </a:xfrm>
          <a:custGeom>
            <a:avLst/>
            <a:gdLst>
              <a:gd name="T0" fmla="*/ 45 w 316"/>
              <a:gd name="T1" fmla="*/ 268 h 316"/>
              <a:gd name="T2" fmla="*/ 59 w 316"/>
              <a:gd name="T3" fmla="*/ 35 h 316"/>
              <a:gd name="T4" fmla="*/ 271 w 316"/>
              <a:gd name="T5" fmla="*/ 48 h 316"/>
              <a:gd name="T6" fmla="*/ 258 w 316"/>
              <a:gd name="T7" fmla="*/ 281 h 316"/>
              <a:gd name="T8" fmla="*/ 169 w 316"/>
              <a:gd name="T9" fmla="*/ 305 h 316"/>
              <a:gd name="T10" fmla="*/ 220 w 316"/>
              <a:gd name="T11" fmla="*/ 255 h 316"/>
              <a:gd name="T12" fmla="*/ 168 w 316"/>
              <a:gd name="T13" fmla="*/ 237 h 316"/>
              <a:gd name="T14" fmla="*/ 148 w 316"/>
              <a:gd name="T15" fmla="*/ 237 h 316"/>
              <a:gd name="T16" fmla="*/ 97 w 316"/>
              <a:gd name="T17" fmla="*/ 256 h 316"/>
              <a:gd name="T18" fmla="*/ 148 w 316"/>
              <a:gd name="T19" fmla="*/ 305 h 316"/>
              <a:gd name="T20" fmla="*/ 148 w 316"/>
              <a:gd name="T21" fmla="*/ 237 h 316"/>
              <a:gd name="T22" fmla="*/ 209 w 316"/>
              <a:gd name="T23" fmla="*/ 289 h 316"/>
              <a:gd name="T24" fmla="*/ 216 w 316"/>
              <a:gd name="T25" fmla="*/ 294 h 316"/>
              <a:gd name="T26" fmla="*/ 249 w 316"/>
              <a:gd name="T27" fmla="*/ 268 h 316"/>
              <a:gd name="T28" fmla="*/ 228 w 316"/>
              <a:gd name="T29" fmla="*/ 260 h 316"/>
              <a:gd name="T30" fmla="*/ 63 w 316"/>
              <a:gd name="T31" fmla="*/ 272 h 316"/>
              <a:gd name="T32" fmla="*/ 102 w 316"/>
              <a:gd name="T33" fmla="*/ 295 h 316"/>
              <a:gd name="T34" fmla="*/ 105 w 316"/>
              <a:gd name="T35" fmla="*/ 287 h 316"/>
              <a:gd name="T36" fmla="*/ 82 w 316"/>
              <a:gd name="T37" fmla="*/ 258 h 316"/>
              <a:gd name="T38" fmla="*/ 234 w 316"/>
              <a:gd name="T39" fmla="*/ 247 h 316"/>
              <a:gd name="T40" fmla="*/ 261 w 316"/>
              <a:gd name="T41" fmla="*/ 265 h 316"/>
              <a:gd name="T42" fmla="*/ 306 w 316"/>
              <a:gd name="T43" fmla="*/ 168 h 316"/>
              <a:gd name="T44" fmla="*/ 250 w 316"/>
              <a:gd name="T45" fmla="*/ 167 h 316"/>
              <a:gd name="T46" fmla="*/ 53 w 316"/>
              <a:gd name="T47" fmla="*/ 262 h 316"/>
              <a:gd name="T48" fmla="*/ 79 w 316"/>
              <a:gd name="T49" fmla="*/ 249 h 316"/>
              <a:gd name="T50" fmla="*/ 66 w 316"/>
              <a:gd name="T51" fmla="*/ 167 h 316"/>
              <a:gd name="T52" fmla="*/ 11 w 316"/>
              <a:gd name="T53" fmla="*/ 168 h 316"/>
              <a:gd name="T54" fmla="*/ 221 w 316"/>
              <a:gd name="T55" fmla="*/ 240 h 316"/>
              <a:gd name="T56" fmla="*/ 233 w 316"/>
              <a:gd name="T57" fmla="*/ 218 h 316"/>
              <a:gd name="T58" fmla="*/ 163 w 316"/>
              <a:gd name="T59" fmla="*/ 163 h 316"/>
              <a:gd name="T60" fmla="*/ 83 w 316"/>
              <a:gd name="T61" fmla="*/ 218 h 316"/>
              <a:gd name="T62" fmla="*/ 95 w 316"/>
              <a:gd name="T63" fmla="*/ 240 h 316"/>
              <a:gd name="T64" fmla="*/ 153 w 316"/>
              <a:gd name="T65" fmla="*/ 163 h 316"/>
              <a:gd name="T66" fmla="*/ 258 w 316"/>
              <a:gd name="T67" fmla="*/ 54 h 316"/>
              <a:gd name="T68" fmla="*/ 236 w 316"/>
              <a:gd name="T69" fmla="*/ 73 h 316"/>
              <a:gd name="T70" fmla="*/ 306 w 316"/>
              <a:gd name="T71" fmla="*/ 153 h 316"/>
              <a:gd name="T72" fmla="*/ 264 w 316"/>
              <a:gd name="T73" fmla="*/ 54 h 316"/>
              <a:gd name="T74" fmla="*/ 221 w 316"/>
              <a:gd name="T75" fmla="*/ 76 h 316"/>
              <a:gd name="T76" fmla="*/ 163 w 316"/>
              <a:gd name="T77" fmla="*/ 153 h 316"/>
              <a:gd name="T78" fmla="*/ 233 w 316"/>
              <a:gd name="T79" fmla="*/ 98 h 316"/>
              <a:gd name="T80" fmla="*/ 221 w 316"/>
              <a:gd name="T81" fmla="*/ 76 h 316"/>
              <a:gd name="T82" fmla="*/ 76 w 316"/>
              <a:gd name="T83" fmla="*/ 149 h 316"/>
              <a:gd name="T84" fmla="*/ 153 w 316"/>
              <a:gd name="T85" fmla="*/ 89 h 316"/>
              <a:gd name="T86" fmla="*/ 91 w 316"/>
              <a:gd name="T87" fmla="*/ 74 h 316"/>
              <a:gd name="T88" fmla="*/ 22 w 316"/>
              <a:gd name="T89" fmla="*/ 101 h 316"/>
              <a:gd name="T90" fmla="*/ 66 w 316"/>
              <a:gd name="T91" fmla="*/ 153 h 316"/>
              <a:gd name="T92" fmla="*/ 82 w 316"/>
              <a:gd name="T93" fmla="*/ 70 h 316"/>
              <a:gd name="T94" fmla="*/ 56 w 316"/>
              <a:gd name="T95" fmla="*/ 52 h 316"/>
              <a:gd name="T96" fmla="*/ 168 w 316"/>
              <a:gd name="T97" fmla="*/ 79 h 316"/>
              <a:gd name="T98" fmla="*/ 220 w 316"/>
              <a:gd name="T99" fmla="*/ 61 h 316"/>
              <a:gd name="T100" fmla="*/ 169 w 316"/>
              <a:gd name="T101" fmla="*/ 12 h 316"/>
              <a:gd name="T102" fmla="*/ 148 w 316"/>
              <a:gd name="T103" fmla="*/ 12 h 316"/>
              <a:gd name="T104" fmla="*/ 97 w 316"/>
              <a:gd name="T105" fmla="*/ 61 h 316"/>
              <a:gd name="T106" fmla="*/ 148 w 316"/>
              <a:gd name="T107" fmla="*/ 79 h 316"/>
              <a:gd name="T108" fmla="*/ 148 w 316"/>
              <a:gd name="T109" fmla="*/ 12 h 316"/>
              <a:gd name="T110" fmla="*/ 63 w 316"/>
              <a:gd name="T111" fmla="*/ 45 h 316"/>
              <a:gd name="T112" fmla="*/ 86 w 316"/>
              <a:gd name="T113" fmla="*/ 61 h 316"/>
              <a:gd name="T114" fmla="*/ 107 w 316"/>
              <a:gd name="T115" fmla="*/ 27 h 316"/>
              <a:gd name="T116" fmla="*/ 100 w 316"/>
              <a:gd name="T117" fmla="*/ 22 h 316"/>
              <a:gd name="T118" fmla="*/ 228 w 316"/>
              <a:gd name="T119" fmla="*/ 56 h 316"/>
              <a:gd name="T120" fmla="*/ 249 w 316"/>
              <a:gd name="T121" fmla="*/ 48 h 316"/>
              <a:gd name="T122" fmla="*/ 216 w 316"/>
              <a:gd name="T123" fmla="*/ 22 h 316"/>
              <a:gd name="T124" fmla="*/ 209 w 316"/>
              <a:gd name="T125" fmla="*/ 27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6" h="316">
                <a:moveTo>
                  <a:pt x="158" y="316"/>
                </a:moveTo>
                <a:cubicBezTo>
                  <a:pt x="122" y="316"/>
                  <a:pt x="87" y="304"/>
                  <a:pt x="59" y="281"/>
                </a:cubicBezTo>
                <a:cubicBezTo>
                  <a:pt x="54" y="277"/>
                  <a:pt x="49" y="273"/>
                  <a:pt x="45" y="268"/>
                </a:cubicBezTo>
                <a:cubicBezTo>
                  <a:pt x="16" y="239"/>
                  <a:pt x="0" y="200"/>
                  <a:pt x="0" y="158"/>
                </a:cubicBezTo>
                <a:cubicBezTo>
                  <a:pt x="0" y="117"/>
                  <a:pt x="16" y="78"/>
                  <a:pt x="45" y="48"/>
                </a:cubicBezTo>
                <a:cubicBezTo>
                  <a:pt x="49" y="44"/>
                  <a:pt x="54" y="39"/>
                  <a:pt x="59" y="35"/>
                </a:cubicBezTo>
                <a:cubicBezTo>
                  <a:pt x="87" y="13"/>
                  <a:pt x="122" y="0"/>
                  <a:pt x="158" y="0"/>
                </a:cubicBezTo>
                <a:cubicBezTo>
                  <a:pt x="194" y="0"/>
                  <a:pt x="230" y="13"/>
                  <a:pt x="258" y="35"/>
                </a:cubicBezTo>
                <a:cubicBezTo>
                  <a:pt x="262" y="39"/>
                  <a:pt x="267" y="44"/>
                  <a:pt x="271" y="48"/>
                </a:cubicBezTo>
                <a:cubicBezTo>
                  <a:pt x="300" y="78"/>
                  <a:pt x="316" y="117"/>
                  <a:pt x="316" y="158"/>
                </a:cubicBezTo>
                <a:cubicBezTo>
                  <a:pt x="316" y="200"/>
                  <a:pt x="300" y="239"/>
                  <a:pt x="271" y="268"/>
                </a:cubicBezTo>
                <a:cubicBezTo>
                  <a:pt x="267" y="273"/>
                  <a:pt x="262" y="277"/>
                  <a:pt x="258" y="281"/>
                </a:cubicBezTo>
                <a:cubicBezTo>
                  <a:pt x="230" y="304"/>
                  <a:pt x="194" y="316"/>
                  <a:pt x="158" y="316"/>
                </a:cubicBezTo>
                <a:close/>
                <a:moveTo>
                  <a:pt x="163" y="306"/>
                </a:moveTo>
                <a:cubicBezTo>
                  <a:pt x="169" y="305"/>
                  <a:pt x="169" y="305"/>
                  <a:pt x="169" y="305"/>
                </a:cubicBezTo>
                <a:cubicBezTo>
                  <a:pt x="175" y="303"/>
                  <a:pt x="181" y="300"/>
                  <a:pt x="187" y="296"/>
                </a:cubicBezTo>
                <a:cubicBezTo>
                  <a:pt x="197" y="289"/>
                  <a:pt x="206" y="279"/>
                  <a:pt x="214" y="266"/>
                </a:cubicBezTo>
                <a:cubicBezTo>
                  <a:pt x="216" y="262"/>
                  <a:pt x="218" y="259"/>
                  <a:pt x="220" y="255"/>
                </a:cubicBezTo>
                <a:cubicBezTo>
                  <a:pt x="222" y="251"/>
                  <a:pt x="222" y="251"/>
                  <a:pt x="222" y="251"/>
                </a:cubicBezTo>
                <a:cubicBezTo>
                  <a:pt x="216" y="249"/>
                  <a:pt x="216" y="249"/>
                  <a:pt x="216" y="249"/>
                </a:cubicBezTo>
                <a:cubicBezTo>
                  <a:pt x="201" y="242"/>
                  <a:pt x="184" y="238"/>
                  <a:pt x="168" y="237"/>
                </a:cubicBezTo>
                <a:cubicBezTo>
                  <a:pt x="163" y="237"/>
                  <a:pt x="163" y="237"/>
                  <a:pt x="163" y="237"/>
                </a:cubicBezTo>
                <a:lnTo>
                  <a:pt x="163" y="306"/>
                </a:lnTo>
                <a:close/>
                <a:moveTo>
                  <a:pt x="148" y="237"/>
                </a:moveTo>
                <a:cubicBezTo>
                  <a:pt x="132" y="238"/>
                  <a:pt x="116" y="242"/>
                  <a:pt x="101" y="249"/>
                </a:cubicBezTo>
                <a:cubicBezTo>
                  <a:pt x="95" y="251"/>
                  <a:pt x="95" y="251"/>
                  <a:pt x="95" y="251"/>
                </a:cubicBezTo>
                <a:cubicBezTo>
                  <a:pt x="97" y="256"/>
                  <a:pt x="97" y="256"/>
                  <a:pt x="97" y="256"/>
                </a:cubicBezTo>
                <a:cubicBezTo>
                  <a:pt x="99" y="259"/>
                  <a:pt x="100" y="262"/>
                  <a:pt x="102" y="266"/>
                </a:cubicBezTo>
                <a:cubicBezTo>
                  <a:pt x="110" y="279"/>
                  <a:pt x="119" y="289"/>
                  <a:pt x="129" y="296"/>
                </a:cubicBezTo>
                <a:cubicBezTo>
                  <a:pt x="135" y="300"/>
                  <a:pt x="141" y="303"/>
                  <a:pt x="148" y="305"/>
                </a:cubicBezTo>
                <a:cubicBezTo>
                  <a:pt x="153" y="306"/>
                  <a:pt x="153" y="306"/>
                  <a:pt x="153" y="306"/>
                </a:cubicBezTo>
                <a:cubicBezTo>
                  <a:pt x="153" y="237"/>
                  <a:pt x="153" y="237"/>
                  <a:pt x="153" y="237"/>
                </a:cubicBezTo>
                <a:lnTo>
                  <a:pt x="148" y="237"/>
                </a:lnTo>
                <a:close/>
                <a:moveTo>
                  <a:pt x="228" y="260"/>
                </a:moveTo>
                <a:cubicBezTo>
                  <a:pt x="223" y="270"/>
                  <a:pt x="218" y="279"/>
                  <a:pt x="211" y="287"/>
                </a:cubicBezTo>
                <a:cubicBezTo>
                  <a:pt x="209" y="289"/>
                  <a:pt x="209" y="289"/>
                  <a:pt x="209" y="289"/>
                </a:cubicBezTo>
                <a:cubicBezTo>
                  <a:pt x="188" y="304"/>
                  <a:pt x="188" y="304"/>
                  <a:pt x="188" y="304"/>
                </a:cubicBezTo>
                <a:cubicBezTo>
                  <a:pt x="214" y="295"/>
                  <a:pt x="214" y="295"/>
                  <a:pt x="214" y="295"/>
                </a:cubicBezTo>
                <a:cubicBezTo>
                  <a:pt x="216" y="294"/>
                  <a:pt x="216" y="294"/>
                  <a:pt x="216" y="294"/>
                </a:cubicBezTo>
                <a:cubicBezTo>
                  <a:pt x="228" y="289"/>
                  <a:pt x="239" y="283"/>
                  <a:pt x="249" y="275"/>
                </a:cubicBezTo>
                <a:cubicBezTo>
                  <a:pt x="253" y="272"/>
                  <a:pt x="253" y="272"/>
                  <a:pt x="253" y="272"/>
                </a:cubicBezTo>
                <a:cubicBezTo>
                  <a:pt x="249" y="268"/>
                  <a:pt x="249" y="268"/>
                  <a:pt x="249" y="268"/>
                </a:cubicBezTo>
                <a:cubicBezTo>
                  <a:pt x="244" y="264"/>
                  <a:pt x="240" y="261"/>
                  <a:pt x="235" y="258"/>
                </a:cubicBezTo>
                <a:cubicBezTo>
                  <a:pt x="231" y="256"/>
                  <a:pt x="231" y="256"/>
                  <a:pt x="231" y="256"/>
                </a:cubicBezTo>
                <a:lnTo>
                  <a:pt x="228" y="260"/>
                </a:lnTo>
                <a:close/>
                <a:moveTo>
                  <a:pt x="82" y="258"/>
                </a:moveTo>
                <a:cubicBezTo>
                  <a:pt x="77" y="261"/>
                  <a:pt x="72" y="265"/>
                  <a:pt x="68" y="268"/>
                </a:cubicBezTo>
                <a:cubicBezTo>
                  <a:pt x="63" y="272"/>
                  <a:pt x="63" y="272"/>
                  <a:pt x="63" y="272"/>
                </a:cubicBezTo>
                <a:cubicBezTo>
                  <a:pt x="68" y="275"/>
                  <a:pt x="68" y="275"/>
                  <a:pt x="68" y="275"/>
                </a:cubicBezTo>
                <a:cubicBezTo>
                  <a:pt x="78" y="283"/>
                  <a:pt x="88" y="289"/>
                  <a:pt x="100" y="294"/>
                </a:cubicBezTo>
                <a:cubicBezTo>
                  <a:pt x="102" y="295"/>
                  <a:pt x="102" y="295"/>
                  <a:pt x="102" y="295"/>
                </a:cubicBezTo>
                <a:cubicBezTo>
                  <a:pt x="121" y="301"/>
                  <a:pt x="121" y="301"/>
                  <a:pt x="121" y="301"/>
                </a:cubicBezTo>
                <a:cubicBezTo>
                  <a:pt x="107" y="289"/>
                  <a:pt x="107" y="289"/>
                  <a:pt x="107" y="289"/>
                </a:cubicBezTo>
                <a:cubicBezTo>
                  <a:pt x="105" y="287"/>
                  <a:pt x="105" y="287"/>
                  <a:pt x="105" y="287"/>
                </a:cubicBezTo>
                <a:cubicBezTo>
                  <a:pt x="99" y="279"/>
                  <a:pt x="93" y="270"/>
                  <a:pt x="88" y="260"/>
                </a:cubicBezTo>
                <a:cubicBezTo>
                  <a:pt x="86" y="256"/>
                  <a:pt x="86" y="256"/>
                  <a:pt x="86" y="256"/>
                </a:cubicBezTo>
                <a:lnTo>
                  <a:pt x="82" y="258"/>
                </a:lnTo>
                <a:close/>
                <a:moveTo>
                  <a:pt x="250" y="167"/>
                </a:moveTo>
                <a:cubicBezTo>
                  <a:pt x="249" y="194"/>
                  <a:pt x="244" y="220"/>
                  <a:pt x="236" y="243"/>
                </a:cubicBezTo>
                <a:cubicBezTo>
                  <a:pt x="234" y="247"/>
                  <a:pt x="234" y="247"/>
                  <a:pt x="234" y="247"/>
                </a:cubicBezTo>
                <a:cubicBezTo>
                  <a:pt x="238" y="249"/>
                  <a:pt x="238" y="249"/>
                  <a:pt x="238" y="249"/>
                </a:cubicBezTo>
                <a:cubicBezTo>
                  <a:pt x="245" y="253"/>
                  <a:pt x="251" y="257"/>
                  <a:pt x="258" y="262"/>
                </a:cubicBezTo>
                <a:cubicBezTo>
                  <a:pt x="261" y="265"/>
                  <a:pt x="261" y="265"/>
                  <a:pt x="261" y="265"/>
                </a:cubicBezTo>
                <a:cubicBezTo>
                  <a:pt x="264" y="262"/>
                  <a:pt x="264" y="262"/>
                  <a:pt x="264" y="262"/>
                </a:cubicBezTo>
                <a:cubicBezTo>
                  <a:pt x="277" y="248"/>
                  <a:pt x="287" y="233"/>
                  <a:pt x="294" y="216"/>
                </a:cubicBezTo>
                <a:cubicBezTo>
                  <a:pt x="301" y="201"/>
                  <a:pt x="305" y="184"/>
                  <a:pt x="306" y="168"/>
                </a:cubicBezTo>
                <a:cubicBezTo>
                  <a:pt x="306" y="163"/>
                  <a:pt x="306" y="163"/>
                  <a:pt x="306" y="163"/>
                </a:cubicBezTo>
                <a:cubicBezTo>
                  <a:pt x="250" y="163"/>
                  <a:pt x="250" y="163"/>
                  <a:pt x="250" y="163"/>
                </a:cubicBezTo>
                <a:lnTo>
                  <a:pt x="250" y="167"/>
                </a:lnTo>
                <a:close/>
                <a:moveTo>
                  <a:pt x="11" y="168"/>
                </a:moveTo>
                <a:cubicBezTo>
                  <a:pt x="12" y="184"/>
                  <a:pt x="15" y="201"/>
                  <a:pt x="22" y="216"/>
                </a:cubicBezTo>
                <a:cubicBezTo>
                  <a:pt x="29" y="233"/>
                  <a:pt x="40" y="248"/>
                  <a:pt x="53" y="262"/>
                </a:cubicBezTo>
                <a:cubicBezTo>
                  <a:pt x="56" y="265"/>
                  <a:pt x="56" y="265"/>
                  <a:pt x="56" y="265"/>
                </a:cubicBezTo>
                <a:cubicBezTo>
                  <a:pt x="59" y="262"/>
                  <a:pt x="59" y="262"/>
                  <a:pt x="59" y="262"/>
                </a:cubicBezTo>
                <a:cubicBezTo>
                  <a:pt x="65" y="257"/>
                  <a:pt x="72" y="253"/>
                  <a:pt x="79" y="249"/>
                </a:cubicBezTo>
                <a:cubicBezTo>
                  <a:pt x="82" y="247"/>
                  <a:pt x="82" y="247"/>
                  <a:pt x="82" y="247"/>
                </a:cubicBezTo>
                <a:cubicBezTo>
                  <a:pt x="81" y="243"/>
                  <a:pt x="81" y="243"/>
                  <a:pt x="81" y="243"/>
                </a:cubicBezTo>
                <a:cubicBezTo>
                  <a:pt x="72" y="220"/>
                  <a:pt x="67" y="194"/>
                  <a:pt x="66" y="167"/>
                </a:cubicBezTo>
                <a:cubicBezTo>
                  <a:pt x="66" y="163"/>
                  <a:pt x="66" y="163"/>
                  <a:pt x="66" y="163"/>
                </a:cubicBezTo>
                <a:cubicBezTo>
                  <a:pt x="10" y="163"/>
                  <a:pt x="10" y="163"/>
                  <a:pt x="10" y="163"/>
                </a:cubicBezTo>
                <a:lnTo>
                  <a:pt x="11" y="168"/>
                </a:lnTo>
                <a:close/>
                <a:moveTo>
                  <a:pt x="163" y="227"/>
                </a:moveTo>
                <a:cubicBezTo>
                  <a:pt x="167" y="227"/>
                  <a:pt x="167" y="227"/>
                  <a:pt x="167" y="227"/>
                </a:cubicBezTo>
                <a:cubicBezTo>
                  <a:pt x="186" y="228"/>
                  <a:pt x="204" y="233"/>
                  <a:pt x="221" y="240"/>
                </a:cubicBezTo>
                <a:cubicBezTo>
                  <a:pt x="226" y="242"/>
                  <a:pt x="226" y="242"/>
                  <a:pt x="226" y="242"/>
                </a:cubicBezTo>
                <a:cubicBezTo>
                  <a:pt x="227" y="238"/>
                  <a:pt x="227" y="238"/>
                  <a:pt x="227" y="238"/>
                </a:cubicBezTo>
                <a:cubicBezTo>
                  <a:pt x="230" y="231"/>
                  <a:pt x="232" y="225"/>
                  <a:pt x="233" y="218"/>
                </a:cubicBezTo>
                <a:cubicBezTo>
                  <a:pt x="237" y="202"/>
                  <a:pt x="240" y="185"/>
                  <a:pt x="240" y="168"/>
                </a:cubicBezTo>
                <a:cubicBezTo>
                  <a:pt x="240" y="163"/>
                  <a:pt x="240" y="163"/>
                  <a:pt x="240" y="163"/>
                </a:cubicBezTo>
                <a:cubicBezTo>
                  <a:pt x="163" y="163"/>
                  <a:pt x="163" y="163"/>
                  <a:pt x="163" y="163"/>
                </a:cubicBezTo>
                <a:lnTo>
                  <a:pt x="163" y="227"/>
                </a:lnTo>
                <a:close/>
                <a:moveTo>
                  <a:pt x="76" y="168"/>
                </a:moveTo>
                <a:cubicBezTo>
                  <a:pt x="77" y="185"/>
                  <a:pt x="79" y="202"/>
                  <a:pt x="83" y="218"/>
                </a:cubicBezTo>
                <a:cubicBezTo>
                  <a:pt x="85" y="225"/>
                  <a:pt x="87" y="231"/>
                  <a:pt x="89" y="238"/>
                </a:cubicBezTo>
                <a:cubicBezTo>
                  <a:pt x="91" y="242"/>
                  <a:pt x="91" y="242"/>
                  <a:pt x="91" y="242"/>
                </a:cubicBezTo>
                <a:cubicBezTo>
                  <a:pt x="95" y="240"/>
                  <a:pt x="95" y="240"/>
                  <a:pt x="95" y="240"/>
                </a:cubicBezTo>
                <a:cubicBezTo>
                  <a:pt x="112" y="233"/>
                  <a:pt x="130" y="228"/>
                  <a:pt x="149" y="227"/>
                </a:cubicBezTo>
                <a:cubicBezTo>
                  <a:pt x="153" y="227"/>
                  <a:pt x="153" y="227"/>
                  <a:pt x="153" y="227"/>
                </a:cubicBezTo>
                <a:cubicBezTo>
                  <a:pt x="153" y="163"/>
                  <a:pt x="153" y="163"/>
                  <a:pt x="153" y="163"/>
                </a:cubicBezTo>
                <a:cubicBezTo>
                  <a:pt x="76" y="163"/>
                  <a:pt x="76" y="163"/>
                  <a:pt x="76" y="163"/>
                </a:cubicBezTo>
                <a:lnTo>
                  <a:pt x="76" y="168"/>
                </a:lnTo>
                <a:close/>
                <a:moveTo>
                  <a:pt x="258" y="54"/>
                </a:moveTo>
                <a:cubicBezTo>
                  <a:pt x="251" y="59"/>
                  <a:pt x="245" y="64"/>
                  <a:pt x="238" y="68"/>
                </a:cubicBezTo>
                <a:cubicBezTo>
                  <a:pt x="234" y="70"/>
                  <a:pt x="234" y="70"/>
                  <a:pt x="234" y="70"/>
                </a:cubicBezTo>
                <a:cubicBezTo>
                  <a:pt x="236" y="73"/>
                  <a:pt x="236" y="73"/>
                  <a:pt x="236" y="73"/>
                </a:cubicBezTo>
                <a:cubicBezTo>
                  <a:pt x="244" y="96"/>
                  <a:pt x="249" y="122"/>
                  <a:pt x="250" y="149"/>
                </a:cubicBezTo>
                <a:cubicBezTo>
                  <a:pt x="250" y="153"/>
                  <a:pt x="250" y="153"/>
                  <a:pt x="250" y="153"/>
                </a:cubicBezTo>
                <a:cubicBezTo>
                  <a:pt x="306" y="153"/>
                  <a:pt x="306" y="153"/>
                  <a:pt x="306" y="153"/>
                </a:cubicBezTo>
                <a:cubicBezTo>
                  <a:pt x="306" y="148"/>
                  <a:pt x="306" y="148"/>
                  <a:pt x="306" y="148"/>
                </a:cubicBezTo>
                <a:cubicBezTo>
                  <a:pt x="305" y="132"/>
                  <a:pt x="301" y="116"/>
                  <a:pt x="294" y="101"/>
                </a:cubicBezTo>
                <a:cubicBezTo>
                  <a:pt x="287" y="83"/>
                  <a:pt x="277" y="68"/>
                  <a:pt x="264" y="54"/>
                </a:cubicBezTo>
                <a:cubicBezTo>
                  <a:pt x="261" y="52"/>
                  <a:pt x="261" y="52"/>
                  <a:pt x="261" y="52"/>
                </a:cubicBezTo>
                <a:lnTo>
                  <a:pt x="258" y="54"/>
                </a:lnTo>
                <a:close/>
                <a:moveTo>
                  <a:pt x="221" y="76"/>
                </a:moveTo>
                <a:cubicBezTo>
                  <a:pt x="204" y="84"/>
                  <a:pt x="186" y="88"/>
                  <a:pt x="167" y="89"/>
                </a:cubicBezTo>
                <a:cubicBezTo>
                  <a:pt x="163" y="89"/>
                  <a:pt x="163" y="89"/>
                  <a:pt x="163" y="89"/>
                </a:cubicBezTo>
                <a:cubicBezTo>
                  <a:pt x="163" y="153"/>
                  <a:pt x="163" y="153"/>
                  <a:pt x="163" y="153"/>
                </a:cubicBezTo>
                <a:cubicBezTo>
                  <a:pt x="240" y="153"/>
                  <a:pt x="240" y="153"/>
                  <a:pt x="240" y="153"/>
                </a:cubicBezTo>
                <a:cubicBezTo>
                  <a:pt x="240" y="149"/>
                  <a:pt x="240" y="149"/>
                  <a:pt x="240" y="149"/>
                </a:cubicBezTo>
                <a:cubicBezTo>
                  <a:pt x="240" y="131"/>
                  <a:pt x="237" y="114"/>
                  <a:pt x="233" y="98"/>
                </a:cubicBezTo>
                <a:cubicBezTo>
                  <a:pt x="232" y="92"/>
                  <a:pt x="230" y="85"/>
                  <a:pt x="227" y="79"/>
                </a:cubicBezTo>
                <a:cubicBezTo>
                  <a:pt x="226" y="74"/>
                  <a:pt x="226" y="74"/>
                  <a:pt x="226" y="74"/>
                </a:cubicBezTo>
                <a:lnTo>
                  <a:pt x="221" y="76"/>
                </a:lnTo>
                <a:close/>
                <a:moveTo>
                  <a:pt x="89" y="79"/>
                </a:moveTo>
                <a:cubicBezTo>
                  <a:pt x="87" y="85"/>
                  <a:pt x="85" y="92"/>
                  <a:pt x="83" y="98"/>
                </a:cubicBezTo>
                <a:cubicBezTo>
                  <a:pt x="79" y="114"/>
                  <a:pt x="77" y="131"/>
                  <a:pt x="76" y="149"/>
                </a:cubicBezTo>
                <a:cubicBezTo>
                  <a:pt x="76" y="153"/>
                  <a:pt x="76" y="153"/>
                  <a:pt x="76" y="153"/>
                </a:cubicBezTo>
                <a:cubicBezTo>
                  <a:pt x="153" y="153"/>
                  <a:pt x="153" y="153"/>
                  <a:pt x="153" y="153"/>
                </a:cubicBezTo>
                <a:cubicBezTo>
                  <a:pt x="153" y="89"/>
                  <a:pt x="153" y="89"/>
                  <a:pt x="153" y="89"/>
                </a:cubicBezTo>
                <a:cubicBezTo>
                  <a:pt x="149" y="89"/>
                  <a:pt x="149" y="89"/>
                  <a:pt x="149" y="89"/>
                </a:cubicBezTo>
                <a:cubicBezTo>
                  <a:pt x="130" y="88"/>
                  <a:pt x="112" y="84"/>
                  <a:pt x="95" y="76"/>
                </a:cubicBezTo>
                <a:cubicBezTo>
                  <a:pt x="91" y="74"/>
                  <a:pt x="91" y="74"/>
                  <a:pt x="91" y="74"/>
                </a:cubicBezTo>
                <a:lnTo>
                  <a:pt x="89" y="79"/>
                </a:lnTo>
                <a:close/>
                <a:moveTo>
                  <a:pt x="53" y="54"/>
                </a:moveTo>
                <a:cubicBezTo>
                  <a:pt x="40" y="68"/>
                  <a:pt x="29" y="83"/>
                  <a:pt x="22" y="101"/>
                </a:cubicBezTo>
                <a:cubicBezTo>
                  <a:pt x="16" y="116"/>
                  <a:pt x="12" y="132"/>
                  <a:pt x="11" y="148"/>
                </a:cubicBezTo>
                <a:cubicBezTo>
                  <a:pt x="10" y="153"/>
                  <a:pt x="10" y="153"/>
                  <a:pt x="10" y="153"/>
                </a:cubicBezTo>
                <a:cubicBezTo>
                  <a:pt x="66" y="153"/>
                  <a:pt x="66" y="153"/>
                  <a:pt x="66" y="153"/>
                </a:cubicBezTo>
                <a:cubicBezTo>
                  <a:pt x="66" y="149"/>
                  <a:pt x="66" y="149"/>
                  <a:pt x="66" y="149"/>
                </a:cubicBezTo>
                <a:cubicBezTo>
                  <a:pt x="67" y="122"/>
                  <a:pt x="72" y="96"/>
                  <a:pt x="81" y="73"/>
                </a:cubicBezTo>
                <a:cubicBezTo>
                  <a:pt x="82" y="70"/>
                  <a:pt x="82" y="70"/>
                  <a:pt x="82" y="70"/>
                </a:cubicBezTo>
                <a:cubicBezTo>
                  <a:pt x="79" y="68"/>
                  <a:pt x="79" y="68"/>
                  <a:pt x="79" y="68"/>
                </a:cubicBezTo>
                <a:cubicBezTo>
                  <a:pt x="72" y="64"/>
                  <a:pt x="65" y="59"/>
                  <a:pt x="59" y="54"/>
                </a:cubicBezTo>
                <a:cubicBezTo>
                  <a:pt x="56" y="52"/>
                  <a:pt x="56" y="52"/>
                  <a:pt x="56" y="52"/>
                </a:cubicBezTo>
                <a:lnTo>
                  <a:pt x="53" y="54"/>
                </a:lnTo>
                <a:close/>
                <a:moveTo>
                  <a:pt x="163" y="79"/>
                </a:moveTo>
                <a:cubicBezTo>
                  <a:pt x="168" y="79"/>
                  <a:pt x="168" y="79"/>
                  <a:pt x="168" y="79"/>
                </a:cubicBezTo>
                <a:cubicBezTo>
                  <a:pt x="184" y="78"/>
                  <a:pt x="201" y="74"/>
                  <a:pt x="216" y="68"/>
                </a:cubicBezTo>
                <a:cubicBezTo>
                  <a:pt x="222" y="65"/>
                  <a:pt x="222" y="65"/>
                  <a:pt x="222" y="65"/>
                </a:cubicBezTo>
                <a:cubicBezTo>
                  <a:pt x="220" y="61"/>
                  <a:pt x="220" y="61"/>
                  <a:pt x="220" y="61"/>
                </a:cubicBezTo>
                <a:cubicBezTo>
                  <a:pt x="218" y="57"/>
                  <a:pt x="216" y="54"/>
                  <a:pt x="214" y="51"/>
                </a:cubicBezTo>
                <a:cubicBezTo>
                  <a:pt x="206" y="38"/>
                  <a:pt x="197" y="27"/>
                  <a:pt x="187" y="20"/>
                </a:cubicBezTo>
                <a:cubicBezTo>
                  <a:pt x="181" y="16"/>
                  <a:pt x="175" y="13"/>
                  <a:pt x="169" y="12"/>
                </a:cubicBezTo>
                <a:cubicBezTo>
                  <a:pt x="163" y="10"/>
                  <a:pt x="163" y="10"/>
                  <a:pt x="163" y="10"/>
                </a:cubicBezTo>
                <a:lnTo>
                  <a:pt x="163" y="79"/>
                </a:lnTo>
                <a:close/>
                <a:moveTo>
                  <a:pt x="148" y="12"/>
                </a:moveTo>
                <a:cubicBezTo>
                  <a:pt x="141" y="13"/>
                  <a:pt x="135" y="16"/>
                  <a:pt x="129" y="20"/>
                </a:cubicBezTo>
                <a:cubicBezTo>
                  <a:pt x="119" y="27"/>
                  <a:pt x="110" y="38"/>
                  <a:pt x="102" y="51"/>
                </a:cubicBezTo>
                <a:cubicBezTo>
                  <a:pt x="100" y="54"/>
                  <a:pt x="99" y="57"/>
                  <a:pt x="97" y="61"/>
                </a:cubicBezTo>
                <a:cubicBezTo>
                  <a:pt x="95" y="65"/>
                  <a:pt x="95" y="65"/>
                  <a:pt x="95" y="65"/>
                </a:cubicBezTo>
                <a:cubicBezTo>
                  <a:pt x="101" y="68"/>
                  <a:pt x="101" y="68"/>
                  <a:pt x="101" y="68"/>
                </a:cubicBezTo>
                <a:cubicBezTo>
                  <a:pt x="116" y="74"/>
                  <a:pt x="132" y="78"/>
                  <a:pt x="148" y="79"/>
                </a:cubicBezTo>
                <a:cubicBezTo>
                  <a:pt x="153" y="79"/>
                  <a:pt x="153" y="79"/>
                  <a:pt x="153" y="79"/>
                </a:cubicBezTo>
                <a:cubicBezTo>
                  <a:pt x="153" y="10"/>
                  <a:pt x="153" y="10"/>
                  <a:pt x="153" y="10"/>
                </a:cubicBezTo>
                <a:lnTo>
                  <a:pt x="148" y="12"/>
                </a:lnTo>
                <a:close/>
                <a:moveTo>
                  <a:pt x="100" y="22"/>
                </a:moveTo>
                <a:cubicBezTo>
                  <a:pt x="88" y="27"/>
                  <a:pt x="78" y="34"/>
                  <a:pt x="68" y="41"/>
                </a:cubicBezTo>
                <a:cubicBezTo>
                  <a:pt x="63" y="45"/>
                  <a:pt x="63" y="45"/>
                  <a:pt x="63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72" y="52"/>
                  <a:pt x="77" y="55"/>
                  <a:pt x="82" y="58"/>
                </a:cubicBezTo>
                <a:cubicBezTo>
                  <a:pt x="86" y="61"/>
                  <a:pt x="86" y="61"/>
                  <a:pt x="86" y="61"/>
                </a:cubicBezTo>
                <a:cubicBezTo>
                  <a:pt x="88" y="56"/>
                  <a:pt x="88" y="56"/>
                  <a:pt x="88" y="56"/>
                </a:cubicBezTo>
                <a:cubicBezTo>
                  <a:pt x="93" y="46"/>
                  <a:pt x="99" y="37"/>
                  <a:pt x="105" y="29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28" y="10"/>
                  <a:pt x="128" y="10"/>
                  <a:pt x="128" y="10"/>
                </a:cubicBezTo>
                <a:cubicBezTo>
                  <a:pt x="102" y="21"/>
                  <a:pt x="102" y="21"/>
                  <a:pt x="102" y="21"/>
                </a:cubicBezTo>
                <a:lnTo>
                  <a:pt x="100" y="22"/>
                </a:lnTo>
                <a:close/>
                <a:moveTo>
                  <a:pt x="209" y="27"/>
                </a:moveTo>
                <a:cubicBezTo>
                  <a:pt x="211" y="29"/>
                  <a:pt x="211" y="29"/>
                  <a:pt x="211" y="29"/>
                </a:cubicBezTo>
                <a:cubicBezTo>
                  <a:pt x="218" y="37"/>
                  <a:pt x="223" y="46"/>
                  <a:pt x="228" y="56"/>
                </a:cubicBezTo>
                <a:cubicBezTo>
                  <a:pt x="231" y="61"/>
                  <a:pt x="231" y="61"/>
                  <a:pt x="231" y="61"/>
                </a:cubicBezTo>
                <a:cubicBezTo>
                  <a:pt x="235" y="58"/>
                  <a:pt x="235" y="58"/>
                  <a:pt x="235" y="58"/>
                </a:cubicBezTo>
                <a:cubicBezTo>
                  <a:pt x="240" y="55"/>
                  <a:pt x="244" y="52"/>
                  <a:pt x="249" y="48"/>
                </a:cubicBezTo>
                <a:cubicBezTo>
                  <a:pt x="253" y="45"/>
                  <a:pt x="253" y="45"/>
                  <a:pt x="253" y="45"/>
                </a:cubicBezTo>
                <a:cubicBezTo>
                  <a:pt x="249" y="41"/>
                  <a:pt x="249" y="41"/>
                  <a:pt x="249" y="41"/>
                </a:cubicBezTo>
                <a:cubicBezTo>
                  <a:pt x="239" y="34"/>
                  <a:pt x="228" y="27"/>
                  <a:pt x="216" y="22"/>
                </a:cubicBezTo>
                <a:cubicBezTo>
                  <a:pt x="214" y="21"/>
                  <a:pt x="214" y="21"/>
                  <a:pt x="214" y="21"/>
                </a:cubicBezTo>
                <a:cubicBezTo>
                  <a:pt x="188" y="12"/>
                  <a:pt x="188" y="12"/>
                  <a:pt x="188" y="12"/>
                </a:cubicBezTo>
                <a:lnTo>
                  <a:pt x="209" y="27"/>
                </a:lnTo>
                <a:close/>
              </a:path>
            </a:pathLst>
          </a:custGeom>
          <a:solidFill>
            <a:srgbClr val="8A8A8A"/>
          </a:solidFill>
          <a:ln w="6350">
            <a:solidFill>
              <a:schemeClr val="tx2">
                <a:lumMod val="50000"/>
              </a:schemeClr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pPr defTabSz="1219200"/>
            <a:endParaRPr lang="zh-CN" altLang="en-US" sz="240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9" name="组合 78"/>
          <p:cNvGrpSpPr/>
          <p:nvPr/>
        </p:nvGrpSpPr>
        <p:grpSpPr bwMode="gray">
          <a:xfrm>
            <a:off x="9465025" y="1876173"/>
            <a:ext cx="382270" cy="383540"/>
            <a:chOff x="6992938" y="4440238"/>
            <a:chExt cx="593725" cy="595312"/>
          </a:xfrm>
          <a:solidFill>
            <a:srgbClr val="8A8A8A"/>
          </a:solidFill>
        </p:grpSpPr>
        <p:sp>
          <p:nvSpPr>
            <p:cNvPr id="80" name="Freeform 104"/>
            <p:cNvSpPr>
              <a:spLocks noEditPoints="1"/>
            </p:cNvSpPr>
            <p:nvPr/>
          </p:nvSpPr>
          <p:spPr bwMode="gray">
            <a:xfrm>
              <a:off x="7019926" y="4791075"/>
              <a:ext cx="103188" cy="217487"/>
            </a:xfrm>
            <a:custGeom>
              <a:avLst/>
              <a:gdLst>
                <a:gd name="T0" fmla="*/ 4 w 27"/>
                <a:gd name="T1" fmla="*/ 57 h 57"/>
                <a:gd name="T2" fmla="*/ 23 w 27"/>
                <a:gd name="T3" fmla="*/ 57 h 57"/>
                <a:gd name="T4" fmla="*/ 27 w 27"/>
                <a:gd name="T5" fmla="*/ 54 h 57"/>
                <a:gd name="T6" fmla="*/ 27 w 27"/>
                <a:gd name="T7" fmla="*/ 37 h 57"/>
                <a:gd name="T8" fmla="*/ 25 w 27"/>
                <a:gd name="T9" fmla="*/ 34 h 57"/>
                <a:gd name="T10" fmla="*/ 15 w 27"/>
                <a:gd name="T11" fmla="*/ 27 h 57"/>
                <a:gd name="T12" fmla="*/ 15 w 27"/>
                <a:gd name="T13" fmla="*/ 2 h 57"/>
                <a:gd name="T14" fmla="*/ 13 w 27"/>
                <a:gd name="T15" fmla="*/ 0 h 57"/>
                <a:gd name="T16" fmla="*/ 12 w 27"/>
                <a:gd name="T17" fmla="*/ 2 h 57"/>
                <a:gd name="T18" fmla="*/ 12 w 27"/>
                <a:gd name="T19" fmla="*/ 27 h 57"/>
                <a:gd name="T20" fmla="*/ 2 w 27"/>
                <a:gd name="T21" fmla="*/ 34 h 57"/>
                <a:gd name="T22" fmla="*/ 0 w 27"/>
                <a:gd name="T23" fmla="*/ 37 h 57"/>
                <a:gd name="T24" fmla="*/ 0 w 27"/>
                <a:gd name="T25" fmla="*/ 54 h 57"/>
                <a:gd name="T26" fmla="*/ 4 w 27"/>
                <a:gd name="T27" fmla="*/ 57 h 57"/>
                <a:gd name="T28" fmla="*/ 4 w 27"/>
                <a:gd name="T29" fmla="*/ 37 h 57"/>
                <a:gd name="T30" fmla="*/ 13 w 27"/>
                <a:gd name="T31" fmla="*/ 30 h 57"/>
                <a:gd name="T32" fmla="*/ 14 w 27"/>
                <a:gd name="T33" fmla="*/ 30 h 57"/>
                <a:gd name="T34" fmla="*/ 23 w 27"/>
                <a:gd name="T35" fmla="*/ 37 h 57"/>
                <a:gd name="T36" fmla="*/ 23 w 27"/>
                <a:gd name="T37" fmla="*/ 54 h 57"/>
                <a:gd name="T38" fmla="*/ 4 w 27"/>
                <a:gd name="T39" fmla="*/ 54 h 57"/>
                <a:gd name="T40" fmla="*/ 4 w 27"/>
                <a:gd name="T41" fmla="*/ 37 h 57"/>
                <a:gd name="T42" fmla="*/ 4 w 27"/>
                <a:gd name="T43" fmla="*/ 37 h 57"/>
                <a:gd name="T44" fmla="*/ 4 w 27"/>
                <a:gd name="T45" fmla="*/ 3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57">
                  <a:moveTo>
                    <a:pt x="4" y="57"/>
                  </a:moveTo>
                  <a:cubicBezTo>
                    <a:pt x="23" y="57"/>
                    <a:pt x="23" y="57"/>
                    <a:pt x="23" y="57"/>
                  </a:cubicBezTo>
                  <a:cubicBezTo>
                    <a:pt x="25" y="57"/>
                    <a:pt x="27" y="56"/>
                    <a:pt x="27" y="54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6"/>
                    <a:pt x="26" y="34"/>
                    <a:pt x="25" y="34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12" y="0"/>
                    <a:pt x="12" y="1"/>
                    <a:pt x="12" y="2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4"/>
                    <a:pt x="0" y="36"/>
                    <a:pt x="0" y="3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6"/>
                    <a:pt x="2" y="57"/>
                    <a:pt x="4" y="57"/>
                  </a:cubicBezTo>
                  <a:close/>
                  <a:moveTo>
                    <a:pt x="4" y="37"/>
                  </a:moveTo>
                  <a:cubicBezTo>
                    <a:pt x="13" y="30"/>
                    <a:pt x="13" y="30"/>
                    <a:pt x="13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54"/>
                    <a:pt x="23" y="54"/>
                    <a:pt x="23" y="54"/>
                  </a:cubicBezTo>
                  <a:cubicBezTo>
                    <a:pt x="4" y="54"/>
                    <a:pt x="4" y="54"/>
                    <a:pt x="4" y="54"/>
                  </a:cubicBezTo>
                  <a:lnTo>
                    <a:pt x="4" y="37"/>
                  </a:lnTo>
                  <a:close/>
                  <a:moveTo>
                    <a:pt x="4" y="37"/>
                  </a:moveTo>
                  <a:cubicBezTo>
                    <a:pt x="4" y="37"/>
                    <a:pt x="4" y="37"/>
                    <a:pt x="4" y="37"/>
                  </a:cubicBezTo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1" name="Freeform 105"/>
            <p:cNvSpPr>
              <a:spLocks noEditPoints="1"/>
            </p:cNvSpPr>
            <p:nvPr/>
          </p:nvSpPr>
          <p:spPr bwMode="gray">
            <a:xfrm>
              <a:off x="6992938" y="4440238"/>
              <a:ext cx="593725" cy="595312"/>
            </a:xfrm>
            <a:custGeom>
              <a:avLst/>
              <a:gdLst>
                <a:gd name="T0" fmla="*/ 133 w 155"/>
                <a:gd name="T1" fmla="*/ 152 h 156"/>
                <a:gd name="T2" fmla="*/ 134 w 155"/>
                <a:gd name="T3" fmla="*/ 141 h 156"/>
                <a:gd name="T4" fmla="*/ 134 w 155"/>
                <a:gd name="T5" fmla="*/ 137 h 156"/>
                <a:gd name="T6" fmla="*/ 130 w 155"/>
                <a:gd name="T7" fmla="*/ 87 h 156"/>
                <a:gd name="T8" fmla="*/ 139 w 155"/>
                <a:gd name="T9" fmla="*/ 35 h 156"/>
                <a:gd name="T10" fmla="*/ 124 w 155"/>
                <a:gd name="T11" fmla="*/ 2 h 156"/>
                <a:gd name="T12" fmla="*/ 112 w 155"/>
                <a:gd name="T13" fmla="*/ 2 h 156"/>
                <a:gd name="T14" fmla="*/ 109 w 155"/>
                <a:gd name="T15" fmla="*/ 45 h 156"/>
                <a:gd name="T16" fmla="*/ 68 w 155"/>
                <a:gd name="T17" fmla="*/ 58 h 156"/>
                <a:gd name="T18" fmla="*/ 61 w 155"/>
                <a:gd name="T19" fmla="*/ 67 h 156"/>
                <a:gd name="T20" fmla="*/ 12 w 155"/>
                <a:gd name="T21" fmla="*/ 91 h 156"/>
                <a:gd name="T22" fmla="*/ 15 w 155"/>
                <a:gd name="T23" fmla="*/ 92 h 156"/>
                <a:gd name="T24" fmla="*/ 66 w 155"/>
                <a:gd name="T25" fmla="*/ 74 h 156"/>
                <a:gd name="T26" fmla="*/ 40 w 155"/>
                <a:gd name="T27" fmla="*/ 152 h 156"/>
                <a:gd name="T28" fmla="*/ 0 w 155"/>
                <a:gd name="T29" fmla="*/ 154 h 156"/>
                <a:gd name="T30" fmla="*/ 96 w 155"/>
                <a:gd name="T31" fmla="*/ 156 h 156"/>
                <a:gd name="T32" fmla="*/ 98 w 155"/>
                <a:gd name="T33" fmla="*/ 153 h 156"/>
                <a:gd name="T34" fmla="*/ 85 w 155"/>
                <a:gd name="T35" fmla="*/ 113 h 156"/>
                <a:gd name="T36" fmla="*/ 71 w 155"/>
                <a:gd name="T37" fmla="*/ 73 h 156"/>
                <a:gd name="T38" fmla="*/ 77 w 155"/>
                <a:gd name="T39" fmla="*/ 64 h 156"/>
                <a:gd name="T40" fmla="*/ 126 w 155"/>
                <a:gd name="T41" fmla="*/ 87 h 156"/>
                <a:gd name="T42" fmla="*/ 121 w 155"/>
                <a:gd name="T43" fmla="*/ 136 h 156"/>
                <a:gd name="T44" fmla="*/ 121 w 155"/>
                <a:gd name="T45" fmla="*/ 140 h 156"/>
                <a:gd name="T46" fmla="*/ 122 w 155"/>
                <a:gd name="T47" fmla="*/ 152 h 156"/>
                <a:gd name="T48" fmla="*/ 101 w 155"/>
                <a:gd name="T49" fmla="*/ 153 h 156"/>
                <a:gd name="T50" fmla="*/ 153 w 155"/>
                <a:gd name="T51" fmla="*/ 155 h 156"/>
                <a:gd name="T52" fmla="*/ 153 w 155"/>
                <a:gd name="T53" fmla="*/ 152 h 156"/>
                <a:gd name="T54" fmla="*/ 59 w 155"/>
                <a:gd name="T55" fmla="*/ 112 h 156"/>
                <a:gd name="T56" fmla="*/ 80 w 155"/>
                <a:gd name="T57" fmla="*/ 112 h 156"/>
                <a:gd name="T58" fmla="*/ 54 w 155"/>
                <a:gd name="T59" fmla="*/ 133 h 156"/>
                <a:gd name="T60" fmla="*/ 87 w 155"/>
                <a:gd name="T61" fmla="*/ 133 h 156"/>
                <a:gd name="T62" fmla="*/ 71 w 155"/>
                <a:gd name="T63" fmla="*/ 94 h 156"/>
                <a:gd name="T64" fmla="*/ 63 w 155"/>
                <a:gd name="T65" fmla="*/ 94 h 156"/>
                <a:gd name="T66" fmla="*/ 76 w 155"/>
                <a:gd name="T67" fmla="*/ 116 h 156"/>
                <a:gd name="T68" fmla="*/ 56 w 155"/>
                <a:gd name="T69" fmla="*/ 116 h 156"/>
                <a:gd name="T70" fmla="*/ 69 w 155"/>
                <a:gd name="T71" fmla="*/ 78 h 156"/>
                <a:gd name="T72" fmla="*/ 65 w 155"/>
                <a:gd name="T73" fmla="*/ 90 h 156"/>
                <a:gd name="T74" fmla="*/ 49 w 155"/>
                <a:gd name="T75" fmla="*/ 137 h 156"/>
                <a:gd name="T76" fmla="*/ 93 w 155"/>
                <a:gd name="T77" fmla="*/ 152 h 156"/>
                <a:gd name="T78" fmla="*/ 69 w 155"/>
                <a:gd name="T79" fmla="*/ 70 h 156"/>
                <a:gd name="T80" fmla="*/ 69 w 155"/>
                <a:gd name="T81" fmla="*/ 62 h 156"/>
                <a:gd name="T82" fmla="*/ 69 w 155"/>
                <a:gd name="T83" fmla="*/ 70 h 156"/>
                <a:gd name="T84" fmla="*/ 117 w 155"/>
                <a:gd name="T85" fmla="*/ 42 h 156"/>
                <a:gd name="T86" fmla="*/ 134 w 155"/>
                <a:gd name="T87" fmla="*/ 34 h 156"/>
                <a:gd name="T88" fmla="*/ 131 w 155"/>
                <a:gd name="T89" fmla="*/ 58 h 156"/>
                <a:gd name="T90" fmla="*/ 134 w 155"/>
                <a:gd name="T91" fmla="*/ 38 h 156"/>
                <a:gd name="T92" fmla="*/ 127 w 155"/>
                <a:gd name="T93" fmla="*/ 80 h 156"/>
                <a:gd name="T94" fmla="*/ 130 w 155"/>
                <a:gd name="T95" fmla="*/ 62 h 156"/>
                <a:gd name="T96" fmla="*/ 125 w 155"/>
                <a:gd name="T97" fmla="*/ 12 h 156"/>
                <a:gd name="T98" fmla="*/ 114 w 155"/>
                <a:gd name="T99" fmla="*/ 6 h 156"/>
                <a:gd name="T100" fmla="*/ 126 w 155"/>
                <a:gd name="T101" fmla="*/ 152 h 156"/>
                <a:gd name="T102" fmla="*/ 129 w 155"/>
                <a:gd name="T103" fmla="*/ 141 h 156"/>
                <a:gd name="T104" fmla="*/ 126 w 155"/>
                <a:gd name="T105" fmla="*/ 152 h 156"/>
                <a:gd name="T106" fmla="*/ 126 w 155"/>
                <a:gd name="T107" fmla="*/ 152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5" h="156">
                  <a:moveTo>
                    <a:pt x="153" y="152"/>
                  </a:moveTo>
                  <a:cubicBezTo>
                    <a:pt x="133" y="152"/>
                    <a:pt x="133" y="152"/>
                    <a:pt x="133" y="152"/>
                  </a:cubicBezTo>
                  <a:cubicBezTo>
                    <a:pt x="133" y="141"/>
                    <a:pt x="133" y="141"/>
                    <a:pt x="133" y="141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5" y="141"/>
                    <a:pt x="136" y="140"/>
                    <a:pt x="136" y="139"/>
                  </a:cubicBezTo>
                  <a:cubicBezTo>
                    <a:pt x="136" y="138"/>
                    <a:pt x="135" y="137"/>
                    <a:pt x="134" y="137"/>
                  </a:cubicBezTo>
                  <a:cubicBezTo>
                    <a:pt x="130" y="137"/>
                    <a:pt x="130" y="137"/>
                    <a:pt x="130" y="137"/>
                  </a:cubicBezTo>
                  <a:cubicBezTo>
                    <a:pt x="130" y="87"/>
                    <a:pt x="130" y="87"/>
                    <a:pt x="130" y="87"/>
                  </a:cubicBezTo>
                  <a:cubicBezTo>
                    <a:pt x="139" y="36"/>
                    <a:pt x="139" y="36"/>
                    <a:pt x="139" y="36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3" y="0"/>
                    <a:pt x="122" y="1"/>
                  </a:cubicBezTo>
                  <a:cubicBezTo>
                    <a:pt x="112" y="2"/>
                    <a:pt x="112" y="2"/>
                    <a:pt x="112" y="2"/>
                  </a:cubicBezTo>
                  <a:cubicBezTo>
                    <a:pt x="111" y="2"/>
                    <a:pt x="110" y="3"/>
                    <a:pt x="110" y="4"/>
                  </a:cubicBezTo>
                  <a:cubicBezTo>
                    <a:pt x="109" y="45"/>
                    <a:pt x="109" y="45"/>
                    <a:pt x="109" y="45"/>
                  </a:cubicBezTo>
                  <a:cubicBezTo>
                    <a:pt x="75" y="61"/>
                    <a:pt x="75" y="61"/>
                    <a:pt x="75" y="61"/>
                  </a:cubicBezTo>
                  <a:cubicBezTo>
                    <a:pt x="73" y="59"/>
                    <a:pt x="71" y="58"/>
                    <a:pt x="68" y="58"/>
                  </a:cubicBezTo>
                  <a:cubicBezTo>
                    <a:pt x="64" y="58"/>
                    <a:pt x="60" y="61"/>
                    <a:pt x="60" y="66"/>
                  </a:cubicBezTo>
                  <a:cubicBezTo>
                    <a:pt x="60" y="66"/>
                    <a:pt x="60" y="66"/>
                    <a:pt x="61" y="67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12" y="89"/>
                    <a:pt x="12" y="90"/>
                    <a:pt x="12" y="91"/>
                  </a:cubicBezTo>
                  <a:cubicBezTo>
                    <a:pt x="13" y="92"/>
                    <a:pt x="13" y="92"/>
                    <a:pt x="14" y="92"/>
                  </a:cubicBezTo>
                  <a:cubicBezTo>
                    <a:pt x="14" y="92"/>
                    <a:pt x="14" y="92"/>
                    <a:pt x="15" y="92"/>
                  </a:cubicBezTo>
                  <a:cubicBezTo>
                    <a:pt x="62" y="71"/>
                    <a:pt x="62" y="71"/>
                    <a:pt x="62" y="71"/>
                  </a:cubicBezTo>
                  <a:cubicBezTo>
                    <a:pt x="63" y="72"/>
                    <a:pt x="64" y="73"/>
                    <a:pt x="66" y="74"/>
                  </a:cubicBezTo>
                  <a:cubicBezTo>
                    <a:pt x="45" y="135"/>
                    <a:pt x="45" y="135"/>
                    <a:pt x="45" y="135"/>
                  </a:cubicBezTo>
                  <a:cubicBezTo>
                    <a:pt x="40" y="152"/>
                    <a:pt x="40" y="152"/>
                    <a:pt x="40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1" y="152"/>
                    <a:pt x="0" y="153"/>
                    <a:pt x="0" y="154"/>
                  </a:cubicBezTo>
                  <a:cubicBezTo>
                    <a:pt x="0" y="155"/>
                    <a:pt x="1" y="156"/>
                    <a:pt x="2" y="156"/>
                  </a:cubicBezTo>
                  <a:cubicBezTo>
                    <a:pt x="96" y="156"/>
                    <a:pt x="96" y="156"/>
                    <a:pt x="96" y="156"/>
                  </a:cubicBezTo>
                  <a:cubicBezTo>
                    <a:pt x="97" y="156"/>
                    <a:pt x="98" y="155"/>
                    <a:pt x="98" y="154"/>
                  </a:cubicBezTo>
                  <a:cubicBezTo>
                    <a:pt x="98" y="153"/>
                    <a:pt x="98" y="153"/>
                    <a:pt x="98" y="153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5" y="113"/>
                    <a:pt x="85" y="113"/>
                    <a:pt x="85" y="113"/>
                  </a:cubicBezTo>
                  <a:cubicBezTo>
                    <a:pt x="85" y="113"/>
                    <a:pt x="84" y="113"/>
                    <a:pt x="84" y="112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4" y="72"/>
                    <a:pt x="77" y="69"/>
                    <a:pt x="77" y="66"/>
                  </a:cubicBezTo>
                  <a:cubicBezTo>
                    <a:pt x="77" y="65"/>
                    <a:pt x="77" y="64"/>
                    <a:pt x="77" y="64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126" y="87"/>
                    <a:pt x="126" y="87"/>
                    <a:pt x="126" y="87"/>
                  </a:cubicBezTo>
                  <a:cubicBezTo>
                    <a:pt x="126" y="136"/>
                    <a:pt x="126" y="136"/>
                    <a:pt x="126" y="136"/>
                  </a:cubicBezTo>
                  <a:cubicBezTo>
                    <a:pt x="121" y="136"/>
                    <a:pt x="121" y="136"/>
                    <a:pt x="121" y="136"/>
                  </a:cubicBezTo>
                  <a:cubicBezTo>
                    <a:pt x="120" y="136"/>
                    <a:pt x="119" y="137"/>
                    <a:pt x="119" y="138"/>
                  </a:cubicBezTo>
                  <a:cubicBezTo>
                    <a:pt x="119" y="139"/>
                    <a:pt x="120" y="140"/>
                    <a:pt x="121" y="140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2" y="152"/>
                    <a:pt x="122" y="152"/>
                    <a:pt x="122" y="152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2" y="152"/>
                    <a:pt x="101" y="152"/>
                    <a:pt x="101" y="153"/>
                  </a:cubicBezTo>
                  <a:cubicBezTo>
                    <a:pt x="101" y="155"/>
                    <a:pt x="102" y="155"/>
                    <a:pt x="103" y="155"/>
                  </a:cubicBezTo>
                  <a:cubicBezTo>
                    <a:pt x="153" y="155"/>
                    <a:pt x="153" y="155"/>
                    <a:pt x="153" y="155"/>
                  </a:cubicBezTo>
                  <a:cubicBezTo>
                    <a:pt x="155" y="155"/>
                    <a:pt x="155" y="154"/>
                    <a:pt x="155" y="153"/>
                  </a:cubicBezTo>
                  <a:cubicBezTo>
                    <a:pt x="155" y="153"/>
                    <a:pt x="154" y="152"/>
                    <a:pt x="153" y="152"/>
                  </a:cubicBezTo>
                  <a:close/>
                  <a:moveTo>
                    <a:pt x="80" y="112"/>
                  </a:moveTo>
                  <a:cubicBezTo>
                    <a:pt x="59" y="112"/>
                    <a:pt x="59" y="112"/>
                    <a:pt x="59" y="112"/>
                  </a:cubicBezTo>
                  <a:cubicBezTo>
                    <a:pt x="74" y="95"/>
                    <a:pt x="74" y="95"/>
                    <a:pt x="74" y="95"/>
                  </a:cubicBezTo>
                  <a:lnTo>
                    <a:pt x="80" y="112"/>
                  </a:lnTo>
                  <a:close/>
                  <a:moveTo>
                    <a:pt x="87" y="133"/>
                  </a:moveTo>
                  <a:cubicBezTo>
                    <a:pt x="54" y="133"/>
                    <a:pt x="54" y="133"/>
                    <a:pt x="54" y="133"/>
                  </a:cubicBezTo>
                  <a:cubicBezTo>
                    <a:pt x="82" y="117"/>
                    <a:pt x="82" y="117"/>
                    <a:pt x="82" y="117"/>
                  </a:cubicBezTo>
                  <a:lnTo>
                    <a:pt x="87" y="133"/>
                  </a:lnTo>
                  <a:close/>
                  <a:moveTo>
                    <a:pt x="63" y="94"/>
                  </a:moveTo>
                  <a:cubicBezTo>
                    <a:pt x="71" y="94"/>
                    <a:pt x="71" y="94"/>
                    <a:pt x="71" y="94"/>
                  </a:cubicBezTo>
                  <a:cubicBezTo>
                    <a:pt x="59" y="106"/>
                    <a:pt x="59" y="106"/>
                    <a:pt x="59" y="106"/>
                  </a:cubicBezTo>
                  <a:lnTo>
                    <a:pt x="63" y="94"/>
                  </a:lnTo>
                  <a:close/>
                  <a:moveTo>
                    <a:pt x="56" y="116"/>
                  </a:moveTo>
                  <a:cubicBezTo>
                    <a:pt x="76" y="116"/>
                    <a:pt x="76" y="116"/>
                    <a:pt x="76" y="116"/>
                  </a:cubicBezTo>
                  <a:cubicBezTo>
                    <a:pt x="51" y="131"/>
                    <a:pt x="51" y="131"/>
                    <a:pt x="51" y="131"/>
                  </a:cubicBezTo>
                  <a:lnTo>
                    <a:pt x="56" y="116"/>
                  </a:lnTo>
                  <a:close/>
                  <a:moveTo>
                    <a:pt x="65" y="90"/>
                  </a:moveTo>
                  <a:cubicBezTo>
                    <a:pt x="69" y="78"/>
                    <a:pt x="69" y="78"/>
                    <a:pt x="69" y="78"/>
                  </a:cubicBezTo>
                  <a:cubicBezTo>
                    <a:pt x="73" y="90"/>
                    <a:pt x="73" y="90"/>
                    <a:pt x="73" y="90"/>
                  </a:cubicBezTo>
                  <a:lnTo>
                    <a:pt x="65" y="90"/>
                  </a:lnTo>
                  <a:close/>
                  <a:moveTo>
                    <a:pt x="44" y="152"/>
                  </a:moveTo>
                  <a:cubicBezTo>
                    <a:pt x="49" y="137"/>
                    <a:pt x="49" y="137"/>
                    <a:pt x="49" y="137"/>
                  </a:cubicBezTo>
                  <a:cubicBezTo>
                    <a:pt x="88" y="137"/>
                    <a:pt x="88" y="137"/>
                    <a:pt x="88" y="137"/>
                  </a:cubicBezTo>
                  <a:cubicBezTo>
                    <a:pt x="93" y="152"/>
                    <a:pt x="93" y="152"/>
                    <a:pt x="93" y="152"/>
                  </a:cubicBezTo>
                  <a:lnTo>
                    <a:pt x="44" y="152"/>
                  </a:lnTo>
                  <a:close/>
                  <a:moveTo>
                    <a:pt x="69" y="70"/>
                  </a:moveTo>
                  <a:cubicBezTo>
                    <a:pt x="66" y="70"/>
                    <a:pt x="65" y="68"/>
                    <a:pt x="65" y="66"/>
                  </a:cubicBezTo>
                  <a:cubicBezTo>
                    <a:pt x="65" y="64"/>
                    <a:pt x="66" y="62"/>
                    <a:pt x="69" y="62"/>
                  </a:cubicBezTo>
                  <a:cubicBezTo>
                    <a:pt x="71" y="62"/>
                    <a:pt x="73" y="64"/>
                    <a:pt x="73" y="66"/>
                  </a:cubicBezTo>
                  <a:cubicBezTo>
                    <a:pt x="73" y="68"/>
                    <a:pt x="71" y="70"/>
                    <a:pt x="69" y="70"/>
                  </a:cubicBezTo>
                  <a:close/>
                  <a:moveTo>
                    <a:pt x="134" y="34"/>
                  </a:moveTo>
                  <a:cubicBezTo>
                    <a:pt x="117" y="42"/>
                    <a:pt x="117" y="42"/>
                    <a:pt x="117" y="42"/>
                  </a:cubicBezTo>
                  <a:cubicBezTo>
                    <a:pt x="127" y="17"/>
                    <a:pt x="127" y="17"/>
                    <a:pt x="127" y="17"/>
                  </a:cubicBezTo>
                  <a:lnTo>
                    <a:pt x="134" y="34"/>
                  </a:lnTo>
                  <a:close/>
                  <a:moveTo>
                    <a:pt x="134" y="38"/>
                  </a:moveTo>
                  <a:cubicBezTo>
                    <a:pt x="131" y="58"/>
                    <a:pt x="131" y="58"/>
                    <a:pt x="131" y="58"/>
                  </a:cubicBezTo>
                  <a:cubicBezTo>
                    <a:pt x="117" y="46"/>
                    <a:pt x="117" y="46"/>
                    <a:pt x="117" y="46"/>
                  </a:cubicBezTo>
                  <a:lnTo>
                    <a:pt x="134" y="38"/>
                  </a:lnTo>
                  <a:close/>
                  <a:moveTo>
                    <a:pt x="130" y="62"/>
                  </a:moveTo>
                  <a:cubicBezTo>
                    <a:pt x="127" y="80"/>
                    <a:pt x="127" y="80"/>
                    <a:pt x="127" y="80"/>
                  </a:cubicBezTo>
                  <a:cubicBezTo>
                    <a:pt x="114" y="49"/>
                    <a:pt x="114" y="49"/>
                    <a:pt x="114" y="49"/>
                  </a:cubicBezTo>
                  <a:lnTo>
                    <a:pt x="130" y="62"/>
                  </a:lnTo>
                  <a:close/>
                  <a:moveTo>
                    <a:pt x="121" y="5"/>
                  </a:moveTo>
                  <a:cubicBezTo>
                    <a:pt x="125" y="12"/>
                    <a:pt x="125" y="12"/>
                    <a:pt x="125" y="12"/>
                  </a:cubicBezTo>
                  <a:cubicBezTo>
                    <a:pt x="114" y="40"/>
                    <a:pt x="114" y="40"/>
                    <a:pt x="114" y="40"/>
                  </a:cubicBezTo>
                  <a:cubicBezTo>
                    <a:pt x="114" y="6"/>
                    <a:pt x="114" y="6"/>
                    <a:pt x="114" y="6"/>
                  </a:cubicBezTo>
                  <a:lnTo>
                    <a:pt x="121" y="5"/>
                  </a:lnTo>
                  <a:close/>
                  <a:moveTo>
                    <a:pt x="126" y="152"/>
                  </a:moveTo>
                  <a:cubicBezTo>
                    <a:pt x="126" y="141"/>
                    <a:pt x="126" y="141"/>
                    <a:pt x="126" y="141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29" y="152"/>
                    <a:pt x="129" y="152"/>
                    <a:pt x="129" y="152"/>
                  </a:cubicBezTo>
                  <a:lnTo>
                    <a:pt x="126" y="152"/>
                  </a:lnTo>
                  <a:close/>
                  <a:moveTo>
                    <a:pt x="126" y="152"/>
                  </a:moveTo>
                  <a:cubicBezTo>
                    <a:pt x="126" y="152"/>
                    <a:pt x="126" y="152"/>
                    <a:pt x="126" y="152"/>
                  </a:cubicBezTo>
                </a:path>
              </a:pathLst>
            </a:custGeom>
            <a:grpFill/>
            <a:ln w="3175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defTabSz="1219200"/>
              <a:endParaRPr lang="zh-CN" altLang="en-US" sz="2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82" name="文本框 60"/>
          <p:cNvSpPr txBox="1"/>
          <p:nvPr/>
        </p:nvSpPr>
        <p:spPr bwMode="gray">
          <a:xfrm>
            <a:off x="7320630" y="5500265"/>
            <a:ext cx="3136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/>
            <a:r>
              <a:rPr lang="zh-CN" altLang="en-US" sz="1200" b="1" kern="0" dirty="0" smtClean="0">
                <a:solidFill>
                  <a:srgbClr val="1D1D1A">
                    <a:lumMod val="75000"/>
                    <a:lumOff val="2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万物互联，灵活连接，智能运维</a:t>
            </a:r>
            <a:endParaRPr lang="zh-CN" altLang="en-US" sz="1200" b="1" kern="0" dirty="0">
              <a:solidFill>
                <a:srgbClr val="1D1D1A">
                  <a:lumMod val="75000"/>
                  <a:lumOff val="25000"/>
                </a:srgb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83" name="图片 82" descr="Z:\2020\华为\6月\IP产业代际\link\shutterstock_733546111-[转换].pngshutterstock_733546111-[转换]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gray">
          <a:xfrm>
            <a:off x="557482" y="2606904"/>
            <a:ext cx="11077036" cy="2057066"/>
          </a:xfrm>
          <a:prstGeom prst="rect">
            <a:avLst/>
          </a:prstGeom>
        </p:spPr>
      </p:pic>
      <p:sp>
        <p:nvSpPr>
          <p:cNvPr id="84" name="TextBox 769"/>
          <p:cNvSpPr txBox="1"/>
          <p:nvPr/>
        </p:nvSpPr>
        <p:spPr bwMode="gray">
          <a:xfrm>
            <a:off x="1384841" y="3163545"/>
            <a:ext cx="2072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/>
            <a:r>
              <a:rPr lang="en-US" altLang="zh-CN" sz="2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IPv4</a:t>
            </a:r>
          </a:p>
        </p:txBody>
      </p:sp>
      <p:sp>
        <p:nvSpPr>
          <p:cNvPr id="85" name="TextBox 769"/>
          <p:cNvSpPr txBox="1"/>
          <p:nvPr/>
        </p:nvSpPr>
        <p:spPr bwMode="gray">
          <a:xfrm>
            <a:off x="4150440" y="3163545"/>
            <a:ext cx="2427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/>
            <a:r>
              <a:rPr lang="en-US" altLang="zh-CN" sz="24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86" name="TextBox 769"/>
          <p:cNvSpPr txBox="1"/>
          <p:nvPr/>
        </p:nvSpPr>
        <p:spPr bwMode="gray">
          <a:xfrm>
            <a:off x="7880263" y="3086601"/>
            <a:ext cx="21871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/>
            <a:r>
              <a:rPr lang="en-US" altLang="zh-CN" sz="34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IPv6+</a:t>
            </a:r>
            <a:endParaRPr lang="zh-CN" altLang="en-US" sz="3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企业广域</a:t>
            </a:r>
            <a:r>
              <a:rPr lang="en-US" altLang="zh-CN" dirty="0">
                <a:sym typeface="Huawei Sans" panose="020C0503030203020204" pitchFamily="34" charset="0"/>
              </a:rPr>
              <a:t>IP</a:t>
            </a:r>
            <a:r>
              <a:rPr lang="zh-CN" altLang="en-US" dirty="0">
                <a:sym typeface="Huawei Sans" panose="020C0503030203020204" pitchFamily="34" charset="0"/>
              </a:rPr>
              <a:t>承载网</a:t>
            </a:r>
            <a:r>
              <a:rPr lang="zh-CN" altLang="en-US" dirty="0" smtClean="0">
                <a:sym typeface="Huawei Sans" panose="020C0503030203020204" pitchFamily="34" charset="0"/>
              </a:rPr>
              <a:t>技术向</a:t>
            </a:r>
            <a:r>
              <a:rPr lang="en-US" altLang="zh-CN" dirty="0" smtClean="0">
                <a:sym typeface="Huawei Sans" panose="020C0503030203020204" pitchFamily="34" charset="0"/>
              </a:rPr>
              <a:t>SRv6</a:t>
            </a:r>
            <a:r>
              <a:rPr lang="zh-CN" altLang="en-US" dirty="0" smtClean="0">
                <a:sym typeface="Huawei Sans" panose="020C0503030203020204" pitchFamily="34" charset="0"/>
              </a:rPr>
              <a:t>演进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xmlns="" id="{20FBD9E4-32DA-4C26-A2B5-6B3D398C3F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965697"/>
          </a:xfrm>
        </p:spPr>
        <p:txBody>
          <a:bodyPr/>
          <a:lstStyle/>
          <a:p>
            <a:r>
              <a:rPr lang="zh-CN" altLang="en-US" sz="1600" dirty="0">
                <a:sym typeface="Huawei Sans" panose="020C0503030203020204" pitchFamily="34" charset="0"/>
              </a:rPr>
              <a:t>随着技术发展和业务需求，广域承载网的主流承载技术为</a:t>
            </a:r>
            <a:r>
              <a:rPr lang="en-US" altLang="zh-CN" sz="1600" dirty="0">
                <a:sym typeface="Huawei Sans" panose="020C0503030203020204" pitchFamily="34" charset="0"/>
              </a:rPr>
              <a:t>VPN</a:t>
            </a:r>
            <a:r>
              <a:rPr lang="zh-CN" altLang="en-US" sz="1600" dirty="0">
                <a:sym typeface="Huawei Sans" panose="020C0503030203020204" pitchFamily="34" charset="0"/>
              </a:rPr>
              <a:t>技术</a:t>
            </a:r>
            <a:r>
              <a:rPr lang="zh-CN" altLang="en-US" sz="1600" dirty="0" smtClean="0">
                <a:sym typeface="Huawei Sans" panose="020C0503030203020204" pitchFamily="34" charset="0"/>
              </a:rPr>
              <a:t>。其</a:t>
            </a:r>
            <a:r>
              <a:rPr lang="zh-CN" altLang="en-US" sz="1600" dirty="0">
                <a:sym typeface="Huawei Sans" panose="020C0503030203020204" pitchFamily="34" charset="0"/>
              </a:rPr>
              <a:t>控制面技术和转发面技术不断演进。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r>
              <a:rPr lang="zh-CN" altLang="en-US" sz="1600" dirty="0">
                <a:sym typeface="Huawei Sans" panose="020C0503030203020204" pitchFamily="34" charset="0"/>
              </a:rPr>
              <a:t>广域承载网络不断向</a:t>
            </a:r>
            <a:r>
              <a:rPr lang="en-US" altLang="zh-CN" sz="1600" dirty="0">
                <a:sym typeface="Huawei Sans" panose="020C0503030203020204" pitchFamily="34" charset="0"/>
              </a:rPr>
              <a:t>Segment Routing</a:t>
            </a:r>
            <a:r>
              <a:rPr lang="zh-CN" altLang="en-US" sz="1600" dirty="0">
                <a:sym typeface="Huawei Sans" panose="020C0503030203020204" pitchFamily="34" charset="0"/>
              </a:rPr>
              <a:t>演进，向</a:t>
            </a:r>
            <a:r>
              <a:rPr lang="en-US" altLang="zh-CN" sz="1600" dirty="0"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sym typeface="Huawei Sans" panose="020C0503030203020204" pitchFamily="34" charset="0"/>
              </a:rPr>
              <a:t>演进。</a:t>
            </a:r>
          </a:p>
        </p:txBody>
      </p:sp>
      <p:sp>
        <p:nvSpPr>
          <p:cNvPr id="4" name="圆角矩形 2">
            <a:extLst>
              <a:ext uri="{FF2B5EF4-FFF2-40B4-BE49-F238E27FC236}">
                <a16:creationId xmlns:a16="http://schemas.microsoft.com/office/drawing/2014/main" xmlns="" id="{8BB3C042-1CE6-47FF-A169-2E2F8EEB8FDD}"/>
              </a:ext>
            </a:extLst>
          </p:cNvPr>
          <p:cNvSpPr/>
          <p:nvPr/>
        </p:nvSpPr>
        <p:spPr bwMode="gray">
          <a:xfrm>
            <a:off x="8908684" y="2207603"/>
            <a:ext cx="1986308" cy="3512477"/>
          </a:xfrm>
          <a:prstGeom prst="roundRect">
            <a:avLst>
              <a:gd name="adj" fmla="val 810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5" name="圆角矩形 3">
            <a:extLst>
              <a:ext uri="{FF2B5EF4-FFF2-40B4-BE49-F238E27FC236}">
                <a16:creationId xmlns:a16="http://schemas.microsoft.com/office/drawing/2014/main" xmlns="" id="{7CC73F9F-3AFE-4294-AE91-C28FDA2533D4}"/>
              </a:ext>
            </a:extLst>
          </p:cNvPr>
          <p:cNvSpPr/>
          <p:nvPr/>
        </p:nvSpPr>
        <p:spPr bwMode="gray">
          <a:xfrm>
            <a:off x="5257800" y="2207603"/>
            <a:ext cx="2134613" cy="3512477"/>
          </a:xfrm>
          <a:prstGeom prst="roundRect">
            <a:avLst>
              <a:gd name="adj" fmla="val 810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6" name="圆角矩形 4">
            <a:extLst>
              <a:ext uri="{FF2B5EF4-FFF2-40B4-BE49-F238E27FC236}">
                <a16:creationId xmlns:a16="http://schemas.microsoft.com/office/drawing/2014/main" xmlns="" id="{DD320669-3108-4571-A56B-B507E7646CCC}"/>
              </a:ext>
            </a:extLst>
          </p:cNvPr>
          <p:cNvSpPr/>
          <p:nvPr/>
        </p:nvSpPr>
        <p:spPr bwMode="gray">
          <a:xfrm>
            <a:off x="1653200" y="2207603"/>
            <a:ext cx="2216531" cy="3723221"/>
          </a:xfrm>
          <a:prstGeom prst="roundRect">
            <a:avLst>
              <a:gd name="adj" fmla="val 810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" name="TextBox 54">
            <a:extLst>
              <a:ext uri="{FF2B5EF4-FFF2-40B4-BE49-F238E27FC236}">
                <a16:creationId xmlns:a16="http://schemas.microsoft.com/office/drawing/2014/main" xmlns="" id="{F2E7F7C7-4291-4453-ABF0-66D9E0E4E745}"/>
              </a:ext>
            </a:extLst>
          </p:cNvPr>
          <p:cNvSpPr txBox="1"/>
          <p:nvPr/>
        </p:nvSpPr>
        <p:spPr bwMode="gray">
          <a:xfrm>
            <a:off x="2362959" y="2279741"/>
            <a:ext cx="79701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MPLS</a:t>
            </a:r>
          </a:p>
        </p:txBody>
      </p:sp>
      <p:sp>
        <p:nvSpPr>
          <p:cNvPr id="8" name="TextBox 55">
            <a:extLst>
              <a:ext uri="{FF2B5EF4-FFF2-40B4-BE49-F238E27FC236}">
                <a16:creationId xmlns:a16="http://schemas.microsoft.com/office/drawing/2014/main" xmlns="" id="{58DE4258-1457-4F40-985F-C64BDD46DEA6}"/>
              </a:ext>
            </a:extLst>
          </p:cNvPr>
          <p:cNvSpPr txBox="1"/>
          <p:nvPr/>
        </p:nvSpPr>
        <p:spPr bwMode="gray">
          <a:xfrm>
            <a:off x="5741453" y="2279741"/>
            <a:ext cx="116730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SR</a:t>
            </a:r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-MPLS</a:t>
            </a:r>
            <a:endParaRPr lang="en-US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" name="TextBox 56">
            <a:extLst>
              <a:ext uri="{FF2B5EF4-FFF2-40B4-BE49-F238E27FC236}">
                <a16:creationId xmlns:a16="http://schemas.microsoft.com/office/drawing/2014/main" xmlns="" id="{97E35D28-C6DB-4BC6-89EF-E926DF2EDE37}"/>
              </a:ext>
            </a:extLst>
          </p:cNvPr>
          <p:cNvSpPr txBox="1"/>
          <p:nvPr/>
        </p:nvSpPr>
        <p:spPr bwMode="gray">
          <a:xfrm>
            <a:off x="9541804" y="2279741"/>
            <a:ext cx="72006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SRv6</a:t>
            </a:r>
          </a:p>
        </p:txBody>
      </p:sp>
      <p:sp>
        <p:nvSpPr>
          <p:cNvPr id="10" name="TextBox 57">
            <a:extLst>
              <a:ext uri="{FF2B5EF4-FFF2-40B4-BE49-F238E27FC236}">
                <a16:creationId xmlns:a16="http://schemas.microsoft.com/office/drawing/2014/main" xmlns="" id="{AE389993-99E8-4688-82A9-E6FB76770BA8}"/>
              </a:ext>
            </a:extLst>
          </p:cNvPr>
          <p:cNvSpPr txBox="1"/>
          <p:nvPr/>
        </p:nvSpPr>
        <p:spPr bwMode="gray">
          <a:xfrm>
            <a:off x="579191" y="4768641"/>
            <a:ext cx="8771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转发面</a:t>
            </a:r>
            <a:endParaRPr lang="en-US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11" name="组合 1566">
            <a:extLst>
              <a:ext uri="{FF2B5EF4-FFF2-40B4-BE49-F238E27FC236}">
                <a16:creationId xmlns:a16="http://schemas.microsoft.com/office/drawing/2014/main" xmlns="" id="{1DD42C73-7257-434A-8E5E-C8C9ADFA891B}"/>
              </a:ext>
            </a:extLst>
          </p:cNvPr>
          <p:cNvGrpSpPr/>
          <p:nvPr/>
        </p:nvGrpSpPr>
        <p:grpSpPr bwMode="gray">
          <a:xfrm>
            <a:off x="2571723" y="4198756"/>
            <a:ext cx="379485" cy="319105"/>
            <a:chOff x="5710841" y="1427396"/>
            <a:chExt cx="189169" cy="185471"/>
          </a:xfrm>
          <a:solidFill>
            <a:srgbClr val="009DD8"/>
          </a:solidFill>
        </p:grpSpPr>
        <p:sp>
          <p:nvSpPr>
            <p:cNvPr id="12" name="Freeform 1339">
              <a:extLst>
                <a:ext uri="{FF2B5EF4-FFF2-40B4-BE49-F238E27FC236}">
                  <a16:creationId xmlns:a16="http://schemas.microsoft.com/office/drawing/2014/main" xmlns="" id="{AD996936-E212-4C71-860D-C8CCADCF678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710841" y="1427396"/>
              <a:ext cx="189169" cy="105983"/>
            </a:xfrm>
            <a:custGeom>
              <a:avLst/>
              <a:gdLst>
                <a:gd name="T0" fmla="*/ 2147483646 w 1241"/>
                <a:gd name="T1" fmla="*/ 2147483646 h 690"/>
                <a:gd name="T2" fmla="*/ 2147483646 w 1241"/>
                <a:gd name="T3" fmla="*/ 2147483646 h 690"/>
                <a:gd name="T4" fmla="*/ 2147483646 w 1241"/>
                <a:gd name="T5" fmla="*/ 2147483646 h 690"/>
                <a:gd name="T6" fmla="*/ 2147483646 w 1241"/>
                <a:gd name="T7" fmla="*/ 2147483646 h 690"/>
                <a:gd name="T8" fmla="*/ 2147483646 w 1241"/>
                <a:gd name="T9" fmla="*/ 2147483646 h 690"/>
                <a:gd name="T10" fmla="*/ 2147483646 w 1241"/>
                <a:gd name="T11" fmla="*/ 2147483646 h 690"/>
                <a:gd name="T12" fmla="*/ 2147483646 w 1241"/>
                <a:gd name="T13" fmla="*/ 2147483646 h 690"/>
                <a:gd name="T14" fmla="*/ 2147483646 w 1241"/>
                <a:gd name="T15" fmla="*/ 2147483646 h 690"/>
                <a:gd name="T16" fmla="*/ 0 w 1241"/>
                <a:gd name="T17" fmla="*/ 2147483646 h 690"/>
                <a:gd name="T18" fmla="*/ 2147483646 w 1241"/>
                <a:gd name="T19" fmla="*/ 0 h 690"/>
                <a:gd name="T20" fmla="*/ 2147483646 w 1241"/>
                <a:gd name="T21" fmla="*/ 2147483646 h 690"/>
                <a:gd name="T22" fmla="*/ 2147483646 w 1241"/>
                <a:gd name="T23" fmla="*/ 2147483646 h 6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41" h="690">
                  <a:moveTo>
                    <a:pt x="621" y="66"/>
                  </a:moveTo>
                  <a:lnTo>
                    <a:pt x="621" y="66"/>
                  </a:lnTo>
                  <a:cubicBezTo>
                    <a:pt x="321" y="66"/>
                    <a:pt x="67" y="194"/>
                    <a:pt x="67" y="345"/>
                  </a:cubicBezTo>
                  <a:cubicBezTo>
                    <a:pt x="67" y="496"/>
                    <a:pt x="321" y="623"/>
                    <a:pt x="621" y="623"/>
                  </a:cubicBezTo>
                  <a:cubicBezTo>
                    <a:pt x="921" y="623"/>
                    <a:pt x="1174" y="496"/>
                    <a:pt x="1174" y="345"/>
                  </a:cubicBezTo>
                  <a:cubicBezTo>
                    <a:pt x="1174" y="194"/>
                    <a:pt x="921" y="66"/>
                    <a:pt x="621" y="66"/>
                  </a:cubicBezTo>
                  <a:close/>
                  <a:moveTo>
                    <a:pt x="621" y="690"/>
                  </a:moveTo>
                  <a:lnTo>
                    <a:pt x="621" y="690"/>
                  </a:lnTo>
                  <a:cubicBezTo>
                    <a:pt x="273" y="690"/>
                    <a:pt x="0" y="538"/>
                    <a:pt x="0" y="345"/>
                  </a:cubicBezTo>
                  <a:cubicBezTo>
                    <a:pt x="0" y="151"/>
                    <a:pt x="273" y="0"/>
                    <a:pt x="621" y="0"/>
                  </a:cubicBezTo>
                  <a:cubicBezTo>
                    <a:pt x="969" y="0"/>
                    <a:pt x="1241" y="151"/>
                    <a:pt x="1241" y="345"/>
                  </a:cubicBezTo>
                  <a:cubicBezTo>
                    <a:pt x="1241" y="538"/>
                    <a:pt x="969" y="690"/>
                    <a:pt x="621" y="6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3" name="Freeform 1340">
              <a:extLst>
                <a:ext uri="{FF2B5EF4-FFF2-40B4-BE49-F238E27FC236}">
                  <a16:creationId xmlns:a16="http://schemas.microsoft.com/office/drawing/2014/main" xmlns="" id="{C07F34D8-D587-4F9E-BD08-DA17A5234534}"/>
                </a:ext>
              </a:extLst>
            </p:cNvPr>
            <p:cNvSpPr/>
            <p:nvPr/>
          </p:nvSpPr>
          <p:spPr bwMode="gray">
            <a:xfrm>
              <a:off x="5710841" y="1478994"/>
              <a:ext cx="189169" cy="128295"/>
            </a:xfrm>
            <a:custGeom>
              <a:avLst/>
              <a:gdLst>
                <a:gd name="T0" fmla="*/ 2147483646 w 1241"/>
                <a:gd name="T1" fmla="*/ 2147483646 h 837"/>
                <a:gd name="T2" fmla="*/ 2147483646 w 1241"/>
                <a:gd name="T3" fmla="*/ 2147483646 h 837"/>
                <a:gd name="T4" fmla="*/ 2147483646 w 1241"/>
                <a:gd name="T5" fmla="*/ 2147483646 h 837"/>
                <a:gd name="T6" fmla="*/ 2147483646 w 1241"/>
                <a:gd name="T7" fmla="*/ 2147483646 h 837"/>
                <a:gd name="T8" fmla="*/ 2147483646 w 1241"/>
                <a:gd name="T9" fmla="*/ 2147483646 h 837"/>
                <a:gd name="T10" fmla="*/ 2147483646 w 1241"/>
                <a:gd name="T11" fmla="*/ 2147483646 h 837"/>
                <a:gd name="T12" fmla="*/ 2147483646 w 1241"/>
                <a:gd name="T13" fmla="*/ 2147483646 h 837"/>
                <a:gd name="T14" fmla="*/ 0 w 1241"/>
                <a:gd name="T15" fmla="*/ 2147483646 h 837"/>
                <a:gd name="T16" fmla="*/ 0 w 1241"/>
                <a:gd name="T17" fmla="*/ 2147483646 h 837"/>
                <a:gd name="T18" fmla="*/ 2147483646 w 1241"/>
                <a:gd name="T19" fmla="*/ 0 h 837"/>
                <a:gd name="T20" fmla="*/ 2147483646 w 1241"/>
                <a:gd name="T21" fmla="*/ 2147483646 h 837"/>
                <a:gd name="T22" fmla="*/ 2147483646 w 1241"/>
                <a:gd name="T23" fmla="*/ 2147483646 h 837"/>
                <a:gd name="T24" fmla="*/ 2147483646 w 1241"/>
                <a:gd name="T25" fmla="*/ 2147483646 h 837"/>
                <a:gd name="T26" fmla="*/ 2147483646 w 1241"/>
                <a:gd name="T27" fmla="*/ 2147483646 h 837"/>
                <a:gd name="T28" fmla="*/ 2147483646 w 1241"/>
                <a:gd name="T29" fmla="*/ 2147483646 h 837"/>
                <a:gd name="T30" fmla="*/ 2147483646 w 1241"/>
                <a:gd name="T31" fmla="*/ 2147483646 h 837"/>
                <a:gd name="T32" fmla="*/ 2147483646 w 1241"/>
                <a:gd name="T33" fmla="*/ 2147483646 h 837"/>
                <a:gd name="T34" fmla="*/ 2147483646 w 1241"/>
                <a:gd name="T35" fmla="*/ 2147483646 h 837"/>
                <a:gd name="T36" fmla="*/ 2147483646 w 1241"/>
                <a:gd name="T37" fmla="*/ 2147483646 h 8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41" h="837">
                  <a:moveTo>
                    <a:pt x="716" y="837"/>
                  </a:moveTo>
                  <a:lnTo>
                    <a:pt x="716" y="837"/>
                  </a:lnTo>
                  <a:cubicBezTo>
                    <a:pt x="699" y="837"/>
                    <a:pt x="684" y="824"/>
                    <a:pt x="683" y="807"/>
                  </a:cubicBezTo>
                  <a:cubicBezTo>
                    <a:pt x="681" y="788"/>
                    <a:pt x="695" y="772"/>
                    <a:pt x="713" y="771"/>
                  </a:cubicBezTo>
                  <a:cubicBezTo>
                    <a:pt x="976" y="748"/>
                    <a:pt x="1174" y="630"/>
                    <a:pt x="1174" y="496"/>
                  </a:cubicBezTo>
                  <a:lnTo>
                    <a:pt x="1174" y="422"/>
                  </a:lnTo>
                  <a:cubicBezTo>
                    <a:pt x="1073" y="534"/>
                    <a:pt x="866" y="609"/>
                    <a:pt x="621" y="609"/>
                  </a:cubicBezTo>
                  <a:cubicBezTo>
                    <a:pt x="273" y="609"/>
                    <a:pt x="0" y="457"/>
                    <a:pt x="0" y="264"/>
                  </a:cubicBezTo>
                  <a:lnTo>
                    <a:pt x="0" y="34"/>
                  </a:lnTo>
                  <a:cubicBezTo>
                    <a:pt x="0" y="15"/>
                    <a:pt x="15" y="0"/>
                    <a:pt x="34" y="0"/>
                  </a:cubicBezTo>
                  <a:cubicBezTo>
                    <a:pt x="52" y="0"/>
                    <a:pt x="67" y="15"/>
                    <a:pt x="67" y="34"/>
                  </a:cubicBezTo>
                  <a:lnTo>
                    <a:pt x="67" y="264"/>
                  </a:lnTo>
                  <a:cubicBezTo>
                    <a:pt x="67" y="415"/>
                    <a:pt x="321" y="542"/>
                    <a:pt x="621" y="542"/>
                  </a:cubicBezTo>
                  <a:cubicBezTo>
                    <a:pt x="921" y="542"/>
                    <a:pt x="1174" y="415"/>
                    <a:pt x="1174" y="264"/>
                  </a:cubicBezTo>
                  <a:lnTo>
                    <a:pt x="1174" y="34"/>
                  </a:lnTo>
                  <a:lnTo>
                    <a:pt x="1241" y="34"/>
                  </a:lnTo>
                  <a:lnTo>
                    <a:pt x="1241" y="496"/>
                  </a:lnTo>
                  <a:cubicBezTo>
                    <a:pt x="1241" y="667"/>
                    <a:pt x="1022" y="811"/>
                    <a:pt x="719" y="837"/>
                  </a:cubicBezTo>
                  <a:cubicBezTo>
                    <a:pt x="718" y="837"/>
                    <a:pt x="717" y="837"/>
                    <a:pt x="716" y="8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4" name="Freeform 1341">
              <a:extLst>
                <a:ext uri="{FF2B5EF4-FFF2-40B4-BE49-F238E27FC236}">
                  <a16:creationId xmlns:a16="http://schemas.microsoft.com/office/drawing/2014/main" xmlns="" id="{DC63EC2A-49B9-4320-95AA-FA788123F9EA}"/>
                </a:ext>
              </a:extLst>
            </p:cNvPr>
            <p:cNvSpPr/>
            <p:nvPr/>
          </p:nvSpPr>
          <p:spPr bwMode="gray">
            <a:xfrm>
              <a:off x="5710841" y="1513856"/>
              <a:ext cx="84847" cy="93433"/>
            </a:xfrm>
            <a:custGeom>
              <a:avLst/>
              <a:gdLst>
                <a:gd name="T0" fmla="*/ 2147483646 w 556"/>
                <a:gd name="T1" fmla="*/ 2147483646 h 604"/>
                <a:gd name="T2" fmla="*/ 2147483646 w 556"/>
                <a:gd name="T3" fmla="*/ 2147483646 h 604"/>
                <a:gd name="T4" fmla="*/ 2147483646 w 556"/>
                <a:gd name="T5" fmla="*/ 2147483646 h 604"/>
                <a:gd name="T6" fmla="*/ 0 w 556"/>
                <a:gd name="T7" fmla="*/ 2147483646 h 604"/>
                <a:gd name="T8" fmla="*/ 0 w 556"/>
                <a:gd name="T9" fmla="*/ 2147483646 h 604"/>
                <a:gd name="T10" fmla="*/ 2147483646 w 556"/>
                <a:gd name="T11" fmla="*/ 0 h 604"/>
                <a:gd name="T12" fmla="*/ 2147483646 w 556"/>
                <a:gd name="T13" fmla="*/ 2147483646 h 604"/>
                <a:gd name="T14" fmla="*/ 2147483646 w 556"/>
                <a:gd name="T15" fmla="*/ 2147483646 h 604"/>
                <a:gd name="T16" fmla="*/ 2147483646 w 556"/>
                <a:gd name="T17" fmla="*/ 2147483646 h 604"/>
                <a:gd name="T18" fmla="*/ 2147483646 w 556"/>
                <a:gd name="T19" fmla="*/ 2147483646 h 604"/>
                <a:gd name="T20" fmla="*/ 2147483646 w 556"/>
                <a:gd name="T21" fmla="*/ 2147483646 h 6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6" h="604">
                  <a:moveTo>
                    <a:pt x="521" y="604"/>
                  </a:moveTo>
                  <a:lnTo>
                    <a:pt x="521" y="604"/>
                  </a:lnTo>
                  <a:cubicBezTo>
                    <a:pt x="520" y="604"/>
                    <a:pt x="519" y="604"/>
                    <a:pt x="518" y="604"/>
                  </a:cubicBezTo>
                  <a:cubicBezTo>
                    <a:pt x="218" y="576"/>
                    <a:pt x="0" y="433"/>
                    <a:pt x="0" y="263"/>
                  </a:cubicBezTo>
                  <a:lnTo>
                    <a:pt x="0" y="33"/>
                  </a:lnTo>
                  <a:cubicBezTo>
                    <a:pt x="0" y="15"/>
                    <a:pt x="15" y="0"/>
                    <a:pt x="34" y="0"/>
                  </a:cubicBezTo>
                  <a:cubicBezTo>
                    <a:pt x="52" y="0"/>
                    <a:pt x="67" y="15"/>
                    <a:pt x="67" y="33"/>
                  </a:cubicBezTo>
                  <a:lnTo>
                    <a:pt x="67" y="263"/>
                  </a:lnTo>
                  <a:cubicBezTo>
                    <a:pt x="67" y="396"/>
                    <a:pt x="264" y="514"/>
                    <a:pt x="524" y="537"/>
                  </a:cubicBezTo>
                  <a:cubicBezTo>
                    <a:pt x="543" y="539"/>
                    <a:pt x="556" y="555"/>
                    <a:pt x="555" y="573"/>
                  </a:cubicBezTo>
                  <a:cubicBezTo>
                    <a:pt x="553" y="591"/>
                    <a:pt x="538" y="604"/>
                    <a:pt x="521" y="6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5" name="Freeform 1342">
              <a:extLst>
                <a:ext uri="{FF2B5EF4-FFF2-40B4-BE49-F238E27FC236}">
                  <a16:creationId xmlns:a16="http://schemas.microsoft.com/office/drawing/2014/main" xmlns="" id="{F7BAACC8-7A7F-4B9C-8809-8BA7960C3FCD}"/>
                </a:ext>
              </a:extLst>
            </p:cNvPr>
            <p:cNvSpPr/>
            <p:nvPr/>
          </p:nvSpPr>
          <p:spPr bwMode="gray">
            <a:xfrm>
              <a:off x="5799861" y="1497122"/>
              <a:ext cx="31991" cy="20918"/>
            </a:xfrm>
            <a:custGeom>
              <a:avLst/>
              <a:gdLst>
                <a:gd name="T0" fmla="*/ 2147483646 w 206"/>
                <a:gd name="T1" fmla="*/ 2147483646 h 136"/>
                <a:gd name="T2" fmla="*/ 2147483646 w 206"/>
                <a:gd name="T3" fmla="*/ 2147483646 h 136"/>
                <a:gd name="T4" fmla="*/ 2147483646 w 206"/>
                <a:gd name="T5" fmla="*/ 2147483646 h 136"/>
                <a:gd name="T6" fmla="*/ 2147483646 w 206"/>
                <a:gd name="T7" fmla="*/ 2147483646 h 136"/>
                <a:gd name="T8" fmla="*/ 2147483646 w 206"/>
                <a:gd name="T9" fmla="*/ 2147483646 h 136"/>
                <a:gd name="T10" fmla="*/ 2147483646 w 206"/>
                <a:gd name="T11" fmla="*/ 2147483646 h 136"/>
                <a:gd name="T12" fmla="*/ 2147483646 w 206"/>
                <a:gd name="T13" fmla="*/ 2147483646 h 136"/>
                <a:gd name="T14" fmla="*/ 2147483646 w 206"/>
                <a:gd name="T15" fmla="*/ 2147483646 h 136"/>
                <a:gd name="T16" fmla="*/ 2147483646 w 206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136">
                  <a:moveTo>
                    <a:pt x="31" y="136"/>
                  </a:moveTo>
                  <a:lnTo>
                    <a:pt x="31" y="136"/>
                  </a:lnTo>
                  <a:cubicBezTo>
                    <a:pt x="21" y="136"/>
                    <a:pt x="12" y="131"/>
                    <a:pt x="7" y="122"/>
                  </a:cubicBezTo>
                  <a:cubicBezTo>
                    <a:pt x="0" y="110"/>
                    <a:pt x="5" y="93"/>
                    <a:pt x="18" y="86"/>
                  </a:cubicBezTo>
                  <a:lnTo>
                    <a:pt x="163" y="7"/>
                  </a:lnTo>
                  <a:cubicBezTo>
                    <a:pt x="176" y="0"/>
                    <a:pt x="192" y="5"/>
                    <a:pt x="199" y="18"/>
                  </a:cubicBezTo>
                  <a:cubicBezTo>
                    <a:pt x="206" y="31"/>
                    <a:pt x="201" y="47"/>
                    <a:pt x="189" y="54"/>
                  </a:cubicBezTo>
                  <a:lnTo>
                    <a:pt x="44" y="133"/>
                  </a:lnTo>
                  <a:cubicBezTo>
                    <a:pt x="40" y="135"/>
                    <a:pt x="35" y="136"/>
                    <a:pt x="31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6" name="Freeform 1343">
              <a:extLst>
                <a:ext uri="{FF2B5EF4-FFF2-40B4-BE49-F238E27FC236}">
                  <a16:creationId xmlns:a16="http://schemas.microsoft.com/office/drawing/2014/main" xmlns="" id="{FA3BB9DA-B6A7-49AD-A89B-116011F8F629}"/>
                </a:ext>
              </a:extLst>
            </p:cNvPr>
            <p:cNvSpPr/>
            <p:nvPr/>
          </p:nvSpPr>
          <p:spPr bwMode="gray">
            <a:xfrm>
              <a:off x="5777606" y="1497122"/>
              <a:ext cx="31991" cy="20918"/>
            </a:xfrm>
            <a:custGeom>
              <a:avLst/>
              <a:gdLst>
                <a:gd name="T0" fmla="*/ 2147483646 w 205"/>
                <a:gd name="T1" fmla="*/ 2147483646 h 136"/>
                <a:gd name="T2" fmla="*/ 2147483646 w 205"/>
                <a:gd name="T3" fmla="*/ 2147483646 h 136"/>
                <a:gd name="T4" fmla="*/ 2147483646 w 205"/>
                <a:gd name="T5" fmla="*/ 2147483646 h 136"/>
                <a:gd name="T6" fmla="*/ 2147483646 w 205"/>
                <a:gd name="T7" fmla="*/ 2147483646 h 136"/>
                <a:gd name="T8" fmla="*/ 2147483646 w 205"/>
                <a:gd name="T9" fmla="*/ 2147483646 h 136"/>
                <a:gd name="T10" fmla="*/ 2147483646 w 205"/>
                <a:gd name="T11" fmla="*/ 2147483646 h 136"/>
                <a:gd name="T12" fmla="*/ 2147483646 w 205"/>
                <a:gd name="T13" fmla="*/ 2147483646 h 136"/>
                <a:gd name="T14" fmla="*/ 2147483646 w 205"/>
                <a:gd name="T15" fmla="*/ 2147483646 h 136"/>
                <a:gd name="T16" fmla="*/ 2147483646 w 205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6">
                  <a:moveTo>
                    <a:pt x="175" y="136"/>
                  </a:moveTo>
                  <a:lnTo>
                    <a:pt x="175" y="136"/>
                  </a:lnTo>
                  <a:cubicBezTo>
                    <a:pt x="171" y="136"/>
                    <a:pt x="166" y="135"/>
                    <a:pt x="162" y="133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8" y="86"/>
                  </a:lnTo>
                  <a:cubicBezTo>
                    <a:pt x="201" y="93"/>
                    <a:pt x="205" y="110"/>
                    <a:pt x="198" y="122"/>
                  </a:cubicBezTo>
                  <a:cubicBezTo>
                    <a:pt x="193" y="131"/>
                    <a:pt x="184" y="136"/>
                    <a:pt x="175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7" name="Freeform 1344">
              <a:extLst>
                <a:ext uri="{FF2B5EF4-FFF2-40B4-BE49-F238E27FC236}">
                  <a16:creationId xmlns:a16="http://schemas.microsoft.com/office/drawing/2014/main" xmlns="" id="{BC58E2B0-F0C7-4024-8462-0BA051761A8D}"/>
                </a:ext>
              </a:extLst>
            </p:cNvPr>
            <p:cNvSpPr/>
            <p:nvPr/>
          </p:nvSpPr>
          <p:spPr bwMode="gray">
            <a:xfrm>
              <a:off x="5801252" y="1485965"/>
              <a:ext cx="6954" cy="32074"/>
            </a:xfrm>
            <a:custGeom>
              <a:avLst/>
              <a:gdLst>
                <a:gd name="T0" fmla="*/ 2147483646 w 54"/>
                <a:gd name="T1" fmla="*/ 2147483646 h 202"/>
                <a:gd name="T2" fmla="*/ 2147483646 w 54"/>
                <a:gd name="T3" fmla="*/ 2147483646 h 202"/>
                <a:gd name="T4" fmla="*/ 0 w 54"/>
                <a:gd name="T5" fmla="*/ 2147483646 h 202"/>
                <a:gd name="T6" fmla="*/ 0 w 54"/>
                <a:gd name="T7" fmla="*/ 2147483646 h 202"/>
                <a:gd name="T8" fmla="*/ 2147483646 w 54"/>
                <a:gd name="T9" fmla="*/ 0 h 202"/>
                <a:gd name="T10" fmla="*/ 2147483646 w 54"/>
                <a:gd name="T11" fmla="*/ 2147483646 h 202"/>
                <a:gd name="T12" fmla="*/ 2147483646 w 54"/>
                <a:gd name="T13" fmla="*/ 2147483646 h 202"/>
                <a:gd name="T14" fmla="*/ 2147483646 w 54"/>
                <a:gd name="T15" fmla="*/ 2147483646 h 2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202">
                  <a:moveTo>
                    <a:pt x="27" y="202"/>
                  </a:moveTo>
                  <a:lnTo>
                    <a:pt x="27" y="202"/>
                  </a:lnTo>
                  <a:cubicBezTo>
                    <a:pt x="12" y="202"/>
                    <a:pt x="0" y="190"/>
                    <a:pt x="0" y="176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lnTo>
                    <a:pt x="54" y="176"/>
                  </a:lnTo>
                  <a:cubicBezTo>
                    <a:pt x="54" y="190"/>
                    <a:pt x="42" y="202"/>
                    <a:pt x="27" y="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" name="Freeform 1345">
              <a:extLst>
                <a:ext uri="{FF2B5EF4-FFF2-40B4-BE49-F238E27FC236}">
                  <a16:creationId xmlns:a16="http://schemas.microsoft.com/office/drawing/2014/main" xmlns="" id="{85D59A26-CED4-4359-B88B-6B8E0435C1BE}"/>
                </a:ext>
              </a:extLst>
            </p:cNvPr>
            <p:cNvSpPr/>
            <p:nvPr/>
          </p:nvSpPr>
          <p:spPr bwMode="gray">
            <a:xfrm>
              <a:off x="5777606" y="1442736"/>
              <a:ext cx="31991" cy="20918"/>
            </a:xfrm>
            <a:custGeom>
              <a:avLst/>
              <a:gdLst>
                <a:gd name="T0" fmla="*/ 2147483646 w 206"/>
                <a:gd name="T1" fmla="*/ 2147483646 h 136"/>
                <a:gd name="T2" fmla="*/ 2147483646 w 206"/>
                <a:gd name="T3" fmla="*/ 2147483646 h 136"/>
                <a:gd name="T4" fmla="*/ 2147483646 w 206"/>
                <a:gd name="T5" fmla="*/ 2147483646 h 136"/>
                <a:gd name="T6" fmla="*/ 2147483646 w 206"/>
                <a:gd name="T7" fmla="*/ 2147483646 h 136"/>
                <a:gd name="T8" fmla="*/ 2147483646 w 206"/>
                <a:gd name="T9" fmla="*/ 2147483646 h 136"/>
                <a:gd name="T10" fmla="*/ 2147483646 w 206"/>
                <a:gd name="T11" fmla="*/ 2147483646 h 136"/>
                <a:gd name="T12" fmla="*/ 2147483646 w 206"/>
                <a:gd name="T13" fmla="*/ 2147483646 h 136"/>
                <a:gd name="T14" fmla="*/ 2147483646 w 206"/>
                <a:gd name="T15" fmla="*/ 2147483646 h 136"/>
                <a:gd name="T16" fmla="*/ 2147483646 w 206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136">
                  <a:moveTo>
                    <a:pt x="30" y="136"/>
                  </a:moveTo>
                  <a:lnTo>
                    <a:pt x="30" y="136"/>
                  </a:lnTo>
                  <a:cubicBezTo>
                    <a:pt x="21" y="136"/>
                    <a:pt x="12" y="131"/>
                    <a:pt x="7" y="122"/>
                  </a:cubicBezTo>
                  <a:cubicBezTo>
                    <a:pt x="0" y="109"/>
                    <a:pt x="5" y="93"/>
                    <a:pt x="17" y="86"/>
                  </a:cubicBezTo>
                  <a:lnTo>
                    <a:pt x="162" y="7"/>
                  </a:lnTo>
                  <a:cubicBezTo>
                    <a:pt x="175" y="0"/>
                    <a:pt x="192" y="5"/>
                    <a:pt x="199" y="18"/>
                  </a:cubicBezTo>
                  <a:cubicBezTo>
                    <a:pt x="206" y="31"/>
                    <a:pt x="201" y="47"/>
                    <a:pt x="188" y="54"/>
                  </a:cubicBezTo>
                  <a:lnTo>
                    <a:pt x="43" y="133"/>
                  </a:lnTo>
                  <a:cubicBezTo>
                    <a:pt x="39" y="135"/>
                    <a:pt x="35" y="136"/>
                    <a:pt x="30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9" name="Freeform 1346">
              <a:extLst>
                <a:ext uri="{FF2B5EF4-FFF2-40B4-BE49-F238E27FC236}">
                  <a16:creationId xmlns:a16="http://schemas.microsoft.com/office/drawing/2014/main" xmlns="" id="{A485AD91-EC9D-4656-995C-26A9126473A4}"/>
                </a:ext>
              </a:extLst>
            </p:cNvPr>
            <p:cNvSpPr/>
            <p:nvPr/>
          </p:nvSpPr>
          <p:spPr bwMode="gray">
            <a:xfrm>
              <a:off x="5799861" y="1442736"/>
              <a:ext cx="31991" cy="20918"/>
            </a:xfrm>
            <a:custGeom>
              <a:avLst/>
              <a:gdLst>
                <a:gd name="T0" fmla="*/ 2147483646 w 205"/>
                <a:gd name="T1" fmla="*/ 2147483646 h 136"/>
                <a:gd name="T2" fmla="*/ 2147483646 w 205"/>
                <a:gd name="T3" fmla="*/ 2147483646 h 136"/>
                <a:gd name="T4" fmla="*/ 2147483646 w 205"/>
                <a:gd name="T5" fmla="*/ 2147483646 h 136"/>
                <a:gd name="T6" fmla="*/ 2147483646 w 205"/>
                <a:gd name="T7" fmla="*/ 2147483646 h 136"/>
                <a:gd name="T8" fmla="*/ 2147483646 w 205"/>
                <a:gd name="T9" fmla="*/ 2147483646 h 136"/>
                <a:gd name="T10" fmla="*/ 2147483646 w 205"/>
                <a:gd name="T11" fmla="*/ 2147483646 h 136"/>
                <a:gd name="T12" fmla="*/ 2147483646 w 205"/>
                <a:gd name="T13" fmla="*/ 2147483646 h 136"/>
                <a:gd name="T14" fmla="*/ 2147483646 w 205"/>
                <a:gd name="T15" fmla="*/ 2147483646 h 136"/>
                <a:gd name="T16" fmla="*/ 2147483646 w 205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6">
                  <a:moveTo>
                    <a:pt x="175" y="136"/>
                  </a:moveTo>
                  <a:lnTo>
                    <a:pt x="175" y="136"/>
                  </a:lnTo>
                  <a:cubicBezTo>
                    <a:pt x="171" y="136"/>
                    <a:pt x="166" y="135"/>
                    <a:pt x="162" y="133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8" y="86"/>
                  </a:lnTo>
                  <a:cubicBezTo>
                    <a:pt x="201" y="93"/>
                    <a:pt x="205" y="109"/>
                    <a:pt x="198" y="122"/>
                  </a:cubicBezTo>
                  <a:cubicBezTo>
                    <a:pt x="194" y="131"/>
                    <a:pt x="184" y="136"/>
                    <a:pt x="175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0" name="Freeform 1347">
              <a:extLst>
                <a:ext uri="{FF2B5EF4-FFF2-40B4-BE49-F238E27FC236}">
                  <a16:creationId xmlns:a16="http://schemas.microsoft.com/office/drawing/2014/main" xmlns="" id="{A9DC29E4-29AF-47C8-BDEE-5B86FC4D607F}"/>
                </a:ext>
              </a:extLst>
            </p:cNvPr>
            <p:cNvSpPr/>
            <p:nvPr/>
          </p:nvSpPr>
          <p:spPr bwMode="gray">
            <a:xfrm>
              <a:off x="5799861" y="1442736"/>
              <a:ext cx="8346" cy="30680"/>
            </a:xfrm>
            <a:custGeom>
              <a:avLst/>
              <a:gdLst>
                <a:gd name="T0" fmla="*/ 2147483646 w 54"/>
                <a:gd name="T1" fmla="*/ 2147483646 h 200"/>
                <a:gd name="T2" fmla="*/ 2147483646 w 54"/>
                <a:gd name="T3" fmla="*/ 2147483646 h 200"/>
                <a:gd name="T4" fmla="*/ 0 w 54"/>
                <a:gd name="T5" fmla="*/ 2147483646 h 200"/>
                <a:gd name="T6" fmla="*/ 0 w 54"/>
                <a:gd name="T7" fmla="*/ 2147483646 h 200"/>
                <a:gd name="T8" fmla="*/ 2147483646 w 54"/>
                <a:gd name="T9" fmla="*/ 0 h 200"/>
                <a:gd name="T10" fmla="*/ 2147483646 w 54"/>
                <a:gd name="T11" fmla="*/ 2147483646 h 200"/>
                <a:gd name="T12" fmla="*/ 2147483646 w 54"/>
                <a:gd name="T13" fmla="*/ 2147483646 h 200"/>
                <a:gd name="T14" fmla="*/ 2147483646 w 54"/>
                <a:gd name="T15" fmla="*/ 2147483646 h 2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200">
                  <a:moveTo>
                    <a:pt x="27" y="200"/>
                  </a:moveTo>
                  <a:lnTo>
                    <a:pt x="27" y="200"/>
                  </a:lnTo>
                  <a:cubicBezTo>
                    <a:pt x="12" y="200"/>
                    <a:pt x="0" y="188"/>
                    <a:pt x="0" y="173"/>
                  </a:cubicBezTo>
                  <a:lnTo>
                    <a:pt x="0" y="26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lnTo>
                    <a:pt x="54" y="173"/>
                  </a:lnTo>
                  <a:cubicBezTo>
                    <a:pt x="54" y="188"/>
                    <a:pt x="42" y="200"/>
                    <a:pt x="27" y="2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1" name="Freeform 1348">
              <a:extLst>
                <a:ext uri="{FF2B5EF4-FFF2-40B4-BE49-F238E27FC236}">
                  <a16:creationId xmlns:a16="http://schemas.microsoft.com/office/drawing/2014/main" xmlns="" id="{0AC08F40-1DE3-43B3-8F38-C16C209CA005}"/>
                </a:ext>
              </a:extLst>
            </p:cNvPr>
            <p:cNvSpPr/>
            <p:nvPr/>
          </p:nvSpPr>
          <p:spPr bwMode="gray">
            <a:xfrm>
              <a:off x="5740050" y="1476204"/>
              <a:ext cx="31991" cy="20918"/>
            </a:xfrm>
            <a:custGeom>
              <a:avLst/>
              <a:gdLst>
                <a:gd name="T0" fmla="*/ 2147483646 w 205"/>
                <a:gd name="T1" fmla="*/ 2147483646 h 137"/>
                <a:gd name="T2" fmla="*/ 2147483646 w 205"/>
                <a:gd name="T3" fmla="*/ 2147483646 h 137"/>
                <a:gd name="T4" fmla="*/ 2147483646 w 205"/>
                <a:gd name="T5" fmla="*/ 2147483646 h 137"/>
                <a:gd name="T6" fmla="*/ 2147483646 w 205"/>
                <a:gd name="T7" fmla="*/ 2147483646 h 137"/>
                <a:gd name="T8" fmla="*/ 2147483646 w 205"/>
                <a:gd name="T9" fmla="*/ 2147483646 h 137"/>
                <a:gd name="T10" fmla="*/ 2147483646 w 205"/>
                <a:gd name="T11" fmla="*/ 2147483646 h 137"/>
                <a:gd name="T12" fmla="*/ 2147483646 w 205"/>
                <a:gd name="T13" fmla="*/ 2147483646 h 137"/>
                <a:gd name="T14" fmla="*/ 2147483646 w 205"/>
                <a:gd name="T15" fmla="*/ 2147483646 h 137"/>
                <a:gd name="T16" fmla="*/ 2147483646 w 205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7">
                  <a:moveTo>
                    <a:pt x="174" y="137"/>
                  </a:moveTo>
                  <a:lnTo>
                    <a:pt x="174" y="137"/>
                  </a:lnTo>
                  <a:cubicBezTo>
                    <a:pt x="170" y="137"/>
                    <a:pt x="165" y="136"/>
                    <a:pt x="161" y="134"/>
                  </a:cubicBezTo>
                  <a:lnTo>
                    <a:pt x="18" y="54"/>
                  </a:lnTo>
                  <a:cubicBezTo>
                    <a:pt x="5" y="47"/>
                    <a:pt x="0" y="30"/>
                    <a:pt x="7" y="18"/>
                  </a:cubicBezTo>
                  <a:cubicBezTo>
                    <a:pt x="14" y="5"/>
                    <a:pt x="31" y="0"/>
                    <a:pt x="44" y="7"/>
                  </a:cubicBezTo>
                  <a:lnTo>
                    <a:pt x="187" y="87"/>
                  </a:lnTo>
                  <a:cubicBezTo>
                    <a:pt x="200" y="94"/>
                    <a:pt x="205" y="110"/>
                    <a:pt x="197" y="123"/>
                  </a:cubicBezTo>
                  <a:cubicBezTo>
                    <a:pt x="193" y="132"/>
                    <a:pt x="183" y="137"/>
                    <a:pt x="174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2" name="Freeform 1349">
              <a:extLst>
                <a:ext uri="{FF2B5EF4-FFF2-40B4-BE49-F238E27FC236}">
                  <a16:creationId xmlns:a16="http://schemas.microsoft.com/office/drawing/2014/main" xmlns="" id="{E701B98A-5B29-4452-8103-9C3059219CC1}"/>
                </a:ext>
              </a:extLst>
            </p:cNvPr>
            <p:cNvSpPr/>
            <p:nvPr/>
          </p:nvSpPr>
          <p:spPr bwMode="gray">
            <a:xfrm>
              <a:off x="5740050" y="1463653"/>
              <a:ext cx="31991" cy="20918"/>
            </a:xfrm>
            <a:custGeom>
              <a:avLst/>
              <a:gdLst>
                <a:gd name="T0" fmla="*/ 2147483646 w 205"/>
                <a:gd name="T1" fmla="*/ 2147483646 h 137"/>
                <a:gd name="T2" fmla="*/ 2147483646 w 205"/>
                <a:gd name="T3" fmla="*/ 2147483646 h 137"/>
                <a:gd name="T4" fmla="*/ 2147483646 w 205"/>
                <a:gd name="T5" fmla="*/ 2147483646 h 137"/>
                <a:gd name="T6" fmla="*/ 2147483646 w 205"/>
                <a:gd name="T7" fmla="*/ 2147483646 h 137"/>
                <a:gd name="T8" fmla="*/ 2147483646 w 205"/>
                <a:gd name="T9" fmla="*/ 2147483646 h 137"/>
                <a:gd name="T10" fmla="*/ 2147483646 w 205"/>
                <a:gd name="T11" fmla="*/ 2147483646 h 137"/>
                <a:gd name="T12" fmla="*/ 2147483646 w 205"/>
                <a:gd name="T13" fmla="*/ 2147483646 h 137"/>
                <a:gd name="T14" fmla="*/ 2147483646 w 205"/>
                <a:gd name="T15" fmla="*/ 2147483646 h 137"/>
                <a:gd name="T16" fmla="*/ 2147483646 w 205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7">
                  <a:moveTo>
                    <a:pt x="31" y="137"/>
                  </a:moveTo>
                  <a:lnTo>
                    <a:pt x="31" y="137"/>
                  </a:lnTo>
                  <a:cubicBezTo>
                    <a:pt x="21" y="137"/>
                    <a:pt x="12" y="132"/>
                    <a:pt x="7" y="123"/>
                  </a:cubicBezTo>
                  <a:cubicBezTo>
                    <a:pt x="0" y="111"/>
                    <a:pt x="5" y="94"/>
                    <a:pt x="18" y="87"/>
                  </a:cubicBezTo>
                  <a:lnTo>
                    <a:pt x="161" y="7"/>
                  </a:lnTo>
                  <a:cubicBezTo>
                    <a:pt x="174" y="0"/>
                    <a:pt x="190" y="5"/>
                    <a:pt x="197" y="18"/>
                  </a:cubicBezTo>
                  <a:cubicBezTo>
                    <a:pt x="205" y="31"/>
                    <a:pt x="200" y="47"/>
                    <a:pt x="187" y="54"/>
                  </a:cubicBezTo>
                  <a:lnTo>
                    <a:pt x="44" y="134"/>
                  </a:lnTo>
                  <a:cubicBezTo>
                    <a:pt x="39" y="136"/>
                    <a:pt x="35" y="137"/>
                    <a:pt x="31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3" name="Freeform 1350">
              <a:extLst>
                <a:ext uri="{FF2B5EF4-FFF2-40B4-BE49-F238E27FC236}">
                  <a16:creationId xmlns:a16="http://schemas.microsoft.com/office/drawing/2014/main" xmlns="" id="{7AB2BD41-0FD6-4774-A60E-F8DC8D4A6A7B}"/>
                </a:ext>
              </a:extLst>
            </p:cNvPr>
            <p:cNvSpPr/>
            <p:nvPr/>
          </p:nvSpPr>
          <p:spPr bwMode="gray">
            <a:xfrm>
              <a:off x="5740050" y="1476204"/>
              <a:ext cx="50074" cy="8367"/>
            </a:xfrm>
            <a:custGeom>
              <a:avLst/>
              <a:gdLst>
                <a:gd name="T0" fmla="*/ 2147483646 w 324"/>
                <a:gd name="T1" fmla="*/ 2147483646 h 53"/>
                <a:gd name="T2" fmla="*/ 2147483646 w 324"/>
                <a:gd name="T3" fmla="*/ 2147483646 h 53"/>
                <a:gd name="T4" fmla="*/ 2147483646 w 324"/>
                <a:gd name="T5" fmla="*/ 2147483646 h 53"/>
                <a:gd name="T6" fmla="*/ 0 w 324"/>
                <a:gd name="T7" fmla="*/ 2147483646 h 53"/>
                <a:gd name="T8" fmla="*/ 2147483646 w 324"/>
                <a:gd name="T9" fmla="*/ 0 h 53"/>
                <a:gd name="T10" fmla="*/ 2147483646 w 324"/>
                <a:gd name="T11" fmla="*/ 0 h 53"/>
                <a:gd name="T12" fmla="*/ 2147483646 w 324"/>
                <a:gd name="T13" fmla="*/ 2147483646 h 53"/>
                <a:gd name="T14" fmla="*/ 2147483646 w 324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4" h="53">
                  <a:moveTo>
                    <a:pt x="297" y="53"/>
                  </a:moveTo>
                  <a:lnTo>
                    <a:pt x="297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297" y="0"/>
                  </a:lnTo>
                  <a:cubicBezTo>
                    <a:pt x="312" y="0"/>
                    <a:pt x="324" y="12"/>
                    <a:pt x="324" y="26"/>
                  </a:cubicBezTo>
                  <a:cubicBezTo>
                    <a:pt x="324" y="41"/>
                    <a:pt x="312" y="53"/>
                    <a:pt x="297" y="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4" name="Freeform 1351">
              <a:extLst>
                <a:ext uri="{FF2B5EF4-FFF2-40B4-BE49-F238E27FC236}">
                  <a16:creationId xmlns:a16="http://schemas.microsoft.com/office/drawing/2014/main" xmlns="" id="{AF8D5040-43BF-452D-9850-551CD7B54291}"/>
                </a:ext>
              </a:extLst>
            </p:cNvPr>
            <p:cNvSpPr/>
            <p:nvPr/>
          </p:nvSpPr>
          <p:spPr bwMode="gray">
            <a:xfrm>
              <a:off x="5837417" y="1463653"/>
              <a:ext cx="31991" cy="20918"/>
            </a:xfrm>
            <a:custGeom>
              <a:avLst/>
              <a:gdLst>
                <a:gd name="T0" fmla="*/ 2147483646 w 204"/>
                <a:gd name="T1" fmla="*/ 2147483646 h 137"/>
                <a:gd name="T2" fmla="*/ 2147483646 w 204"/>
                <a:gd name="T3" fmla="*/ 2147483646 h 137"/>
                <a:gd name="T4" fmla="*/ 2147483646 w 204"/>
                <a:gd name="T5" fmla="*/ 2147483646 h 137"/>
                <a:gd name="T6" fmla="*/ 2147483646 w 204"/>
                <a:gd name="T7" fmla="*/ 2147483646 h 137"/>
                <a:gd name="T8" fmla="*/ 2147483646 w 204"/>
                <a:gd name="T9" fmla="*/ 2147483646 h 137"/>
                <a:gd name="T10" fmla="*/ 2147483646 w 204"/>
                <a:gd name="T11" fmla="*/ 2147483646 h 137"/>
                <a:gd name="T12" fmla="*/ 2147483646 w 204"/>
                <a:gd name="T13" fmla="*/ 2147483646 h 137"/>
                <a:gd name="T14" fmla="*/ 2147483646 w 204"/>
                <a:gd name="T15" fmla="*/ 2147483646 h 137"/>
                <a:gd name="T16" fmla="*/ 2147483646 w 204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137">
                  <a:moveTo>
                    <a:pt x="173" y="137"/>
                  </a:moveTo>
                  <a:lnTo>
                    <a:pt x="173" y="137"/>
                  </a:lnTo>
                  <a:cubicBezTo>
                    <a:pt x="169" y="137"/>
                    <a:pt x="165" y="136"/>
                    <a:pt x="161" y="134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6" y="87"/>
                  </a:lnTo>
                  <a:cubicBezTo>
                    <a:pt x="199" y="94"/>
                    <a:pt x="204" y="111"/>
                    <a:pt x="197" y="124"/>
                  </a:cubicBezTo>
                  <a:cubicBezTo>
                    <a:pt x="192" y="132"/>
                    <a:pt x="183" y="137"/>
                    <a:pt x="173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5" name="Freeform 1352">
              <a:extLst>
                <a:ext uri="{FF2B5EF4-FFF2-40B4-BE49-F238E27FC236}">
                  <a16:creationId xmlns:a16="http://schemas.microsoft.com/office/drawing/2014/main" xmlns="" id="{AE5E760C-474B-40E7-9A41-6A8BBCCCC9AE}"/>
                </a:ext>
              </a:extLst>
            </p:cNvPr>
            <p:cNvSpPr/>
            <p:nvPr/>
          </p:nvSpPr>
          <p:spPr bwMode="gray">
            <a:xfrm>
              <a:off x="5837417" y="1476204"/>
              <a:ext cx="31991" cy="20918"/>
            </a:xfrm>
            <a:custGeom>
              <a:avLst/>
              <a:gdLst>
                <a:gd name="T0" fmla="*/ 2147483646 w 204"/>
                <a:gd name="T1" fmla="*/ 2147483646 h 137"/>
                <a:gd name="T2" fmla="*/ 2147483646 w 204"/>
                <a:gd name="T3" fmla="*/ 2147483646 h 137"/>
                <a:gd name="T4" fmla="*/ 2147483646 w 204"/>
                <a:gd name="T5" fmla="*/ 2147483646 h 137"/>
                <a:gd name="T6" fmla="*/ 2147483646 w 204"/>
                <a:gd name="T7" fmla="*/ 2147483646 h 137"/>
                <a:gd name="T8" fmla="*/ 2147483646 w 204"/>
                <a:gd name="T9" fmla="*/ 2147483646 h 137"/>
                <a:gd name="T10" fmla="*/ 2147483646 w 204"/>
                <a:gd name="T11" fmla="*/ 2147483646 h 137"/>
                <a:gd name="T12" fmla="*/ 2147483646 w 204"/>
                <a:gd name="T13" fmla="*/ 2147483646 h 137"/>
                <a:gd name="T14" fmla="*/ 2147483646 w 204"/>
                <a:gd name="T15" fmla="*/ 2147483646 h 137"/>
                <a:gd name="T16" fmla="*/ 2147483646 w 204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137">
                  <a:moveTo>
                    <a:pt x="30" y="137"/>
                  </a:moveTo>
                  <a:lnTo>
                    <a:pt x="30" y="137"/>
                  </a:lnTo>
                  <a:cubicBezTo>
                    <a:pt x="21" y="137"/>
                    <a:pt x="12" y="132"/>
                    <a:pt x="7" y="123"/>
                  </a:cubicBezTo>
                  <a:cubicBezTo>
                    <a:pt x="0" y="110"/>
                    <a:pt x="4" y="94"/>
                    <a:pt x="17" y="87"/>
                  </a:cubicBezTo>
                  <a:lnTo>
                    <a:pt x="161" y="7"/>
                  </a:lnTo>
                  <a:cubicBezTo>
                    <a:pt x="173" y="0"/>
                    <a:pt x="190" y="5"/>
                    <a:pt x="197" y="18"/>
                  </a:cubicBezTo>
                  <a:cubicBezTo>
                    <a:pt x="204" y="30"/>
                    <a:pt x="199" y="47"/>
                    <a:pt x="186" y="54"/>
                  </a:cubicBezTo>
                  <a:lnTo>
                    <a:pt x="43" y="134"/>
                  </a:lnTo>
                  <a:cubicBezTo>
                    <a:pt x="39" y="136"/>
                    <a:pt x="34" y="137"/>
                    <a:pt x="30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" name="Freeform 1353">
              <a:extLst>
                <a:ext uri="{FF2B5EF4-FFF2-40B4-BE49-F238E27FC236}">
                  <a16:creationId xmlns:a16="http://schemas.microsoft.com/office/drawing/2014/main" xmlns="" id="{87850D6E-6057-4BBA-8A97-7409C12CCD2F}"/>
                </a:ext>
              </a:extLst>
            </p:cNvPr>
            <p:cNvSpPr/>
            <p:nvPr/>
          </p:nvSpPr>
          <p:spPr bwMode="gray">
            <a:xfrm>
              <a:off x="5819335" y="1476204"/>
              <a:ext cx="48683" cy="8367"/>
            </a:xfrm>
            <a:custGeom>
              <a:avLst/>
              <a:gdLst>
                <a:gd name="T0" fmla="*/ 2147483646 w 324"/>
                <a:gd name="T1" fmla="*/ 2147483646 h 53"/>
                <a:gd name="T2" fmla="*/ 2147483646 w 324"/>
                <a:gd name="T3" fmla="*/ 2147483646 h 53"/>
                <a:gd name="T4" fmla="*/ 2147483646 w 324"/>
                <a:gd name="T5" fmla="*/ 2147483646 h 53"/>
                <a:gd name="T6" fmla="*/ 0 w 324"/>
                <a:gd name="T7" fmla="*/ 2147483646 h 53"/>
                <a:gd name="T8" fmla="*/ 2147483646 w 324"/>
                <a:gd name="T9" fmla="*/ 0 h 53"/>
                <a:gd name="T10" fmla="*/ 2147483646 w 324"/>
                <a:gd name="T11" fmla="*/ 0 h 53"/>
                <a:gd name="T12" fmla="*/ 2147483646 w 324"/>
                <a:gd name="T13" fmla="*/ 2147483646 h 53"/>
                <a:gd name="T14" fmla="*/ 2147483646 w 324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4" h="53">
                  <a:moveTo>
                    <a:pt x="297" y="53"/>
                  </a:moveTo>
                  <a:lnTo>
                    <a:pt x="297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297" y="0"/>
                  </a:lnTo>
                  <a:cubicBezTo>
                    <a:pt x="312" y="0"/>
                    <a:pt x="324" y="12"/>
                    <a:pt x="324" y="27"/>
                  </a:cubicBezTo>
                  <a:cubicBezTo>
                    <a:pt x="324" y="41"/>
                    <a:pt x="312" y="53"/>
                    <a:pt x="297" y="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7" name="Freeform 1354">
              <a:extLst>
                <a:ext uri="{FF2B5EF4-FFF2-40B4-BE49-F238E27FC236}">
                  <a16:creationId xmlns:a16="http://schemas.microsoft.com/office/drawing/2014/main" xmlns="" id="{ECEB187F-D5CA-4995-B8A4-AD0B745FE211}"/>
                </a:ext>
              </a:extLst>
            </p:cNvPr>
            <p:cNvSpPr/>
            <p:nvPr/>
          </p:nvSpPr>
          <p:spPr bwMode="gray">
            <a:xfrm>
              <a:off x="5781779" y="1480387"/>
              <a:ext cx="8346" cy="9762"/>
            </a:xfrm>
            <a:custGeom>
              <a:avLst/>
              <a:gdLst>
                <a:gd name="T0" fmla="*/ 2147483646 w 53"/>
                <a:gd name="T1" fmla="*/ 2147483646 h 66"/>
                <a:gd name="T2" fmla="*/ 2147483646 w 53"/>
                <a:gd name="T3" fmla="*/ 2147483646 h 66"/>
                <a:gd name="T4" fmla="*/ 0 w 53"/>
                <a:gd name="T5" fmla="*/ 2147483646 h 66"/>
                <a:gd name="T6" fmla="*/ 0 w 53"/>
                <a:gd name="T7" fmla="*/ 0 h 66"/>
                <a:gd name="T8" fmla="*/ 2147483646 w 53"/>
                <a:gd name="T9" fmla="*/ 0 h 66"/>
                <a:gd name="T10" fmla="*/ 2147483646 w 53"/>
                <a:gd name="T11" fmla="*/ 2147483646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66">
                  <a:moveTo>
                    <a:pt x="53" y="66"/>
                  </a:moveTo>
                  <a:lnTo>
                    <a:pt x="53" y="66"/>
                  </a:lnTo>
                  <a:lnTo>
                    <a:pt x="0" y="66"/>
                  </a:lnTo>
                  <a:lnTo>
                    <a:pt x="0" y="0"/>
                  </a:lnTo>
                  <a:lnTo>
                    <a:pt x="53" y="0"/>
                  </a:lnTo>
                  <a:lnTo>
                    <a:pt x="53" y="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" name="Freeform 1355">
              <a:extLst>
                <a:ext uri="{FF2B5EF4-FFF2-40B4-BE49-F238E27FC236}">
                  <a16:creationId xmlns:a16="http://schemas.microsoft.com/office/drawing/2014/main" xmlns="" id="{C3AA285C-55E5-4BCB-8C80-585069FA9E3F}"/>
                </a:ext>
              </a:extLst>
            </p:cNvPr>
            <p:cNvSpPr/>
            <p:nvPr/>
          </p:nvSpPr>
          <p:spPr bwMode="gray">
            <a:xfrm>
              <a:off x="5804034" y="1485965"/>
              <a:ext cx="13910" cy="8367"/>
            </a:xfrm>
            <a:custGeom>
              <a:avLst/>
              <a:gdLst>
                <a:gd name="T0" fmla="*/ 2147483646 w 83"/>
                <a:gd name="T1" fmla="*/ 2147483646 h 53"/>
                <a:gd name="T2" fmla="*/ 2147483646 w 83"/>
                <a:gd name="T3" fmla="*/ 2147483646 h 53"/>
                <a:gd name="T4" fmla="*/ 0 w 83"/>
                <a:gd name="T5" fmla="*/ 2147483646 h 53"/>
                <a:gd name="T6" fmla="*/ 0 w 83"/>
                <a:gd name="T7" fmla="*/ 0 h 53"/>
                <a:gd name="T8" fmla="*/ 2147483646 w 83"/>
                <a:gd name="T9" fmla="*/ 0 h 53"/>
                <a:gd name="T10" fmla="*/ 2147483646 w 83"/>
                <a:gd name="T11" fmla="*/ 2147483646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53">
                  <a:moveTo>
                    <a:pt x="83" y="53"/>
                  </a:moveTo>
                  <a:lnTo>
                    <a:pt x="83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9" name="Freeform 1356">
              <a:extLst>
                <a:ext uri="{FF2B5EF4-FFF2-40B4-BE49-F238E27FC236}">
                  <a16:creationId xmlns:a16="http://schemas.microsoft.com/office/drawing/2014/main" xmlns="" id="{AD101037-585A-4AE9-9FD1-369D3DBB9C5E}"/>
                </a:ext>
              </a:extLst>
            </p:cNvPr>
            <p:cNvSpPr/>
            <p:nvPr/>
          </p:nvSpPr>
          <p:spPr bwMode="gray">
            <a:xfrm>
              <a:off x="5819335" y="1470626"/>
              <a:ext cx="8346" cy="9762"/>
            </a:xfrm>
            <a:custGeom>
              <a:avLst/>
              <a:gdLst>
                <a:gd name="T0" fmla="*/ 2147483646 w 54"/>
                <a:gd name="T1" fmla="*/ 2147483646 h 68"/>
                <a:gd name="T2" fmla="*/ 2147483646 w 54"/>
                <a:gd name="T3" fmla="*/ 2147483646 h 68"/>
                <a:gd name="T4" fmla="*/ 0 w 54"/>
                <a:gd name="T5" fmla="*/ 2147483646 h 68"/>
                <a:gd name="T6" fmla="*/ 0 w 54"/>
                <a:gd name="T7" fmla="*/ 0 h 68"/>
                <a:gd name="T8" fmla="*/ 2147483646 w 54"/>
                <a:gd name="T9" fmla="*/ 0 h 68"/>
                <a:gd name="T10" fmla="*/ 2147483646 w 54"/>
                <a:gd name="T11" fmla="*/ 2147483646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68">
                  <a:moveTo>
                    <a:pt x="54" y="68"/>
                  </a:moveTo>
                  <a:lnTo>
                    <a:pt x="54" y="68"/>
                  </a:lnTo>
                  <a:lnTo>
                    <a:pt x="0" y="68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0" name="Freeform 1357">
              <a:extLst>
                <a:ext uri="{FF2B5EF4-FFF2-40B4-BE49-F238E27FC236}">
                  <a16:creationId xmlns:a16="http://schemas.microsoft.com/office/drawing/2014/main" xmlns="" id="{59D6915E-312E-4273-AA17-D09A51832A7C}"/>
                </a:ext>
              </a:extLst>
            </p:cNvPr>
            <p:cNvSpPr/>
            <p:nvPr/>
          </p:nvSpPr>
          <p:spPr bwMode="gray">
            <a:xfrm>
              <a:off x="5791516" y="1465048"/>
              <a:ext cx="12518" cy="8367"/>
            </a:xfrm>
            <a:custGeom>
              <a:avLst/>
              <a:gdLst>
                <a:gd name="T0" fmla="*/ 2147483646 w 83"/>
                <a:gd name="T1" fmla="*/ 2147483646 h 54"/>
                <a:gd name="T2" fmla="*/ 2147483646 w 83"/>
                <a:gd name="T3" fmla="*/ 2147483646 h 54"/>
                <a:gd name="T4" fmla="*/ 0 w 83"/>
                <a:gd name="T5" fmla="*/ 2147483646 h 54"/>
                <a:gd name="T6" fmla="*/ 0 w 83"/>
                <a:gd name="T7" fmla="*/ 0 h 54"/>
                <a:gd name="T8" fmla="*/ 2147483646 w 83"/>
                <a:gd name="T9" fmla="*/ 0 h 54"/>
                <a:gd name="T10" fmla="*/ 2147483646 w 83"/>
                <a:gd name="T11" fmla="*/ 2147483646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54">
                  <a:moveTo>
                    <a:pt x="83" y="54"/>
                  </a:moveTo>
                  <a:lnTo>
                    <a:pt x="83" y="54"/>
                  </a:lnTo>
                  <a:lnTo>
                    <a:pt x="0" y="54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1" name="Freeform 1358">
              <a:extLst>
                <a:ext uri="{FF2B5EF4-FFF2-40B4-BE49-F238E27FC236}">
                  <a16:creationId xmlns:a16="http://schemas.microsoft.com/office/drawing/2014/main" xmlns="" id="{E91FD41E-47BA-414B-8D1D-9B70D3029107}"/>
                </a:ext>
              </a:extLst>
            </p:cNvPr>
            <p:cNvSpPr/>
            <p:nvPr/>
          </p:nvSpPr>
          <p:spPr bwMode="gray">
            <a:xfrm>
              <a:off x="5777606" y="1591949"/>
              <a:ext cx="20864" cy="2091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2" name="Freeform 1359">
              <a:extLst>
                <a:ext uri="{FF2B5EF4-FFF2-40B4-BE49-F238E27FC236}">
                  <a16:creationId xmlns:a16="http://schemas.microsoft.com/office/drawing/2014/main" xmlns="" id="{74430DD2-B146-4859-987A-C032E2635222}"/>
                </a:ext>
              </a:extLst>
            </p:cNvPr>
            <p:cNvSpPr/>
            <p:nvPr/>
          </p:nvSpPr>
          <p:spPr bwMode="gray">
            <a:xfrm>
              <a:off x="5810990" y="1591949"/>
              <a:ext cx="20864" cy="2091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33" name="组合 1566">
            <a:extLst>
              <a:ext uri="{FF2B5EF4-FFF2-40B4-BE49-F238E27FC236}">
                <a16:creationId xmlns:a16="http://schemas.microsoft.com/office/drawing/2014/main" xmlns="" id="{34575BF4-2E4A-4015-AA6A-3FE76C286445}"/>
              </a:ext>
            </a:extLst>
          </p:cNvPr>
          <p:cNvGrpSpPr/>
          <p:nvPr/>
        </p:nvGrpSpPr>
        <p:grpSpPr bwMode="gray">
          <a:xfrm>
            <a:off x="6135364" y="4167472"/>
            <a:ext cx="379485" cy="319105"/>
            <a:chOff x="5710841" y="1427396"/>
            <a:chExt cx="189169" cy="185471"/>
          </a:xfrm>
          <a:solidFill>
            <a:srgbClr val="009DD8"/>
          </a:solidFill>
        </p:grpSpPr>
        <p:sp>
          <p:nvSpPr>
            <p:cNvPr id="34" name="Freeform 1339">
              <a:extLst>
                <a:ext uri="{FF2B5EF4-FFF2-40B4-BE49-F238E27FC236}">
                  <a16:creationId xmlns:a16="http://schemas.microsoft.com/office/drawing/2014/main" xmlns="" id="{2C9B0DEA-D9E4-47D3-9BC9-552E1E1D2C4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710841" y="1427396"/>
              <a:ext cx="189169" cy="105983"/>
            </a:xfrm>
            <a:custGeom>
              <a:avLst/>
              <a:gdLst>
                <a:gd name="T0" fmla="*/ 2147483646 w 1241"/>
                <a:gd name="T1" fmla="*/ 2147483646 h 690"/>
                <a:gd name="T2" fmla="*/ 2147483646 w 1241"/>
                <a:gd name="T3" fmla="*/ 2147483646 h 690"/>
                <a:gd name="T4" fmla="*/ 2147483646 w 1241"/>
                <a:gd name="T5" fmla="*/ 2147483646 h 690"/>
                <a:gd name="T6" fmla="*/ 2147483646 w 1241"/>
                <a:gd name="T7" fmla="*/ 2147483646 h 690"/>
                <a:gd name="T8" fmla="*/ 2147483646 w 1241"/>
                <a:gd name="T9" fmla="*/ 2147483646 h 690"/>
                <a:gd name="T10" fmla="*/ 2147483646 w 1241"/>
                <a:gd name="T11" fmla="*/ 2147483646 h 690"/>
                <a:gd name="T12" fmla="*/ 2147483646 w 1241"/>
                <a:gd name="T13" fmla="*/ 2147483646 h 690"/>
                <a:gd name="T14" fmla="*/ 2147483646 w 1241"/>
                <a:gd name="T15" fmla="*/ 2147483646 h 690"/>
                <a:gd name="T16" fmla="*/ 0 w 1241"/>
                <a:gd name="T17" fmla="*/ 2147483646 h 690"/>
                <a:gd name="T18" fmla="*/ 2147483646 w 1241"/>
                <a:gd name="T19" fmla="*/ 0 h 690"/>
                <a:gd name="T20" fmla="*/ 2147483646 w 1241"/>
                <a:gd name="T21" fmla="*/ 2147483646 h 690"/>
                <a:gd name="T22" fmla="*/ 2147483646 w 1241"/>
                <a:gd name="T23" fmla="*/ 2147483646 h 6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41" h="690">
                  <a:moveTo>
                    <a:pt x="621" y="66"/>
                  </a:moveTo>
                  <a:lnTo>
                    <a:pt x="621" y="66"/>
                  </a:lnTo>
                  <a:cubicBezTo>
                    <a:pt x="321" y="66"/>
                    <a:pt x="67" y="194"/>
                    <a:pt x="67" y="345"/>
                  </a:cubicBezTo>
                  <a:cubicBezTo>
                    <a:pt x="67" y="496"/>
                    <a:pt x="321" y="623"/>
                    <a:pt x="621" y="623"/>
                  </a:cubicBezTo>
                  <a:cubicBezTo>
                    <a:pt x="921" y="623"/>
                    <a:pt x="1174" y="496"/>
                    <a:pt x="1174" y="345"/>
                  </a:cubicBezTo>
                  <a:cubicBezTo>
                    <a:pt x="1174" y="194"/>
                    <a:pt x="921" y="66"/>
                    <a:pt x="621" y="66"/>
                  </a:cubicBezTo>
                  <a:close/>
                  <a:moveTo>
                    <a:pt x="621" y="690"/>
                  </a:moveTo>
                  <a:lnTo>
                    <a:pt x="621" y="690"/>
                  </a:lnTo>
                  <a:cubicBezTo>
                    <a:pt x="273" y="690"/>
                    <a:pt x="0" y="538"/>
                    <a:pt x="0" y="345"/>
                  </a:cubicBezTo>
                  <a:cubicBezTo>
                    <a:pt x="0" y="151"/>
                    <a:pt x="273" y="0"/>
                    <a:pt x="621" y="0"/>
                  </a:cubicBezTo>
                  <a:cubicBezTo>
                    <a:pt x="969" y="0"/>
                    <a:pt x="1241" y="151"/>
                    <a:pt x="1241" y="345"/>
                  </a:cubicBezTo>
                  <a:cubicBezTo>
                    <a:pt x="1241" y="538"/>
                    <a:pt x="969" y="690"/>
                    <a:pt x="621" y="6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5" name="Freeform 1340">
              <a:extLst>
                <a:ext uri="{FF2B5EF4-FFF2-40B4-BE49-F238E27FC236}">
                  <a16:creationId xmlns:a16="http://schemas.microsoft.com/office/drawing/2014/main" xmlns="" id="{11A4958E-069A-4AD9-BFA5-6A7C633D5ABB}"/>
                </a:ext>
              </a:extLst>
            </p:cNvPr>
            <p:cNvSpPr/>
            <p:nvPr/>
          </p:nvSpPr>
          <p:spPr bwMode="gray">
            <a:xfrm>
              <a:off x="5710841" y="1478994"/>
              <a:ext cx="189169" cy="128295"/>
            </a:xfrm>
            <a:custGeom>
              <a:avLst/>
              <a:gdLst>
                <a:gd name="T0" fmla="*/ 2147483646 w 1241"/>
                <a:gd name="T1" fmla="*/ 2147483646 h 837"/>
                <a:gd name="T2" fmla="*/ 2147483646 w 1241"/>
                <a:gd name="T3" fmla="*/ 2147483646 h 837"/>
                <a:gd name="T4" fmla="*/ 2147483646 w 1241"/>
                <a:gd name="T5" fmla="*/ 2147483646 h 837"/>
                <a:gd name="T6" fmla="*/ 2147483646 w 1241"/>
                <a:gd name="T7" fmla="*/ 2147483646 h 837"/>
                <a:gd name="T8" fmla="*/ 2147483646 w 1241"/>
                <a:gd name="T9" fmla="*/ 2147483646 h 837"/>
                <a:gd name="T10" fmla="*/ 2147483646 w 1241"/>
                <a:gd name="T11" fmla="*/ 2147483646 h 837"/>
                <a:gd name="T12" fmla="*/ 2147483646 w 1241"/>
                <a:gd name="T13" fmla="*/ 2147483646 h 837"/>
                <a:gd name="T14" fmla="*/ 0 w 1241"/>
                <a:gd name="T15" fmla="*/ 2147483646 h 837"/>
                <a:gd name="T16" fmla="*/ 0 w 1241"/>
                <a:gd name="T17" fmla="*/ 2147483646 h 837"/>
                <a:gd name="T18" fmla="*/ 2147483646 w 1241"/>
                <a:gd name="T19" fmla="*/ 0 h 837"/>
                <a:gd name="T20" fmla="*/ 2147483646 w 1241"/>
                <a:gd name="T21" fmla="*/ 2147483646 h 837"/>
                <a:gd name="T22" fmla="*/ 2147483646 w 1241"/>
                <a:gd name="T23" fmla="*/ 2147483646 h 837"/>
                <a:gd name="T24" fmla="*/ 2147483646 w 1241"/>
                <a:gd name="T25" fmla="*/ 2147483646 h 837"/>
                <a:gd name="T26" fmla="*/ 2147483646 w 1241"/>
                <a:gd name="T27" fmla="*/ 2147483646 h 837"/>
                <a:gd name="T28" fmla="*/ 2147483646 w 1241"/>
                <a:gd name="T29" fmla="*/ 2147483646 h 837"/>
                <a:gd name="T30" fmla="*/ 2147483646 w 1241"/>
                <a:gd name="T31" fmla="*/ 2147483646 h 837"/>
                <a:gd name="T32" fmla="*/ 2147483646 w 1241"/>
                <a:gd name="T33" fmla="*/ 2147483646 h 837"/>
                <a:gd name="T34" fmla="*/ 2147483646 w 1241"/>
                <a:gd name="T35" fmla="*/ 2147483646 h 837"/>
                <a:gd name="T36" fmla="*/ 2147483646 w 1241"/>
                <a:gd name="T37" fmla="*/ 2147483646 h 8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41" h="837">
                  <a:moveTo>
                    <a:pt x="716" y="837"/>
                  </a:moveTo>
                  <a:lnTo>
                    <a:pt x="716" y="837"/>
                  </a:lnTo>
                  <a:cubicBezTo>
                    <a:pt x="699" y="837"/>
                    <a:pt x="684" y="824"/>
                    <a:pt x="683" y="807"/>
                  </a:cubicBezTo>
                  <a:cubicBezTo>
                    <a:pt x="681" y="788"/>
                    <a:pt x="695" y="772"/>
                    <a:pt x="713" y="771"/>
                  </a:cubicBezTo>
                  <a:cubicBezTo>
                    <a:pt x="976" y="748"/>
                    <a:pt x="1174" y="630"/>
                    <a:pt x="1174" y="496"/>
                  </a:cubicBezTo>
                  <a:lnTo>
                    <a:pt x="1174" y="422"/>
                  </a:lnTo>
                  <a:cubicBezTo>
                    <a:pt x="1073" y="534"/>
                    <a:pt x="866" y="609"/>
                    <a:pt x="621" y="609"/>
                  </a:cubicBezTo>
                  <a:cubicBezTo>
                    <a:pt x="273" y="609"/>
                    <a:pt x="0" y="457"/>
                    <a:pt x="0" y="264"/>
                  </a:cubicBezTo>
                  <a:lnTo>
                    <a:pt x="0" y="34"/>
                  </a:lnTo>
                  <a:cubicBezTo>
                    <a:pt x="0" y="15"/>
                    <a:pt x="15" y="0"/>
                    <a:pt x="34" y="0"/>
                  </a:cubicBezTo>
                  <a:cubicBezTo>
                    <a:pt x="52" y="0"/>
                    <a:pt x="67" y="15"/>
                    <a:pt x="67" y="34"/>
                  </a:cubicBezTo>
                  <a:lnTo>
                    <a:pt x="67" y="264"/>
                  </a:lnTo>
                  <a:cubicBezTo>
                    <a:pt x="67" y="415"/>
                    <a:pt x="321" y="542"/>
                    <a:pt x="621" y="542"/>
                  </a:cubicBezTo>
                  <a:cubicBezTo>
                    <a:pt x="921" y="542"/>
                    <a:pt x="1174" y="415"/>
                    <a:pt x="1174" y="264"/>
                  </a:cubicBezTo>
                  <a:lnTo>
                    <a:pt x="1174" y="34"/>
                  </a:lnTo>
                  <a:lnTo>
                    <a:pt x="1241" y="34"/>
                  </a:lnTo>
                  <a:lnTo>
                    <a:pt x="1241" y="496"/>
                  </a:lnTo>
                  <a:cubicBezTo>
                    <a:pt x="1241" y="667"/>
                    <a:pt x="1022" y="811"/>
                    <a:pt x="719" y="837"/>
                  </a:cubicBezTo>
                  <a:cubicBezTo>
                    <a:pt x="718" y="837"/>
                    <a:pt x="717" y="837"/>
                    <a:pt x="716" y="8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6" name="Freeform 1341">
              <a:extLst>
                <a:ext uri="{FF2B5EF4-FFF2-40B4-BE49-F238E27FC236}">
                  <a16:creationId xmlns:a16="http://schemas.microsoft.com/office/drawing/2014/main" xmlns="" id="{393CAD7B-8D7E-42F8-B5A7-7515D1D9D8BD}"/>
                </a:ext>
              </a:extLst>
            </p:cNvPr>
            <p:cNvSpPr/>
            <p:nvPr/>
          </p:nvSpPr>
          <p:spPr bwMode="gray">
            <a:xfrm>
              <a:off x="5710841" y="1513856"/>
              <a:ext cx="84847" cy="93433"/>
            </a:xfrm>
            <a:custGeom>
              <a:avLst/>
              <a:gdLst>
                <a:gd name="T0" fmla="*/ 2147483646 w 556"/>
                <a:gd name="T1" fmla="*/ 2147483646 h 604"/>
                <a:gd name="T2" fmla="*/ 2147483646 w 556"/>
                <a:gd name="T3" fmla="*/ 2147483646 h 604"/>
                <a:gd name="T4" fmla="*/ 2147483646 w 556"/>
                <a:gd name="T5" fmla="*/ 2147483646 h 604"/>
                <a:gd name="T6" fmla="*/ 0 w 556"/>
                <a:gd name="T7" fmla="*/ 2147483646 h 604"/>
                <a:gd name="T8" fmla="*/ 0 w 556"/>
                <a:gd name="T9" fmla="*/ 2147483646 h 604"/>
                <a:gd name="T10" fmla="*/ 2147483646 w 556"/>
                <a:gd name="T11" fmla="*/ 0 h 604"/>
                <a:gd name="T12" fmla="*/ 2147483646 w 556"/>
                <a:gd name="T13" fmla="*/ 2147483646 h 604"/>
                <a:gd name="T14" fmla="*/ 2147483646 w 556"/>
                <a:gd name="T15" fmla="*/ 2147483646 h 604"/>
                <a:gd name="T16" fmla="*/ 2147483646 w 556"/>
                <a:gd name="T17" fmla="*/ 2147483646 h 604"/>
                <a:gd name="T18" fmla="*/ 2147483646 w 556"/>
                <a:gd name="T19" fmla="*/ 2147483646 h 604"/>
                <a:gd name="T20" fmla="*/ 2147483646 w 556"/>
                <a:gd name="T21" fmla="*/ 2147483646 h 6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6" h="604">
                  <a:moveTo>
                    <a:pt x="521" y="604"/>
                  </a:moveTo>
                  <a:lnTo>
                    <a:pt x="521" y="604"/>
                  </a:lnTo>
                  <a:cubicBezTo>
                    <a:pt x="520" y="604"/>
                    <a:pt x="519" y="604"/>
                    <a:pt x="518" y="604"/>
                  </a:cubicBezTo>
                  <a:cubicBezTo>
                    <a:pt x="218" y="576"/>
                    <a:pt x="0" y="433"/>
                    <a:pt x="0" y="263"/>
                  </a:cubicBezTo>
                  <a:lnTo>
                    <a:pt x="0" y="33"/>
                  </a:lnTo>
                  <a:cubicBezTo>
                    <a:pt x="0" y="15"/>
                    <a:pt x="15" y="0"/>
                    <a:pt x="34" y="0"/>
                  </a:cubicBezTo>
                  <a:cubicBezTo>
                    <a:pt x="52" y="0"/>
                    <a:pt x="67" y="15"/>
                    <a:pt x="67" y="33"/>
                  </a:cubicBezTo>
                  <a:lnTo>
                    <a:pt x="67" y="263"/>
                  </a:lnTo>
                  <a:cubicBezTo>
                    <a:pt x="67" y="396"/>
                    <a:pt x="264" y="514"/>
                    <a:pt x="524" y="537"/>
                  </a:cubicBezTo>
                  <a:cubicBezTo>
                    <a:pt x="543" y="539"/>
                    <a:pt x="556" y="555"/>
                    <a:pt x="555" y="573"/>
                  </a:cubicBezTo>
                  <a:cubicBezTo>
                    <a:pt x="553" y="591"/>
                    <a:pt x="538" y="604"/>
                    <a:pt x="521" y="6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7" name="Freeform 1342">
              <a:extLst>
                <a:ext uri="{FF2B5EF4-FFF2-40B4-BE49-F238E27FC236}">
                  <a16:creationId xmlns:a16="http://schemas.microsoft.com/office/drawing/2014/main" xmlns="" id="{C4972879-0413-42E4-B42A-2F500C1F814E}"/>
                </a:ext>
              </a:extLst>
            </p:cNvPr>
            <p:cNvSpPr/>
            <p:nvPr/>
          </p:nvSpPr>
          <p:spPr bwMode="gray">
            <a:xfrm>
              <a:off x="5799861" y="1497122"/>
              <a:ext cx="31991" cy="20918"/>
            </a:xfrm>
            <a:custGeom>
              <a:avLst/>
              <a:gdLst>
                <a:gd name="T0" fmla="*/ 2147483646 w 206"/>
                <a:gd name="T1" fmla="*/ 2147483646 h 136"/>
                <a:gd name="T2" fmla="*/ 2147483646 w 206"/>
                <a:gd name="T3" fmla="*/ 2147483646 h 136"/>
                <a:gd name="T4" fmla="*/ 2147483646 w 206"/>
                <a:gd name="T5" fmla="*/ 2147483646 h 136"/>
                <a:gd name="T6" fmla="*/ 2147483646 w 206"/>
                <a:gd name="T7" fmla="*/ 2147483646 h 136"/>
                <a:gd name="T8" fmla="*/ 2147483646 w 206"/>
                <a:gd name="T9" fmla="*/ 2147483646 h 136"/>
                <a:gd name="T10" fmla="*/ 2147483646 w 206"/>
                <a:gd name="T11" fmla="*/ 2147483646 h 136"/>
                <a:gd name="T12" fmla="*/ 2147483646 w 206"/>
                <a:gd name="T13" fmla="*/ 2147483646 h 136"/>
                <a:gd name="T14" fmla="*/ 2147483646 w 206"/>
                <a:gd name="T15" fmla="*/ 2147483646 h 136"/>
                <a:gd name="T16" fmla="*/ 2147483646 w 206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136">
                  <a:moveTo>
                    <a:pt x="31" y="136"/>
                  </a:moveTo>
                  <a:lnTo>
                    <a:pt x="31" y="136"/>
                  </a:lnTo>
                  <a:cubicBezTo>
                    <a:pt x="21" y="136"/>
                    <a:pt x="12" y="131"/>
                    <a:pt x="7" y="122"/>
                  </a:cubicBezTo>
                  <a:cubicBezTo>
                    <a:pt x="0" y="110"/>
                    <a:pt x="5" y="93"/>
                    <a:pt x="18" y="86"/>
                  </a:cubicBezTo>
                  <a:lnTo>
                    <a:pt x="163" y="7"/>
                  </a:lnTo>
                  <a:cubicBezTo>
                    <a:pt x="176" y="0"/>
                    <a:pt x="192" y="5"/>
                    <a:pt x="199" y="18"/>
                  </a:cubicBezTo>
                  <a:cubicBezTo>
                    <a:pt x="206" y="31"/>
                    <a:pt x="201" y="47"/>
                    <a:pt x="189" y="54"/>
                  </a:cubicBezTo>
                  <a:lnTo>
                    <a:pt x="44" y="133"/>
                  </a:lnTo>
                  <a:cubicBezTo>
                    <a:pt x="40" y="135"/>
                    <a:pt x="35" y="136"/>
                    <a:pt x="31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8" name="Freeform 1343">
              <a:extLst>
                <a:ext uri="{FF2B5EF4-FFF2-40B4-BE49-F238E27FC236}">
                  <a16:creationId xmlns:a16="http://schemas.microsoft.com/office/drawing/2014/main" xmlns="" id="{D457830E-819D-4043-B1DE-D9FD58199522}"/>
                </a:ext>
              </a:extLst>
            </p:cNvPr>
            <p:cNvSpPr/>
            <p:nvPr/>
          </p:nvSpPr>
          <p:spPr bwMode="gray">
            <a:xfrm>
              <a:off x="5777606" y="1497122"/>
              <a:ext cx="31991" cy="20918"/>
            </a:xfrm>
            <a:custGeom>
              <a:avLst/>
              <a:gdLst>
                <a:gd name="T0" fmla="*/ 2147483646 w 205"/>
                <a:gd name="T1" fmla="*/ 2147483646 h 136"/>
                <a:gd name="T2" fmla="*/ 2147483646 w 205"/>
                <a:gd name="T3" fmla="*/ 2147483646 h 136"/>
                <a:gd name="T4" fmla="*/ 2147483646 w 205"/>
                <a:gd name="T5" fmla="*/ 2147483646 h 136"/>
                <a:gd name="T6" fmla="*/ 2147483646 w 205"/>
                <a:gd name="T7" fmla="*/ 2147483646 h 136"/>
                <a:gd name="T8" fmla="*/ 2147483646 w 205"/>
                <a:gd name="T9" fmla="*/ 2147483646 h 136"/>
                <a:gd name="T10" fmla="*/ 2147483646 w 205"/>
                <a:gd name="T11" fmla="*/ 2147483646 h 136"/>
                <a:gd name="T12" fmla="*/ 2147483646 w 205"/>
                <a:gd name="T13" fmla="*/ 2147483646 h 136"/>
                <a:gd name="T14" fmla="*/ 2147483646 w 205"/>
                <a:gd name="T15" fmla="*/ 2147483646 h 136"/>
                <a:gd name="T16" fmla="*/ 2147483646 w 205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6">
                  <a:moveTo>
                    <a:pt x="175" y="136"/>
                  </a:moveTo>
                  <a:lnTo>
                    <a:pt x="175" y="136"/>
                  </a:lnTo>
                  <a:cubicBezTo>
                    <a:pt x="171" y="136"/>
                    <a:pt x="166" y="135"/>
                    <a:pt x="162" y="133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8" y="86"/>
                  </a:lnTo>
                  <a:cubicBezTo>
                    <a:pt x="201" y="93"/>
                    <a:pt x="205" y="110"/>
                    <a:pt x="198" y="122"/>
                  </a:cubicBezTo>
                  <a:cubicBezTo>
                    <a:pt x="193" y="131"/>
                    <a:pt x="184" y="136"/>
                    <a:pt x="175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9" name="Freeform 1344">
              <a:extLst>
                <a:ext uri="{FF2B5EF4-FFF2-40B4-BE49-F238E27FC236}">
                  <a16:creationId xmlns:a16="http://schemas.microsoft.com/office/drawing/2014/main" xmlns="" id="{0F57593B-5D7C-4FCA-A3A8-AE9A0429E7EA}"/>
                </a:ext>
              </a:extLst>
            </p:cNvPr>
            <p:cNvSpPr/>
            <p:nvPr/>
          </p:nvSpPr>
          <p:spPr bwMode="gray">
            <a:xfrm>
              <a:off x="5801252" y="1485965"/>
              <a:ext cx="6954" cy="32074"/>
            </a:xfrm>
            <a:custGeom>
              <a:avLst/>
              <a:gdLst>
                <a:gd name="T0" fmla="*/ 2147483646 w 54"/>
                <a:gd name="T1" fmla="*/ 2147483646 h 202"/>
                <a:gd name="T2" fmla="*/ 2147483646 w 54"/>
                <a:gd name="T3" fmla="*/ 2147483646 h 202"/>
                <a:gd name="T4" fmla="*/ 0 w 54"/>
                <a:gd name="T5" fmla="*/ 2147483646 h 202"/>
                <a:gd name="T6" fmla="*/ 0 w 54"/>
                <a:gd name="T7" fmla="*/ 2147483646 h 202"/>
                <a:gd name="T8" fmla="*/ 2147483646 w 54"/>
                <a:gd name="T9" fmla="*/ 0 h 202"/>
                <a:gd name="T10" fmla="*/ 2147483646 w 54"/>
                <a:gd name="T11" fmla="*/ 2147483646 h 202"/>
                <a:gd name="T12" fmla="*/ 2147483646 w 54"/>
                <a:gd name="T13" fmla="*/ 2147483646 h 202"/>
                <a:gd name="T14" fmla="*/ 2147483646 w 54"/>
                <a:gd name="T15" fmla="*/ 2147483646 h 2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202">
                  <a:moveTo>
                    <a:pt x="27" y="202"/>
                  </a:moveTo>
                  <a:lnTo>
                    <a:pt x="27" y="202"/>
                  </a:lnTo>
                  <a:cubicBezTo>
                    <a:pt x="12" y="202"/>
                    <a:pt x="0" y="190"/>
                    <a:pt x="0" y="176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lnTo>
                    <a:pt x="54" y="176"/>
                  </a:lnTo>
                  <a:cubicBezTo>
                    <a:pt x="54" y="190"/>
                    <a:pt x="42" y="202"/>
                    <a:pt x="27" y="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0" name="Freeform 1345">
              <a:extLst>
                <a:ext uri="{FF2B5EF4-FFF2-40B4-BE49-F238E27FC236}">
                  <a16:creationId xmlns:a16="http://schemas.microsoft.com/office/drawing/2014/main" xmlns="" id="{0A946C2B-D090-4376-A0D5-74768287F9F8}"/>
                </a:ext>
              </a:extLst>
            </p:cNvPr>
            <p:cNvSpPr/>
            <p:nvPr/>
          </p:nvSpPr>
          <p:spPr bwMode="gray">
            <a:xfrm>
              <a:off x="5777606" y="1442736"/>
              <a:ext cx="31991" cy="20918"/>
            </a:xfrm>
            <a:custGeom>
              <a:avLst/>
              <a:gdLst>
                <a:gd name="T0" fmla="*/ 2147483646 w 206"/>
                <a:gd name="T1" fmla="*/ 2147483646 h 136"/>
                <a:gd name="T2" fmla="*/ 2147483646 w 206"/>
                <a:gd name="T3" fmla="*/ 2147483646 h 136"/>
                <a:gd name="T4" fmla="*/ 2147483646 w 206"/>
                <a:gd name="T5" fmla="*/ 2147483646 h 136"/>
                <a:gd name="T6" fmla="*/ 2147483646 w 206"/>
                <a:gd name="T7" fmla="*/ 2147483646 h 136"/>
                <a:gd name="T8" fmla="*/ 2147483646 w 206"/>
                <a:gd name="T9" fmla="*/ 2147483646 h 136"/>
                <a:gd name="T10" fmla="*/ 2147483646 w 206"/>
                <a:gd name="T11" fmla="*/ 2147483646 h 136"/>
                <a:gd name="T12" fmla="*/ 2147483646 w 206"/>
                <a:gd name="T13" fmla="*/ 2147483646 h 136"/>
                <a:gd name="T14" fmla="*/ 2147483646 w 206"/>
                <a:gd name="T15" fmla="*/ 2147483646 h 136"/>
                <a:gd name="T16" fmla="*/ 2147483646 w 206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136">
                  <a:moveTo>
                    <a:pt x="30" y="136"/>
                  </a:moveTo>
                  <a:lnTo>
                    <a:pt x="30" y="136"/>
                  </a:lnTo>
                  <a:cubicBezTo>
                    <a:pt x="21" y="136"/>
                    <a:pt x="12" y="131"/>
                    <a:pt x="7" y="122"/>
                  </a:cubicBezTo>
                  <a:cubicBezTo>
                    <a:pt x="0" y="109"/>
                    <a:pt x="5" y="93"/>
                    <a:pt x="17" y="86"/>
                  </a:cubicBezTo>
                  <a:lnTo>
                    <a:pt x="162" y="7"/>
                  </a:lnTo>
                  <a:cubicBezTo>
                    <a:pt x="175" y="0"/>
                    <a:pt x="192" y="5"/>
                    <a:pt x="199" y="18"/>
                  </a:cubicBezTo>
                  <a:cubicBezTo>
                    <a:pt x="206" y="31"/>
                    <a:pt x="201" y="47"/>
                    <a:pt x="188" y="54"/>
                  </a:cubicBezTo>
                  <a:lnTo>
                    <a:pt x="43" y="133"/>
                  </a:lnTo>
                  <a:cubicBezTo>
                    <a:pt x="39" y="135"/>
                    <a:pt x="35" y="136"/>
                    <a:pt x="30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1" name="Freeform 1346">
              <a:extLst>
                <a:ext uri="{FF2B5EF4-FFF2-40B4-BE49-F238E27FC236}">
                  <a16:creationId xmlns:a16="http://schemas.microsoft.com/office/drawing/2014/main" xmlns="" id="{A3E91852-1E09-4FB9-8756-97A2FD1F7EFD}"/>
                </a:ext>
              </a:extLst>
            </p:cNvPr>
            <p:cNvSpPr/>
            <p:nvPr/>
          </p:nvSpPr>
          <p:spPr bwMode="gray">
            <a:xfrm>
              <a:off x="5799861" y="1442736"/>
              <a:ext cx="31991" cy="20918"/>
            </a:xfrm>
            <a:custGeom>
              <a:avLst/>
              <a:gdLst>
                <a:gd name="T0" fmla="*/ 2147483646 w 205"/>
                <a:gd name="T1" fmla="*/ 2147483646 h 136"/>
                <a:gd name="T2" fmla="*/ 2147483646 w 205"/>
                <a:gd name="T3" fmla="*/ 2147483646 h 136"/>
                <a:gd name="T4" fmla="*/ 2147483646 w 205"/>
                <a:gd name="T5" fmla="*/ 2147483646 h 136"/>
                <a:gd name="T6" fmla="*/ 2147483646 w 205"/>
                <a:gd name="T7" fmla="*/ 2147483646 h 136"/>
                <a:gd name="T8" fmla="*/ 2147483646 w 205"/>
                <a:gd name="T9" fmla="*/ 2147483646 h 136"/>
                <a:gd name="T10" fmla="*/ 2147483646 w 205"/>
                <a:gd name="T11" fmla="*/ 2147483646 h 136"/>
                <a:gd name="T12" fmla="*/ 2147483646 w 205"/>
                <a:gd name="T13" fmla="*/ 2147483646 h 136"/>
                <a:gd name="T14" fmla="*/ 2147483646 w 205"/>
                <a:gd name="T15" fmla="*/ 2147483646 h 136"/>
                <a:gd name="T16" fmla="*/ 2147483646 w 205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6">
                  <a:moveTo>
                    <a:pt x="175" y="136"/>
                  </a:moveTo>
                  <a:lnTo>
                    <a:pt x="175" y="136"/>
                  </a:lnTo>
                  <a:cubicBezTo>
                    <a:pt x="171" y="136"/>
                    <a:pt x="166" y="135"/>
                    <a:pt x="162" y="133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8" y="86"/>
                  </a:lnTo>
                  <a:cubicBezTo>
                    <a:pt x="201" y="93"/>
                    <a:pt x="205" y="109"/>
                    <a:pt x="198" y="122"/>
                  </a:cubicBezTo>
                  <a:cubicBezTo>
                    <a:pt x="194" y="131"/>
                    <a:pt x="184" y="136"/>
                    <a:pt x="175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2" name="Freeform 1347">
              <a:extLst>
                <a:ext uri="{FF2B5EF4-FFF2-40B4-BE49-F238E27FC236}">
                  <a16:creationId xmlns:a16="http://schemas.microsoft.com/office/drawing/2014/main" xmlns="" id="{94B15EA6-B926-4966-AD20-4B89017B9410}"/>
                </a:ext>
              </a:extLst>
            </p:cNvPr>
            <p:cNvSpPr/>
            <p:nvPr/>
          </p:nvSpPr>
          <p:spPr bwMode="gray">
            <a:xfrm>
              <a:off x="5799861" y="1442736"/>
              <a:ext cx="8346" cy="30680"/>
            </a:xfrm>
            <a:custGeom>
              <a:avLst/>
              <a:gdLst>
                <a:gd name="T0" fmla="*/ 2147483646 w 54"/>
                <a:gd name="T1" fmla="*/ 2147483646 h 200"/>
                <a:gd name="T2" fmla="*/ 2147483646 w 54"/>
                <a:gd name="T3" fmla="*/ 2147483646 h 200"/>
                <a:gd name="T4" fmla="*/ 0 w 54"/>
                <a:gd name="T5" fmla="*/ 2147483646 h 200"/>
                <a:gd name="T6" fmla="*/ 0 w 54"/>
                <a:gd name="T7" fmla="*/ 2147483646 h 200"/>
                <a:gd name="T8" fmla="*/ 2147483646 w 54"/>
                <a:gd name="T9" fmla="*/ 0 h 200"/>
                <a:gd name="T10" fmla="*/ 2147483646 w 54"/>
                <a:gd name="T11" fmla="*/ 2147483646 h 200"/>
                <a:gd name="T12" fmla="*/ 2147483646 w 54"/>
                <a:gd name="T13" fmla="*/ 2147483646 h 200"/>
                <a:gd name="T14" fmla="*/ 2147483646 w 54"/>
                <a:gd name="T15" fmla="*/ 2147483646 h 2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200">
                  <a:moveTo>
                    <a:pt x="27" y="200"/>
                  </a:moveTo>
                  <a:lnTo>
                    <a:pt x="27" y="200"/>
                  </a:lnTo>
                  <a:cubicBezTo>
                    <a:pt x="12" y="200"/>
                    <a:pt x="0" y="188"/>
                    <a:pt x="0" y="173"/>
                  </a:cubicBezTo>
                  <a:lnTo>
                    <a:pt x="0" y="26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lnTo>
                    <a:pt x="54" y="173"/>
                  </a:lnTo>
                  <a:cubicBezTo>
                    <a:pt x="54" y="188"/>
                    <a:pt x="42" y="200"/>
                    <a:pt x="27" y="2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3" name="Freeform 1348">
              <a:extLst>
                <a:ext uri="{FF2B5EF4-FFF2-40B4-BE49-F238E27FC236}">
                  <a16:creationId xmlns:a16="http://schemas.microsoft.com/office/drawing/2014/main" xmlns="" id="{FDCE92AF-8376-466B-92FF-298C8252A903}"/>
                </a:ext>
              </a:extLst>
            </p:cNvPr>
            <p:cNvSpPr/>
            <p:nvPr/>
          </p:nvSpPr>
          <p:spPr bwMode="gray">
            <a:xfrm>
              <a:off x="5740050" y="1476204"/>
              <a:ext cx="31991" cy="20918"/>
            </a:xfrm>
            <a:custGeom>
              <a:avLst/>
              <a:gdLst>
                <a:gd name="T0" fmla="*/ 2147483646 w 205"/>
                <a:gd name="T1" fmla="*/ 2147483646 h 137"/>
                <a:gd name="T2" fmla="*/ 2147483646 w 205"/>
                <a:gd name="T3" fmla="*/ 2147483646 h 137"/>
                <a:gd name="T4" fmla="*/ 2147483646 w 205"/>
                <a:gd name="T5" fmla="*/ 2147483646 h 137"/>
                <a:gd name="T6" fmla="*/ 2147483646 w 205"/>
                <a:gd name="T7" fmla="*/ 2147483646 h 137"/>
                <a:gd name="T8" fmla="*/ 2147483646 w 205"/>
                <a:gd name="T9" fmla="*/ 2147483646 h 137"/>
                <a:gd name="T10" fmla="*/ 2147483646 w 205"/>
                <a:gd name="T11" fmla="*/ 2147483646 h 137"/>
                <a:gd name="T12" fmla="*/ 2147483646 w 205"/>
                <a:gd name="T13" fmla="*/ 2147483646 h 137"/>
                <a:gd name="T14" fmla="*/ 2147483646 w 205"/>
                <a:gd name="T15" fmla="*/ 2147483646 h 137"/>
                <a:gd name="T16" fmla="*/ 2147483646 w 205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7">
                  <a:moveTo>
                    <a:pt x="174" y="137"/>
                  </a:moveTo>
                  <a:lnTo>
                    <a:pt x="174" y="137"/>
                  </a:lnTo>
                  <a:cubicBezTo>
                    <a:pt x="170" y="137"/>
                    <a:pt x="165" y="136"/>
                    <a:pt x="161" y="134"/>
                  </a:cubicBezTo>
                  <a:lnTo>
                    <a:pt x="18" y="54"/>
                  </a:lnTo>
                  <a:cubicBezTo>
                    <a:pt x="5" y="47"/>
                    <a:pt x="0" y="30"/>
                    <a:pt x="7" y="18"/>
                  </a:cubicBezTo>
                  <a:cubicBezTo>
                    <a:pt x="14" y="5"/>
                    <a:pt x="31" y="0"/>
                    <a:pt x="44" y="7"/>
                  </a:cubicBezTo>
                  <a:lnTo>
                    <a:pt x="187" y="87"/>
                  </a:lnTo>
                  <a:cubicBezTo>
                    <a:pt x="200" y="94"/>
                    <a:pt x="205" y="110"/>
                    <a:pt x="197" y="123"/>
                  </a:cubicBezTo>
                  <a:cubicBezTo>
                    <a:pt x="193" y="132"/>
                    <a:pt x="183" y="137"/>
                    <a:pt x="174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4" name="Freeform 1349">
              <a:extLst>
                <a:ext uri="{FF2B5EF4-FFF2-40B4-BE49-F238E27FC236}">
                  <a16:creationId xmlns:a16="http://schemas.microsoft.com/office/drawing/2014/main" xmlns="" id="{A88E6E58-F169-46A3-83FA-79AA97B14781}"/>
                </a:ext>
              </a:extLst>
            </p:cNvPr>
            <p:cNvSpPr/>
            <p:nvPr/>
          </p:nvSpPr>
          <p:spPr bwMode="gray">
            <a:xfrm>
              <a:off x="5740050" y="1463653"/>
              <a:ext cx="31991" cy="20918"/>
            </a:xfrm>
            <a:custGeom>
              <a:avLst/>
              <a:gdLst>
                <a:gd name="T0" fmla="*/ 2147483646 w 205"/>
                <a:gd name="T1" fmla="*/ 2147483646 h 137"/>
                <a:gd name="T2" fmla="*/ 2147483646 w 205"/>
                <a:gd name="T3" fmla="*/ 2147483646 h 137"/>
                <a:gd name="T4" fmla="*/ 2147483646 w 205"/>
                <a:gd name="T5" fmla="*/ 2147483646 h 137"/>
                <a:gd name="T6" fmla="*/ 2147483646 w 205"/>
                <a:gd name="T7" fmla="*/ 2147483646 h 137"/>
                <a:gd name="T8" fmla="*/ 2147483646 w 205"/>
                <a:gd name="T9" fmla="*/ 2147483646 h 137"/>
                <a:gd name="T10" fmla="*/ 2147483646 w 205"/>
                <a:gd name="T11" fmla="*/ 2147483646 h 137"/>
                <a:gd name="T12" fmla="*/ 2147483646 w 205"/>
                <a:gd name="T13" fmla="*/ 2147483646 h 137"/>
                <a:gd name="T14" fmla="*/ 2147483646 w 205"/>
                <a:gd name="T15" fmla="*/ 2147483646 h 137"/>
                <a:gd name="T16" fmla="*/ 2147483646 w 205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7">
                  <a:moveTo>
                    <a:pt x="31" y="137"/>
                  </a:moveTo>
                  <a:lnTo>
                    <a:pt x="31" y="137"/>
                  </a:lnTo>
                  <a:cubicBezTo>
                    <a:pt x="21" y="137"/>
                    <a:pt x="12" y="132"/>
                    <a:pt x="7" y="123"/>
                  </a:cubicBezTo>
                  <a:cubicBezTo>
                    <a:pt x="0" y="111"/>
                    <a:pt x="5" y="94"/>
                    <a:pt x="18" y="87"/>
                  </a:cubicBezTo>
                  <a:lnTo>
                    <a:pt x="161" y="7"/>
                  </a:lnTo>
                  <a:cubicBezTo>
                    <a:pt x="174" y="0"/>
                    <a:pt x="190" y="5"/>
                    <a:pt x="197" y="18"/>
                  </a:cubicBezTo>
                  <a:cubicBezTo>
                    <a:pt x="205" y="31"/>
                    <a:pt x="200" y="47"/>
                    <a:pt x="187" y="54"/>
                  </a:cubicBezTo>
                  <a:lnTo>
                    <a:pt x="44" y="134"/>
                  </a:lnTo>
                  <a:cubicBezTo>
                    <a:pt x="39" y="136"/>
                    <a:pt x="35" y="137"/>
                    <a:pt x="31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5" name="Freeform 1350">
              <a:extLst>
                <a:ext uri="{FF2B5EF4-FFF2-40B4-BE49-F238E27FC236}">
                  <a16:creationId xmlns:a16="http://schemas.microsoft.com/office/drawing/2014/main" xmlns="" id="{01246733-29AD-478E-9456-440975CEAF3D}"/>
                </a:ext>
              </a:extLst>
            </p:cNvPr>
            <p:cNvSpPr/>
            <p:nvPr/>
          </p:nvSpPr>
          <p:spPr bwMode="gray">
            <a:xfrm>
              <a:off x="5740050" y="1476204"/>
              <a:ext cx="50074" cy="8367"/>
            </a:xfrm>
            <a:custGeom>
              <a:avLst/>
              <a:gdLst>
                <a:gd name="T0" fmla="*/ 2147483646 w 324"/>
                <a:gd name="T1" fmla="*/ 2147483646 h 53"/>
                <a:gd name="T2" fmla="*/ 2147483646 w 324"/>
                <a:gd name="T3" fmla="*/ 2147483646 h 53"/>
                <a:gd name="T4" fmla="*/ 2147483646 w 324"/>
                <a:gd name="T5" fmla="*/ 2147483646 h 53"/>
                <a:gd name="T6" fmla="*/ 0 w 324"/>
                <a:gd name="T7" fmla="*/ 2147483646 h 53"/>
                <a:gd name="T8" fmla="*/ 2147483646 w 324"/>
                <a:gd name="T9" fmla="*/ 0 h 53"/>
                <a:gd name="T10" fmla="*/ 2147483646 w 324"/>
                <a:gd name="T11" fmla="*/ 0 h 53"/>
                <a:gd name="T12" fmla="*/ 2147483646 w 324"/>
                <a:gd name="T13" fmla="*/ 2147483646 h 53"/>
                <a:gd name="T14" fmla="*/ 2147483646 w 324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4" h="53">
                  <a:moveTo>
                    <a:pt x="297" y="53"/>
                  </a:moveTo>
                  <a:lnTo>
                    <a:pt x="297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297" y="0"/>
                  </a:lnTo>
                  <a:cubicBezTo>
                    <a:pt x="312" y="0"/>
                    <a:pt x="324" y="12"/>
                    <a:pt x="324" y="26"/>
                  </a:cubicBezTo>
                  <a:cubicBezTo>
                    <a:pt x="324" y="41"/>
                    <a:pt x="312" y="53"/>
                    <a:pt x="297" y="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6" name="Freeform 1351">
              <a:extLst>
                <a:ext uri="{FF2B5EF4-FFF2-40B4-BE49-F238E27FC236}">
                  <a16:creationId xmlns:a16="http://schemas.microsoft.com/office/drawing/2014/main" xmlns="" id="{32D5EA49-9CEC-45FB-85B4-3836BDE7DC4F}"/>
                </a:ext>
              </a:extLst>
            </p:cNvPr>
            <p:cNvSpPr/>
            <p:nvPr/>
          </p:nvSpPr>
          <p:spPr bwMode="gray">
            <a:xfrm>
              <a:off x="5837417" y="1463653"/>
              <a:ext cx="31991" cy="20918"/>
            </a:xfrm>
            <a:custGeom>
              <a:avLst/>
              <a:gdLst>
                <a:gd name="T0" fmla="*/ 2147483646 w 204"/>
                <a:gd name="T1" fmla="*/ 2147483646 h 137"/>
                <a:gd name="T2" fmla="*/ 2147483646 w 204"/>
                <a:gd name="T3" fmla="*/ 2147483646 h 137"/>
                <a:gd name="T4" fmla="*/ 2147483646 w 204"/>
                <a:gd name="T5" fmla="*/ 2147483646 h 137"/>
                <a:gd name="T6" fmla="*/ 2147483646 w 204"/>
                <a:gd name="T7" fmla="*/ 2147483646 h 137"/>
                <a:gd name="T8" fmla="*/ 2147483646 w 204"/>
                <a:gd name="T9" fmla="*/ 2147483646 h 137"/>
                <a:gd name="T10" fmla="*/ 2147483646 w 204"/>
                <a:gd name="T11" fmla="*/ 2147483646 h 137"/>
                <a:gd name="T12" fmla="*/ 2147483646 w 204"/>
                <a:gd name="T13" fmla="*/ 2147483646 h 137"/>
                <a:gd name="T14" fmla="*/ 2147483646 w 204"/>
                <a:gd name="T15" fmla="*/ 2147483646 h 137"/>
                <a:gd name="T16" fmla="*/ 2147483646 w 204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137">
                  <a:moveTo>
                    <a:pt x="173" y="137"/>
                  </a:moveTo>
                  <a:lnTo>
                    <a:pt x="173" y="137"/>
                  </a:lnTo>
                  <a:cubicBezTo>
                    <a:pt x="169" y="137"/>
                    <a:pt x="165" y="136"/>
                    <a:pt x="161" y="134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6" y="87"/>
                  </a:lnTo>
                  <a:cubicBezTo>
                    <a:pt x="199" y="94"/>
                    <a:pt x="204" y="111"/>
                    <a:pt x="197" y="124"/>
                  </a:cubicBezTo>
                  <a:cubicBezTo>
                    <a:pt x="192" y="132"/>
                    <a:pt x="183" y="137"/>
                    <a:pt x="173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7" name="Freeform 1352">
              <a:extLst>
                <a:ext uri="{FF2B5EF4-FFF2-40B4-BE49-F238E27FC236}">
                  <a16:creationId xmlns:a16="http://schemas.microsoft.com/office/drawing/2014/main" xmlns="" id="{7402E122-196B-40B0-856B-1F98DDE25738}"/>
                </a:ext>
              </a:extLst>
            </p:cNvPr>
            <p:cNvSpPr/>
            <p:nvPr/>
          </p:nvSpPr>
          <p:spPr bwMode="gray">
            <a:xfrm>
              <a:off x="5837417" y="1476204"/>
              <a:ext cx="31991" cy="20918"/>
            </a:xfrm>
            <a:custGeom>
              <a:avLst/>
              <a:gdLst>
                <a:gd name="T0" fmla="*/ 2147483646 w 204"/>
                <a:gd name="T1" fmla="*/ 2147483646 h 137"/>
                <a:gd name="T2" fmla="*/ 2147483646 w 204"/>
                <a:gd name="T3" fmla="*/ 2147483646 h 137"/>
                <a:gd name="T4" fmla="*/ 2147483646 w 204"/>
                <a:gd name="T5" fmla="*/ 2147483646 h 137"/>
                <a:gd name="T6" fmla="*/ 2147483646 w 204"/>
                <a:gd name="T7" fmla="*/ 2147483646 h 137"/>
                <a:gd name="T8" fmla="*/ 2147483646 w 204"/>
                <a:gd name="T9" fmla="*/ 2147483646 h 137"/>
                <a:gd name="T10" fmla="*/ 2147483646 w 204"/>
                <a:gd name="T11" fmla="*/ 2147483646 h 137"/>
                <a:gd name="T12" fmla="*/ 2147483646 w 204"/>
                <a:gd name="T13" fmla="*/ 2147483646 h 137"/>
                <a:gd name="T14" fmla="*/ 2147483646 w 204"/>
                <a:gd name="T15" fmla="*/ 2147483646 h 137"/>
                <a:gd name="T16" fmla="*/ 2147483646 w 204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137">
                  <a:moveTo>
                    <a:pt x="30" y="137"/>
                  </a:moveTo>
                  <a:lnTo>
                    <a:pt x="30" y="137"/>
                  </a:lnTo>
                  <a:cubicBezTo>
                    <a:pt x="21" y="137"/>
                    <a:pt x="12" y="132"/>
                    <a:pt x="7" y="123"/>
                  </a:cubicBezTo>
                  <a:cubicBezTo>
                    <a:pt x="0" y="110"/>
                    <a:pt x="4" y="94"/>
                    <a:pt x="17" y="87"/>
                  </a:cubicBezTo>
                  <a:lnTo>
                    <a:pt x="161" y="7"/>
                  </a:lnTo>
                  <a:cubicBezTo>
                    <a:pt x="173" y="0"/>
                    <a:pt x="190" y="5"/>
                    <a:pt x="197" y="18"/>
                  </a:cubicBezTo>
                  <a:cubicBezTo>
                    <a:pt x="204" y="30"/>
                    <a:pt x="199" y="47"/>
                    <a:pt x="186" y="54"/>
                  </a:cubicBezTo>
                  <a:lnTo>
                    <a:pt x="43" y="134"/>
                  </a:lnTo>
                  <a:cubicBezTo>
                    <a:pt x="39" y="136"/>
                    <a:pt x="34" y="137"/>
                    <a:pt x="30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8" name="Freeform 1353">
              <a:extLst>
                <a:ext uri="{FF2B5EF4-FFF2-40B4-BE49-F238E27FC236}">
                  <a16:creationId xmlns:a16="http://schemas.microsoft.com/office/drawing/2014/main" xmlns="" id="{9EF4B6EA-77E6-4D62-960E-7099FC380710}"/>
                </a:ext>
              </a:extLst>
            </p:cNvPr>
            <p:cNvSpPr/>
            <p:nvPr/>
          </p:nvSpPr>
          <p:spPr bwMode="gray">
            <a:xfrm>
              <a:off x="5819335" y="1476204"/>
              <a:ext cx="48683" cy="8367"/>
            </a:xfrm>
            <a:custGeom>
              <a:avLst/>
              <a:gdLst>
                <a:gd name="T0" fmla="*/ 2147483646 w 324"/>
                <a:gd name="T1" fmla="*/ 2147483646 h 53"/>
                <a:gd name="T2" fmla="*/ 2147483646 w 324"/>
                <a:gd name="T3" fmla="*/ 2147483646 h 53"/>
                <a:gd name="T4" fmla="*/ 2147483646 w 324"/>
                <a:gd name="T5" fmla="*/ 2147483646 h 53"/>
                <a:gd name="T6" fmla="*/ 0 w 324"/>
                <a:gd name="T7" fmla="*/ 2147483646 h 53"/>
                <a:gd name="T8" fmla="*/ 2147483646 w 324"/>
                <a:gd name="T9" fmla="*/ 0 h 53"/>
                <a:gd name="T10" fmla="*/ 2147483646 w 324"/>
                <a:gd name="T11" fmla="*/ 0 h 53"/>
                <a:gd name="T12" fmla="*/ 2147483646 w 324"/>
                <a:gd name="T13" fmla="*/ 2147483646 h 53"/>
                <a:gd name="T14" fmla="*/ 2147483646 w 324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4" h="53">
                  <a:moveTo>
                    <a:pt x="297" y="53"/>
                  </a:moveTo>
                  <a:lnTo>
                    <a:pt x="297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297" y="0"/>
                  </a:lnTo>
                  <a:cubicBezTo>
                    <a:pt x="312" y="0"/>
                    <a:pt x="324" y="12"/>
                    <a:pt x="324" y="27"/>
                  </a:cubicBezTo>
                  <a:cubicBezTo>
                    <a:pt x="324" y="41"/>
                    <a:pt x="312" y="53"/>
                    <a:pt x="297" y="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9" name="Freeform 1354">
              <a:extLst>
                <a:ext uri="{FF2B5EF4-FFF2-40B4-BE49-F238E27FC236}">
                  <a16:creationId xmlns:a16="http://schemas.microsoft.com/office/drawing/2014/main" xmlns="" id="{B406232F-359A-4629-A203-79D91D0B5747}"/>
                </a:ext>
              </a:extLst>
            </p:cNvPr>
            <p:cNvSpPr/>
            <p:nvPr/>
          </p:nvSpPr>
          <p:spPr bwMode="gray">
            <a:xfrm>
              <a:off x="5781779" y="1480387"/>
              <a:ext cx="8346" cy="9762"/>
            </a:xfrm>
            <a:custGeom>
              <a:avLst/>
              <a:gdLst>
                <a:gd name="T0" fmla="*/ 2147483646 w 53"/>
                <a:gd name="T1" fmla="*/ 2147483646 h 66"/>
                <a:gd name="T2" fmla="*/ 2147483646 w 53"/>
                <a:gd name="T3" fmla="*/ 2147483646 h 66"/>
                <a:gd name="T4" fmla="*/ 0 w 53"/>
                <a:gd name="T5" fmla="*/ 2147483646 h 66"/>
                <a:gd name="T6" fmla="*/ 0 w 53"/>
                <a:gd name="T7" fmla="*/ 0 h 66"/>
                <a:gd name="T8" fmla="*/ 2147483646 w 53"/>
                <a:gd name="T9" fmla="*/ 0 h 66"/>
                <a:gd name="T10" fmla="*/ 2147483646 w 53"/>
                <a:gd name="T11" fmla="*/ 2147483646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66">
                  <a:moveTo>
                    <a:pt x="53" y="66"/>
                  </a:moveTo>
                  <a:lnTo>
                    <a:pt x="53" y="66"/>
                  </a:lnTo>
                  <a:lnTo>
                    <a:pt x="0" y="66"/>
                  </a:lnTo>
                  <a:lnTo>
                    <a:pt x="0" y="0"/>
                  </a:lnTo>
                  <a:lnTo>
                    <a:pt x="53" y="0"/>
                  </a:lnTo>
                  <a:lnTo>
                    <a:pt x="53" y="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0" name="Freeform 1355">
              <a:extLst>
                <a:ext uri="{FF2B5EF4-FFF2-40B4-BE49-F238E27FC236}">
                  <a16:creationId xmlns:a16="http://schemas.microsoft.com/office/drawing/2014/main" xmlns="" id="{C3D88E5A-49FA-4A4E-8874-4E34C2B6D594}"/>
                </a:ext>
              </a:extLst>
            </p:cNvPr>
            <p:cNvSpPr/>
            <p:nvPr/>
          </p:nvSpPr>
          <p:spPr bwMode="gray">
            <a:xfrm>
              <a:off x="5804034" y="1485965"/>
              <a:ext cx="13910" cy="8367"/>
            </a:xfrm>
            <a:custGeom>
              <a:avLst/>
              <a:gdLst>
                <a:gd name="T0" fmla="*/ 2147483646 w 83"/>
                <a:gd name="T1" fmla="*/ 2147483646 h 53"/>
                <a:gd name="T2" fmla="*/ 2147483646 w 83"/>
                <a:gd name="T3" fmla="*/ 2147483646 h 53"/>
                <a:gd name="T4" fmla="*/ 0 w 83"/>
                <a:gd name="T5" fmla="*/ 2147483646 h 53"/>
                <a:gd name="T6" fmla="*/ 0 w 83"/>
                <a:gd name="T7" fmla="*/ 0 h 53"/>
                <a:gd name="T8" fmla="*/ 2147483646 w 83"/>
                <a:gd name="T9" fmla="*/ 0 h 53"/>
                <a:gd name="T10" fmla="*/ 2147483646 w 83"/>
                <a:gd name="T11" fmla="*/ 2147483646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53">
                  <a:moveTo>
                    <a:pt x="83" y="53"/>
                  </a:moveTo>
                  <a:lnTo>
                    <a:pt x="83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1" name="Freeform 1356">
              <a:extLst>
                <a:ext uri="{FF2B5EF4-FFF2-40B4-BE49-F238E27FC236}">
                  <a16:creationId xmlns:a16="http://schemas.microsoft.com/office/drawing/2014/main" xmlns="" id="{51131C14-6E7D-4DCA-9A44-E8FD7E4EBCB4}"/>
                </a:ext>
              </a:extLst>
            </p:cNvPr>
            <p:cNvSpPr/>
            <p:nvPr/>
          </p:nvSpPr>
          <p:spPr bwMode="gray">
            <a:xfrm>
              <a:off x="5819335" y="1470626"/>
              <a:ext cx="8346" cy="9762"/>
            </a:xfrm>
            <a:custGeom>
              <a:avLst/>
              <a:gdLst>
                <a:gd name="T0" fmla="*/ 2147483646 w 54"/>
                <a:gd name="T1" fmla="*/ 2147483646 h 68"/>
                <a:gd name="T2" fmla="*/ 2147483646 w 54"/>
                <a:gd name="T3" fmla="*/ 2147483646 h 68"/>
                <a:gd name="T4" fmla="*/ 0 w 54"/>
                <a:gd name="T5" fmla="*/ 2147483646 h 68"/>
                <a:gd name="T6" fmla="*/ 0 w 54"/>
                <a:gd name="T7" fmla="*/ 0 h 68"/>
                <a:gd name="T8" fmla="*/ 2147483646 w 54"/>
                <a:gd name="T9" fmla="*/ 0 h 68"/>
                <a:gd name="T10" fmla="*/ 2147483646 w 54"/>
                <a:gd name="T11" fmla="*/ 2147483646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68">
                  <a:moveTo>
                    <a:pt x="54" y="68"/>
                  </a:moveTo>
                  <a:lnTo>
                    <a:pt x="54" y="68"/>
                  </a:lnTo>
                  <a:lnTo>
                    <a:pt x="0" y="68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2" name="Freeform 1357">
              <a:extLst>
                <a:ext uri="{FF2B5EF4-FFF2-40B4-BE49-F238E27FC236}">
                  <a16:creationId xmlns:a16="http://schemas.microsoft.com/office/drawing/2014/main" xmlns="" id="{30994BFE-43DA-4256-99A6-886DB1B70EFF}"/>
                </a:ext>
              </a:extLst>
            </p:cNvPr>
            <p:cNvSpPr/>
            <p:nvPr/>
          </p:nvSpPr>
          <p:spPr bwMode="gray">
            <a:xfrm>
              <a:off x="5791516" y="1465048"/>
              <a:ext cx="12518" cy="8367"/>
            </a:xfrm>
            <a:custGeom>
              <a:avLst/>
              <a:gdLst>
                <a:gd name="T0" fmla="*/ 2147483646 w 83"/>
                <a:gd name="T1" fmla="*/ 2147483646 h 54"/>
                <a:gd name="T2" fmla="*/ 2147483646 w 83"/>
                <a:gd name="T3" fmla="*/ 2147483646 h 54"/>
                <a:gd name="T4" fmla="*/ 0 w 83"/>
                <a:gd name="T5" fmla="*/ 2147483646 h 54"/>
                <a:gd name="T6" fmla="*/ 0 w 83"/>
                <a:gd name="T7" fmla="*/ 0 h 54"/>
                <a:gd name="T8" fmla="*/ 2147483646 w 83"/>
                <a:gd name="T9" fmla="*/ 0 h 54"/>
                <a:gd name="T10" fmla="*/ 2147483646 w 83"/>
                <a:gd name="T11" fmla="*/ 2147483646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54">
                  <a:moveTo>
                    <a:pt x="83" y="54"/>
                  </a:moveTo>
                  <a:lnTo>
                    <a:pt x="83" y="54"/>
                  </a:lnTo>
                  <a:lnTo>
                    <a:pt x="0" y="54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3" name="Freeform 1358">
              <a:extLst>
                <a:ext uri="{FF2B5EF4-FFF2-40B4-BE49-F238E27FC236}">
                  <a16:creationId xmlns:a16="http://schemas.microsoft.com/office/drawing/2014/main" xmlns="" id="{0119AED6-7F3E-44BD-BF0C-C16EAD641560}"/>
                </a:ext>
              </a:extLst>
            </p:cNvPr>
            <p:cNvSpPr/>
            <p:nvPr/>
          </p:nvSpPr>
          <p:spPr bwMode="gray">
            <a:xfrm>
              <a:off x="5777606" y="1591949"/>
              <a:ext cx="20864" cy="2091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4" name="Freeform 1359">
              <a:extLst>
                <a:ext uri="{FF2B5EF4-FFF2-40B4-BE49-F238E27FC236}">
                  <a16:creationId xmlns:a16="http://schemas.microsoft.com/office/drawing/2014/main" xmlns="" id="{D8D9759D-C53C-495A-B816-A51138FC7A6D}"/>
                </a:ext>
              </a:extLst>
            </p:cNvPr>
            <p:cNvSpPr/>
            <p:nvPr/>
          </p:nvSpPr>
          <p:spPr bwMode="gray">
            <a:xfrm>
              <a:off x="5810990" y="1591949"/>
              <a:ext cx="20864" cy="2091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55" name="组合 1566">
            <a:extLst>
              <a:ext uri="{FF2B5EF4-FFF2-40B4-BE49-F238E27FC236}">
                <a16:creationId xmlns:a16="http://schemas.microsoft.com/office/drawing/2014/main" xmlns="" id="{7FBE3134-9CF6-427D-8373-AD75C7F7E2C6}"/>
              </a:ext>
            </a:extLst>
          </p:cNvPr>
          <p:cNvGrpSpPr/>
          <p:nvPr/>
        </p:nvGrpSpPr>
        <p:grpSpPr bwMode="gray">
          <a:xfrm>
            <a:off x="9712096" y="4167472"/>
            <a:ext cx="379485" cy="319105"/>
            <a:chOff x="5710841" y="1427396"/>
            <a:chExt cx="189169" cy="185471"/>
          </a:xfrm>
          <a:solidFill>
            <a:srgbClr val="009DD8"/>
          </a:solidFill>
        </p:grpSpPr>
        <p:sp>
          <p:nvSpPr>
            <p:cNvPr id="56" name="Freeform 1339">
              <a:extLst>
                <a:ext uri="{FF2B5EF4-FFF2-40B4-BE49-F238E27FC236}">
                  <a16:creationId xmlns:a16="http://schemas.microsoft.com/office/drawing/2014/main" xmlns="" id="{A1CC037C-1D6C-429B-BC5C-6705608A30C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5710841" y="1427396"/>
              <a:ext cx="189169" cy="105983"/>
            </a:xfrm>
            <a:custGeom>
              <a:avLst/>
              <a:gdLst>
                <a:gd name="T0" fmla="*/ 2147483646 w 1241"/>
                <a:gd name="T1" fmla="*/ 2147483646 h 690"/>
                <a:gd name="T2" fmla="*/ 2147483646 w 1241"/>
                <a:gd name="T3" fmla="*/ 2147483646 h 690"/>
                <a:gd name="T4" fmla="*/ 2147483646 w 1241"/>
                <a:gd name="T5" fmla="*/ 2147483646 h 690"/>
                <a:gd name="T6" fmla="*/ 2147483646 w 1241"/>
                <a:gd name="T7" fmla="*/ 2147483646 h 690"/>
                <a:gd name="T8" fmla="*/ 2147483646 w 1241"/>
                <a:gd name="T9" fmla="*/ 2147483646 h 690"/>
                <a:gd name="T10" fmla="*/ 2147483646 w 1241"/>
                <a:gd name="T11" fmla="*/ 2147483646 h 690"/>
                <a:gd name="T12" fmla="*/ 2147483646 w 1241"/>
                <a:gd name="T13" fmla="*/ 2147483646 h 690"/>
                <a:gd name="T14" fmla="*/ 2147483646 w 1241"/>
                <a:gd name="T15" fmla="*/ 2147483646 h 690"/>
                <a:gd name="T16" fmla="*/ 0 w 1241"/>
                <a:gd name="T17" fmla="*/ 2147483646 h 690"/>
                <a:gd name="T18" fmla="*/ 2147483646 w 1241"/>
                <a:gd name="T19" fmla="*/ 0 h 690"/>
                <a:gd name="T20" fmla="*/ 2147483646 w 1241"/>
                <a:gd name="T21" fmla="*/ 2147483646 h 690"/>
                <a:gd name="T22" fmla="*/ 2147483646 w 1241"/>
                <a:gd name="T23" fmla="*/ 2147483646 h 6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41" h="690">
                  <a:moveTo>
                    <a:pt x="621" y="66"/>
                  </a:moveTo>
                  <a:lnTo>
                    <a:pt x="621" y="66"/>
                  </a:lnTo>
                  <a:cubicBezTo>
                    <a:pt x="321" y="66"/>
                    <a:pt x="67" y="194"/>
                    <a:pt x="67" y="345"/>
                  </a:cubicBezTo>
                  <a:cubicBezTo>
                    <a:pt x="67" y="496"/>
                    <a:pt x="321" y="623"/>
                    <a:pt x="621" y="623"/>
                  </a:cubicBezTo>
                  <a:cubicBezTo>
                    <a:pt x="921" y="623"/>
                    <a:pt x="1174" y="496"/>
                    <a:pt x="1174" y="345"/>
                  </a:cubicBezTo>
                  <a:cubicBezTo>
                    <a:pt x="1174" y="194"/>
                    <a:pt x="921" y="66"/>
                    <a:pt x="621" y="66"/>
                  </a:cubicBezTo>
                  <a:close/>
                  <a:moveTo>
                    <a:pt x="621" y="690"/>
                  </a:moveTo>
                  <a:lnTo>
                    <a:pt x="621" y="690"/>
                  </a:lnTo>
                  <a:cubicBezTo>
                    <a:pt x="273" y="690"/>
                    <a:pt x="0" y="538"/>
                    <a:pt x="0" y="345"/>
                  </a:cubicBezTo>
                  <a:cubicBezTo>
                    <a:pt x="0" y="151"/>
                    <a:pt x="273" y="0"/>
                    <a:pt x="621" y="0"/>
                  </a:cubicBezTo>
                  <a:cubicBezTo>
                    <a:pt x="969" y="0"/>
                    <a:pt x="1241" y="151"/>
                    <a:pt x="1241" y="345"/>
                  </a:cubicBezTo>
                  <a:cubicBezTo>
                    <a:pt x="1241" y="538"/>
                    <a:pt x="969" y="690"/>
                    <a:pt x="621" y="69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7" name="Freeform 1340">
              <a:extLst>
                <a:ext uri="{FF2B5EF4-FFF2-40B4-BE49-F238E27FC236}">
                  <a16:creationId xmlns:a16="http://schemas.microsoft.com/office/drawing/2014/main" xmlns="" id="{D0C902F6-710A-4C20-85F3-011B3A0884E5}"/>
                </a:ext>
              </a:extLst>
            </p:cNvPr>
            <p:cNvSpPr/>
            <p:nvPr/>
          </p:nvSpPr>
          <p:spPr bwMode="gray">
            <a:xfrm>
              <a:off x="5710841" y="1478994"/>
              <a:ext cx="189169" cy="128295"/>
            </a:xfrm>
            <a:custGeom>
              <a:avLst/>
              <a:gdLst>
                <a:gd name="T0" fmla="*/ 2147483646 w 1241"/>
                <a:gd name="T1" fmla="*/ 2147483646 h 837"/>
                <a:gd name="T2" fmla="*/ 2147483646 w 1241"/>
                <a:gd name="T3" fmla="*/ 2147483646 h 837"/>
                <a:gd name="T4" fmla="*/ 2147483646 w 1241"/>
                <a:gd name="T5" fmla="*/ 2147483646 h 837"/>
                <a:gd name="T6" fmla="*/ 2147483646 w 1241"/>
                <a:gd name="T7" fmla="*/ 2147483646 h 837"/>
                <a:gd name="T8" fmla="*/ 2147483646 w 1241"/>
                <a:gd name="T9" fmla="*/ 2147483646 h 837"/>
                <a:gd name="T10" fmla="*/ 2147483646 w 1241"/>
                <a:gd name="T11" fmla="*/ 2147483646 h 837"/>
                <a:gd name="T12" fmla="*/ 2147483646 w 1241"/>
                <a:gd name="T13" fmla="*/ 2147483646 h 837"/>
                <a:gd name="T14" fmla="*/ 0 w 1241"/>
                <a:gd name="T15" fmla="*/ 2147483646 h 837"/>
                <a:gd name="T16" fmla="*/ 0 w 1241"/>
                <a:gd name="T17" fmla="*/ 2147483646 h 837"/>
                <a:gd name="T18" fmla="*/ 2147483646 w 1241"/>
                <a:gd name="T19" fmla="*/ 0 h 837"/>
                <a:gd name="T20" fmla="*/ 2147483646 w 1241"/>
                <a:gd name="T21" fmla="*/ 2147483646 h 837"/>
                <a:gd name="T22" fmla="*/ 2147483646 w 1241"/>
                <a:gd name="T23" fmla="*/ 2147483646 h 837"/>
                <a:gd name="T24" fmla="*/ 2147483646 w 1241"/>
                <a:gd name="T25" fmla="*/ 2147483646 h 837"/>
                <a:gd name="T26" fmla="*/ 2147483646 w 1241"/>
                <a:gd name="T27" fmla="*/ 2147483646 h 837"/>
                <a:gd name="T28" fmla="*/ 2147483646 w 1241"/>
                <a:gd name="T29" fmla="*/ 2147483646 h 837"/>
                <a:gd name="T30" fmla="*/ 2147483646 w 1241"/>
                <a:gd name="T31" fmla="*/ 2147483646 h 837"/>
                <a:gd name="T32" fmla="*/ 2147483646 w 1241"/>
                <a:gd name="T33" fmla="*/ 2147483646 h 837"/>
                <a:gd name="T34" fmla="*/ 2147483646 w 1241"/>
                <a:gd name="T35" fmla="*/ 2147483646 h 837"/>
                <a:gd name="T36" fmla="*/ 2147483646 w 1241"/>
                <a:gd name="T37" fmla="*/ 2147483646 h 83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41" h="837">
                  <a:moveTo>
                    <a:pt x="716" y="837"/>
                  </a:moveTo>
                  <a:lnTo>
                    <a:pt x="716" y="837"/>
                  </a:lnTo>
                  <a:cubicBezTo>
                    <a:pt x="699" y="837"/>
                    <a:pt x="684" y="824"/>
                    <a:pt x="683" y="807"/>
                  </a:cubicBezTo>
                  <a:cubicBezTo>
                    <a:pt x="681" y="788"/>
                    <a:pt x="695" y="772"/>
                    <a:pt x="713" y="771"/>
                  </a:cubicBezTo>
                  <a:cubicBezTo>
                    <a:pt x="976" y="748"/>
                    <a:pt x="1174" y="630"/>
                    <a:pt x="1174" y="496"/>
                  </a:cubicBezTo>
                  <a:lnTo>
                    <a:pt x="1174" y="422"/>
                  </a:lnTo>
                  <a:cubicBezTo>
                    <a:pt x="1073" y="534"/>
                    <a:pt x="866" y="609"/>
                    <a:pt x="621" y="609"/>
                  </a:cubicBezTo>
                  <a:cubicBezTo>
                    <a:pt x="273" y="609"/>
                    <a:pt x="0" y="457"/>
                    <a:pt x="0" y="264"/>
                  </a:cubicBezTo>
                  <a:lnTo>
                    <a:pt x="0" y="34"/>
                  </a:lnTo>
                  <a:cubicBezTo>
                    <a:pt x="0" y="15"/>
                    <a:pt x="15" y="0"/>
                    <a:pt x="34" y="0"/>
                  </a:cubicBezTo>
                  <a:cubicBezTo>
                    <a:pt x="52" y="0"/>
                    <a:pt x="67" y="15"/>
                    <a:pt x="67" y="34"/>
                  </a:cubicBezTo>
                  <a:lnTo>
                    <a:pt x="67" y="264"/>
                  </a:lnTo>
                  <a:cubicBezTo>
                    <a:pt x="67" y="415"/>
                    <a:pt x="321" y="542"/>
                    <a:pt x="621" y="542"/>
                  </a:cubicBezTo>
                  <a:cubicBezTo>
                    <a:pt x="921" y="542"/>
                    <a:pt x="1174" y="415"/>
                    <a:pt x="1174" y="264"/>
                  </a:cubicBezTo>
                  <a:lnTo>
                    <a:pt x="1174" y="34"/>
                  </a:lnTo>
                  <a:lnTo>
                    <a:pt x="1241" y="34"/>
                  </a:lnTo>
                  <a:lnTo>
                    <a:pt x="1241" y="496"/>
                  </a:lnTo>
                  <a:cubicBezTo>
                    <a:pt x="1241" y="667"/>
                    <a:pt x="1022" y="811"/>
                    <a:pt x="719" y="837"/>
                  </a:cubicBezTo>
                  <a:cubicBezTo>
                    <a:pt x="718" y="837"/>
                    <a:pt x="717" y="837"/>
                    <a:pt x="716" y="8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8" name="Freeform 1341">
              <a:extLst>
                <a:ext uri="{FF2B5EF4-FFF2-40B4-BE49-F238E27FC236}">
                  <a16:creationId xmlns:a16="http://schemas.microsoft.com/office/drawing/2014/main" xmlns="" id="{83E1E498-D992-4F4C-BEF8-DB853BFD4E25}"/>
                </a:ext>
              </a:extLst>
            </p:cNvPr>
            <p:cNvSpPr/>
            <p:nvPr/>
          </p:nvSpPr>
          <p:spPr bwMode="gray">
            <a:xfrm>
              <a:off x="5710841" y="1513856"/>
              <a:ext cx="84847" cy="93433"/>
            </a:xfrm>
            <a:custGeom>
              <a:avLst/>
              <a:gdLst>
                <a:gd name="T0" fmla="*/ 2147483646 w 556"/>
                <a:gd name="T1" fmla="*/ 2147483646 h 604"/>
                <a:gd name="T2" fmla="*/ 2147483646 w 556"/>
                <a:gd name="T3" fmla="*/ 2147483646 h 604"/>
                <a:gd name="T4" fmla="*/ 2147483646 w 556"/>
                <a:gd name="T5" fmla="*/ 2147483646 h 604"/>
                <a:gd name="T6" fmla="*/ 0 w 556"/>
                <a:gd name="T7" fmla="*/ 2147483646 h 604"/>
                <a:gd name="T8" fmla="*/ 0 w 556"/>
                <a:gd name="T9" fmla="*/ 2147483646 h 604"/>
                <a:gd name="T10" fmla="*/ 2147483646 w 556"/>
                <a:gd name="T11" fmla="*/ 0 h 604"/>
                <a:gd name="T12" fmla="*/ 2147483646 w 556"/>
                <a:gd name="T13" fmla="*/ 2147483646 h 604"/>
                <a:gd name="T14" fmla="*/ 2147483646 w 556"/>
                <a:gd name="T15" fmla="*/ 2147483646 h 604"/>
                <a:gd name="T16" fmla="*/ 2147483646 w 556"/>
                <a:gd name="T17" fmla="*/ 2147483646 h 604"/>
                <a:gd name="T18" fmla="*/ 2147483646 w 556"/>
                <a:gd name="T19" fmla="*/ 2147483646 h 604"/>
                <a:gd name="T20" fmla="*/ 2147483646 w 556"/>
                <a:gd name="T21" fmla="*/ 2147483646 h 6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6" h="604">
                  <a:moveTo>
                    <a:pt x="521" y="604"/>
                  </a:moveTo>
                  <a:lnTo>
                    <a:pt x="521" y="604"/>
                  </a:lnTo>
                  <a:cubicBezTo>
                    <a:pt x="520" y="604"/>
                    <a:pt x="519" y="604"/>
                    <a:pt x="518" y="604"/>
                  </a:cubicBezTo>
                  <a:cubicBezTo>
                    <a:pt x="218" y="576"/>
                    <a:pt x="0" y="433"/>
                    <a:pt x="0" y="263"/>
                  </a:cubicBezTo>
                  <a:lnTo>
                    <a:pt x="0" y="33"/>
                  </a:lnTo>
                  <a:cubicBezTo>
                    <a:pt x="0" y="15"/>
                    <a:pt x="15" y="0"/>
                    <a:pt x="34" y="0"/>
                  </a:cubicBezTo>
                  <a:cubicBezTo>
                    <a:pt x="52" y="0"/>
                    <a:pt x="67" y="15"/>
                    <a:pt x="67" y="33"/>
                  </a:cubicBezTo>
                  <a:lnTo>
                    <a:pt x="67" y="263"/>
                  </a:lnTo>
                  <a:cubicBezTo>
                    <a:pt x="67" y="396"/>
                    <a:pt x="264" y="514"/>
                    <a:pt x="524" y="537"/>
                  </a:cubicBezTo>
                  <a:cubicBezTo>
                    <a:pt x="543" y="539"/>
                    <a:pt x="556" y="555"/>
                    <a:pt x="555" y="573"/>
                  </a:cubicBezTo>
                  <a:cubicBezTo>
                    <a:pt x="553" y="591"/>
                    <a:pt x="538" y="604"/>
                    <a:pt x="521" y="6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9" name="Freeform 1342">
              <a:extLst>
                <a:ext uri="{FF2B5EF4-FFF2-40B4-BE49-F238E27FC236}">
                  <a16:creationId xmlns:a16="http://schemas.microsoft.com/office/drawing/2014/main" xmlns="" id="{F7DF4D7D-49C0-4D6D-8B43-A1EA167AC193}"/>
                </a:ext>
              </a:extLst>
            </p:cNvPr>
            <p:cNvSpPr/>
            <p:nvPr/>
          </p:nvSpPr>
          <p:spPr bwMode="gray">
            <a:xfrm>
              <a:off x="5799861" y="1497122"/>
              <a:ext cx="31991" cy="20918"/>
            </a:xfrm>
            <a:custGeom>
              <a:avLst/>
              <a:gdLst>
                <a:gd name="T0" fmla="*/ 2147483646 w 206"/>
                <a:gd name="T1" fmla="*/ 2147483646 h 136"/>
                <a:gd name="T2" fmla="*/ 2147483646 w 206"/>
                <a:gd name="T3" fmla="*/ 2147483646 h 136"/>
                <a:gd name="T4" fmla="*/ 2147483646 w 206"/>
                <a:gd name="T5" fmla="*/ 2147483646 h 136"/>
                <a:gd name="T6" fmla="*/ 2147483646 w 206"/>
                <a:gd name="T7" fmla="*/ 2147483646 h 136"/>
                <a:gd name="T8" fmla="*/ 2147483646 w 206"/>
                <a:gd name="T9" fmla="*/ 2147483646 h 136"/>
                <a:gd name="T10" fmla="*/ 2147483646 w 206"/>
                <a:gd name="T11" fmla="*/ 2147483646 h 136"/>
                <a:gd name="T12" fmla="*/ 2147483646 w 206"/>
                <a:gd name="T13" fmla="*/ 2147483646 h 136"/>
                <a:gd name="T14" fmla="*/ 2147483646 w 206"/>
                <a:gd name="T15" fmla="*/ 2147483646 h 136"/>
                <a:gd name="T16" fmla="*/ 2147483646 w 206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136">
                  <a:moveTo>
                    <a:pt x="31" y="136"/>
                  </a:moveTo>
                  <a:lnTo>
                    <a:pt x="31" y="136"/>
                  </a:lnTo>
                  <a:cubicBezTo>
                    <a:pt x="21" y="136"/>
                    <a:pt x="12" y="131"/>
                    <a:pt x="7" y="122"/>
                  </a:cubicBezTo>
                  <a:cubicBezTo>
                    <a:pt x="0" y="110"/>
                    <a:pt x="5" y="93"/>
                    <a:pt x="18" y="86"/>
                  </a:cubicBezTo>
                  <a:lnTo>
                    <a:pt x="163" y="7"/>
                  </a:lnTo>
                  <a:cubicBezTo>
                    <a:pt x="176" y="0"/>
                    <a:pt x="192" y="5"/>
                    <a:pt x="199" y="18"/>
                  </a:cubicBezTo>
                  <a:cubicBezTo>
                    <a:pt x="206" y="31"/>
                    <a:pt x="201" y="47"/>
                    <a:pt x="189" y="54"/>
                  </a:cubicBezTo>
                  <a:lnTo>
                    <a:pt x="44" y="133"/>
                  </a:lnTo>
                  <a:cubicBezTo>
                    <a:pt x="40" y="135"/>
                    <a:pt x="35" y="136"/>
                    <a:pt x="31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0" name="Freeform 1343">
              <a:extLst>
                <a:ext uri="{FF2B5EF4-FFF2-40B4-BE49-F238E27FC236}">
                  <a16:creationId xmlns:a16="http://schemas.microsoft.com/office/drawing/2014/main" xmlns="" id="{3D941FCD-A01F-4674-B246-362C628B6B55}"/>
                </a:ext>
              </a:extLst>
            </p:cNvPr>
            <p:cNvSpPr/>
            <p:nvPr/>
          </p:nvSpPr>
          <p:spPr bwMode="gray">
            <a:xfrm>
              <a:off x="5777606" y="1497122"/>
              <a:ext cx="31991" cy="20918"/>
            </a:xfrm>
            <a:custGeom>
              <a:avLst/>
              <a:gdLst>
                <a:gd name="T0" fmla="*/ 2147483646 w 205"/>
                <a:gd name="T1" fmla="*/ 2147483646 h 136"/>
                <a:gd name="T2" fmla="*/ 2147483646 w 205"/>
                <a:gd name="T3" fmla="*/ 2147483646 h 136"/>
                <a:gd name="T4" fmla="*/ 2147483646 w 205"/>
                <a:gd name="T5" fmla="*/ 2147483646 h 136"/>
                <a:gd name="T6" fmla="*/ 2147483646 w 205"/>
                <a:gd name="T7" fmla="*/ 2147483646 h 136"/>
                <a:gd name="T8" fmla="*/ 2147483646 w 205"/>
                <a:gd name="T9" fmla="*/ 2147483646 h 136"/>
                <a:gd name="T10" fmla="*/ 2147483646 w 205"/>
                <a:gd name="T11" fmla="*/ 2147483646 h 136"/>
                <a:gd name="T12" fmla="*/ 2147483646 w 205"/>
                <a:gd name="T13" fmla="*/ 2147483646 h 136"/>
                <a:gd name="T14" fmla="*/ 2147483646 w 205"/>
                <a:gd name="T15" fmla="*/ 2147483646 h 136"/>
                <a:gd name="T16" fmla="*/ 2147483646 w 205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6">
                  <a:moveTo>
                    <a:pt x="175" y="136"/>
                  </a:moveTo>
                  <a:lnTo>
                    <a:pt x="175" y="136"/>
                  </a:lnTo>
                  <a:cubicBezTo>
                    <a:pt x="171" y="136"/>
                    <a:pt x="166" y="135"/>
                    <a:pt x="162" y="133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8" y="86"/>
                  </a:lnTo>
                  <a:cubicBezTo>
                    <a:pt x="201" y="93"/>
                    <a:pt x="205" y="110"/>
                    <a:pt x="198" y="122"/>
                  </a:cubicBezTo>
                  <a:cubicBezTo>
                    <a:pt x="193" y="131"/>
                    <a:pt x="184" y="136"/>
                    <a:pt x="175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1" name="Freeform 1344">
              <a:extLst>
                <a:ext uri="{FF2B5EF4-FFF2-40B4-BE49-F238E27FC236}">
                  <a16:creationId xmlns:a16="http://schemas.microsoft.com/office/drawing/2014/main" xmlns="" id="{8BC00B13-AE26-4B9A-BA9F-B3E70BB8830A}"/>
                </a:ext>
              </a:extLst>
            </p:cNvPr>
            <p:cNvSpPr/>
            <p:nvPr/>
          </p:nvSpPr>
          <p:spPr bwMode="gray">
            <a:xfrm>
              <a:off x="5801252" y="1485965"/>
              <a:ext cx="6954" cy="32074"/>
            </a:xfrm>
            <a:custGeom>
              <a:avLst/>
              <a:gdLst>
                <a:gd name="T0" fmla="*/ 2147483646 w 54"/>
                <a:gd name="T1" fmla="*/ 2147483646 h 202"/>
                <a:gd name="T2" fmla="*/ 2147483646 w 54"/>
                <a:gd name="T3" fmla="*/ 2147483646 h 202"/>
                <a:gd name="T4" fmla="*/ 0 w 54"/>
                <a:gd name="T5" fmla="*/ 2147483646 h 202"/>
                <a:gd name="T6" fmla="*/ 0 w 54"/>
                <a:gd name="T7" fmla="*/ 2147483646 h 202"/>
                <a:gd name="T8" fmla="*/ 2147483646 w 54"/>
                <a:gd name="T9" fmla="*/ 0 h 202"/>
                <a:gd name="T10" fmla="*/ 2147483646 w 54"/>
                <a:gd name="T11" fmla="*/ 2147483646 h 202"/>
                <a:gd name="T12" fmla="*/ 2147483646 w 54"/>
                <a:gd name="T13" fmla="*/ 2147483646 h 202"/>
                <a:gd name="T14" fmla="*/ 2147483646 w 54"/>
                <a:gd name="T15" fmla="*/ 2147483646 h 20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202">
                  <a:moveTo>
                    <a:pt x="27" y="202"/>
                  </a:moveTo>
                  <a:lnTo>
                    <a:pt x="27" y="202"/>
                  </a:lnTo>
                  <a:cubicBezTo>
                    <a:pt x="12" y="202"/>
                    <a:pt x="0" y="190"/>
                    <a:pt x="0" y="176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lnTo>
                    <a:pt x="54" y="176"/>
                  </a:lnTo>
                  <a:cubicBezTo>
                    <a:pt x="54" y="190"/>
                    <a:pt x="42" y="202"/>
                    <a:pt x="27" y="20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2" name="Freeform 1345">
              <a:extLst>
                <a:ext uri="{FF2B5EF4-FFF2-40B4-BE49-F238E27FC236}">
                  <a16:creationId xmlns:a16="http://schemas.microsoft.com/office/drawing/2014/main" xmlns="" id="{76800C86-153F-44CB-8581-F7D9D8E61BF6}"/>
                </a:ext>
              </a:extLst>
            </p:cNvPr>
            <p:cNvSpPr/>
            <p:nvPr/>
          </p:nvSpPr>
          <p:spPr bwMode="gray">
            <a:xfrm>
              <a:off x="5777606" y="1442736"/>
              <a:ext cx="31991" cy="20918"/>
            </a:xfrm>
            <a:custGeom>
              <a:avLst/>
              <a:gdLst>
                <a:gd name="T0" fmla="*/ 2147483646 w 206"/>
                <a:gd name="T1" fmla="*/ 2147483646 h 136"/>
                <a:gd name="T2" fmla="*/ 2147483646 w 206"/>
                <a:gd name="T3" fmla="*/ 2147483646 h 136"/>
                <a:gd name="T4" fmla="*/ 2147483646 w 206"/>
                <a:gd name="T5" fmla="*/ 2147483646 h 136"/>
                <a:gd name="T6" fmla="*/ 2147483646 w 206"/>
                <a:gd name="T7" fmla="*/ 2147483646 h 136"/>
                <a:gd name="T8" fmla="*/ 2147483646 w 206"/>
                <a:gd name="T9" fmla="*/ 2147483646 h 136"/>
                <a:gd name="T10" fmla="*/ 2147483646 w 206"/>
                <a:gd name="T11" fmla="*/ 2147483646 h 136"/>
                <a:gd name="T12" fmla="*/ 2147483646 w 206"/>
                <a:gd name="T13" fmla="*/ 2147483646 h 136"/>
                <a:gd name="T14" fmla="*/ 2147483646 w 206"/>
                <a:gd name="T15" fmla="*/ 2147483646 h 136"/>
                <a:gd name="T16" fmla="*/ 2147483646 w 206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6" h="136">
                  <a:moveTo>
                    <a:pt x="30" y="136"/>
                  </a:moveTo>
                  <a:lnTo>
                    <a:pt x="30" y="136"/>
                  </a:lnTo>
                  <a:cubicBezTo>
                    <a:pt x="21" y="136"/>
                    <a:pt x="12" y="131"/>
                    <a:pt x="7" y="122"/>
                  </a:cubicBezTo>
                  <a:cubicBezTo>
                    <a:pt x="0" y="109"/>
                    <a:pt x="5" y="93"/>
                    <a:pt x="17" y="86"/>
                  </a:cubicBezTo>
                  <a:lnTo>
                    <a:pt x="162" y="7"/>
                  </a:lnTo>
                  <a:cubicBezTo>
                    <a:pt x="175" y="0"/>
                    <a:pt x="192" y="5"/>
                    <a:pt x="199" y="18"/>
                  </a:cubicBezTo>
                  <a:cubicBezTo>
                    <a:pt x="206" y="31"/>
                    <a:pt x="201" y="47"/>
                    <a:pt x="188" y="54"/>
                  </a:cubicBezTo>
                  <a:lnTo>
                    <a:pt x="43" y="133"/>
                  </a:lnTo>
                  <a:cubicBezTo>
                    <a:pt x="39" y="135"/>
                    <a:pt x="35" y="136"/>
                    <a:pt x="30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3" name="Freeform 1346">
              <a:extLst>
                <a:ext uri="{FF2B5EF4-FFF2-40B4-BE49-F238E27FC236}">
                  <a16:creationId xmlns:a16="http://schemas.microsoft.com/office/drawing/2014/main" xmlns="" id="{8050ABD7-5569-459F-A481-FEECAEBA2080}"/>
                </a:ext>
              </a:extLst>
            </p:cNvPr>
            <p:cNvSpPr/>
            <p:nvPr/>
          </p:nvSpPr>
          <p:spPr bwMode="gray">
            <a:xfrm>
              <a:off x="5799861" y="1442736"/>
              <a:ext cx="31991" cy="20918"/>
            </a:xfrm>
            <a:custGeom>
              <a:avLst/>
              <a:gdLst>
                <a:gd name="T0" fmla="*/ 2147483646 w 205"/>
                <a:gd name="T1" fmla="*/ 2147483646 h 136"/>
                <a:gd name="T2" fmla="*/ 2147483646 w 205"/>
                <a:gd name="T3" fmla="*/ 2147483646 h 136"/>
                <a:gd name="T4" fmla="*/ 2147483646 w 205"/>
                <a:gd name="T5" fmla="*/ 2147483646 h 136"/>
                <a:gd name="T6" fmla="*/ 2147483646 w 205"/>
                <a:gd name="T7" fmla="*/ 2147483646 h 136"/>
                <a:gd name="T8" fmla="*/ 2147483646 w 205"/>
                <a:gd name="T9" fmla="*/ 2147483646 h 136"/>
                <a:gd name="T10" fmla="*/ 2147483646 w 205"/>
                <a:gd name="T11" fmla="*/ 2147483646 h 136"/>
                <a:gd name="T12" fmla="*/ 2147483646 w 205"/>
                <a:gd name="T13" fmla="*/ 2147483646 h 136"/>
                <a:gd name="T14" fmla="*/ 2147483646 w 205"/>
                <a:gd name="T15" fmla="*/ 2147483646 h 136"/>
                <a:gd name="T16" fmla="*/ 2147483646 w 205"/>
                <a:gd name="T17" fmla="*/ 2147483646 h 1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6">
                  <a:moveTo>
                    <a:pt x="175" y="136"/>
                  </a:moveTo>
                  <a:lnTo>
                    <a:pt x="175" y="136"/>
                  </a:lnTo>
                  <a:cubicBezTo>
                    <a:pt x="171" y="136"/>
                    <a:pt x="166" y="135"/>
                    <a:pt x="162" y="133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8" y="86"/>
                  </a:lnTo>
                  <a:cubicBezTo>
                    <a:pt x="201" y="93"/>
                    <a:pt x="205" y="109"/>
                    <a:pt x="198" y="122"/>
                  </a:cubicBezTo>
                  <a:cubicBezTo>
                    <a:pt x="194" y="131"/>
                    <a:pt x="184" y="136"/>
                    <a:pt x="175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4" name="Freeform 1347">
              <a:extLst>
                <a:ext uri="{FF2B5EF4-FFF2-40B4-BE49-F238E27FC236}">
                  <a16:creationId xmlns:a16="http://schemas.microsoft.com/office/drawing/2014/main" xmlns="" id="{4D6D5698-88B6-4076-9C50-50A5FC08BE2F}"/>
                </a:ext>
              </a:extLst>
            </p:cNvPr>
            <p:cNvSpPr/>
            <p:nvPr/>
          </p:nvSpPr>
          <p:spPr bwMode="gray">
            <a:xfrm>
              <a:off x="5799861" y="1442736"/>
              <a:ext cx="8346" cy="30680"/>
            </a:xfrm>
            <a:custGeom>
              <a:avLst/>
              <a:gdLst>
                <a:gd name="T0" fmla="*/ 2147483646 w 54"/>
                <a:gd name="T1" fmla="*/ 2147483646 h 200"/>
                <a:gd name="T2" fmla="*/ 2147483646 w 54"/>
                <a:gd name="T3" fmla="*/ 2147483646 h 200"/>
                <a:gd name="T4" fmla="*/ 0 w 54"/>
                <a:gd name="T5" fmla="*/ 2147483646 h 200"/>
                <a:gd name="T6" fmla="*/ 0 w 54"/>
                <a:gd name="T7" fmla="*/ 2147483646 h 200"/>
                <a:gd name="T8" fmla="*/ 2147483646 w 54"/>
                <a:gd name="T9" fmla="*/ 0 h 200"/>
                <a:gd name="T10" fmla="*/ 2147483646 w 54"/>
                <a:gd name="T11" fmla="*/ 2147483646 h 200"/>
                <a:gd name="T12" fmla="*/ 2147483646 w 54"/>
                <a:gd name="T13" fmla="*/ 2147483646 h 200"/>
                <a:gd name="T14" fmla="*/ 2147483646 w 54"/>
                <a:gd name="T15" fmla="*/ 2147483646 h 2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200">
                  <a:moveTo>
                    <a:pt x="27" y="200"/>
                  </a:moveTo>
                  <a:lnTo>
                    <a:pt x="27" y="200"/>
                  </a:lnTo>
                  <a:cubicBezTo>
                    <a:pt x="12" y="200"/>
                    <a:pt x="0" y="188"/>
                    <a:pt x="0" y="173"/>
                  </a:cubicBezTo>
                  <a:lnTo>
                    <a:pt x="0" y="26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lnTo>
                    <a:pt x="54" y="173"/>
                  </a:lnTo>
                  <a:cubicBezTo>
                    <a:pt x="54" y="188"/>
                    <a:pt x="42" y="200"/>
                    <a:pt x="27" y="20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5" name="Freeform 1348">
              <a:extLst>
                <a:ext uri="{FF2B5EF4-FFF2-40B4-BE49-F238E27FC236}">
                  <a16:creationId xmlns:a16="http://schemas.microsoft.com/office/drawing/2014/main" xmlns="" id="{A66E75DD-D25E-44B6-916A-B174E1CBE2DC}"/>
                </a:ext>
              </a:extLst>
            </p:cNvPr>
            <p:cNvSpPr/>
            <p:nvPr/>
          </p:nvSpPr>
          <p:spPr bwMode="gray">
            <a:xfrm>
              <a:off x="5740050" y="1476204"/>
              <a:ext cx="31991" cy="20918"/>
            </a:xfrm>
            <a:custGeom>
              <a:avLst/>
              <a:gdLst>
                <a:gd name="T0" fmla="*/ 2147483646 w 205"/>
                <a:gd name="T1" fmla="*/ 2147483646 h 137"/>
                <a:gd name="T2" fmla="*/ 2147483646 w 205"/>
                <a:gd name="T3" fmla="*/ 2147483646 h 137"/>
                <a:gd name="T4" fmla="*/ 2147483646 w 205"/>
                <a:gd name="T5" fmla="*/ 2147483646 h 137"/>
                <a:gd name="T6" fmla="*/ 2147483646 w 205"/>
                <a:gd name="T7" fmla="*/ 2147483646 h 137"/>
                <a:gd name="T8" fmla="*/ 2147483646 w 205"/>
                <a:gd name="T9" fmla="*/ 2147483646 h 137"/>
                <a:gd name="T10" fmla="*/ 2147483646 w 205"/>
                <a:gd name="T11" fmla="*/ 2147483646 h 137"/>
                <a:gd name="T12" fmla="*/ 2147483646 w 205"/>
                <a:gd name="T13" fmla="*/ 2147483646 h 137"/>
                <a:gd name="T14" fmla="*/ 2147483646 w 205"/>
                <a:gd name="T15" fmla="*/ 2147483646 h 137"/>
                <a:gd name="T16" fmla="*/ 2147483646 w 205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7">
                  <a:moveTo>
                    <a:pt x="174" y="137"/>
                  </a:moveTo>
                  <a:lnTo>
                    <a:pt x="174" y="137"/>
                  </a:lnTo>
                  <a:cubicBezTo>
                    <a:pt x="170" y="137"/>
                    <a:pt x="165" y="136"/>
                    <a:pt x="161" y="134"/>
                  </a:cubicBezTo>
                  <a:lnTo>
                    <a:pt x="18" y="54"/>
                  </a:lnTo>
                  <a:cubicBezTo>
                    <a:pt x="5" y="47"/>
                    <a:pt x="0" y="30"/>
                    <a:pt x="7" y="18"/>
                  </a:cubicBezTo>
                  <a:cubicBezTo>
                    <a:pt x="14" y="5"/>
                    <a:pt x="31" y="0"/>
                    <a:pt x="44" y="7"/>
                  </a:cubicBezTo>
                  <a:lnTo>
                    <a:pt x="187" y="87"/>
                  </a:lnTo>
                  <a:cubicBezTo>
                    <a:pt x="200" y="94"/>
                    <a:pt x="205" y="110"/>
                    <a:pt x="197" y="123"/>
                  </a:cubicBezTo>
                  <a:cubicBezTo>
                    <a:pt x="193" y="132"/>
                    <a:pt x="183" y="137"/>
                    <a:pt x="174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6" name="Freeform 1349">
              <a:extLst>
                <a:ext uri="{FF2B5EF4-FFF2-40B4-BE49-F238E27FC236}">
                  <a16:creationId xmlns:a16="http://schemas.microsoft.com/office/drawing/2014/main" xmlns="" id="{6900D3E5-4C57-4DA5-A100-0C8E56126EE7}"/>
                </a:ext>
              </a:extLst>
            </p:cNvPr>
            <p:cNvSpPr/>
            <p:nvPr/>
          </p:nvSpPr>
          <p:spPr bwMode="gray">
            <a:xfrm>
              <a:off x="5740050" y="1463653"/>
              <a:ext cx="31991" cy="20918"/>
            </a:xfrm>
            <a:custGeom>
              <a:avLst/>
              <a:gdLst>
                <a:gd name="T0" fmla="*/ 2147483646 w 205"/>
                <a:gd name="T1" fmla="*/ 2147483646 h 137"/>
                <a:gd name="T2" fmla="*/ 2147483646 w 205"/>
                <a:gd name="T3" fmla="*/ 2147483646 h 137"/>
                <a:gd name="T4" fmla="*/ 2147483646 w 205"/>
                <a:gd name="T5" fmla="*/ 2147483646 h 137"/>
                <a:gd name="T6" fmla="*/ 2147483646 w 205"/>
                <a:gd name="T7" fmla="*/ 2147483646 h 137"/>
                <a:gd name="T8" fmla="*/ 2147483646 w 205"/>
                <a:gd name="T9" fmla="*/ 2147483646 h 137"/>
                <a:gd name="T10" fmla="*/ 2147483646 w 205"/>
                <a:gd name="T11" fmla="*/ 2147483646 h 137"/>
                <a:gd name="T12" fmla="*/ 2147483646 w 205"/>
                <a:gd name="T13" fmla="*/ 2147483646 h 137"/>
                <a:gd name="T14" fmla="*/ 2147483646 w 205"/>
                <a:gd name="T15" fmla="*/ 2147483646 h 137"/>
                <a:gd name="T16" fmla="*/ 2147483646 w 205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5" h="137">
                  <a:moveTo>
                    <a:pt x="31" y="137"/>
                  </a:moveTo>
                  <a:lnTo>
                    <a:pt x="31" y="137"/>
                  </a:lnTo>
                  <a:cubicBezTo>
                    <a:pt x="21" y="137"/>
                    <a:pt x="12" y="132"/>
                    <a:pt x="7" y="123"/>
                  </a:cubicBezTo>
                  <a:cubicBezTo>
                    <a:pt x="0" y="111"/>
                    <a:pt x="5" y="94"/>
                    <a:pt x="18" y="87"/>
                  </a:cubicBezTo>
                  <a:lnTo>
                    <a:pt x="161" y="7"/>
                  </a:lnTo>
                  <a:cubicBezTo>
                    <a:pt x="174" y="0"/>
                    <a:pt x="190" y="5"/>
                    <a:pt x="197" y="18"/>
                  </a:cubicBezTo>
                  <a:cubicBezTo>
                    <a:pt x="205" y="31"/>
                    <a:pt x="200" y="47"/>
                    <a:pt x="187" y="54"/>
                  </a:cubicBezTo>
                  <a:lnTo>
                    <a:pt x="44" y="134"/>
                  </a:lnTo>
                  <a:cubicBezTo>
                    <a:pt x="39" y="136"/>
                    <a:pt x="35" y="137"/>
                    <a:pt x="31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7" name="Freeform 1350">
              <a:extLst>
                <a:ext uri="{FF2B5EF4-FFF2-40B4-BE49-F238E27FC236}">
                  <a16:creationId xmlns:a16="http://schemas.microsoft.com/office/drawing/2014/main" xmlns="" id="{A4728F4A-4C76-4496-ACF0-33A579B24BD6}"/>
                </a:ext>
              </a:extLst>
            </p:cNvPr>
            <p:cNvSpPr/>
            <p:nvPr/>
          </p:nvSpPr>
          <p:spPr bwMode="gray">
            <a:xfrm>
              <a:off x="5740050" y="1476204"/>
              <a:ext cx="50074" cy="8367"/>
            </a:xfrm>
            <a:custGeom>
              <a:avLst/>
              <a:gdLst>
                <a:gd name="T0" fmla="*/ 2147483646 w 324"/>
                <a:gd name="T1" fmla="*/ 2147483646 h 53"/>
                <a:gd name="T2" fmla="*/ 2147483646 w 324"/>
                <a:gd name="T3" fmla="*/ 2147483646 h 53"/>
                <a:gd name="T4" fmla="*/ 2147483646 w 324"/>
                <a:gd name="T5" fmla="*/ 2147483646 h 53"/>
                <a:gd name="T6" fmla="*/ 0 w 324"/>
                <a:gd name="T7" fmla="*/ 2147483646 h 53"/>
                <a:gd name="T8" fmla="*/ 2147483646 w 324"/>
                <a:gd name="T9" fmla="*/ 0 h 53"/>
                <a:gd name="T10" fmla="*/ 2147483646 w 324"/>
                <a:gd name="T11" fmla="*/ 0 h 53"/>
                <a:gd name="T12" fmla="*/ 2147483646 w 324"/>
                <a:gd name="T13" fmla="*/ 2147483646 h 53"/>
                <a:gd name="T14" fmla="*/ 2147483646 w 324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4" h="53">
                  <a:moveTo>
                    <a:pt x="297" y="53"/>
                  </a:moveTo>
                  <a:lnTo>
                    <a:pt x="297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297" y="0"/>
                  </a:lnTo>
                  <a:cubicBezTo>
                    <a:pt x="312" y="0"/>
                    <a:pt x="324" y="12"/>
                    <a:pt x="324" y="26"/>
                  </a:cubicBezTo>
                  <a:cubicBezTo>
                    <a:pt x="324" y="41"/>
                    <a:pt x="312" y="53"/>
                    <a:pt x="297" y="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8" name="Freeform 1351">
              <a:extLst>
                <a:ext uri="{FF2B5EF4-FFF2-40B4-BE49-F238E27FC236}">
                  <a16:creationId xmlns:a16="http://schemas.microsoft.com/office/drawing/2014/main" xmlns="" id="{99267549-A542-414A-91A5-7B98E1CC41C9}"/>
                </a:ext>
              </a:extLst>
            </p:cNvPr>
            <p:cNvSpPr/>
            <p:nvPr/>
          </p:nvSpPr>
          <p:spPr bwMode="gray">
            <a:xfrm>
              <a:off x="5837417" y="1463653"/>
              <a:ext cx="31991" cy="20918"/>
            </a:xfrm>
            <a:custGeom>
              <a:avLst/>
              <a:gdLst>
                <a:gd name="T0" fmla="*/ 2147483646 w 204"/>
                <a:gd name="T1" fmla="*/ 2147483646 h 137"/>
                <a:gd name="T2" fmla="*/ 2147483646 w 204"/>
                <a:gd name="T3" fmla="*/ 2147483646 h 137"/>
                <a:gd name="T4" fmla="*/ 2147483646 w 204"/>
                <a:gd name="T5" fmla="*/ 2147483646 h 137"/>
                <a:gd name="T6" fmla="*/ 2147483646 w 204"/>
                <a:gd name="T7" fmla="*/ 2147483646 h 137"/>
                <a:gd name="T8" fmla="*/ 2147483646 w 204"/>
                <a:gd name="T9" fmla="*/ 2147483646 h 137"/>
                <a:gd name="T10" fmla="*/ 2147483646 w 204"/>
                <a:gd name="T11" fmla="*/ 2147483646 h 137"/>
                <a:gd name="T12" fmla="*/ 2147483646 w 204"/>
                <a:gd name="T13" fmla="*/ 2147483646 h 137"/>
                <a:gd name="T14" fmla="*/ 2147483646 w 204"/>
                <a:gd name="T15" fmla="*/ 2147483646 h 137"/>
                <a:gd name="T16" fmla="*/ 2147483646 w 204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137">
                  <a:moveTo>
                    <a:pt x="173" y="137"/>
                  </a:moveTo>
                  <a:lnTo>
                    <a:pt x="173" y="137"/>
                  </a:lnTo>
                  <a:cubicBezTo>
                    <a:pt x="169" y="137"/>
                    <a:pt x="165" y="136"/>
                    <a:pt x="161" y="134"/>
                  </a:cubicBezTo>
                  <a:lnTo>
                    <a:pt x="17" y="54"/>
                  </a:lnTo>
                  <a:cubicBezTo>
                    <a:pt x="4" y="47"/>
                    <a:pt x="0" y="31"/>
                    <a:pt x="7" y="18"/>
                  </a:cubicBezTo>
                  <a:cubicBezTo>
                    <a:pt x="14" y="5"/>
                    <a:pt x="30" y="0"/>
                    <a:pt x="43" y="7"/>
                  </a:cubicBezTo>
                  <a:lnTo>
                    <a:pt x="186" y="87"/>
                  </a:lnTo>
                  <a:cubicBezTo>
                    <a:pt x="199" y="94"/>
                    <a:pt x="204" y="111"/>
                    <a:pt x="197" y="124"/>
                  </a:cubicBezTo>
                  <a:cubicBezTo>
                    <a:pt x="192" y="132"/>
                    <a:pt x="183" y="137"/>
                    <a:pt x="173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69" name="Freeform 1352">
              <a:extLst>
                <a:ext uri="{FF2B5EF4-FFF2-40B4-BE49-F238E27FC236}">
                  <a16:creationId xmlns:a16="http://schemas.microsoft.com/office/drawing/2014/main" xmlns="" id="{64950126-58B3-4111-8D53-F8A55E0F2A53}"/>
                </a:ext>
              </a:extLst>
            </p:cNvPr>
            <p:cNvSpPr/>
            <p:nvPr/>
          </p:nvSpPr>
          <p:spPr bwMode="gray">
            <a:xfrm>
              <a:off x="5837417" y="1476204"/>
              <a:ext cx="31991" cy="20918"/>
            </a:xfrm>
            <a:custGeom>
              <a:avLst/>
              <a:gdLst>
                <a:gd name="T0" fmla="*/ 2147483646 w 204"/>
                <a:gd name="T1" fmla="*/ 2147483646 h 137"/>
                <a:gd name="T2" fmla="*/ 2147483646 w 204"/>
                <a:gd name="T3" fmla="*/ 2147483646 h 137"/>
                <a:gd name="T4" fmla="*/ 2147483646 w 204"/>
                <a:gd name="T5" fmla="*/ 2147483646 h 137"/>
                <a:gd name="T6" fmla="*/ 2147483646 w 204"/>
                <a:gd name="T7" fmla="*/ 2147483646 h 137"/>
                <a:gd name="T8" fmla="*/ 2147483646 w 204"/>
                <a:gd name="T9" fmla="*/ 2147483646 h 137"/>
                <a:gd name="T10" fmla="*/ 2147483646 w 204"/>
                <a:gd name="T11" fmla="*/ 2147483646 h 137"/>
                <a:gd name="T12" fmla="*/ 2147483646 w 204"/>
                <a:gd name="T13" fmla="*/ 2147483646 h 137"/>
                <a:gd name="T14" fmla="*/ 2147483646 w 204"/>
                <a:gd name="T15" fmla="*/ 2147483646 h 137"/>
                <a:gd name="T16" fmla="*/ 2147483646 w 204"/>
                <a:gd name="T17" fmla="*/ 2147483646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137">
                  <a:moveTo>
                    <a:pt x="30" y="137"/>
                  </a:moveTo>
                  <a:lnTo>
                    <a:pt x="30" y="137"/>
                  </a:lnTo>
                  <a:cubicBezTo>
                    <a:pt x="21" y="137"/>
                    <a:pt x="12" y="132"/>
                    <a:pt x="7" y="123"/>
                  </a:cubicBezTo>
                  <a:cubicBezTo>
                    <a:pt x="0" y="110"/>
                    <a:pt x="4" y="94"/>
                    <a:pt x="17" y="87"/>
                  </a:cubicBezTo>
                  <a:lnTo>
                    <a:pt x="161" y="7"/>
                  </a:lnTo>
                  <a:cubicBezTo>
                    <a:pt x="173" y="0"/>
                    <a:pt x="190" y="5"/>
                    <a:pt x="197" y="18"/>
                  </a:cubicBezTo>
                  <a:cubicBezTo>
                    <a:pt x="204" y="30"/>
                    <a:pt x="199" y="47"/>
                    <a:pt x="186" y="54"/>
                  </a:cubicBezTo>
                  <a:lnTo>
                    <a:pt x="43" y="134"/>
                  </a:lnTo>
                  <a:cubicBezTo>
                    <a:pt x="39" y="136"/>
                    <a:pt x="34" y="137"/>
                    <a:pt x="30" y="1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0" name="Freeform 1353">
              <a:extLst>
                <a:ext uri="{FF2B5EF4-FFF2-40B4-BE49-F238E27FC236}">
                  <a16:creationId xmlns:a16="http://schemas.microsoft.com/office/drawing/2014/main" xmlns="" id="{40344C30-2A06-4F44-A930-7681E3DDDCCA}"/>
                </a:ext>
              </a:extLst>
            </p:cNvPr>
            <p:cNvSpPr/>
            <p:nvPr/>
          </p:nvSpPr>
          <p:spPr bwMode="gray">
            <a:xfrm>
              <a:off x="5819335" y="1476204"/>
              <a:ext cx="48683" cy="8367"/>
            </a:xfrm>
            <a:custGeom>
              <a:avLst/>
              <a:gdLst>
                <a:gd name="T0" fmla="*/ 2147483646 w 324"/>
                <a:gd name="T1" fmla="*/ 2147483646 h 53"/>
                <a:gd name="T2" fmla="*/ 2147483646 w 324"/>
                <a:gd name="T3" fmla="*/ 2147483646 h 53"/>
                <a:gd name="T4" fmla="*/ 2147483646 w 324"/>
                <a:gd name="T5" fmla="*/ 2147483646 h 53"/>
                <a:gd name="T6" fmla="*/ 0 w 324"/>
                <a:gd name="T7" fmla="*/ 2147483646 h 53"/>
                <a:gd name="T8" fmla="*/ 2147483646 w 324"/>
                <a:gd name="T9" fmla="*/ 0 h 53"/>
                <a:gd name="T10" fmla="*/ 2147483646 w 324"/>
                <a:gd name="T11" fmla="*/ 0 h 53"/>
                <a:gd name="T12" fmla="*/ 2147483646 w 324"/>
                <a:gd name="T13" fmla="*/ 2147483646 h 53"/>
                <a:gd name="T14" fmla="*/ 2147483646 w 324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4" h="53">
                  <a:moveTo>
                    <a:pt x="297" y="53"/>
                  </a:moveTo>
                  <a:lnTo>
                    <a:pt x="297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297" y="0"/>
                  </a:lnTo>
                  <a:cubicBezTo>
                    <a:pt x="312" y="0"/>
                    <a:pt x="324" y="12"/>
                    <a:pt x="324" y="27"/>
                  </a:cubicBezTo>
                  <a:cubicBezTo>
                    <a:pt x="324" y="41"/>
                    <a:pt x="312" y="53"/>
                    <a:pt x="297" y="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1" name="Freeform 1354">
              <a:extLst>
                <a:ext uri="{FF2B5EF4-FFF2-40B4-BE49-F238E27FC236}">
                  <a16:creationId xmlns:a16="http://schemas.microsoft.com/office/drawing/2014/main" xmlns="" id="{06288DFE-BCAA-4AF5-BA0F-ECE8D27B0A0C}"/>
                </a:ext>
              </a:extLst>
            </p:cNvPr>
            <p:cNvSpPr/>
            <p:nvPr/>
          </p:nvSpPr>
          <p:spPr bwMode="gray">
            <a:xfrm>
              <a:off x="5781779" y="1480387"/>
              <a:ext cx="8346" cy="9762"/>
            </a:xfrm>
            <a:custGeom>
              <a:avLst/>
              <a:gdLst>
                <a:gd name="T0" fmla="*/ 2147483646 w 53"/>
                <a:gd name="T1" fmla="*/ 2147483646 h 66"/>
                <a:gd name="T2" fmla="*/ 2147483646 w 53"/>
                <a:gd name="T3" fmla="*/ 2147483646 h 66"/>
                <a:gd name="T4" fmla="*/ 0 w 53"/>
                <a:gd name="T5" fmla="*/ 2147483646 h 66"/>
                <a:gd name="T6" fmla="*/ 0 w 53"/>
                <a:gd name="T7" fmla="*/ 0 h 66"/>
                <a:gd name="T8" fmla="*/ 2147483646 w 53"/>
                <a:gd name="T9" fmla="*/ 0 h 66"/>
                <a:gd name="T10" fmla="*/ 2147483646 w 53"/>
                <a:gd name="T11" fmla="*/ 2147483646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66">
                  <a:moveTo>
                    <a:pt x="53" y="66"/>
                  </a:moveTo>
                  <a:lnTo>
                    <a:pt x="53" y="66"/>
                  </a:lnTo>
                  <a:lnTo>
                    <a:pt x="0" y="66"/>
                  </a:lnTo>
                  <a:lnTo>
                    <a:pt x="0" y="0"/>
                  </a:lnTo>
                  <a:lnTo>
                    <a:pt x="53" y="0"/>
                  </a:lnTo>
                  <a:lnTo>
                    <a:pt x="53" y="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2" name="Freeform 1355">
              <a:extLst>
                <a:ext uri="{FF2B5EF4-FFF2-40B4-BE49-F238E27FC236}">
                  <a16:creationId xmlns:a16="http://schemas.microsoft.com/office/drawing/2014/main" xmlns="" id="{799A99A2-050F-4F8D-96C3-BB346363F39D}"/>
                </a:ext>
              </a:extLst>
            </p:cNvPr>
            <p:cNvSpPr/>
            <p:nvPr/>
          </p:nvSpPr>
          <p:spPr bwMode="gray">
            <a:xfrm>
              <a:off x="5804034" y="1485965"/>
              <a:ext cx="13910" cy="8367"/>
            </a:xfrm>
            <a:custGeom>
              <a:avLst/>
              <a:gdLst>
                <a:gd name="T0" fmla="*/ 2147483646 w 83"/>
                <a:gd name="T1" fmla="*/ 2147483646 h 53"/>
                <a:gd name="T2" fmla="*/ 2147483646 w 83"/>
                <a:gd name="T3" fmla="*/ 2147483646 h 53"/>
                <a:gd name="T4" fmla="*/ 0 w 83"/>
                <a:gd name="T5" fmla="*/ 2147483646 h 53"/>
                <a:gd name="T6" fmla="*/ 0 w 83"/>
                <a:gd name="T7" fmla="*/ 0 h 53"/>
                <a:gd name="T8" fmla="*/ 2147483646 w 83"/>
                <a:gd name="T9" fmla="*/ 0 h 53"/>
                <a:gd name="T10" fmla="*/ 2147483646 w 83"/>
                <a:gd name="T11" fmla="*/ 2147483646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53">
                  <a:moveTo>
                    <a:pt x="83" y="53"/>
                  </a:moveTo>
                  <a:lnTo>
                    <a:pt x="83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3" name="Freeform 1356">
              <a:extLst>
                <a:ext uri="{FF2B5EF4-FFF2-40B4-BE49-F238E27FC236}">
                  <a16:creationId xmlns:a16="http://schemas.microsoft.com/office/drawing/2014/main" xmlns="" id="{4FE91513-A75E-4F4F-8E11-98940CD4FCD3}"/>
                </a:ext>
              </a:extLst>
            </p:cNvPr>
            <p:cNvSpPr/>
            <p:nvPr/>
          </p:nvSpPr>
          <p:spPr bwMode="gray">
            <a:xfrm>
              <a:off x="5819335" y="1470626"/>
              <a:ext cx="8346" cy="9762"/>
            </a:xfrm>
            <a:custGeom>
              <a:avLst/>
              <a:gdLst>
                <a:gd name="T0" fmla="*/ 2147483646 w 54"/>
                <a:gd name="T1" fmla="*/ 2147483646 h 68"/>
                <a:gd name="T2" fmla="*/ 2147483646 w 54"/>
                <a:gd name="T3" fmla="*/ 2147483646 h 68"/>
                <a:gd name="T4" fmla="*/ 0 w 54"/>
                <a:gd name="T5" fmla="*/ 2147483646 h 68"/>
                <a:gd name="T6" fmla="*/ 0 w 54"/>
                <a:gd name="T7" fmla="*/ 0 h 68"/>
                <a:gd name="T8" fmla="*/ 2147483646 w 54"/>
                <a:gd name="T9" fmla="*/ 0 h 68"/>
                <a:gd name="T10" fmla="*/ 2147483646 w 54"/>
                <a:gd name="T11" fmla="*/ 2147483646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68">
                  <a:moveTo>
                    <a:pt x="54" y="68"/>
                  </a:moveTo>
                  <a:lnTo>
                    <a:pt x="54" y="68"/>
                  </a:lnTo>
                  <a:lnTo>
                    <a:pt x="0" y="68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4" name="Freeform 1357">
              <a:extLst>
                <a:ext uri="{FF2B5EF4-FFF2-40B4-BE49-F238E27FC236}">
                  <a16:creationId xmlns:a16="http://schemas.microsoft.com/office/drawing/2014/main" xmlns="" id="{38D945F1-EF8B-47E7-B1C3-3B3570222AB1}"/>
                </a:ext>
              </a:extLst>
            </p:cNvPr>
            <p:cNvSpPr/>
            <p:nvPr/>
          </p:nvSpPr>
          <p:spPr bwMode="gray">
            <a:xfrm>
              <a:off x="5791516" y="1465048"/>
              <a:ext cx="12518" cy="8367"/>
            </a:xfrm>
            <a:custGeom>
              <a:avLst/>
              <a:gdLst>
                <a:gd name="T0" fmla="*/ 2147483646 w 83"/>
                <a:gd name="T1" fmla="*/ 2147483646 h 54"/>
                <a:gd name="T2" fmla="*/ 2147483646 w 83"/>
                <a:gd name="T3" fmla="*/ 2147483646 h 54"/>
                <a:gd name="T4" fmla="*/ 0 w 83"/>
                <a:gd name="T5" fmla="*/ 2147483646 h 54"/>
                <a:gd name="T6" fmla="*/ 0 w 83"/>
                <a:gd name="T7" fmla="*/ 0 h 54"/>
                <a:gd name="T8" fmla="*/ 2147483646 w 83"/>
                <a:gd name="T9" fmla="*/ 0 h 54"/>
                <a:gd name="T10" fmla="*/ 2147483646 w 83"/>
                <a:gd name="T11" fmla="*/ 2147483646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54">
                  <a:moveTo>
                    <a:pt x="83" y="54"/>
                  </a:moveTo>
                  <a:lnTo>
                    <a:pt x="83" y="54"/>
                  </a:lnTo>
                  <a:lnTo>
                    <a:pt x="0" y="54"/>
                  </a:lnTo>
                  <a:lnTo>
                    <a:pt x="0" y="0"/>
                  </a:lnTo>
                  <a:lnTo>
                    <a:pt x="83" y="0"/>
                  </a:lnTo>
                  <a:lnTo>
                    <a:pt x="83" y="5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5" name="Freeform 1358">
              <a:extLst>
                <a:ext uri="{FF2B5EF4-FFF2-40B4-BE49-F238E27FC236}">
                  <a16:creationId xmlns:a16="http://schemas.microsoft.com/office/drawing/2014/main" xmlns="" id="{4C7705FE-B908-42C6-A80E-047C595E8833}"/>
                </a:ext>
              </a:extLst>
            </p:cNvPr>
            <p:cNvSpPr/>
            <p:nvPr/>
          </p:nvSpPr>
          <p:spPr bwMode="gray">
            <a:xfrm>
              <a:off x="5777606" y="1591949"/>
              <a:ext cx="20864" cy="2091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6" name="Freeform 1359">
              <a:extLst>
                <a:ext uri="{FF2B5EF4-FFF2-40B4-BE49-F238E27FC236}">
                  <a16:creationId xmlns:a16="http://schemas.microsoft.com/office/drawing/2014/main" xmlns="" id="{FDA3FB87-0D4A-4441-B090-7DD112009B38}"/>
                </a:ext>
              </a:extLst>
            </p:cNvPr>
            <p:cNvSpPr/>
            <p:nvPr/>
          </p:nvSpPr>
          <p:spPr bwMode="gray">
            <a:xfrm>
              <a:off x="5810990" y="1591949"/>
              <a:ext cx="20864" cy="2091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77" name="TextBox 124">
            <a:extLst>
              <a:ext uri="{FF2B5EF4-FFF2-40B4-BE49-F238E27FC236}">
                <a16:creationId xmlns:a16="http://schemas.microsoft.com/office/drawing/2014/main" xmlns="" id="{885EC729-5060-4536-8CAE-194F5971188F}"/>
              </a:ext>
            </a:extLst>
          </p:cNvPr>
          <p:cNvSpPr txBox="1"/>
          <p:nvPr/>
        </p:nvSpPr>
        <p:spPr bwMode="gray">
          <a:xfrm>
            <a:off x="576555" y="3059668"/>
            <a:ext cx="87716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控制面</a:t>
            </a:r>
            <a:endParaRPr lang="en-US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8" name="矩形 42">
            <a:extLst>
              <a:ext uri="{FF2B5EF4-FFF2-40B4-BE49-F238E27FC236}">
                <a16:creationId xmlns:a16="http://schemas.microsoft.com/office/drawing/2014/main" xmlns="" id="{EE2DF7F7-59CD-493B-9D7D-4626C640FAFF}"/>
              </a:ext>
            </a:extLst>
          </p:cNvPr>
          <p:cNvSpPr/>
          <p:nvPr/>
        </p:nvSpPr>
        <p:spPr bwMode="gray">
          <a:xfrm>
            <a:off x="1971871" y="3433929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LDP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9" name="矩形 42">
            <a:extLst>
              <a:ext uri="{FF2B5EF4-FFF2-40B4-BE49-F238E27FC236}">
                <a16:creationId xmlns:a16="http://schemas.microsoft.com/office/drawing/2014/main" xmlns="" id="{55EA7530-9D81-442C-AAA3-4EECE647AA23}"/>
              </a:ext>
            </a:extLst>
          </p:cNvPr>
          <p:cNvSpPr/>
          <p:nvPr/>
        </p:nvSpPr>
        <p:spPr bwMode="gray">
          <a:xfrm>
            <a:off x="1971871" y="3092551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RSVP-TE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0" name="矩形 42">
            <a:extLst>
              <a:ext uri="{FF2B5EF4-FFF2-40B4-BE49-F238E27FC236}">
                <a16:creationId xmlns:a16="http://schemas.microsoft.com/office/drawing/2014/main" xmlns="" id="{B9019D8E-797E-42E9-B570-84C87E187689}"/>
              </a:ext>
            </a:extLst>
          </p:cNvPr>
          <p:cNvSpPr/>
          <p:nvPr/>
        </p:nvSpPr>
        <p:spPr bwMode="gray">
          <a:xfrm>
            <a:off x="1971871" y="3775305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IGP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2" name="Rectangle 142">
            <a:extLst>
              <a:ext uri="{FF2B5EF4-FFF2-40B4-BE49-F238E27FC236}">
                <a16:creationId xmlns:a16="http://schemas.microsoft.com/office/drawing/2014/main" xmlns="" id="{7F60400F-2FC9-4FA2-AA5B-AF31F9A5FC32}"/>
              </a:ext>
            </a:extLst>
          </p:cNvPr>
          <p:cNvSpPr/>
          <p:nvPr/>
        </p:nvSpPr>
        <p:spPr bwMode="gray">
          <a:xfrm>
            <a:off x="3881830" y="3440559"/>
            <a:ext cx="1261884" cy="30777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简化控制平面</a:t>
            </a:r>
            <a:endParaRPr 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8" name="矩形 42">
            <a:extLst>
              <a:ext uri="{FF2B5EF4-FFF2-40B4-BE49-F238E27FC236}">
                <a16:creationId xmlns:a16="http://schemas.microsoft.com/office/drawing/2014/main" xmlns="" id="{008BBE55-CCBF-4D2F-8C39-A6D4CCD26397}"/>
              </a:ext>
            </a:extLst>
          </p:cNvPr>
          <p:cNvSpPr/>
          <p:nvPr/>
        </p:nvSpPr>
        <p:spPr bwMode="gray">
          <a:xfrm>
            <a:off x="5535512" y="3595646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IGP + SR Extension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9" name="矩形 42">
            <a:extLst>
              <a:ext uri="{FF2B5EF4-FFF2-40B4-BE49-F238E27FC236}">
                <a16:creationId xmlns:a16="http://schemas.microsoft.com/office/drawing/2014/main" xmlns="" id="{35FB2112-A863-4122-8901-074F3F037B11}"/>
              </a:ext>
            </a:extLst>
          </p:cNvPr>
          <p:cNvSpPr/>
          <p:nvPr/>
        </p:nvSpPr>
        <p:spPr bwMode="gray">
          <a:xfrm>
            <a:off x="9112244" y="3214324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IGP + SR Extension</a:t>
            </a:r>
          </a:p>
        </p:txBody>
      </p:sp>
      <p:sp>
        <p:nvSpPr>
          <p:cNvPr id="90" name="矩形 42">
            <a:extLst>
              <a:ext uri="{FF2B5EF4-FFF2-40B4-BE49-F238E27FC236}">
                <a16:creationId xmlns:a16="http://schemas.microsoft.com/office/drawing/2014/main" xmlns="" id="{A294038F-292B-4E51-BE36-0BE5D92A4FDB}"/>
              </a:ext>
            </a:extLst>
          </p:cNvPr>
          <p:cNvSpPr/>
          <p:nvPr/>
        </p:nvSpPr>
        <p:spPr bwMode="gray">
          <a:xfrm>
            <a:off x="1971871" y="2754219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BGP (L3 Service)</a:t>
            </a:r>
          </a:p>
        </p:txBody>
      </p:sp>
      <p:sp>
        <p:nvSpPr>
          <p:cNvPr id="91" name="矩形 42">
            <a:extLst>
              <a:ext uri="{FF2B5EF4-FFF2-40B4-BE49-F238E27FC236}">
                <a16:creationId xmlns:a16="http://schemas.microsoft.com/office/drawing/2014/main" xmlns="" id="{C9919ADA-0E05-4CFE-B132-DDC39C012684}"/>
              </a:ext>
            </a:extLst>
          </p:cNvPr>
          <p:cNvSpPr/>
          <p:nvPr/>
        </p:nvSpPr>
        <p:spPr bwMode="gray">
          <a:xfrm>
            <a:off x="5535512" y="2863879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BGP for Service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2" name="矩形 42">
            <a:extLst>
              <a:ext uri="{FF2B5EF4-FFF2-40B4-BE49-F238E27FC236}">
                <a16:creationId xmlns:a16="http://schemas.microsoft.com/office/drawing/2014/main" xmlns="" id="{707B991F-866F-42F2-A8A5-30145ED84B39}"/>
              </a:ext>
            </a:extLst>
          </p:cNvPr>
          <p:cNvSpPr/>
          <p:nvPr/>
        </p:nvSpPr>
        <p:spPr bwMode="gray">
          <a:xfrm>
            <a:off x="9112244" y="2843229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BGP for Service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xmlns="" id="{11EFEB20-8939-4834-80A4-A0779475592C}"/>
              </a:ext>
            </a:extLst>
          </p:cNvPr>
          <p:cNvSpPr/>
          <p:nvPr/>
        </p:nvSpPr>
        <p:spPr bwMode="gray">
          <a:xfrm>
            <a:off x="9068806" y="4926185"/>
            <a:ext cx="1666064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Payload</a:t>
            </a: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xmlns="" id="{BFB3C75F-E6D8-4088-BF0F-5CA016802BFB}"/>
              </a:ext>
            </a:extLst>
          </p:cNvPr>
          <p:cNvSpPr/>
          <p:nvPr/>
        </p:nvSpPr>
        <p:spPr bwMode="gray">
          <a:xfrm>
            <a:off x="9068806" y="4607767"/>
            <a:ext cx="1666064" cy="288000"/>
          </a:xfrm>
          <a:prstGeom prst="rect">
            <a:avLst/>
          </a:prstGeom>
          <a:solidFill>
            <a:srgbClr val="BEE9EE"/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IPv6 Header + SRH</a:t>
            </a:r>
          </a:p>
        </p:txBody>
      </p:sp>
      <p:sp>
        <p:nvSpPr>
          <p:cNvPr id="97" name="矩形 42">
            <a:extLst>
              <a:ext uri="{FF2B5EF4-FFF2-40B4-BE49-F238E27FC236}">
                <a16:creationId xmlns:a16="http://schemas.microsoft.com/office/drawing/2014/main" xmlns="" id="{2C687C6A-8FB8-4B2A-8B20-91AA3FA9A5A0}"/>
              </a:ext>
            </a:extLst>
          </p:cNvPr>
          <p:cNvSpPr/>
          <p:nvPr/>
        </p:nvSpPr>
        <p:spPr bwMode="gray">
          <a:xfrm>
            <a:off x="5535512" y="3218411"/>
            <a:ext cx="1579189" cy="288000"/>
          </a:xfrm>
          <a:prstGeom prst="rect">
            <a:avLst/>
          </a:prstGeom>
          <a:solidFill>
            <a:sysClr val="window" lastClr="FFFFFF">
              <a:lumMod val="50000"/>
            </a:sysClr>
          </a:solidFill>
          <a:ln w="6350">
            <a:noFill/>
          </a:ln>
        </p:spPr>
        <p:txBody>
          <a:bodyPr wrap="none" lIns="68594" tIns="34298" rIns="68594" bIns="34298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BGP-LU </a:t>
            </a:r>
            <a:r>
              <a:rPr lang="en-US" altLang="zh-CN" sz="140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(Inter-AS)</a:t>
            </a:r>
            <a:endParaRPr lang="zh-CN" altLang="en-US" sz="140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xmlns="" id="{00D99252-800D-4DCE-8B7E-3D2143B9D280}"/>
              </a:ext>
            </a:extLst>
          </p:cNvPr>
          <p:cNvSpPr/>
          <p:nvPr/>
        </p:nvSpPr>
        <p:spPr bwMode="gray">
          <a:xfrm>
            <a:off x="1795073" y="5264924"/>
            <a:ext cx="1932784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Payload</a:t>
            </a: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xmlns="" id="{4EB539D3-AA8E-4A37-B7E2-7583851CF85E}"/>
              </a:ext>
            </a:extLst>
          </p:cNvPr>
          <p:cNvSpPr/>
          <p:nvPr/>
        </p:nvSpPr>
        <p:spPr bwMode="gray">
          <a:xfrm>
            <a:off x="1795073" y="4926185"/>
            <a:ext cx="1932784" cy="288000"/>
          </a:xfrm>
          <a:prstGeom prst="rect">
            <a:avLst/>
          </a:prstGeom>
          <a:solidFill>
            <a:srgbClr val="BEE9EE"/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VXLAN/GRE/L2TP</a:t>
            </a:r>
            <a:r>
              <a:rPr lang="en-US" altLang="zh-CN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, </a:t>
            </a:r>
            <a:r>
              <a:rPr lang="en-US" altLang="zh-CN" sz="1400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etc</a:t>
            </a:r>
            <a:endParaRPr lang="en-US" altLang="zh-CN" sz="14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xmlns="" id="{A2E940EB-1873-480D-9BCA-8FF9A13B0D7F}"/>
              </a:ext>
            </a:extLst>
          </p:cNvPr>
          <p:cNvSpPr/>
          <p:nvPr/>
        </p:nvSpPr>
        <p:spPr bwMode="gray">
          <a:xfrm>
            <a:off x="1795073" y="4607767"/>
            <a:ext cx="1932784" cy="288000"/>
          </a:xfrm>
          <a:prstGeom prst="rect">
            <a:avLst/>
          </a:prstGeom>
          <a:solidFill>
            <a:srgbClr val="BEE9EE"/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MPLS Labels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xmlns="" id="{00E40BA6-DF5E-4E60-94E9-0D7D305B8CD4}"/>
              </a:ext>
            </a:extLst>
          </p:cNvPr>
          <p:cNvSpPr/>
          <p:nvPr/>
        </p:nvSpPr>
        <p:spPr bwMode="gray">
          <a:xfrm>
            <a:off x="5338096" y="5264924"/>
            <a:ext cx="1974021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Payload</a:t>
            </a:r>
            <a:endParaRPr lang="zh-CN" altLang="en-US" sz="14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xmlns="" id="{22BC09FD-3112-487F-85F9-4662A4212ECF}"/>
              </a:ext>
            </a:extLst>
          </p:cNvPr>
          <p:cNvSpPr/>
          <p:nvPr/>
        </p:nvSpPr>
        <p:spPr bwMode="gray">
          <a:xfrm>
            <a:off x="5338096" y="4926185"/>
            <a:ext cx="1974021" cy="288000"/>
          </a:xfrm>
          <a:prstGeom prst="rect">
            <a:avLst/>
          </a:prstGeom>
          <a:solidFill>
            <a:srgbClr val="BEE9EE"/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VXLAN/GRE/L2TP</a:t>
            </a:r>
            <a:r>
              <a:rPr lang="en-US" altLang="zh-CN" sz="14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, </a:t>
            </a:r>
            <a:r>
              <a:rPr lang="en-US" altLang="zh-CN" sz="1400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etc</a:t>
            </a:r>
            <a:endParaRPr lang="en-US" altLang="zh-CN" sz="1400" kern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xmlns="" id="{847E0F43-C448-4CD6-8867-89E8EBFEF1F8}"/>
              </a:ext>
            </a:extLst>
          </p:cNvPr>
          <p:cNvSpPr/>
          <p:nvPr/>
        </p:nvSpPr>
        <p:spPr bwMode="gray">
          <a:xfrm>
            <a:off x="5338096" y="4607767"/>
            <a:ext cx="1974021" cy="288000"/>
          </a:xfrm>
          <a:prstGeom prst="rect">
            <a:avLst/>
          </a:prstGeom>
          <a:solidFill>
            <a:srgbClr val="BEE9EE"/>
          </a:solidFill>
          <a:ln w="25400" cap="flat" cmpd="sng" algn="ctr">
            <a:noFill/>
            <a:prstDash val="solid"/>
          </a:ln>
          <a:effectLst/>
        </p:spPr>
        <p:txBody>
          <a:bodyPr wrap="none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MPLS Labels</a:t>
            </a:r>
          </a:p>
        </p:txBody>
      </p:sp>
      <p:sp>
        <p:nvSpPr>
          <p:cNvPr id="109" name="Rectangle 145">
            <a:extLst>
              <a:ext uri="{FF2B5EF4-FFF2-40B4-BE49-F238E27FC236}">
                <a16:creationId xmlns:a16="http://schemas.microsoft.com/office/drawing/2014/main" xmlns="" id="{E6C82E0F-6D13-48DC-A37F-D7B3F784DADA}"/>
              </a:ext>
            </a:extLst>
          </p:cNvPr>
          <p:cNvSpPr/>
          <p:nvPr/>
        </p:nvSpPr>
        <p:spPr bwMode="gray">
          <a:xfrm>
            <a:off x="7392413" y="3440559"/>
            <a:ext cx="1441420" cy="30777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继续简化控制面</a:t>
            </a:r>
            <a:endParaRPr 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86" name="直接箭头连接符 85"/>
          <p:cNvCxnSpPr/>
          <p:nvPr/>
        </p:nvCxnSpPr>
        <p:spPr bwMode="gray">
          <a:xfrm>
            <a:off x="3869731" y="3775305"/>
            <a:ext cx="1286082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 bwMode="gray">
          <a:xfrm>
            <a:off x="7392413" y="3775305"/>
            <a:ext cx="1516271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 bwMode="gray">
          <a:xfrm>
            <a:off x="3869731" y="5908570"/>
            <a:ext cx="5038953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45">
            <a:extLst>
              <a:ext uri="{FF2B5EF4-FFF2-40B4-BE49-F238E27FC236}">
                <a16:creationId xmlns:a16="http://schemas.microsoft.com/office/drawing/2014/main" xmlns="" id="{E6C82E0F-6D13-48DC-A37F-D7B3F784DADA}"/>
              </a:ext>
            </a:extLst>
          </p:cNvPr>
          <p:cNvSpPr/>
          <p:nvPr/>
        </p:nvSpPr>
        <p:spPr bwMode="gray">
          <a:xfrm>
            <a:off x="7697165" y="5588606"/>
            <a:ext cx="723276" cy="307777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可演进</a:t>
            </a:r>
            <a:endParaRPr 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971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企业广域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IP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承载网络概述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b="1" dirty="0" err="1">
                <a:sym typeface="Huawei Sans" panose="020C0503030203020204" pitchFamily="34" charset="0"/>
              </a:rPr>
              <a:t>CloudWAN</a:t>
            </a:r>
            <a:r>
              <a:rPr lang="zh-CN" altLang="en-US" b="1" dirty="0">
                <a:sym typeface="Huawei Sans" panose="020C0503030203020204" pitchFamily="34" charset="0"/>
              </a:rPr>
              <a:t>解决方案概述 </a:t>
            </a: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CloudWAN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解决方案典型应用场景</a:t>
            </a:r>
          </a:p>
        </p:txBody>
      </p:sp>
    </p:spTree>
    <p:extLst>
      <p:ext uri="{BB962C8B-B14F-4D97-AF65-F5344CB8AC3E}">
        <p14:creationId xmlns:p14="http://schemas.microsoft.com/office/powerpoint/2010/main" val="211143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数字化转型带来的两大变化</a:t>
            </a:r>
          </a:p>
        </p:txBody>
      </p:sp>
      <p:sp>
        <p:nvSpPr>
          <p:cNvPr id="7" name="圆角矩形 6"/>
          <p:cNvSpPr/>
          <p:nvPr/>
        </p:nvSpPr>
        <p:spPr bwMode="gray">
          <a:xfrm>
            <a:off x="5742909" y="1754981"/>
            <a:ext cx="5828137" cy="428572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altLang="zh-CN" kern="0" dirty="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5"/>
          <p:cNvSpPr/>
          <p:nvPr/>
        </p:nvSpPr>
        <p:spPr bwMode="gray">
          <a:xfrm>
            <a:off x="620955" y="1754981"/>
            <a:ext cx="4935053" cy="428572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altLang="zh-CN" kern="0" dirty="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1"/>
          <p:cNvSpPr txBox="1"/>
          <p:nvPr/>
        </p:nvSpPr>
        <p:spPr bwMode="gray">
          <a:xfrm>
            <a:off x="620955" y="1374021"/>
            <a:ext cx="4935053" cy="338587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>
                <a:sym typeface="Huawei Sans" panose="020C0503030203020204" pitchFamily="34" charset="0"/>
              </a:rPr>
              <a:t>百</a:t>
            </a:r>
            <a:r>
              <a:rPr lang="zh-CN" altLang="en-US" dirty="0">
                <a:sym typeface="Huawei Sans" panose="020C0503030203020204" pitchFamily="34" charset="0"/>
              </a:rPr>
              <a:t>万企业上云</a:t>
            </a:r>
          </a:p>
        </p:txBody>
      </p:sp>
      <p:sp>
        <p:nvSpPr>
          <p:cNvPr id="51" name="文本框 525"/>
          <p:cNvSpPr txBox="1"/>
          <p:nvPr/>
        </p:nvSpPr>
        <p:spPr bwMode="gray">
          <a:xfrm>
            <a:off x="5742910" y="1358633"/>
            <a:ext cx="5828136" cy="36936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60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 smtClean="0">
                <a:sym typeface="Huawei Sans" panose="020C0503030203020204" pitchFamily="34" charset="0"/>
              </a:rPr>
              <a:t>生</a:t>
            </a:r>
            <a:r>
              <a:rPr lang="zh-CN" altLang="en-US" dirty="0">
                <a:sym typeface="Huawei Sans" panose="020C0503030203020204" pitchFamily="34" charset="0"/>
              </a:rPr>
              <a:t>产网络</a:t>
            </a:r>
            <a:r>
              <a:rPr lang="en-US" altLang="zh-CN" dirty="0">
                <a:sym typeface="Huawei Sans" panose="020C0503030203020204" pitchFamily="34" charset="0"/>
              </a:rPr>
              <a:t>IP</a:t>
            </a:r>
            <a:r>
              <a:rPr lang="zh-CN" altLang="en-US" dirty="0">
                <a:sym typeface="Huawei Sans" panose="020C0503030203020204" pitchFamily="34" charset="0"/>
              </a:rPr>
              <a:t>化</a:t>
            </a:r>
          </a:p>
        </p:txBody>
      </p:sp>
      <p:sp>
        <p:nvSpPr>
          <p:cNvPr id="350" name="椭圆 349"/>
          <p:cNvSpPr/>
          <p:nvPr/>
        </p:nvSpPr>
        <p:spPr bwMode="gray">
          <a:xfrm>
            <a:off x="1166812" y="4266747"/>
            <a:ext cx="3843338" cy="658713"/>
          </a:xfrm>
          <a:prstGeom prst="ellipse">
            <a:avLst/>
          </a:prstGeom>
          <a:noFill/>
          <a:ln w="38100">
            <a:gradFill>
              <a:gsLst>
                <a:gs pos="1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351" name="Picture 2" descr="D:\南太\资料\品牌\HC2017\光8528.pn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004" b="30650"/>
          <a:stretch/>
        </p:blipFill>
        <p:spPr bwMode="gray">
          <a:xfrm>
            <a:off x="1710551" y="3768041"/>
            <a:ext cx="2847944" cy="1357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4" name="Freeform 159"/>
          <p:cNvSpPr>
            <a:spLocks noChangeAspect="1"/>
          </p:cNvSpPr>
          <p:nvPr/>
        </p:nvSpPr>
        <p:spPr bwMode="gray">
          <a:xfrm flipH="1">
            <a:off x="2224171" y="3079525"/>
            <a:ext cx="827816" cy="43272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4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公有云</a:t>
            </a:r>
            <a:endParaRPr 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5" name="Freeform 159"/>
          <p:cNvSpPr>
            <a:spLocks noChangeAspect="1"/>
          </p:cNvSpPr>
          <p:nvPr/>
        </p:nvSpPr>
        <p:spPr bwMode="gray">
          <a:xfrm flipH="1">
            <a:off x="3193501" y="3079525"/>
            <a:ext cx="827816" cy="43272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4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电力云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6" name="Freeform 159"/>
          <p:cNvSpPr>
            <a:spLocks noChangeAspect="1"/>
          </p:cNvSpPr>
          <p:nvPr/>
        </p:nvSpPr>
        <p:spPr bwMode="gray">
          <a:xfrm flipH="1">
            <a:off x="1612233" y="3685962"/>
            <a:ext cx="827816" cy="43272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4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金融云</a:t>
            </a:r>
            <a:endParaRPr 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7" name="Freeform 159"/>
          <p:cNvSpPr>
            <a:spLocks noChangeAspect="1"/>
          </p:cNvSpPr>
          <p:nvPr/>
        </p:nvSpPr>
        <p:spPr bwMode="gray">
          <a:xfrm flipH="1">
            <a:off x="3703124" y="3685962"/>
            <a:ext cx="827816" cy="43272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4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政务云</a:t>
            </a:r>
            <a:endParaRPr 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8" name="Freeform 159"/>
          <p:cNvSpPr>
            <a:spLocks noChangeAspect="1"/>
          </p:cNvSpPr>
          <p:nvPr/>
        </p:nvSpPr>
        <p:spPr bwMode="gray">
          <a:xfrm flipH="1">
            <a:off x="2699934" y="3685962"/>
            <a:ext cx="827816" cy="43272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4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金融云</a:t>
            </a:r>
            <a:endParaRPr 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00" name="组合 399"/>
          <p:cNvGrpSpPr/>
          <p:nvPr/>
        </p:nvGrpSpPr>
        <p:grpSpPr bwMode="gray">
          <a:xfrm>
            <a:off x="1186024" y="4836449"/>
            <a:ext cx="543739" cy="812674"/>
            <a:chOff x="670130" y="5125937"/>
            <a:chExt cx="543739" cy="812674"/>
          </a:xfrm>
        </p:grpSpPr>
        <p:sp>
          <p:nvSpPr>
            <p:cNvPr id="3" name="文本框 2"/>
            <p:cNvSpPr txBox="1"/>
            <p:nvPr/>
          </p:nvSpPr>
          <p:spPr bwMode="gray">
            <a:xfrm>
              <a:off x="670130" y="512593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金融</a:t>
              </a:r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59" name="组合 370"/>
            <p:cNvGrpSpPr>
              <a:grpSpLocks/>
            </p:cNvGrpSpPr>
            <p:nvPr/>
          </p:nvGrpSpPr>
          <p:grpSpPr bwMode="gray">
            <a:xfrm>
              <a:off x="713741" y="5450969"/>
              <a:ext cx="456516" cy="487642"/>
              <a:chOff x="1411288" y="1657351"/>
              <a:chExt cx="600075" cy="641350"/>
            </a:xfrm>
          </p:grpSpPr>
          <p:sp>
            <p:nvSpPr>
              <p:cNvPr id="360" name="Freeform 48"/>
              <p:cNvSpPr>
                <a:spLocks/>
              </p:cNvSpPr>
              <p:nvPr/>
            </p:nvSpPr>
            <p:spPr bwMode="gray">
              <a:xfrm>
                <a:off x="1839913" y="2147888"/>
                <a:ext cx="60325" cy="60325"/>
              </a:xfrm>
              <a:custGeom>
                <a:avLst/>
                <a:gdLst>
                  <a:gd name="T0" fmla="*/ 2147483646 w 45"/>
                  <a:gd name="T1" fmla="*/ 2147483646 h 44"/>
                  <a:gd name="T2" fmla="*/ 2147483646 w 45"/>
                  <a:gd name="T3" fmla="*/ 2147483646 h 44"/>
                  <a:gd name="T4" fmla="*/ 2147483646 w 45"/>
                  <a:gd name="T5" fmla="*/ 2147483646 h 44"/>
                  <a:gd name="T6" fmla="*/ 2147483646 w 45"/>
                  <a:gd name="T7" fmla="*/ 2147483646 h 44"/>
                  <a:gd name="T8" fmla="*/ 2147483646 w 45"/>
                  <a:gd name="T9" fmla="*/ 2147483646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44"/>
                  <a:gd name="T17" fmla="*/ 45 w 45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44">
                    <a:moveTo>
                      <a:pt x="3" y="26"/>
                    </a:moveTo>
                    <a:cubicBezTo>
                      <a:pt x="0" y="16"/>
                      <a:pt x="7" y="5"/>
                      <a:pt x="18" y="2"/>
                    </a:cubicBezTo>
                    <a:cubicBezTo>
                      <a:pt x="29" y="0"/>
                      <a:pt x="40" y="7"/>
                      <a:pt x="42" y="18"/>
                    </a:cubicBezTo>
                    <a:cubicBezTo>
                      <a:pt x="45" y="29"/>
                      <a:pt x="38" y="40"/>
                      <a:pt x="27" y="42"/>
                    </a:cubicBezTo>
                    <a:cubicBezTo>
                      <a:pt x="16" y="44"/>
                      <a:pt x="5" y="37"/>
                      <a:pt x="3" y="26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1" name="Freeform 49"/>
              <p:cNvSpPr>
                <a:spLocks/>
              </p:cNvSpPr>
              <p:nvPr/>
            </p:nvSpPr>
            <p:spPr bwMode="gray">
              <a:xfrm>
                <a:off x="1920876" y="2130426"/>
                <a:ext cx="60325" cy="60325"/>
              </a:xfrm>
              <a:custGeom>
                <a:avLst/>
                <a:gdLst>
                  <a:gd name="T0" fmla="*/ 2147483646 w 45"/>
                  <a:gd name="T1" fmla="*/ 2147483646 h 44"/>
                  <a:gd name="T2" fmla="*/ 2147483646 w 45"/>
                  <a:gd name="T3" fmla="*/ 2147483646 h 44"/>
                  <a:gd name="T4" fmla="*/ 2147483646 w 45"/>
                  <a:gd name="T5" fmla="*/ 2147483646 h 44"/>
                  <a:gd name="T6" fmla="*/ 2147483646 w 45"/>
                  <a:gd name="T7" fmla="*/ 2147483646 h 44"/>
                  <a:gd name="T8" fmla="*/ 2147483646 w 45"/>
                  <a:gd name="T9" fmla="*/ 2147483646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44"/>
                  <a:gd name="T17" fmla="*/ 45 w 45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44">
                    <a:moveTo>
                      <a:pt x="3" y="26"/>
                    </a:moveTo>
                    <a:cubicBezTo>
                      <a:pt x="0" y="15"/>
                      <a:pt x="7" y="5"/>
                      <a:pt x="18" y="2"/>
                    </a:cubicBezTo>
                    <a:cubicBezTo>
                      <a:pt x="29" y="0"/>
                      <a:pt x="40" y="7"/>
                      <a:pt x="42" y="18"/>
                    </a:cubicBezTo>
                    <a:cubicBezTo>
                      <a:pt x="45" y="29"/>
                      <a:pt x="38" y="39"/>
                      <a:pt x="27" y="42"/>
                    </a:cubicBezTo>
                    <a:cubicBezTo>
                      <a:pt x="16" y="44"/>
                      <a:pt x="5" y="37"/>
                      <a:pt x="3" y="26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2" name="Freeform 50"/>
              <p:cNvSpPr>
                <a:spLocks noEditPoints="1"/>
              </p:cNvSpPr>
              <p:nvPr/>
            </p:nvSpPr>
            <p:spPr bwMode="gray">
              <a:xfrm>
                <a:off x="1554163" y="1657351"/>
                <a:ext cx="315913" cy="641350"/>
              </a:xfrm>
              <a:custGeom>
                <a:avLst/>
                <a:gdLst>
                  <a:gd name="T0" fmla="*/ 2147483646 w 235"/>
                  <a:gd name="T1" fmla="*/ 2147483646 h 478"/>
                  <a:gd name="T2" fmla="*/ 0 w 235"/>
                  <a:gd name="T3" fmla="*/ 2147483646 h 478"/>
                  <a:gd name="T4" fmla="*/ 2147483646 w 235"/>
                  <a:gd name="T5" fmla="*/ 0 h 478"/>
                  <a:gd name="T6" fmla="*/ 2147483646 w 235"/>
                  <a:gd name="T7" fmla="*/ 2147483646 h 478"/>
                  <a:gd name="T8" fmla="*/ 2147483646 w 235"/>
                  <a:gd name="T9" fmla="*/ 2147483646 h 478"/>
                  <a:gd name="T10" fmla="*/ 2147483646 w 235"/>
                  <a:gd name="T11" fmla="*/ 2147483646 h 478"/>
                  <a:gd name="T12" fmla="*/ 2147483646 w 235"/>
                  <a:gd name="T13" fmla="*/ 2147483646 h 478"/>
                  <a:gd name="T14" fmla="*/ 2147483646 w 235"/>
                  <a:gd name="T15" fmla="*/ 2147483646 h 478"/>
                  <a:gd name="T16" fmla="*/ 2147483646 w 235"/>
                  <a:gd name="T17" fmla="*/ 2147483646 h 478"/>
                  <a:gd name="T18" fmla="*/ 2147483646 w 235"/>
                  <a:gd name="T19" fmla="*/ 2147483646 h 47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35"/>
                  <a:gd name="T31" fmla="*/ 0 h 478"/>
                  <a:gd name="T32" fmla="*/ 235 w 235"/>
                  <a:gd name="T33" fmla="*/ 478 h 478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35" h="478">
                    <a:moveTo>
                      <a:pt x="117" y="478"/>
                    </a:moveTo>
                    <a:cubicBezTo>
                      <a:pt x="51" y="478"/>
                      <a:pt x="0" y="373"/>
                      <a:pt x="0" y="239"/>
                    </a:cubicBezTo>
                    <a:cubicBezTo>
                      <a:pt x="0" y="105"/>
                      <a:pt x="51" y="0"/>
                      <a:pt x="117" y="0"/>
                    </a:cubicBezTo>
                    <a:cubicBezTo>
                      <a:pt x="184" y="0"/>
                      <a:pt x="235" y="105"/>
                      <a:pt x="235" y="239"/>
                    </a:cubicBezTo>
                    <a:cubicBezTo>
                      <a:pt x="235" y="373"/>
                      <a:pt x="184" y="478"/>
                      <a:pt x="117" y="478"/>
                    </a:cubicBezTo>
                    <a:close/>
                    <a:moveTo>
                      <a:pt x="117" y="18"/>
                    </a:moveTo>
                    <a:cubicBezTo>
                      <a:pt x="63" y="18"/>
                      <a:pt x="18" y="119"/>
                      <a:pt x="18" y="239"/>
                    </a:cubicBezTo>
                    <a:cubicBezTo>
                      <a:pt x="18" y="359"/>
                      <a:pt x="63" y="460"/>
                      <a:pt x="117" y="460"/>
                    </a:cubicBezTo>
                    <a:cubicBezTo>
                      <a:pt x="172" y="460"/>
                      <a:pt x="217" y="359"/>
                      <a:pt x="217" y="239"/>
                    </a:cubicBezTo>
                    <a:cubicBezTo>
                      <a:pt x="217" y="119"/>
                      <a:pt x="172" y="18"/>
                      <a:pt x="117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3" name="Freeform 51"/>
              <p:cNvSpPr>
                <a:spLocks/>
              </p:cNvSpPr>
              <p:nvPr/>
            </p:nvSpPr>
            <p:spPr bwMode="gray">
              <a:xfrm>
                <a:off x="1411288" y="1762126"/>
                <a:ext cx="600075" cy="428625"/>
              </a:xfrm>
              <a:custGeom>
                <a:avLst/>
                <a:gdLst>
                  <a:gd name="T0" fmla="*/ 2147483646 w 447"/>
                  <a:gd name="T1" fmla="*/ 2147483646 h 319"/>
                  <a:gd name="T2" fmla="*/ 2147483646 w 447"/>
                  <a:gd name="T3" fmla="*/ 2147483646 h 319"/>
                  <a:gd name="T4" fmla="*/ 2147483646 w 447"/>
                  <a:gd name="T5" fmla="*/ 2147483646 h 319"/>
                  <a:gd name="T6" fmla="*/ 2147483646 w 447"/>
                  <a:gd name="T7" fmla="*/ 2147483646 h 319"/>
                  <a:gd name="T8" fmla="*/ 2147483646 w 447"/>
                  <a:gd name="T9" fmla="*/ 2147483646 h 319"/>
                  <a:gd name="T10" fmla="*/ 2147483646 w 447"/>
                  <a:gd name="T11" fmla="*/ 2147483646 h 319"/>
                  <a:gd name="T12" fmla="*/ 2147483646 w 447"/>
                  <a:gd name="T13" fmla="*/ 2147483646 h 319"/>
                  <a:gd name="T14" fmla="*/ 2147483646 w 447"/>
                  <a:gd name="T15" fmla="*/ 2147483646 h 319"/>
                  <a:gd name="T16" fmla="*/ 2147483646 w 447"/>
                  <a:gd name="T17" fmla="*/ 2147483646 h 319"/>
                  <a:gd name="T18" fmla="*/ 2147483646 w 447"/>
                  <a:gd name="T19" fmla="*/ 2147483646 h 319"/>
                  <a:gd name="T20" fmla="*/ 2147483646 w 447"/>
                  <a:gd name="T21" fmla="*/ 2147483646 h 319"/>
                  <a:gd name="T22" fmla="*/ 2147483646 w 447"/>
                  <a:gd name="T23" fmla="*/ 2147483646 h 319"/>
                  <a:gd name="T24" fmla="*/ 2147483646 w 447"/>
                  <a:gd name="T25" fmla="*/ 2147483646 h 319"/>
                  <a:gd name="T26" fmla="*/ 2147483646 w 447"/>
                  <a:gd name="T27" fmla="*/ 2147483646 h 319"/>
                  <a:gd name="T28" fmla="*/ 2147483646 w 447"/>
                  <a:gd name="T29" fmla="*/ 2147483646 h 319"/>
                  <a:gd name="T30" fmla="*/ 2147483646 w 447"/>
                  <a:gd name="T31" fmla="*/ 2147483646 h 319"/>
                  <a:gd name="T32" fmla="*/ 2147483646 w 447"/>
                  <a:gd name="T33" fmla="*/ 2147483646 h 319"/>
                  <a:gd name="T34" fmla="*/ 2147483646 w 447"/>
                  <a:gd name="T35" fmla="*/ 2147483646 h 319"/>
                  <a:gd name="T36" fmla="*/ 2147483646 w 447"/>
                  <a:gd name="T37" fmla="*/ 2147483646 h 3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7"/>
                  <a:gd name="T58" fmla="*/ 0 h 319"/>
                  <a:gd name="T59" fmla="*/ 447 w 447"/>
                  <a:gd name="T60" fmla="*/ 319 h 3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7" h="319">
                    <a:moveTo>
                      <a:pt x="341" y="319"/>
                    </a:moveTo>
                    <a:cubicBezTo>
                      <a:pt x="289" y="318"/>
                      <a:pt x="225" y="298"/>
                      <a:pt x="165" y="263"/>
                    </a:cubicBezTo>
                    <a:cubicBezTo>
                      <a:pt x="110" y="232"/>
                      <a:pt x="65" y="192"/>
                      <a:pt x="36" y="151"/>
                    </a:cubicBezTo>
                    <a:cubicBezTo>
                      <a:pt x="7" y="109"/>
                      <a:pt x="0" y="70"/>
                      <a:pt x="16" y="41"/>
                    </a:cubicBezTo>
                    <a:cubicBezTo>
                      <a:pt x="32" y="13"/>
                      <a:pt x="70" y="0"/>
                      <a:pt x="122" y="4"/>
                    </a:cubicBezTo>
                    <a:cubicBezTo>
                      <a:pt x="171" y="8"/>
                      <a:pt x="228" y="28"/>
                      <a:pt x="282" y="59"/>
                    </a:cubicBezTo>
                    <a:cubicBezTo>
                      <a:pt x="337" y="90"/>
                      <a:pt x="382" y="130"/>
                      <a:pt x="410" y="171"/>
                    </a:cubicBezTo>
                    <a:cubicBezTo>
                      <a:pt x="440" y="213"/>
                      <a:pt x="447" y="252"/>
                      <a:pt x="431" y="281"/>
                    </a:cubicBezTo>
                    <a:cubicBezTo>
                      <a:pt x="425" y="291"/>
                      <a:pt x="417" y="299"/>
                      <a:pt x="406" y="305"/>
                    </a:cubicBezTo>
                    <a:cubicBezTo>
                      <a:pt x="397" y="289"/>
                      <a:pt x="397" y="289"/>
                      <a:pt x="397" y="289"/>
                    </a:cubicBezTo>
                    <a:cubicBezTo>
                      <a:pt x="405" y="285"/>
                      <a:pt x="411" y="279"/>
                      <a:pt x="415" y="272"/>
                    </a:cubicBezTo>
                    <a:cubicBezTo>
                      <a:pt x="428" y="250"/>
                      <a:pt x="421" y="217"/>
                      <a:pt x="396" y="181"/>
                    </a:cubicBezTo>
                    <a:cubicBezTo>
                      <a:pt x="369" y="142"/>
                      <a:pt x="326" y="105"/>
                      <a:pt x="273" y="75"/>
                    </a:cubicBezTo>
                    <a:cubicBezTo>
                      <a:pt x="221" y="44"/>
                      <a:pt x="167" y="26"/>
                      <a:pt x="120" y="22"/>
                    </a:cubicBezTo>
                    <a:cubicBezTo>
                      <a:pt x="76" y="18"/>
                      <a:pt x="44" y="29"/>
                      <a:pt x="32" y="50"/>
                    </a:cubicBezTo>
                    <a:cubicBezTo>
                      <a:pt x="19" y="72"/>
                      <a:pt x="26" y="105"/>
                      <a:pt x="51" y="141"/>
                    </a:cubicBezTo>
                    <a:cubicBezTo>
                      <a:pt x="78" y="180"/>
                      <a:pt x="121" y="217"/>
                      <a:pt x="174" y="247"/>
                    </a:cubicBezTo>
                    <a:cubicBezTo>
                      <a:pt x="231" y="281"/>
                      <a:pt x="293" y="300"/>
                      <a:pt x="342" y="301"/>
                    </a:cubicBezTo>
                    <a:lnTo>
                      <a:pt x="341" y="319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4" name="Freeform 52"/>
              <p:cNvSpPr>
                <a:spLocks noEditPoints="1"/>
              </p:cNvSpPr>
              <p:nvPr/>
            </p:nvSpPr>
            <p:spPr bwMode="gray">
              <a:xfrm>
                <a:off x="1411288" y="1762126"/>
                <a:ext cx="600075" cy="428625"/>
              </a:xfrm>
              <a:custGeom>
                <a:avLst/>
                <a:gdLst>
                  <a:gd name="T0" fmla="*/ 2147483646 w 447"/>
                  <a:gd name="T1" fmla="*/ 2147483646 h 319"/>
                  <a:gd name="T2" fmla="*/ 2147483646 w 447"/>
                  <a:gd name="T3" fmla="*/ 2147483646 h 319"/>
                  <a:gd name="T4" fmla="*/ 2147483646 w 447"/>
                  <a:gd name="T5" fmla="*/ 2147483646 h 319"/>
                  <a:gd name="T6" fmla="*/ 2147483646 w 447"/>
                  <a:gd name="T7" fmla="*/ 2147483646 h 319"/>
                  <a:gd name="T8" fmla="*/ 2147483646 w 447"/>
                  <a:gd name="T9" fmla="*/ 2147483646 h 319"/>
                  <a:gd name="T10" fmla="*/ 2147483646 w 447"/>
                  <a:gd name="T11" fmla="*/ 2147483646 h 319"/>
                  <a:gd name="T12" fmla="*/ 2147483646 w 447"/>
                  <a:gd name="T13" fmla="*/ 2147483646 h 319"/>
                  <a:gd name="T14" fmla="*/ 2147483646 w 447"/>
                  <a:gd name="T15" fmla="*/ 2147483646 h 319"/>
                  <a:gd name="T16" fmla="*/ 2147483646 w 447"/>
                  <a:gd name="T17" fmla="*/ 2147483646 h 319"/>
                  <a:gd name="T18" fmla="*/ 2147483646 w 447"/>
                  <a:gd name="T19" fmla="*/ 2147483646 h 319"/>
                  <a:gd name="T20" fmla="*/ 2147483646 w 447"/>
                  <a:gd name="T21" fmla="*/ 2147483646 h 319"/>
                  <a:gd name="T22" fmla="*/ 2147483646 w 447"/>
                  <a:gd name="T23" fmla="*/ 2147483646 h 319"/>
                  <a:gd name="T24" fmla="*/ 2147483646 w 447"/>
                  <a:gd name="T25" fmla="*/ 2147483646 h 319"/>
                  <a:gd name="T26" fmla="*/ 2147483646 w 447"/>
                  <a:gd name="T27" fmla="*/ 2147483646 h 319"/>
                  <a:gd name="T28" fmla="*/ 2147483646 w 447"/>
                  <a:gd name="T29" fmla="*/ 2147483646 h 319"/>
                  <a:gd name="T30" fmla="*/ 2147483646 w 447"/>
                  <a:gd name="T31" fmla="*/ 2147483646 h 319"/>
                  <a:gd name="T32" fmla="*/ 2147483646 w 447"/>
                  <a:gd name="T33" fmla="*/ 2147483646 h 319"/>
                  <a:gd name="T34" fmla="*/ 2147483646 w 447"/>
                  <a:gd name="T35" fmla="*/ 2147483646 h 319"/>
                  <a:gd name="T36" fmla="*/ 2147483646 w 447"/>
                  <a:gd name="T37" fmla="*/ 2147483646 h 3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47"/>
                  <a:gd name="T58" fmla="*/ 0 h 319"/>
                  <a:gd name="T59" fmla="*/ 447 w 447"/>
                  <a:gd name="T60" fmla="*/ 319 h 3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47" h="319">
                    <a:moveTo>
                      <a:pt x="104" y="319"/>
                    </a:moveTo>
                    <a:cubicBezTo>
                      <a:pt x="63" y="319"/>
                      <a:pt x="31" y="306"/>
                      <a:pt x="16" y="281"/>
                    </a:cubicBezTo>
                    <a:cubicBezTo>
                      <a:pt x="0" y="252"/>
                      <a:pt x="7" y="213"/>
                      <a:pt x="36" y="171"/>
                    </a:cubicBezTo>
                    <a:cubicBezTo>
                      <a:pt x="65" y="130"/>
                      <a:pt x="110" y="90"/>
                      <a:pt x="165" y="59"/>
                    </a:cubicBezTo>
                    <a:cubicBezTo>
                      <a:pt x="219" y="28"/>
                      <a:pt x="276" y="8"/>
                      <a:pt x="325" y="4"/>
                    </a:cubicBezTo>
                    <a:cubicBezTo>
                      <a:pt x="377" y="0"/>
                      <a:pt x="414" y="13"/>
                      <a:pt x="431" y="41"/>
                    </a:cubicBezTo>
                    <a:cubicBezTo>
                      <a:pt x="447" y="70"/>
                      <a:pt x="440" y="109"/>
                      <a:pt x="410" y="151"/>
                    </a:cubicBezTo>
                    <a:cubicBezTo>
                      <a:pt x="382" y="192"/>
                      <a:pt x="337" y="232"/>
                      <a:pt x="282" y="263"/>
                    </a:cubicBezTo>
                    <a:cubicBezTo>
                      <a:pt x="218" y="300"/>
                      <a:pt x="154" y="319"/>
                      <a:pt x="104" y="319"/>
                    </a:cubicBezTo>
                    <a:close/>
                    <a:moveTo>
                      <a:pt x="343" y="21"/>
                    </a:moveTo>
                    <a:cubicBezTo>
                      <a:pt x="338" y="21"/>
                      <a:pt x="333" y="21"/>
                      <a:pt x="327" y="22"/>
                    </a:cubicBezTo>
                    <a:cubicBezTo>
                      <a:pt x="280" y="26"/>
                      <a:pt x="226" y="44"/>
                      <a:pt x="174" y="75"/>
                    </a:cubicBezTo>
                    <a:cubicBezTo>
                      <a:pt x="174" y="75"/>
                      <a:pt x="174" y="75"/>
                      <a:pt x="174" y="75"/>
                    </a:cubicBezTo>
                    <a:cubicBezTo>
                      <a:pt x="121" y="105"/>
                      <a:pt x="78" y="142"/>
                      <a:pt x="51" y="181"/>
                    </a:cubicBezTo>
                    <a:cubicBezTo>
                      <a:pt x="26" y="217"/>
                      <a:pt x="19" y="250"/>
                      <a:pt x="32" y="272"/>
                    </a:cubicBezTo>
                    <a:cubicBezTo>
                      <a:pt x="59" y="319"/>
                      <a:pt x="169" y="307"/>
                      <a:pt x="273" y="247"/>
                    </a:cubicBezTo>
                    <a:cubicBezTo>
                      <a:pt x="326" y="217"/>
                      <a:pt x="369" y="180"/>
                      <a:pt x="396" y="141"/>
                    </a:cubicBezTo>
                    <a:cubicBezTo>
                      <a:pt x="421" y="105"/>
                      <a:pt x="428" y="72"/>
                      <a:pt x="415" y="50"/>
                    </a:cubicBezTo>
                    <a:cubicBezTo>
                      <a:pt x="404" y="31"/>
                      <a:pt x="379" y="21"/>
                      <a:pt x="343" y="21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5" name="Freeform 181"/>
              <p:cNvSpPr>
                <a:spLocks/>
              </p:cNvSpPr>
              <p:nvPr/>
            </p:nvSpPr>
            <p:spPr bwMode="gray">
              <a:xfrm>
                <a:off x="1655763" y="1893888"/>
                <a:ext cx="111125" cy="169863"/>
              </a:xfrm>
              <a:custGeom>
                <a:avLst/>
                <a:gdLst>
                  <a:gd name="T0" fmla="*/ 2147483646 w 83"/>
                  <a:gd name="T1" fmla="*/ 2147483646 h 127"/>
                  <a:gd name="T2" fmla="*/ 2147483646 w 83"/>
                  <a:gd name="T3" fmla="*/ 2147483646 h 127"/>
                  <a:gd name="T4" fmla="*/ 2147483646 w 83"/>
                  <a:gd name="T5" fmla="*/ 2147483646 h 127"/>
                  <a:gd name="T6" fmla="*/ 2147483646 w 83"/>
                  <a:gd name="T7" fmla="*/ 2147483646 h 127"/>
                  <a:gd name="T8" fmla="*/ 2147483646 w 83"/>
                  <a:gd name="T9" fmla="*/ 2147483646 h 127"/>
                  <a:gd name="T10" fmla="*/ 2147483646 w 83"/>
                  <a:gd name="T11" fmla="*/ 2147483646 h 127"/>
                  <a:gd name="T12" fmla="*/ 2147483646 w 83"/>
                  <a:gd name="T13" fmla="*/ 2147483646 h 127"/>
                  <a:gd name="T14" fmla="*/ 2147483646 w 83"/>
                  <a:gd name="T15" fmla="*/ 2147483646 h 127"/>
                  <a:gd name="T16" fmla="*/ 0 w 83"/>
                  <a:gd name="T17" fmla="*/ 2147483646 h 127"/>
                  <a:gd name="T18" fmla="*/ 2147483646 w 83"/>
                  <a:gd name="T19" fmla="*/ 0 h 127"/>
                  <a:gd name="T20" fmla="*/ 2147483646 w 83"/>
                  <a:gd name="T21" fmla="*/ 0 h 127"/>
                  <a:gd name="T22" fmla="*/ 2147483646 w 83"/>
                  <a:gd name="T23" fmla="*/ 2147483646 h 127"/>
                  <a:gd name="T24" fmla="*/ 2147483646 w 83"/>
                  <a:gd name="T25" fmla="*/ 2147483646 h 127"/>
                  <a:gd name="T26" fmla="*/ 2147483646 w 83"/>
                  <a:gd name="T27" fmla="*/ 2147483646 h 127"/>
                  <a:gd name="T28" fmla="*/ 2147483646 w 83"/>
                  <a:gd name="T29" fmla="*/ 2147483646 h 127"/>
                  <a:gd name="T30" fmla="*/ 2147483646 w 83"/>
                  <a:gd name="T31" fmla="*/ 2147483646 h 127"/>
                  <a:gd name="T32" fmla="*/ 2147483646 w 83"/>
                  <a:gd name="T33" fmla="*/ 2147483646 h 127"/>
                  <a:gd name="T34" fmla="*/ 2147483646 w 83"/>
                  <a:gd name="T35" fmla="*/ 2147483646 h 127"/>
                  <a:gd name="T36" fmla="*/ 2147483646 w 83"/>
                  <a:gd name="T37" fmla="*/ 2147483646 h 12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83"/>
                  <a:gd name="T58" fmla="*/ 0 h 127"/>
                  <a:gd name="T59" fmla="*/ 83 w 83"/>
                  <a:gd name="T60" fmla="*/ 127 h 127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83" h="127">
                    <a:moveTo>
                      <a:pt x="46" y="127"/>
                    </a:moveTo>
                    <a:cubicBezTo>
                      <a:pt x="13" y="127"/>
                      <a:pt x="13" y="127"/>
                      <a:pt x="13" y="127"/>
                    </a:cubicBezTo>
                    <a:cubicBezTo>
                      <a:pt x="8" y="127"/>
                      <a:pt x="4" y="123"/>
                      <a:pt x="4" y="118"/>
                    </a:cubicBezTo>
                    <a:cubicBezTo>
                      <a:pt x="4" y="113"/>
                      <a:pt x="8" y="109"/>
                      <a:pt x="13" y="109"/>
                    </a:cubicBezTo>
                    <a:cubicBezTo>
                      <a:pt x="46" y="109"/>
                      <a:pt x="46" y="109"/>
                      <a:pt x="46" y="109"/>
                    </a:cubicBezTo>
                    <a:cubicBezTo>
                      <a:pt x="56" y="109"/>
                      <a:pt x="65" y="100"/>
                      <a:pt x="65" y="90"/>
                    </a:cubicBezTo>
                    <a:cubicBezTo>
                      <a:pt x="65" y="80"/>
                      <a:pt x="56" y="72"/>
                      <a:pt x="46" y="72"/>
                    </a:cubicBezTo>
                    <a:cubicBezTo>
                      <a:pt x="37" y="72"/>
                      <a:pt x="37" y="72"/>
                      <a:pt x="37" y="72"/>
                    </a:cubicBezTo>
                    <a:cubicBezTo>
                      <a:pt x="17" y="72"/>
                      <a:pt x="0" y="56"/>
                      <a:pt x="0" y="36"/>
                    </a:cubicBezTo>
                    <a:cubicBezTo>
                      <a:pt x="0" y="16"/>
                      <a:pt x="17" y="0"/>
                      <a:pt x="37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74" y="0"/>
                      <a:pt x="78" y="4"/>
                      <a:pt x="78" y="9"/>
                    </a:cubicBezTo>
                    <a:cubicBezTo>
                      <a:pt x="78" y="14"/>
                      <a:pt x="74" y="18"/>
                      <a:pt x="69" y="18"/>
                    </a:cubicBezTo>
                    <a:cubicBezTo>
                      <a:pt x="37" y="18"/>
                      <a:pt x="37" y="18"/>
                      <a:pt x="37" y="18"/>
                    </a:cubicBezTo>
                    <a:cubicBezTo>
                      <a:pt x="27" y="18"/>
                      <a:pt x="18" y="26"/>
                      <a:pt x="18" y="36"/>
                    </a:cubicBezTo>
                    <a:cubicBezTo>
                      <a:pt x="18" y="46"/>
                      <a:pt x="27" y="54"/>
                      <a:pt x="37" y="5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66" y="54"/>
                      <a:pt x="83" y="70"/>
                      <a:pt x="83" y="90"/>
                    </a:cubicBezTo>
                    <a:cubicBezTo>
                      <a:pt x="83" y="110"/>
                      <a:pt x="66" y="127"/>
                      <a:pt x="46" y="12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6" name="Freeform 182"/>
              <p:cNvSpPr>
                <a:spLocks/>
              </p:cNvSpPr>
              <p:nvPr/>
            </p:nvSpPr>
            <p:spPr bwMode="gray">
              <a:xfrm>
                <a:off x="1698626" y="1874838"/>
                <a:ext cx="23813" cy="207963"/>
              </a:xfrm>
              <a:custGeom>
                <a:avLst/>
                <a:gdLst>
                  <a:gd name="T0" fmla="*/ 2147483646 w 18"/>
                  <a:gd name="T1" fmla="*/ 2147483646 h 155"/>
                  <a:gd name="T2" fmla="*/ 0 w 18"/>
                  <a:gd name="T3" fmla="*/ 2147483646 h 155"/>
                  <a:gd name="T4" fmla="*/ 0 w 18"/>
                  <a:gd name="T5" fmla="*/ 2147483646 h 155"/>
                  <a:gd name="T6" fmla="*/ 2147483646 w 18"/>
                  <a:gd name="T7" fmla="*/ 0 h 155"/>
                  <a:gd name="T8" fmla="*/ 2147483646 w 18"/>
                  <a:gd name="T9" fmla="*/ 2147483646 h 155"/>
                  <a:gd name="T10" fmla="*/ 2147483646 w 18"/>
                  <a:gd name="T11" fmla="*/ 2147483646 h 155"/>
                  <a:gd name="T12" fmla="*/ 2147483646 w 18"/>
                  <a:gd name="T13" fmla="*/ 2147483646 h 1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155"/>
                  <a:gd name="T23" fmla="*/ 18 w 18"/>
                  <a:gd name="T24" fmla="*/ 155 h 15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155">
                    <a:moveTo>
                      <a:pt x="9" y="155"/>
                    </a:moveTo>
                    <a:cubicBezTo>
                      <a:pt x="4" y="155"/>
                      <a:pt x="0" y="151"/>
                      <a:pt x="0" y="14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4" y="0"/>
                      <a:pt x="18" y="4"/>
                      <a:pt x="18" y="9"/>
                    </a:cubicBezTo>
                    <a:cubicBezTo>
                      <a:pt x="18" y="146"/>
                      <a:pt x="18" y="146"/>
                      <a:pt x="18" y="146"/>
                    </a:cubicBezTo>
                    <a:cubicBezTo>
                      <a:pt x="18" y="151"/>
                      <a:pt x="14" y="155"/>
                      <a:pt x="9" y="155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401" name="组合 400"/>
          <p:cNvGrpSpPr/>
          <p:nvPr/>
        </p:nvGrpSpPr>
        <p:grpSpPr bwMode="gray">
          <a:xfrm>
            <a:off x="2284299" y="4977359"/>
            <a:ext cx="543739" cy="799470"/>
            <a:chOff x="2151446" y="5125937"/>
            <a:chExt cx="543739" cy="799470"/>
          </a:xfrm>
        </p:grpSpPr>
        <p:grpSp>
          <p:nvGrpSpPr>
            <p:cNvPr id="367" name="组合 171"/>
            <p:cNvGrpSpPr>
              <a:grpSpLocks/>
            </p:cNvGrpSpPr>
            <p:nvPr/>
          </p:nvGrpSpPr>
          <p:grpSpPr bwMode="gray">
            <a:xfrm>
              <a:off x="2212507" y="5464174"/>
              <a:ext cx="421618" cy="461233"/>
              <a:chOff x="5334000" y="2203450"/>
              <a:chExt cx="631825" cy="693738"/>
            </a:xfrm>
          </p:grpSpPr>
          <p:sp>
            <p:nvSpPr>
              <p:cNvPr id="368" name="Freeform 123"/>
              <p:cNvSpPr>
                <a:spLocks/>
              </p:cNvSpPr>
              <p:nvPr/>
            </p:nvSpPr>
            <p:spPr bwMode="gray">
              <a:xfrm>
                <a:off x="5334000" y="2203450"/>
                <a:ext cx="631825" cy="693738"/>
              </a:xfrm>
              <a:custGeom>
                <a:avLst/>
                <a:gdLst>
                  <a:gd name="T0" fmla="*/ 2147483646 w 1509"/>
                  <a:gd name="T1" fmla="*/ 2147483646 h 1651"/>
                  <a:gd name="T2" fmla="*/ 2147483646 w 1509"/>
                  <a:gd name="T3" fmla="*/ 2147483646 h 1651"/>
                  <a:gd name="T4" fmla="*/ 2147483646 w 1509"/>
                  <a:gd name="T5" fmla="*/ 2147483646 h 1651"/>
                  <a:gd name="T6" fmla="*/ 2147483646 w 1509"/>
                  <a:gd name="T7" fmla="*/ 2147483646 h 1651"/>
                  <a:gd name="T8" fmla="*/ 2147483646 w 1509"/>
                  <a:gd name="T9" fmla="*/ 2147483646 h 1651"/>
                  <a:gd name="T10" fmla="*/ 2147483646 w 1509"/>
                  <a:gd name="T11" fmla="*/ 2147483646 h 1651"/>
                  <a:gd name="T12" fmla="*/ 2147483646 w 1509"/>
                  <a:gd name="T13" fmla="*/ 2147483646 h 1651"/>
                  <a:gd name="T14" fmla="*/ 2147483646 w 1509"/>
                  <a:gd name="T15" fmla="*/ 2147483646 h 1651"/>
                  <a:gd name="T16" fmla="*/ 2147483646 w 1509"/>
                  <a:gd name="T17" fmla="*/ 0 h 1651"/>
                  <a:gd name="T18" fmla="*/ 2147483646 w 1509"/>
                  <a:gd name="T19" fmla="*/ 2147483646 h 1651"/>
                  <a:gd name="T20" fmla="*/ 2147483646 w 1509"/>
                  <a:gd name="T21" fmla="*/ 2147483646 h 1651"/>
                  <a:gd name="T22" fmla="*/ 2147483646 w 1509"/>
                  <a:gd name="T23" fmla="*/ 2147483646 h 1651"/>
                  <a:gd name="T24" fmla="*/ 2147483646 w 1509"/>
                  <a:gd name="T25" fmla="*/ 2147483646 h 1651"/>
                  <a:gd name="T26" fmla="*/ 2147483646 w 1509"/>
                  <a:gd name="T27" fmla="*/ 2147483646 h 1651"/>
                  <a:gd name="T28" fmla="*/ 2147483646 w 1509"/>
                  <a:gd name="T29" fmla="*/ 2147483646 h 1651"/>
                  <a:gd name="T30" fmla="*/ 0 w 1509"/>
                  <a:gd name="T31" fmla="*/ 2147483646 h 1651"/>
                  <a:gd name="T32" fmla="*/ 2147483646 w 1509"/>
                  <a:gd name="T33" fmla="*/ 2147483646 h 1651"/>
                  <a:gd name="T34" fmla="*/ 2147483646 w 1509"/>
                  <a:gd name="T35" fmla="*/ 2147483646 h 1651"/>
                  <a:gd name="T36" fmla="*/ 0 w 1509"/>
                  <a:gd name="T37" fmla="*/ 2147483646 h 1651"/>
                  <a:gd name="T38" fmla="*/ 2147483646 w 1509"/>
                  <a:gd name="T39" fmla="*/ 2147483646 h 1651"/>
                  <a:gd name="T40" fmla="*/ 2147483646 w 1509"/>
                  <a:gd name="T41" fmla="*/ 2147483646 h 1651"/>
                  <a:gd name="T42" fmla="*/ 2147483646 w 1509"/>
                  <a:gd name="T43" fmla="*/ 2147483646 h 1651"/>
                  <a:gd name="T44" fmla="*/ 2147483646 w 1509"/>
                  <a:gd name="T45" fmla="*/ 2147483646 h 1651"/>
                  <a:gd name="T46" fmla="*/ 2147483646 w 1509"/>
                  <a:gd name="T47" fmla="*/ 2147483646 h 1651"/>
                  <a:gd name="T48" fmla="*/ 2147483646 w 1509"/>
                  <a:gd name="T49" fmla="*/ 2147483646 h 1651"/>
                  <a:gd name="T50" fmla="*/ 2147483646 w 1509"/>
                  <a:gd name="T51" fmla="*/ 2147483646 h 1651"/>
                  <a:gd name="T52" fmla="*/ 2147483646 w 1509"/>
                  <a:gd name="T53" fmla="*/ 2147483646 h 1651"/>
                  <a:gd name="T54" fmla="*/ 2147483646 w 1509"/>
                  <a:gd name="T55" fmla="*/ 2147483646 h 1651"/>
                  <a:gd name="T56" fmla="*/ 2147483646 w 1509"/>
                  <a:gd name="T57" fmla="*/ 2147483646 h 1651"/>
                  <a:gd name="T58" fmla="*/ 2147483646 w 1509"/>
                  <a:gd name="T59" fmla="*/ 2147483646 h 1651"/>
                  <a:gd name="T60" fmla="*/ 2147483646 w 1509"/>
                  <a:gd name="T61" fmla="*/ 2147483646 h 1651"/>
                  <a:gd name="T62" fmla="*/ 2147483646 w 1509"/>
                  <a:gd name="T63" fmla="*/ 2147483646 h 1651"/>
                  <a:gd name="T64" fmla="*/ 2147483646 w 1509"/>
                  <a:gd name="T65" fmla="*/ 2147483646 h 1651"/>
                  <a:gd name="T66" fmla="*/ 2147483646 w 1509"/>
                  <a:gd name="T67" fmla="*/ 2147483646 h 1651"/>
                  <a:gd name="T68" fmla="*/ 2147483646 w 1509"/>
                  <a:gd name="T69" fmla="*/ 2147483646 h 1651"/>
                  <a:gd name="T70" fmla="*/ 2147483646 w 1509"/>
                  <a:gd name="T71" fmla="*/ 2147483646 h 1651"/>
                  <a:gd name="T72" fmla="*/ 2147483646 w 1509"/>
                  <a:gd name="T73" fmla="*/ 2147483646 h 1651"/>
                  <a:gd name="T74" fmla="*/ 2147483646 w 1509"/>
                  <a:gd name="T75" fmla="*/ 2147483646 h 1651"/>
                  <a:gd name="T76" fmla="*/ 2147483646 w 1509"/>
                  <a:gd name="T77" fmla="*/ 2147483646 h 1651"/>
                  <a:gd name="T78" fmla="*/ 2147483646 w 1509"/>
                  <a:gd name="T79" fmla="*/ 2147483646 h 1651"/>
                  <a:gd name="T80" fmla="*/ 2147483646 w 1509"/>
                  <a:gd name="T81" fmla="*/ 2147483646 h 1651"/>
                  <a:gd name="T82" fmla="*/ 2147483646 w 1509"/>
                  <a:gd name="T83" fmla="*/ 2147483646 h 1651"/>
                  <a:gd name="T84" fmla="*/ 2147483646 w 1509"/>
                  <a:gd name="T85" fmla="*/ 2147483646 h 1651"/>
                  <a:gd name="T86" fmla="*/ 2147483646 w 1509"/>
                  <a:gd name="T87" fmla="*/ 2147483646 h 1651"/>
                  <a:gd name="T88" fmla="*/ 2147483646 w 1509"/>
                  <a:gd name="T89" fmla="*/ 2147483646 h 1651"/>
                  <a:gd name="T90" fmla="*/ 2147483646 w 1509"/>
                  <a:gd name="T91" fmla="*/ 2147483646 h 1651"/>
                  <a:gd name="T92" fmla="*/ 2147483646 w 1509"/>
                  <a:gd name="T93" fmla="*/ 2147483646 h 1651"/>
                  <a:gd name="T94" fmla="*/ 2147483646 w 1509"/>
                  <a:gd name="T95" fmla="*/ 2147483646 h 1651"/>
                  <a:gd name="T96" fmla="*/ 2147483646 w 1509"/>
                  <a:gd name="T97" fmla="*/ 2147483646 h 1651"/>
                  <a:gd name="T98" fmla="*/ 2147483646 w 1509"/>
                  <a:gd name="T99" fmla="*/ 2147483646 h 165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509"/>
                  <a:gd name="T151" fmla="*/ 0 h 1651"/>
                  <a:gd name="T152" fmla="*/ 1509 w 1509"/>
                  <a:gd name="T153" fmla="*/ 1651 h 165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509" h="1651">
                    <a:moveTo>
                      <a:pt x="1475" y="987"/>
                    </a:moveTo>
                    <a:lnTo>
                      <a:pt x="1475" y="987"/>
                    </a:lnTo>
                    <a:cubicBezTo>
                      <a:pt x="1494" y="987"/>
                      <a:pt x="1509" y="972"/>
                      <a:pt x="1509" y="954"/>
                    </a:cubicBezTo>
                    <a:lnTo>
                      <a:pt x="1509" y="847"/>
                    </a:lnTo>
                    <a:cubicBezTo>
                      <a:pt x="1509" y="831"/>
                      <a:pt x="1497" y="817"/>
                      <a:pt x="1481" y="814"/>
                    </a:cubicBezTo>
                    <a:lnTo>
                      <a:pt x="1160" y="756"/>
                    </a:lnTo>
                    <a:lnTo>
                      <a:pt x="1160" y="661"/>
                    </a:lnTo>
                    <a:lnTo>
                      <a:pt x="1177" y="661"/>
                    </a:lnTo>
                    <a:cubicBezTo>
                      <a:pt x="1195" y="661"/>
                      <a:pt x="1210" y="646"/>
                      <a:pt x="1210" y="628"/>
                    </a:cubicBezTo>
                    <a:lnTo>
                      <a:pt x="1210" y="520"/>
                    </a:lnTo>
                    <a:cubicBezTo>
                      <a:pt x="1210" y="501"/>
                      <a:pt x="1195" y="486"/>
                      <a:pt x="1177" y="486"/>
                    </a:cubicBezTo>
                    <a:lnTo>
                      <a:pt x="1153" y="486"/>
                    </a:lnTo>
                    <a:cubicBezTo>
                      <a:pt x="1103" y="295"/>
                      <a:pt x="956" y="218"/>
                      <a:pt x="897" y="195"/>
                    </a:cubicBezTo>
                    <a:lnTo>
                      <a:pt x="897" y="173"/>
                    </a:lnTo>
                    <a:cubicBezTo>
                      <a:pt x="897" y="154"/>
                      <a:pt x="882" y="139"/>
                      <a:pt x="863" y="139"/>
                    </a:cubicBezTo>
                    <a:lnTo>
                      <a:pt x="827" y="139"/>
                    </a:lnTo>
                    <a:lnTo>
                      <a:pt x="786" y="23"/>
                    </a:lnTo>
                    <a:cubicBezTo>
                      <a:pt x="781" y="9"/>
                      <a:pt x="769" y="0"/>
                      <a:pt x="754" y="0"/>
                    </a:cubicBezTo>
                    <a:cubicBezTo>
                      <a:pt x="740" y="0"/>
                      <a:pt x="728" y="9"/>
                      <a:pt x="723" y="23"/>
                    </a:cubicBezTo>
                    <a:lnTo>
                      <a:pt x="682" y="139"/>
                    </a:lnTo>
                    <a:lnTo>
                      <a:pt x="645" y="139"/>
                    </a:lnTo>
                    <a:cubicBezTo>
                      <a:pt x="627" y="139"/>
                      <a:pt x="612" y="154"/>
                      <a:pt x="612" y="173"/>
                    </a:cubicBezTo>
                    <a:lnTo>
                      <a:pt x="612" y="195"/>
                    </a:lnTo>
                    <a:cubicBezTo>
                      <a:pt x="553" y="218"/>
                      <a:pt x="406" y="295"/>
                      <a:pt x="356" y="486"/>
                    </a:cubicBezTo>
                    <a:lnTo>
                      <a:pt x="332" y="486"/>
                    </a:lnTo>
                    <a:cubicBezTo>
                      <a:pt x="314" y="486"/>
                      <a:pt x="299" y="501"/>
                      <a:pt x="299" y="520"/>
                    </a:cubicBezTo>
                    <a:lnTo>
                      <a:pt x="299" y="628"/>
                    </a:lnTo>
                    <a:cubicBezTo>
                      <a:pt x="299" y="646"/>
                      <a:pt x="314" y="661"/>
                      <a:pt x="332" y="661"/>
                    </a:cubicBezTo>
                    <a:lnTo>
                      <a:pt x="349" y="661"/>
                    </a:lnTo>
                    <a:lnTo>
                      <a:pt x="349" y="756"/>
                    </a:lnTo>
                    <a:lnTo>
                      <a:pt x="28" y="814"/>
                    </a:lnTo>
                    <a:cubicBezTo>
                      <a:pt x="12" y="817"/>
                      <a:pt x="0" y="831"/>
                      <a:pt x="0" y="847"/>
                    </a:cubicBezTo>
                    <a:lnTo>
                      <a:pt x="0" y="954"/>
                    </a:lnTo>
                    <a:cubicBezTo>
                      <a:pt x="0" y="972"/>
                      <a:pt x="15" y="987"/>
                      <a:pt x="34" y="987"/>
                    </a:cubicBezTo>
                    <a:lnTo>
                      <a:pt x="84" y="987"/>
                    </a:lnTo>
                    <a:lnTo>
                      <a:pt x="84" y="1437"/>
                    </a:lnTo>
                    <a:lnTo>
                      <a:pt x="34" y="1437"/>
                    </a:lnTo>
                    <a:cubicBezTo>
                      <a:pt x="15" y="1437"/>
                      <a:pt x="0" y="1452"/>
                      <a:pt x="0" y="1471"/>
                    </a:cubicBezTo>
                    <a:lnTo>
                      <a:pt x="0" y="1582"/>
                    </a:lnTo>
                    <a:cubicBezTo>
                      <a:pt x="0" y="1600"/>
                      <a:pt x="15" y="1615"/>
                      <a:pt x="34" y="1615"/>
                    </a:cubicBezTo>
                    <a:lnTo>
                      <a:pt x="965" y="1615"/>
                    </a:lnTo>
                    <a:cubicBezTo>
                      <a:pt x="977" y="1637"/>
                      <a:pt x="999" y="1651"/>
                      <a:pt x="1026" y="1651"/>
                    </a:cubicBezTo>
                    <a:cubicBezTo>
                      <a:pt x="1064" y="1651"/>
                      <a:pt x="1095" y="1620"/>
                      <a:pt x="1095" y="1582"/>
                    </a:cubicBezTo>
                    <a:cubicBezTo>
                      <a:pt x="1095" y="1544"/>
                      <a:pt x="1064" y="1513"/>
                      <a:pt x="1026" y="1513"/>
                    </a:cubicBezTo>
                    <a:cubicBezTo>
                      <a:pt x="999" y="1513"/>
                      <a:pt x="977" y="1527"/>
                      <a:pt x="965" y="1549"/>
                    </a:cubicBezTo>
                    <a:lnTo>
                      <a:pt x="67" y="1549"/>
                    </a:lnTo>
                    <a:lnTo>
                      <a:pt x="67" y="1504"/>
                    </a:lnTo>
                    <a:lnTo>
                      <a:pt x="117" y="1504"/>
                    </a:lnTo>
                    <a:cubicBezTo>
                      <a:pt x="136" y="1504"/>
                      <a:pt x="151" y="1489"/>
                      <a:pt x="151" y="1471"/>
                    </a:cubicBezTo>
                    <a:lnTo>
                      <a:pt x="151" y="954"/>
                    </a:lnTo>
                    <a:cubicBezTo>
                      <a:pt x="151" y="935"/>
                      <a:pt x="136" y="921"/>
                      <a:pt x="117" y="921"/>
                    </a:cubicBezTo>
                    <a:lnTo>
                      <a:pt x="67" y="921"/>
                    </a:lnTo>
                    <a:lnTo>
                      <a:pt x="67" y="875"/>
                    </a:lnTo>
                    <a:lnTo>
                      <a:pt x="388" y="816"/>
                    </a:lnTo>
                    <a:cubicBezTo>
                      <a:pt x="404" y="813"/>
                      <a:pt x="416" y="799"/>
                      <a:pt x="416" y="783"/>
                    </a:cubicBezTo>
                    <a:lnTo>
                      <a:pt x="416" y="628"/>
                    </a:lnTo>
                    <a:cubicBezTo>
                      <a:pt x="416" y="609"/>
                      <a:pt x="401" y="594"/>
                      <a:pt x="382" y="594"/>
                    </a:cubicBezTo>
                    <a:lnTo>
                      <a:pt x="366" y="594"/>
                    </a:lnTo>
                    <a:lnTo>
                      <a:pt x="366" y="553"/>
                    </a:lnTo>
                    <a:lnTo>
                      <a:pt x="382" y="553"/>
                    </a:lnTo>
                    <a:cubicBezTo>
                      <a:pt x="398" y="553"/>
                      <a:pt x="412" y="542"/>
                      <a:pt x="415" y="526"/>
                    </a:cubicBezTo>
                    <a:cubicBezTo>
                      <a:pt x="459" y="309"/>
                      <a:pt x="646" y="253"/>
                      <a:pt x="654" y="251"/>
                    </a:cubicBezTo>
                    <a:cubicBezTo>
                      <a:pt x="669" y="247"/>
                      <a:pt x="679" y="234"/>
                      <a:pt x="679" y="219"/>
                    </a:cubicBezTo>
                    <a:lnTo>
                      <a:pt x="679" y="206"/>
                    </a:lnTo>
                    <a:lnTo>
                      <a:pt x="706" y="206"/>
                    </a:lnTo>
                    <a:cubicBezTo>
                      <a:pt x="720" y="206"/>
                      <a:pt x="733" y="197"/>
                      <a:pt x="737" y="184"/>
                    </a:cubicBezTo>
                    <a:lnTo>
                      <a:pt x="754" y="134"/>
                    </a:lnTo>
                    <a:lnTo>
                      <a:pt x="772" y="184"/>
                    </a:lnTo>
                    <a:cubicBezTo>
                      <a:pt x="776" y="197"/>
                      <a:pt x="789" y="206"/>
                      <a:pt x="803" y="206"/>
                    </a:cubicBezTo>
                    <a:lnTo>
                      <a:pt x="830" y="206"/>
                    </a:lnTo>
                    <a:lnTo>
                      <a:pt x="830" y="219"/>
                    </a:lnTo>
                    <a:cubicBezTo>
                      <a:pt x="830" y="234"/>
                      <a:pt x="840" y="247"/>
                      <a:pt x="855" y="251"/>
                    </a:cubicBezTo>
                    <a:cubicBezTo>
                      <a:pt x="857" y="251"/>
                      <a:pt x="1050" y="307"/>
                      <a:pt x="1094" y="526"/>
                    </a:cubicBezTo>
                    <a:cubicBezTo>
                      <a:pt x="1097" y="542"/>
                      <a:pt x="1111" y="553"/>
                      <a:pt x="1127" y="553"/>
                    </a:cubicBezTo>
                    <a:lnTo>
                      <a:pt x="1143" y="553"/>
                    </a:lnTo>
                    <a:lnTo>
                      <a:pt x="1143" y="594"/>
                    </a:lnTo>
                    <a:lnTo>
                      <a:pt x="1127" y="594"/>
                    </a:lnTo>
                    <a:cubicBezTo>
                      <a:pt x="1108" y="594"/>
                      <a:pt x="1093" y="609"/>
                      <a:pt x="1093" y="628"/>
                    </a:cubicBezTo>
                    <a:lnTo>
                      <a:pt x="1093" y="783"/>
                    </a:lnTo>
                    <a:cubicBezTo>
                      <a:pt x="1093" y="799"/>
                      <a:pt x="1105" y="813"/>
                      <a:pt x="1121" y="816"/>
                    </a:cubicBezTo>
                    <a:lnTo>
                      <a:pt x="1442" y="875"/>
                    </a:lnTo>
                    <a:lnTo>
                      <a:pt x="1442" y="921"/>
                    </a:lnTo>
                    <a:lnTo>
                      <a:pt x="1392" y="921"/>
                    </a:lnTo>
                    <a:cubicBezTo>
                      <a:pt x="1373" y="921"/>
                      <a:pt x="1358" y="935"/>
                      <a:pt x="1358" y="954"/>
                    </a:cubicBezTo>
                    <a:lnTo>
                      <a:pt x="1358" y="1471"/>
                    </a:lnTo>
                    <a:cubicBezTo>
                      <a:pt x="1358" y="1489"/>
                      <a:pt x="1373" y="1504"/>
                      <a:pt x="1392" y="1504"/>
                    </a:cubicBezTo>
                    <a:lnTo>
                      <a:pt x="1442" y="1504"/>
                    </a:lnTo>
                    <a:lnTo>
                      <a:pt x="1442" y="1549"/>
                    </a:lnTo>
                    <a:lnTo>
                      <a:pt x="1299" y="1549"/>
                    </a:lnTo>
                    <a:cubicBezTo>
                      <a:pt x="1287" y="1527"/>
                      <a:pt x="1265" y="1513"/>
                      <a:pt x="1239" y="1513"/>
                    </a:cubicBezTo>
                    <a:cubicBezTo>
                      <a:pt x="1200" y="1513"/>
                      <a:pt x="1169" y="1544"/>
                      <a:pt x="1169" y="1582"/>
                    </a:cubicBezTo>
                    <a:cubicBezTo>
                      <a:pt x="1169" y="1620"/>
                      <a:pt x="1200" y="1651"/>
                      <a:pt x="1239" y="1651"/>
                    </a:cubicBezTo>
                    <a:cubicBezTo>
                      <a:pt x="1265" y="1651"/>
                      <a:pt x="1287" y="1637"/>
                      <a:pt x="1299" y="1615"/>
                    </a:cubicBezTo>
                    <a:lnTo>
                      <a:pt x="1475" y="1615"/>
                    </a:lnTo>
                    <a:cubicBezTo>
                      <a:pt x="1494" y="1615"/>
                      <a:pt x="1509" y="1600"/>
                      <a:pt x="1509" y="1582"/>
                    </a:cubicBezTo>
                    <a:lnTo>
                      <a:pt x="1509" y="1471"/>
                    </a:lnTo>
                    <a:cubicBezTo>
                      <a:pt x="1509" y="1452"/>
                      <a:pt x="1494" y="1437"/>
                      <a:pt x="1475" y="1437"/>
                    </a:cubicBezTo>
                    <a:lnTo>
                      <a:pt x="1425" y="1437"/>
                    </a:lnTo>
                    <a:lnTo>
                      <a:pt x="1425" y="987"/>
                    </a:lnTo>
                    <a:lnTo>
                      <a:pt x="1475" y="987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9" name="Freeform 124"/>
              <p:cNvSpPr>
                <a:spLocks noEditPoints="1"/>
              </p:cNvSpPr>
              <p:nvPr/>
            </p:nvSpPr>
            <p:spPr bwMode="gray">
              <a:xfrm>
                <a:off x="5527675" y="2460625"/>
                <a:ext cx="74613" cy="74613"/>
              </a:xfrm>
              <a:custGeom>
                <a:avLst/>
                <a:gdLst>
                  <a:gd name="T0" fmla="*/ 2147483646 w 177"/>
                  <a:gd name="T1" fmla="*/ 2147483646 h 177"/>
                  <a:gd name="T2" fmla="*/ 2147483646 w 177"/>
                  <a:gd name="T3" fmla="*/ 2147483646 h 177"/>
                  <a:gd name="T4" fmla="*/ 2147483646 w 177"/>
                  <a:gd name="T5" fmla="*/ 2147483646 h 177"/>
                  <a:gd name="T6" fmla="*/ 2147483646 w 177"/>
                  <a:gd name="T7" fmla="*/ 2147483646 h 177"/>
                  <a:gd name="T8" fmla="*/ 2147483646 w 177"/>
                  <a:gd name="T9" fmla="*/ 2147483646 h 177"/>
                  <a:gd name="T10" fmla="*/ 2147483646 w 177"/>
                  <a:gd name="T11" fmla="*/ 2147483646 h 177"/>
                  <a:gd name="T12" fmla="*/ 2147483646 w 177"/>
                  <a:gd name="T13" fmla="*/ 2147483646 h 177"/>
                  <a:gd name="T14" fmla="*/ 2147483646 w 177"/>
                  <a:gd name="T15" fmla="*/ 2147483646 h 177"/>
                  <a:gd name="T16" fmla="*/ 2147483646 w 177"/>
                  <a:gd name="T17" fmla="*/ 2147483646 h 177"/>
                  <a:gd name="T18" fmla="*/ 2147483646 w 177"/>
                  <a:gd name="T19" fmla="*/ 2147483646 h 177"/>
                  <a:gd name="T20" fmla="*/ 2147483646 w 177"/>
                  <a:gd name="T21" fmla="*/ 0 h 177"/>
                  <a:gd name="T22" fmla="*/ 2147483646 w 177"/>
                  <a:gd name="T23" fmla="*/ 0 h 177"/>
                  <a:gd name="T24" fmla="*/ 0 w 177"/>
                  <a:gd name="T25" fmla="*/ 2147483646 h 177"/>
                  <a:gd name="T26" fmla="*/ 0 w 177"/>
                  <a:gd name="T27" fmla="*/ 2147483646 h 177"/>
                  <a:gd name="T28" fmla="*/ 2147483646 w 177"/>
                  <a:gd name="T29" fmla="*/ 2147483646 h 177"/>
                  <a:gd name="T30" fmla="*/ 2147483646 w 177"/>
                  <a:gd name="T31" fmla="*/ 2147483646 h 1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7"/>
                  <a:gd name="T49" fmla="*/ 0 h 177"/>
                  <a:gd name="T50" fmla="*/ 177 w 177"/>
                  <a:gd name="T51" fmla="*/ 177 h 17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7" h="177">
                    <a:moveTo>
                      <a:pt x="67" y="67"/>
                    </a:moveTo>
                    <a:lnTo>
                      <a:pt x="67" y="67"/>
                    </a:lnTo>
                    <a:lnTo>
                      <a:pt x="111" y="67"/>
                    </a:lnTo>
                    <a:lnTo>
                      <a:pt x="111" y="110"/>
                    </a:lnTo>
                    <a:lnTo>
                      <a:pt x="67" y="110"/>
                    </a:lnTo>
                    <a:lnTo>
                      <a:pt x="67" y="67"/>
                    </a:lnTo>
                    <a:close/>
                    <a:moveTo>
                      <a:pt x="144" y="177"/>
                    </a:moveTo>
                    <a:lnTo>
                      <a:pt x="144" y="177"/>
                    </a:lnTo>
                    <a:cubicBezTo>
                      <a:pt x="162" y="177"/>
                      <a:pt x="177" y="162"/>
                      <a:pt x="177" y="144"/>
                    </a:cubicBezTo>
                    <a:lnTo>
                      <a:pt x="177" y="34"/>
                    </a:lnTo>
                    <a:cubicBezTo>
                      <a:pt x="177" y="15"/>
                      <a:pt x="162" y="0"/>
                      <a:pt x="144" y="0"/>
                    </a:cubicBezTo>
                    <a:lnTo>
                      <a:pt x="34" y="0"/>
                    </a:lnTo>
                    <a:cubicBezTo>
                      <a:pt x="15" y="0"/>
                      <a:pt x="0" y="15"/>
                      <a:pt x="0" y="34"/>
                    </a:cubicBezTo>
                    <a:lnTo>
                      <a:pt x="0" y="144"/>
                    </a:lnTo>
                    <a:cubicBezTo>
                      <a:pt x="0" y="162"/>
                      <a:pt x="15" y="177"/>
                      <a:pt x="34" y="177"/>
                    </a:cubicBezTo>
                    <a:lnTo>
                      <a:pt x="144" y="177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0" name="Freeform 125"/>
              <p:cNvSpPr>
                <a:spLocks noEditPoints="1"/>
              </p:cNvSpPr>
              <p:nvPr/>
            </p:nvSpPr>
            <p:spPr bwMode="gray">
              <a:xfrm>
                <a:off x="5613400" y="2460625"/>
                <a:ext cx="73025" cy="74613"/>
              </a:xfrm>
              <a:custGeom>
                <a:avLst/>
                <a:gdLst>
                  <a:gd name="T0" fmla="*/ 2147483646 w 177"/>
                  <a:gd name="T1" fmla="*/ 2147483646 h 177"/>
                  <a:gd name="T2" fmla="*/ 2147483646 w 177"/>
                  <a:gd name="T3" fmla="*/ 2147483646 h 177"/>
                  <a:gd name="T4" fmla="*/ 2147483646 w 177"/>
                  <a:gd name="T5" fmla="*/ 2147483646 h 177"/>
                  <a:gd name="T6" fmla="*/ 2147483646 w 177"/>
                  <a:gd name="T7" fmla="*/ 2147483646 h 177"/>
                  <a:gd name="T8" fmla="*/ 2147483646 w 177"/>
                  <a:gd name="T9" fmla="*/ 2147483646 h 177"/>
                  <a:gd name="T10" fmla="*/ 2147483646 w 177"/>
                  <a:gd name="T11" fmla="*/ 2147483646 h 177"/>
                  <a:gd name="T12" fmla="*/ 2147483646 w 177"/>
                  <a:gd name="T13" fmla="*/ 2147483646 h 177"/>
                  <a:gd name="T14" fmla="*/ 2147483646 w 177"/>
                  <a:gd name="T15" fmla="*/ 2147483646 h 177"/>
                  <a:gd name="T16" fmla="*/ 2147483646 w 177"/>
                  <a:gd name="T17" fmla="*/ 2147483646 h 177"/>
                  <a:gd name="T18" fmla="*/ 2147483646 w 177"/>
                  <a:gd name="T19" fmla="*/ 2147483646 h 177"/>
                  <a:gd name="T20" fmla="*/ 2147483646 w 177"/>
                  <a:gd name="T21" fmla="*/ 0 h 177"/>
                  <a:gd name="T22" fmla="*/ 2147483646 w 177"/>
                  <a:gd name="T23" fmla="*/ 0 h 177"/>
                  <a:gd name="T24" fmla="*/ 0 w 177"/>
                  <a:gd name="T25" fmla="*/ 2147483646 h 177"/>
                  <a:gd name="T26" fmla="*/ 0 w 177"/>
                  <a:gd name="T27" fmla="*/ 2147483646 h 177"/>
                  <a:gd name="T28" fmla="*/ 2147483646 w 177"/>
                  <a:gd name="T29" fmla="*/ 2147483646 h 177"/>
                  <a:gd name="T30" fmla="*/ 2147483646 w 177"/>
                  <a:gd name="T31" fmla="*/ 2147483646 h 1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7"/>
                  <a:gd name="T49" fmla="*/ 0 h 177"/>
                  <a:gd name="T50" fmla="*/ 177 w 177"/>
                  <a:gd name="T51" fmla="*/ 177 h 17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7" h="177">
                    <a:moveTo>
                      <a:pt x="67" y="67"/>
                    </a:moveTo>
                    <a:lnTo>
                      <a:pt x="67" y="67"/>
                    </a:lnTo>
                    <a:lnTo>
                      <a:pt x="110" y="67"/>
                    </a:lnTo>
                    <a:lnTo>
                      <a:pt x="110" y="110"/>
                    </a:lnTo>
                    <a:lnTo>
                      <a:pt x="67" y="110"/>
                    </a:lnTo>
                    <a:lnTo>
                      <a:pt x="67" y="67"/>
                    </a:lnTo>
                    <a:close/>
                    <a:moveTo>
                      <a:pt x="144" y="177"/>
                    </a:moveTo>
                    <a:lnTo>
                      <a:pt x="144" y="177"/>
                    </a:lnTo>
                    <a:cubicBezTo>
                      <a:pt x="162" y="177"/>
                      <a:pt x="177" y="162"/>
                      <a:pt x="177" y="144"/>
                    </a:cubicBezTo>
                    <a:lnTo>
                      <a:pt x="177" y="34"/>
                    </a:lnTo>
                    <a:cubicBezTo>
                      <a:pt x="177" y="15"/>
                      <a:pt x="162" y="0"/>
                      <a:pt x="144" y="0"/>
                    </a:cubicBezTo>
                    <a:lnTo>
                      <a:pt x="33" y="0"/>
                    </a:lnTo>
                    <a:cubicBezTo>
                      <a:pt x="15" y="0"/>
                      <a:pt x="0" y="15"/>
                      <a:pt x="0" y="34"/>
                    </a:cubicBezTo>
                    <a:lnTo>
                      <a:pt x="0" y="144"/>
                    </a:lnTo>
                    <a:cubicBezTo>
                      <a:pt x="0" y="162"/>
                      <a:pt x="15" y="177"/>
                      <a:pt x="33" y="177"/>
                    </a:cubicBezTo>
                    <a:lnTo>
                      <a:pt x="144" y="177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1" name="Freeform 126"/>
              <p:cNvSpPr>
                <a:spLocks noEditPoints="1"/>
              </p:cNvSpPr>
              <p:nvPr/>
            </p:nvSpPr>
            <p:spPr bwMode="gray">
              <a:xfrm>
                <a:off x="5697538" y="2460625"/>
                <a:ext cx="73025" cy="74613"/>
              </a:xfrm>
              <a:custGeom>
                <a:avLst/>
                <a:gdLst>
                  <a:gd name="T0" fmla="*/ 2147483646 w 177"/>
                  <a:gd name="T1" fmla="*/ 2147483646 h 177"/>
                  <a:gd name="T2" fmla="*/ 2147483646 w 177"/>
                  <a:gd name="T3" fmla="*/ 2147483646 h 177"/>
                  <a:gd name="T4" fmla="*/ 2147483646 w 177"/>
                  <a:gd name="T5" fmla="*/ 2147483646 h 177"/>
                  <a:gd name="T6" fmla="*/ 2147483646 w 177"/>
                  <a:gd name="T7" fmla="*/ 2147483646 h 177"/>
                  <a:gd name="T8" fmla="*/ 2147483646 w 177"/>
                  <a:gd name="T9" fmla="*/ 2147483646 h 177"/>
                  <a:gd name="T10" fmla="*/ 2147483646 w 177"/>
                  <a:gd name="T11" fmla="*/ 2147483646 h 177"/>
                  <a:gd name="T12" fmla="*/ 2147483646 w 177"/>
                  <a:gd name="T13" fmla="*/ 2147483646 h 177"/>
                  <a:gd name="T14" fmla="*/ 2147483646 w 177"/>
                  <a:gd name="T15" fmla="*/ 2147483646 h 177"/>
                  <a:gd name="T16" fmla="*/ 2147483646 w 177"/>
                  <a:gd name="T17" fmla="*/ 2147483646 h 177"/>
                  <a:gd name="T18" fmla="*/ 2147483646 w 177"/>
                  <a:gd name="T19" fmla="*/ 2147483646 h 177"/>
                  <a:gd name="T20" fmla="*/ 2147483646 w 177"/>
                  <a:gd name="T21" fmla="*/ 0 h 177"/>
                  <a:gd name="T22" fmla="*/ 2147483646 w 177"/>
                  <a:gd name="T23" fmla="*/ 0 h 177"/>
                  <a:gd name="T24" fmla="*/ 0 w 177"/>
                  <a:gd name="T25" fmla="*/ 2147483646 h 177"/>
                  <a:gd name="T26" fmla="*/ 0 w 177"/>
                  <a:gd name="T27" fmla="*/ 2147483646 h 177"/>
                  <a:gd name="T28" fmla="*/ 2147483646 w 177"/>
                  <a:gd name="T29" fmla="*/ 2147483646 h 177"/>
                  <a:gd name="T30" fmla="*/ 2147483646 w 177"/>
                  <a:gd name="T31" fmla="*/ 2147483646 h 1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77"/>
                  <a:gd name="T49" fmla="*/ 0 h 177"/>
                  <a:gd name="T50" fmla="*/ 177 w 177"/>
                  <a:gd name="T51" fmla="*/ 177 h 17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77" h="177">
                    <a:moveTo>
                      <a:pt x="66" y="67"/>
                    </a:moveTo>
                    <a:lnTo>
                      <a:pt x="66" y="67"/>
                    </a:lnTo>
                    <a:lnTo>
                      <a:pt x="110" y="67"/>
                    </a:lnTo>
                    <a:lnTo>
                      <a:pt x="110" y="110"/>
                    </a:lnTo>
                    <a:lnTo>
                      <a:pt x="66" y="110"/>
                    </a:lnTo>
                    <a:lnTo>
                      <a:pt x="66" y="67"/>
                    </a:lnTo>
                    <a:close/>
                    <a:moveTo>
                      <a:pt x="143" y="177"/>
                    </a:moveTo>
                    <a:lnTo>
                      <a:pt x="143" y="177"/>
                    </a:lnTo>
                    <a:cubicBezTo>
                      <a:pt x="162" y="177"/>
                      <a:pt x="177" y="162"/>
                      <a:pt x="177" y="144"/>
                    </a:cubicBezTo>
                    <a:lnTo>
                      <a:pt x="177" y="34"/>
                    </a:lnTo>
                    <a:cubicBezTo>
                      <a:pt x="177" y="15"/>
                      <a:pt x="162" y="0"/>
                      <a:pt x="143" y="0"/>
                    </a:cubicBezTo>
                    <a:lnTo>
                      <a:pt x="33" y="0"/>
                    </a:lnTo>
                    <a:cubicBezTo>
                      <a:pt x="15" y="0"/>
                      <a:pt x="0" y="15"/>
                      <a:pt x="0" y="34"/>
                    </a:cubicBezTo>
                    <a:lnTo>
                      <a:pt x="0" y="144"/>
                    </a:lnTo>
                    <a:cubicBezTo>
                      <a:pt x="0" y="162"/>
                      <a:pt x="15" y="177"/>
                      <a:pt x="33" y="177"/>
                    </a:cubicBezTo>
                    <a:lnTo>
                      <a:pt x="143" y="177"/>
                    </a:ln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2" name="Freeform 127"/>
              <p:cNvSpPr>
                <a:spLocks noEditPoints="1"/>
              </p:cNvSpPr>
              <p:nvPr/>
            </p:nvSpPr>
            <p:spPr bwMode="gray">
              <a:xfrm>
                <a:off x="5459413" y="2562225"/>
                <a:ext cx="381000" cy="250825"/>
              </a:xfrm>
              <a:custGeom>
                <a:avLst/>
                <a:gdLst>
                  <a:gd name="T0" fmla="*/ 2147483646 w 907"/>
                  <a:gd name="T1" fmla="*/ 2147483646 h 598"/>
                  <a:gd name="T2" fmla="*/ 2147483646 w 907"/>
                  <a:gd name="T3" fmla="*/ 2147483646 h 598"/>
                  <a:gd name="T4" fmla="*/ 2147483646 w 907"/>
                  <a:gd name="T5" fmla="*/ 2147483646 h 598"/>
                  <a:gd name="T6" fmla="*/ 2147483646 w 907"/>
                  <a:gd name="T7" fmla="*/ 2147483646 h 598"/>
                  <a:gd name="T8" fmla="*/ 2147483646 w 907"/>
                  <a:gd name="T9" fmla="*/ 2147483646 h 598"/>
                  <a:gd name="T10" fmla="*/ 2147483646 w 907"/>
                  <a:gd name="T11" fmla="*/ 2147483646 h 598"/>
                  <a:gd name="T12" fmla="*/ 2147483646 w 907"/>
                  <a:gd name="T13" fmla="*/ 2147483646 h 598"/>
                  <a:gd name="T14" fmla="*/ 2147483646 w 907"/>
                  <a:gd name="T15" fmla="*/ 2147483646 h 598"/>
                  <a:gd name="T16" fmla="*/ 2147483646 w 907"/>
                  <a:gd name="T17" fmla="*/ 2147483646 h 598"/>
                  <a:gd name="T18" fmla="*/ 2147483646 w 907"/>
                  <a:gd name="T19" fmla="*/ 2147483646 h 598"/>
                  <a:gd name="T20" fmla="*/ 2147483646 w 907"/>
                  <a:gd name="T21" fmla="*/ 2147483646 h 598"/>
                  <a:gd name="T22" fmla="*/ 2147483646 w 907"/>
                  <a:gd name="T23" fmla="*/ 2147483646 h 598"/>
                  <a:gd name="T24" fmla="*/ 2147483646 w 907"/>
                  <a:gd name="T25" fmla="*/ 2147483646 h 598"/>
                  <a:gd name="T26" fmla="*/ 2147483646 w 907"/>
                  <a:gd name="T27" fmla="*/ 2147483646 h 598"/>
                  <a:gd name="T28" fmla="*/ 2147483646 w 907"/>
                  <a:gd name="T29" fmla="*/ 2147483646 h 598"/>
                  <a:gd name="T30" fmla="*/ 2147483646 w 907"/>
                  <a:gd name="T31" fmla="*/ 2147483646 h 598"/>
                  <a:gd name="T32" fmla="*/ 2147483646 w 907"/>
                  <a:gd name="T33" fmla="*/ 2147483646 h 598"/>
                  <a:gd name="T34" fmla="*/ 2147483646 w 907"/>
                  <a:gd name="T35" fmla="*/ 2147483646 h 598"/>
                  <a:gd name="T36" fmla="*/ 2147483646 w 907"/>
                  <a:gd name="T37" fmla="*/ 2147483646 h 598"/>
                  <a:gd name="T38" fmla="*/ 2147483646 w 907"/>
                  <a:gd name="T39" fmla="*/ 2147483646 h 598"/>
                  <a:gd name="T40" fmla="*/ 2147483646 w 907"/>
                  <a:gd name="T41" fmla="*/ 2147483646 h 598"/>
                  <a:gd name="T42" fmla="*/ 2147483646 w 907"/>
                  <a:gd name="T43" fmla="*/ 2147483646 h 598"/>
                  <a:gd name="T44" fmla="*/ 2147483646 w 907"/>
                  <a:gd name="T45" fmla="*/ 2147483646 h 598"/>
                  <a:gd name="T46" fmla="*/ 2147483646 w 907"/>
                  <a:gd name="T47" fmla="*/ 2147483646 h 598"/>
                  <a:gd name="T48" fmla="*/ 2147483646 w 907"/>
                  <a:gd name="T49" fmla="*/ 2147483646 h 598"/>
                  <a:gd name="T50" fmla="*/ 2147483646 w 907"/>
                  <a:gd name="T51" fmla="*/ 2147483646 h 598"/>
                  <a:gd name="T52" fmla="*/ 2147483646 w 907"/>
                  <a:gd name="T53" fmla="*/ 2147483646 h 598"/>
                  <a:gd name="T54" fmla="*/ 2147483646 w 907"/>
                  <a:gd name="T55" fmla="*/ 2147483646 h 598"/>
                  <a:gd name="T56" fmla="*/ 2147483646 w 907"/>
                  <a:gd name="T57" fmla="*/ 2147483646 h 598"/>
                  <a:gd name="T58" fmla="*/ 2147483646 w 907"/>
                  <a:gd name="T59" fmla="*/ 2147483646 h 598"/>
                  <a:gd name="T60" fmla="*/ 2147483646 w 907"/>
                  <a:gd name="T61" fmla="*/ 2147483646 h 598"/>
                  <a:gd name="T62" fmla="*/ 2147483646 w 907"/>
                  <a:gd name="T63" fmla="*/ 2147483646 h 598"/>
                  <a:gd name="T64" fmla="*/ 2147483646 w 907"/>
                  <a:gd name="T65" fmla="*/ 2147483646 h 598"/>
                  <a:gd name="T66" fmla="*/ 2147483646 w 907"/>
                  <a:gd name="T67" fmla="*/ 2147483646 h 598"/>
                  <a:gd name="T68" fmla="*/ 0 w 907"/>
                  <a:gd name="T69" fmla="*/ 2147483646 h 598"/>
                  <a:gd name="T70" fmla="*/ 0 w 907"/>
                  <a:gd name="T71" fmla="*/ 2147483646 h 598"/>
                  <a:gd name="T72" fmla="*/ 2147483646 w 907"/>
                  <a:gd name="T73" fmla="*/ 2147483646 h 598"/>
                  <a:gd name="T74" fmla="*/ 2147483646 w 907"/>
                  <a:gd name="T75" fmla="*/ 2147483646 h 598"/>
                  <a:gd name="T76" fmla="*/ 2147483646 w 907"/>
                  <a:gd name="T77" fmla="*/ 2147483646 h 598"/>
                  <a:gd name="T78" fmla="*/ 2147483646 w 907"/>
                  <a:gd name="T79" fmla="*/ 2147483646 h 598"/>
                  <a:gd name="T80" fmla="*/ 2147483646 w 907"/>
                  <a:gd name="T81" fmla="*/ 2147483646 h 598"/>
                  <a:gd name="T82" fmla="*/ 2147483646 w 907"/>
                  <a:gd name="T83" fmla="*/ 2147483646 h 598"/>
                  <a:gd name="T84" fmla="*/ 2147483646 w 907"/>
                  <a:gd name="T85" fmla="*/ 2147483646 h 598"/>
                  <a:gd name="T86" fmla="*/ 2147483646 w 907"/>
                  <a:gd name="T87" fmla="*/ 2147483646 h 598"/>
                  <a:gd name="T88" fmla="*/ 2147483646 w 907"/>
                  <a:gd name="T89" fmla="*/ 2147483646 h 598"/>
                  <a:gd name="T90" fmla="*/ 2147483646 w 907"/>
                  <a:gd name="T91" fmla="*/ 2147483646 h 598"/>
                  <a:gd name="T92" fmla="*/ 2147483646 w 907"/>
                  <a:gd name="T93" fmla="*/ 2147483646 h 598"/>
                  <a:gd name="T94" fmla="*/ 2147483646 w 907"/>
                  <a:gd name="T95" fmla="*/ 2147483646 h 598"/>
                  <a:gd name="T96" fmla="*/ 2147483646 w 907"/>
                  <a:gd name="T97" fmla="*/ 2147483646 h 598"/>
                  <a:gd name="T98" fmla="*/ 2147483646 w 907"/>
                  <a:gd name="T99" fmla="*/ 2147483646 h 598"/>
                  <a:gd name="T100" fmla="*/ 2147483646 w 907"/>
                  <a:gd name="T101" fmla="*/ 2147483646 h 598"/>
                  <a:gd name="T102" fmla="*/ 2147483646 w 907"/>
                  <a:gd name="T103" fmla="*/ 2147483646 h 598"/>
                  <a:gd name="T104" fmla="*/ 2147483646 w 907"/>
                  <a:gd name="T105" fmla="*/ 2147483646 h 598"/>
                  <a:gd name="T106" fmla="*/ 2147483646 w 907"/>
                  <a:gd name="T107" fmla="*/ 2147483646 h 598"/>
                  <a:gd name="T108" fmla="*/ 2147483646 w 907"/>
                  <a:gd name="T109" fmla="*/ 2147483646 h 598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907"/>
                  <a:gd name="T166" fmla="*/ 0 h 598"/>
                  <a:gd name="T167" fmla="*/ 907 w 907"/>
                  <a:gd name="T168" fmla="*/ 598 h 598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907" h="598">
                    <a:moveTo>
                      <a:pt x="639" y="202"/>
                    </a:moveTo>
                    <a:lnTo>
                      <a:pt x="639" y="202"/>
                    </a:lnTo>
                    <a:cubicBezTo>
                      <a:pt x="620" y="202"/>
                      <a:pt x="605" y="217"/>
                      <a:pt x="605" y="235"/>
                    </a:cubicBezTo>
                    <a:lnTo>
                      <a:pt x="605" y="531"/>
                    </a:lnTo>
                    <a:lnTo>
                      <a:pt x="541" y="531"/>
                    </a:lnTo>
                    <a:lnTo>
                      <a:pt x="541" y="235"/>
                    </a:lnTo>
                    <a:cubicBezTo>
                      <a:pt x="541" y="217"/>
                      <a:pt x="526" y="202"/>
                      <a:pt x="507" y="202"/>
                    </a:cubicBezTo>
                    <a:lnTo>
                      <a:pt x="399" y="202"/>
                    </a:lnTo>
                    <a:cubicBezTo>
                      <a:pt x="381" y="202"/>
                      <a:pt x="366" y="217"/>
                      <a:pt x="366" y="235"/>
                    </a:cubicBezTo>
                    <a:lnTo>
                      <a:pt x="366" y="531"/>
                    </a:lnTo>
                    <a:lnTo>
                      <a:pt x="301" y="531"/>
                    </a:lnTo>
                    <a:lnTo>
                      <a:pt x="301" y="235"/>
                    </a:lnTo>
                    <a:cubicBezTo>
                      <a:pt x="301" y="217"/>
                      <a:pt x="287" y="202"/>
                      <a:pt x="268" y="202"/>
                    </a:cubicBezTo>
                    <a:lnTo>
                      <a:pt x="160" y="202"/>
                    </a:lnTo>
                    <a:cubicBezTo>
                      <a:pt x="142" y="202"/>
                      <a:pt x="127" y="217"/>
                      <a:pt x="127" y="235"/>
                    </a:cubicBezTo>
                    <a:lnTo>
                      <a:pt x="127" y="531"/>
                    </a:lnTo>
                    <a:lnTo>
                      <a:pt x="66" y="531"/>
                    </a:lnTo>
                    <a:lnTo>
                      <a:pt x="66" y="136"/>
                    </a:lnTo>
                    <a:lnTo>
                      <a:pt x="453" y="67"/>
                    </a:lnTo>
                    <a:lnTo>
                      <a:pt x="841" y="136"/>
                    </a:lnTo>
                    <a:lnTo>
                      <a:pt x="841" y="531"/>
                    </a:lnTo>
                    <a:lnTo>
                      <a:pt x="780" y="531"/>
                    </a:lnTo>
                    <a:lnTo>
                      <a:pt x="780" y="235"/>
                    </a:lnTo>
                    <a:cubicBezTo>
                      <a:pt x="780" y="217"/>
                      <a:pt x="765" y="202"/>
                      <a:pt x="747" y="202"/>
                    </a:cubicBezTo>
                    <a:lnTo>
                      <a:pt x="639" y="202"/>
                    </a:lnTo>
                    <a:close/>
                    <a:moveTo>
                      <a:pt x="747" y="598"/>
                    </a:moveTo>
                    <a:lnTo>
                      <a:pt x="747" y="598"/>
                    </a:lnTo>
                    <a:lnTo>
                      <a:pt x="874" y="598"/>
                    </a:lnTo>
                    <a:cubicBezTo>
                      <a:pt x="892" y="598"/>
                      <a:pt x="907" y="583"/>
                      <a:pt x="907" y="564"/>
                    </a:cubicBezTo>
                    <a:lnTo>
                      <a:pt x="907" y="108"/>
                    </a:lnTo>
                    <a:cubicBezTo>
                      <a:pt x="907" y="92"/>
                      <a:pt x="896" y="78"/>
                      <a:pt x="880" y="76"/>
                    </a:cubicBezTo>
                    <a:lnTo>
                      <a:pt x="459" y="1"/>
                    </a:lnTo>
                    <a:cubicBezTo>
                      <a:pt x="455" y="0"/>
                      <a:pt x="451" y="0"/>
                      <a:pt x="448" y="1"/>
                    </a:cubicBezTo>
                    <a:lnTo>
                      <a:pt x="27" y="76"/>
                    </a:lnTo>
                    <a:cubicBezTo>
                      <a:pt x="11" y="78"/>
                      <a:pt x="0" y="92"/>
                      <a:pt x="0" y="108"/>
                    </a:cubicBezTo>
                    <a:lnTo>
                      <a:pt x="0" y="564"/>
                    </a:lnTo>
                    <a:cubicBezTo>
                      <a:pt x="0" y="583"/>
                      <a:pt x="15" y="598"/>
                      <a:pt x="33" y="598"/>
                    </a:cubicBezTo>
                    <a:lnTo>
                      <a:pt x="160" y="598"/>
                    </a:lnTo>
                    <a:cubicBezTo>
                      <a:pt x="178" y="598"/>
                      <a:pt x="193" y="583"/>
                      <a:pt x="193" y="564"/>
                    </a:cubicBezTo>
                    <a:lnTo>
                      <a:pt x="193" y="269"/>
                    </a:lnTo>
                    <a:lnTo>
                      <a:pt x="235" y="269"/>
                    </a:lnTo>
                    <a:lnTo>
                      <a:pt x="235" y="564"/>
                    </a:lnTo>
                    <a:cubicBezTo>
                      <a:pt x="235" y="583"/>
                      <a:pt x="250" y="598"/>
                      <a:pt x="268" y="598"/>
                    </a:cubicBezTo>
                    <a:lnTo>
                      <a:pt x="399" y="598"/>
                    </a:lnTo>
                    <a:cubicBezTo>
                      <a:pt x="418" y="598"/>
                      <a:pt x="433" y="583"/>
                      <a:pt x="433" y="564"/>
                    </a:cubicBezTo>
                    <a:lnTo>
                      <a:pt x="433" y="269"/>
                    </a:lnTo>
                    <a:lnTo>
                      <a:pt x="474" y="269"/>
                    </a:lnTo>
                    <a:lnTo>
                      <a:pt x="474" y="564"/>
                    </a:lnTo>
                    <a:cubicBezTo>
                      <a:pt x="474" y="583"/>
                      <a:pt x="489" y="598"/>
                      <a:pt x="507" y="598"/>
                    </a:cubicBezTo>
                    <a:lnTo>
                      <a:pt x="639" y="598"/>
                    </a:lnTo>
                    <a:cubicBezTo>
                      <a:pt x="657" y="598"/>
                      <a:pt x="672" y="583"/>
                      <a:pt x="672" y="564"/>
                    </a:cubicBezTo>
                    <a:lnTo>
                      <a:pt x="672" y="269"/>
                    </a:lnTo>
                    <a:lnTo>
                      <a:pt x="713" y="269"/>
                    </a:lnTo>
                    <a:lnTo>
                      <a:pt x="713" y="564"/>
                    </a:lnTo>
                    <a:cubicBezTo>
                      <a:pt x="713" y="583"/>
                      <a:pt x="728" y="598"/>
                      <a:pt x="747" y="598"/>
                    </a:cubicBezTo>
                    <a:close/>
                  </a:path>
                </a:pathLst>
              </a:custGeom>
              <a:solidFill>
                <a:srgbClr val="4747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139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97" name="文本框 396"/>
            <p:cNvSpPr txBox="1"/>
            <p:nvPr/>
          </p:nvSpPr>
          <p:spPr bwMode="gray">
            <a:xfrm>
              <a:off x="2151446" y="5125937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政府</a:t>
              </a:r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02" name="组合 401"/>
          <p:cNvGrpSpPr/>
          <p:nvPr/>
        </p:nvGrpSpPr>
        <p:grpSpPr bwMode="gray">
          <a:xfrm>
            <a:off x="3382574" y="4977359"/>
            <a:ext cx="543740" cy="829644"/>
            <a:chOff x="3531344" y="5125937"/>
            <a:chExt cx="543740" cy="829644"/>
          </a:xfrm>
        </p:grpSpPr>
        <p:grpSp>
          <p:nvGrpSpPr>
            <p:cNvPr id="390" name="组合 197"/>
            <p:cNvGrpSpPr/>
            <p:nvPr/>
          </p:nvGrpSpPr>
          <p:grpSpPr bwMode="gray">
            <a:xfrm>
              <a:off x="3684829" y="5433999"/>
              <a:ext cx="306535" cy="521582"/>
              <a:chOff x="2298700" y="768350"/>
              <a:chExt cx="460375" cy="784226"/>
            </a:xfrm>
          </p:grpSpPr>
          <p:sp>
            <p:nvSpPr>
              <p:cNvPr id="391" name="Freeform 176"/>
              <p:cNvSpPr>
                <a:spLocks noEditPoints="1"/>
              </p:cNvSpPr>
              <p:nvPr/>
            </p:nvSpPr>
            <p:spPr bwMode="gray">
              <a:xfrm>
                <a:off x="2298700" y="768350"/>
                <a:ext cx="347663" cy="669925"/>
              </a:xfrm>
              <a:custGeom>
                <a:avLst/>
                <a:gdLst>
                  <a:gd name="txL" fmla="*/ 0 w 830"/>
                  <a:gd name="txT" fmla="*/ 0 h 1596"/>
                  <a:gd name="txR" fmla="*/ 830 w 830"/>
                  <a:gd name="txB" fmla="*/ 1596 h 1596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830" h="1596">
                    <a:moveTo>
                      <a:pt x="393" y="1375"/>
                    </a:moveTo>
                    <a:lnTo>
                      <a:pt x="393" y="1375"/>
                    </a:lnTo>
                    <a:lnTo>
                      <a:pt x="443" y="878"/>
                    </a:lnTo>
                    <a:cubicBezTo>
                      <a:pt x="444" y="869"/>
                      <a:pt x="441" y="860"/>
                      <a:pt x="435" y="853"/>
                    </a:cubicBezTo>
                    <a:cubicBezTo>
                      <a:pt x="428" y="846"/>
                      <a:pt x="419" y="842"/>
                      <a:pt x="410" y="842"/>
                    </a:cubicBezTo>
                    <a:lnTo>
                      <a:pt x="91" y="842"/>
                    </a:lnTo>
                    <a:lnTo>
                      <a:pt x="441" y="208"/>
                    </a:lnTo>
                    <a:lnTo>
                      <a:pt x="388" y="603"/>
                    </a:lnTo>
                    <a:cubicBezTo>
                      <a:pt x="386" y="613"/>
                      <a:pt x="389" y="622"/>
                      <a:pt x="396" y="629"/>
                    </a:cubicBezTo>
                    <a:cubicBezTo>
                      <a:pt x="402" y="637"/>
                      <a:pt x="411" y="641"/>
                      <a:pt x="421" y="641"/>
                    </a:cubicBezTo>
                    <a:lnTo>
                      <a:pt x="743" y="641"/>
                    </a:lnTo>
                    <a:lnTo>
                      <a:pt x="393" y="1375"/>
                    </a:lnTo>
                    <a:close/>
                    <a:moveTo>
                      <a:pt x="824" y="590"/>
                    </a:moveTo>
                    <a:lnTo>
                      <a:pt x="824" y="590"/>
                    </a:lnTo>
                    <a:cubicBezTo>
                      <a:pt x="818" y="580"/>
                      <a:pt x="807" y="574"/>
                      <a:pt x="795" y="574"/>
                    </a:cubicBezTo>
                    <a:lnTo>
                      <a:pt x="459" y="574"/>
                    </a:lnTo>
                    <a:lnTo>
                      <a:pt x="530" y="41"/>
                    </a:lnTo>
                    <a:cubicBezTo>
                      <a:pt x="533" y="25"/>
                      <a:pt x="523" y="10"/>
                      <a:pt x="508" y="5"/>
                    </a:cubicBezTo>
                    <a:cubicBezTo>
                      <a:pt x="493" y="0"/>
                      <a:pt x="476" y="6"/>
                      <a:pt x="468" y="21"/>
                    </a:cubicBezTo>
                    <a:lnTo>
                      <a:pt x="6" y="859"/>
                    </a:lnTo>
                    <a:cubicBezTo>
                      <a:pt x="0" y="869"/>
                      <a:pt x="0" y="882"/>
                      <a:pt x="6" y="892"/>
                    </a:cubicBezTo>
                    <a:cubicBezTo>
                      <a:pt x="12" y="902"/>
                      <a:pt x="23" y="908"/>
                      <a:pt x="35" y="908"/>
                    </a:cubicBezTo>
                    <a:lnTo>
                      <a:pt x="373" y="908"/>
                    </a:lnTo>
                    <a:lnTo>
                      <a:pt x="308" y="1559"/>
                    </a:lnTo>
                    <a:cubicBezTo>
                      <a:pt x="306" y="1575"/>
                      <a:pt x="316" y="1590"/>
                      <a:pt x="332" y="1594"/>
                    </a:cubicBezTo>
                    <a:cubicBezTo>
                      <a:pt x="335" y="1595"/>
                      <a:pt x="338" y="1596"/>
                      <a:pt x="341" y="1596"/>
                    </a:cubicBezTo>
                    <a:cubicBezTo>
                      <a:pt x="353" y="1596"/>
                      <a:pt x="365" y="1588"/>
                      <a:pt x="371" y="1577"/>
                    </a:cubicBezTo>
                    <a:lnTo>
                      <a:pt x="826" y="622"/>
                    </a:lnTo>
                    <a:cubicBezTo>
                      <a:pt x="830" y="611"/>
                      <a:pt x="830" y="599"/>
                      <a:pt x="824" y="590"/>
                    </a:cubicBezTo>
                    <a:close/>
                  </a:path>
                </a:pathLst>
              </a:custGeom>
              <a:solidFill>
                <a:srgbClr val="474747">
                  <a:alpha val="100000"/>
                </a:srgbClr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214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2" name="Freeform 177"/>
              <p:cNvSpPr>
                <a:spLocks noEditPoints="1"/>
              </p:cNvSpPr>
              <p:nvPr/>
            </p:nvSpPr>
            <p:spPr bwMode="gray">
              <a:xfrm>
                <a:off x="2476500" y="1239838"/>
                <a:ext cx="282575" cy="312738"/>
              </a:xfrm>
              <a:custGeom>
                <a:avLst/>
                <a:gdLst>
                  <a:gd name="txL" fmla="*/ 0 w 673"/>
                  <a:gd name="txT" fmla="*/ 0 h 746"/>
                  <a:gd name="txR" fmla="*/ 673 w 673"/>
                  <a:gd name="txB" fmla="*/ 746 h 746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673" h="746">
                    <a:moveTo>
                      <a:pt x="307" y="331"/>
                    </a:moveTo>
                    <a:lnTo>
                      <a:pt x="307" y="331"/>
                    </a:lnTo>
                    <a:lnTo>
                      <a:pt x="387" y="301"/>
                    </a:lnTo>
                    <a:lnTo>
                      <a:pt x="429" y="405"/>
                    </a:lnTo>
                    <a:lnTo>
                      <a:pt x="307" y="331"/>
                    </a:lnTo>
                    <a:close/>
                    <a:moveTo>
                      <a:pt x="214" y="490"/>
                    </a:moveTo>
                    <a:lnTo>
                      <a:pt x="214" y="490"/>
                    </a:lnTo>
                    <a:lnTo>
                      <a:pt x="264" y="367"/>
                    </a:lnTo>
                    <a:lnTo>
                      <a:pt x="416" y="461"/>
                    </a:lnTo>
                    <a:lnTo>
                      <a:pt x="214" y="490"/>
                    </a:lnTo>
                    <a:close/>
                    <a:moveTo>
                      <a:pt x="340" y="182"/>
                    </a:moveTo>
                    <a:lnTo>
                      <a:pt x="340" y="182"/>
                    </a:lnTo>
                    <a:lnTo>
                      <a:pt x="367" y="252"/>
                    </a:lnTo>
                    <a:lnTo>
                      <a:pt x="301" y="276"/>
                    </a:lnTo>
                    <a:lnTo>
                      <a:pt x="340" y="182"/>
                    </a:lnTo>
                    <a:close/>
                    <a:moveTo>
                      <a:pt x="640" y="642"/>
                    </a:moveTo>
                    <a:lnTo>
                      <a:pt x="640" y="642"/>
                    </a:lnTo>
                    <a:lnTo>
                      <a:pt x="595" y="642"/>
                    </a:lnTo>
                    <a:lnTo>
                      <a:pt x="388" y="123"/>
                    </a:lnTo>
                    <a:cubicBezTo>
                      <a:pt x="400" y="112"/>
                      <a:pt x="408" y="97"/>
                      <a:pt x="410" y="80"/>
                    </a:cubicBezTo>
                    <a:cubicBezTo>
                      <a:pt x="414" y="42"/>
                      <a:pt x="387" y="8"/>
                      <a:pt x="349" y="4"/>
                    </a:cubicBezTo>
                    <a:cubicBezTo>
                      <a:pt x="312" y="0"/>
                      <a:pt x="278" y="27"/>
                      <a:pt x="274" y="65"/>
                    </a:cubicBezTo>
                    <a:cubicBezTo>
                      <a:pt x="272" y="86"/>
                      <a:pt x="280" y="105"/>
                      <a:pt x="293" y="119"/>
                    </a:cubicBezTo>
                    <a:lnTo>
                      <a:pt x="80" y="642"/>
                    </a:lnTo>
                    <a:lnTo>
                      <a:pt x="33" y="642"/>
                    </a:lnTo>
                    <a:cubicBezTo>
                      <a:pt x="15" y="642"/>
                      <a:pt x="0" y="657"/>
                      <a:pt x="0" y="676"/>
                    </a:cubicBezTo>
                    <a:cubicBezTo>
                      <a:pt x="0" y="694"/>
                      <a:pt x="15" y="709"/>
                      <a:pt x="33" y="709"/>
                    </a:cubicBezTo>
                    <a:lnTo>
                      <a:pt x="97" y="709"/>
                    </a:lnTo>
                    <a:cubicBezTo>
                      <a:pt x="100" y="710"/>
                      <a:pt x="104" y="710"/>
                      <a:pt x="107" y="709"/>
                    </a:cubicBezTo>
                    <a:lnTo>
                      <a:pt x="174" y="709"/>
                    </a:lnTo>
                    <a:cubicBezTo>
                      <a:pt x="186" y="731"/>
                      <a:pt x="209" y="746"/>
                      <a:pt x="235" y="746"/>
                    </a:cubicBezTo>
                    <a:cubicBezTo>
                      <a:pt x="273" y="746"/>
                      <a:pt x="304" y="714"/>
                      <a:pt x="304" y="676"/>
                    </a:cubicBezTo>
                    <a:cubicBezTo>
                      <a:pt x="304" y="638"/>
                      <a:pt x="273" y="607"/>
                      <a:pt x="235" y="607"/>
                    </a:cubicBezTo>
                    <a:cubicBezTo>
                      <a:pt x="209" y="607"/>
                      <a:pt x="186" y="621"/>
                      <a:pt x="175" y="642"/>
                    </a:cubicBezTo>
                    <a:lnTo>
                      <a:pt x="152" y="642"/>
                    </a:lnTo>
                    <a:lnTo>
                      <a:pt x="190" y="548"/>
                    </a:lnTo>
                    <a:lnTo>
                      <a:pt x="469" y="507"/>
                    </a:lnTo>
                    <a:lnTo>
                      <a:pt x="523" y="642"/>
                    </a:lnTo>
                    <a:lnTo>
                      <a:pt x="510" y="642"/>
                    </a:lnTo>
                    <a:cubicBezTo>
                      <a:pt x="498" y="621"/>
                      <a:pt x="475" y="606"/>
                      <a:pt x="449" y="606"/>
                    </a:cubicBezTo>
                    <a:cubicBezTo>
                      <a:pt x="410" y="606"/>
                      <a:pt x="379" y="637"/>
                      <a:pt x="379" y="675"/>
                    </a:cubicBezTo>
                    <a:cubicBezTo>
                      <a:pt x="379" y="714"/>
                      <a:pt x="410" y="745"/>
                      <a:pt x="449" y="745"/>
                    </a:cubicBezTo>
                    <a:cubicBezTo>
                      <a:pt x="475" y="745"/>
                      <a:pt x="497" y="730"/>
                      <a:pt x="509" y="709"/>
                    </a:cubicBezTo>
                    <a:lnTo>
                      <a:pt x="563" y="709"/>
                    </a:lnTo>
                    <a:cubicBezTo>
                      <a:pt x="566" y="710"/>
                      <a:pt x="570" y="711"/>
                      <a:pt x="573" y="711"/>
                    </a:cubicBezTo>
                    <a:cubicBezTo>
                      <a:pt x="576" y="711"/>
                      <a:pt x="579" y="710"/>
                      <a:pt x="582" y="709"/>
                    </a:cubicBezTo>
                    <a:lnTo>
                      <a:pt x="640" y="709"/>
                    </a:lnTo>
                    <a:cubicBezTo>
                      <a:pt x="658" y="709"/>
                      <a:pt x="673" y="694"/>
                      <a:pt x="673" y="676"/>
                    </a:cubicBezTo>
                    <a:cubicBezTo>
                      <a:pt x="673" y="657"/>
                      <a:pt x="658" y="642"/>
                      <a:pt x="640" y="642"/>
                    </a:cubicBezTo>
                    <a:close/>
                  </a:path>
                </a:pathLst>
              </a:custGeom>
              <a:solidFill>
                <a:srgbClr val="474747">
                  <a:alpha val="100000"/>
                </a:srgbClr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214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98" name="文本框 397"/>
            <p:cNvSpPr txBox="1"/>
            <p:nvPr/>
          </p:nvSpPr>
          <p:spPr bwMode="gray">
            <a:xfrm>
              <a:off x="3531344" y="5125937"/>
              <a:ext cx="5437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电力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03" name="组合 402"/>
          <p:cNvGrpSpPr/>
          <p:nvPr/>
        </p:nvGrpSpPr>
        <p:grpSpPr bwMode="gray">
          <a:xfrm>
            <a:off x="4480849" y="4836449"/>
            <a:ext cx="665890" cy="736269"/>
            <a:chOff x="5042067" y="5125937"/>
            <a:chExt cx="665890" cy="736269"/>
          </a:xfrm>
        </p:grpSpPr>
        <p:grpSp>
          <p:nvGrpSpPr>
            <p:cNvPr id="393" name="组合 200"/>
            <p:cNvGrpSpPr/>
            <p:nvPr/>
          </p:nvGrpSpPr>
          <p:grpSpPr bwMode="gray">
            <a:xfrm>
              <a:off x="5042067" y="5527374"/>
              <a:ext cx="665890" cy="334832"/>
              <a:chOff x="7446963" y="1049338"/>
              <a:chExt cx="1000125" cy="503238"/>
            </a:xfrm>
          </p:grpSpPr>
          <p:sp>
            <p:nvSpPr>
              <p:cNvPr id="394" name="Freeform 119"/>
              <p:cNvSpPr>
                <a:spLocks noEditPoints="1"/>
              </p:cNvSpPr>
              <p:nvPr/>
            </p:nvSpPr>
            <p:spPr bwMode="gray">
              <a:xfrm>
                <a:off x="7446963" y="1049338"/>
                <a:ext cx="1000125" cy="503238"/>
              </a:xfrm>
              <a:custGeom>
                <a:avLst/>
                <a:gdLst>
                  <a:gd name="txL" fmla="*/ 0 w 2379"/>
                  <a:gd name="txT" fmla="*/ 0 h 1200"/>
                  <a:gd name="txR" fmla="*/ 2379 w 2379"/>
                  <a:gd name="txB" fmla="*/ 1200 h 1200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379" h="1200">
                    <a:moveTo>
                      <a:pt x="1235" y="889"/>
                    </a:moveTo>
                    <a:lnTo>
                      <a:pt x="1235" y="889"/>
                    </a:lnTo>
                    <a:cubicBezTo>
                      <a:pt x="1192" y="866"/>
                      <a:pt x="1144" y="840"/>
                      <a:pt x="1099" y="832"/>
                    </a:cubicBezTo>
                    <a:lnTo>
                      <a:pt x="67" y="662"/>
                    </a:lnTo>
                    <a:lnTo>
                      <a:pt x="67" y="654"/>
                    </a:lnTo>
                    <a:lnTo>
                      <a:pt x="967" y="668"/>
                    </a:lnTo>
                    <a:cubicBezTo>
                      <a:pt x="1006" y="669"/>
                      <a:pt x="1046" y="674"/>
                      <a:pt x="1085" y="684"/>
                    </a:cubicBezTo>
                    <a:lnTo>
                      <a:pt x="1581" y="809"/>
                    </a:lnTo>
                    <a:cubicBezTo>
                      <a:pt x="1582" y="866"/>
                      <a:pt x="1598" y="907"/>
                      <a:pt x="1617" y="937"/>
                    </a:cubicBezTo>
                    <a:cubicBezTo>
                      <a:pt x="1526" y="931"/>
                      <a:pt x="1408" y="929"/>
                      <a:pt x="1323" y="928"/>
                    </a:cubicBezTo>
                    <a:cubicBezTo>
                      <a:pt x="1305" y="928"/>
                      <a:pt x="1268" y="907"/>
                      <a:pt x="1235" y="889"/>
                    </a:cubicBezTo>
                    <a:close/>
                    <a:moveTo>
                      <a:pt x="709" y="278"/>
                    </a:moveTo>
                    <a:lnTo>
                      <a:pt x="709" y="278"/>
                    </a:lnTo>
                    <a:cubicBezTo>
                      <a:pt x="854" y="182"/>
                      <a:pt x="1015" y="129"/>
                      <a:pt x="1172" y="121"/>
                    </a:cubicBezTo>
                    <a:cubicBezTo>
                      <a:pt x="1157" y="134"/>
                      <a:pt x="1146" y="150"/>
                      <a:pt x="1141" y="169"/>
                    </a:cubicBezTo>
                    <a:cubicBezTo>
                      <a:pt x="1135" y="195"/>
                      <a:pt x="1128" y="285"/>
                      <a:pt x="1294" y="369"/>
                    </a:cubicBezTo>
                    <a:cubicBezTo>
                      <a:pt x="1406" y="427"/>
                      <a:pt x="1530" y="443"/>
                      <a:pt x="1631" y="443"/>
                    </a:cubicBezTo>
                    <a:cubicBezTo>
                      <a:pt x="1727" y="443"/>
                      <a:pt x="1803" y="429"/>
                      <a:pt x="1833" y="422"/>
                    </a:cubicBezTo>
                    <a:cubicBezTo>
                      <a:pt x="1896" y="488"/>
                      <a:pt x="1953" y="559"/>
                      <a:pt x="1995" y="625"/>
                    </a:cubicBezTo>
                    <a:lnTo>
                      <a:pt x="1729" y="651"/>
                    </a:lnTo>
                    <a:cubicBezTo>
                      <a:pt x="1716" y="651"/>
                      <a:pt x="1664" y="651"/>
                      <a:pt x="1625" y="687"/>
                    </a:cubicBezTo>
                    <a:cubicBezTo>
                      <a:pt x="1606" y="705"/>
                      <a:pt x="1594" y="728"/>
                      <a:pt x="1587" y="755"/>
                    </a:cubicBezTo>
                    <a:lnTo>
                      <a:pt x="1098" y="632"/>
                    </a:lnTo>
                    <a:cubicBezTo>
                      <a:pt x="1055" y="621"/>
                      <a:pt x="1011" y="615"/>
                      <a:pt x="967" y="615"/>
                    </a:cubicBezTo>
                    <a:lnTo>
                      <a:pt x="67" y="600"/>
                    </a:lnTo>
                    <a:lnTo>
                      <a:pt x="67" y="572"/>
                    </a:lnTo>
                    <a:cubicBezTo>
                      <a:pt x="155" y="544"/>
                      <a:pt x="465" y="439"/>
                      <a:pt x="709" y="278"/>
                    </a:cubicBezTo>
                    <a:close/>
                    <a:moveTo>
                      <a:pt x="1193" y="182"/>
                    </a:moveTo>
                    <a:lnTo>
                      <a:pt x="1193" y="182"/>
                    </a:lnTo>
                    <a:cubicBezTo>
                      <a:pt x="1198" y="162"/>
                      <a:pt x="1217" y="150"/>
                      <a:pt x="1242" y="150"/>
                    </a:cubicBezTo>
                    <a:cubicBezTo>
                      <a:pt x="1315" y="150"/>
                      <a:pt x="1464" y="167"/>
                      <a:pt x="1556" y="201"/>
                    </a:cubicBezTo>
                    <a:cubicBezTo>
                      <a:pt x="1630" y="240"/>
                      <a:pt x="1711" y="303"/>
                      <a:pt x="1787" y="376"/>
                    </a:cubicBezTo>
                    <a:cubicBezTo>
                      <a:pt x="1696" y="391"/>
                      <a:pt x="1490" y="410"/>
                      <a:pt x="1318" y="322"/>
                    </a:cubicBezTo>
                    <a:cubicBezTo>
                      <a:pt x="1214" y="269"/>
                      <a:pt x="1186" y="213"/>
                      <a:pt x="1193" y="182"/>
                    </a:cubicBezTo>
                    <a:close/>
                    <a:moveTo>
                      <a:pt x="2068" y="806"/>
                    </a:moveTo>
                    <a:lnTo>
                      <a:pt x="2068" y="806"/>
                    </a:lnTo>
                    <a:cubicBezTo>
                      <a:pt x="2037" y="825"/>
                      <a:pt x="1906" y="824"/>
                      <a:pt x="1772" y="802"/>
                    </a:cubicBezTo>
                    <a:lnTo>
                      <a:pt x="1638" y="768"/>
                    </a:lnTo>
                    <a:cubicBezTo>
                      <a:pt x="1643" y="751"/>
                      <a:pt x="1650" y="737"/>
                      <a:pt x="1661" y="727"/>
                    </a:cubicBezTo>
                    <a:cubicBezTo>
                      <a:pt x="1688" y="702"/>
                      <a:pt x="1727" y="705"/>
                      <a:pt x="1727" y="705"/>
                    </a:cubicBezTo>
                    <a:cubicBezTo>
                      <a:pt x="1729" y="705"/>
                      <a:pt x="1731" y="705"/>
                      <a:pt x="1732" y="704"/>
                    </a:cubicBezTo>
                    <a:lnTo>
                      <a:pt x="2024" y="675"/>
                    </a:lnTo>
                    <a:cubicBezTo>
                      <a:pt x="2024" y="675"/>
                      <a:pt x="2025" y="675"/>
                      <a:pt x="2025" y="675"/>
                    </a:cubicBezTo>
                    <a:cubicBezTo>
                      <a:pt x="2044" y="711"/>
                      <a:pt x="2058" y="744"/>
                      <a:pt x="2065" y="773"/>
                    </a:cubicBezTo>
                    <a:cubicBezTo>
                      <a:pt x="2067" y="783"/>
                      <a:pt x="2069" y="795"/>
                      <a:pt x="2068" y="806"/>
                    </a:cubicBezTo>
                    <a:close/>
                    <a:moveTo>
                      <a:pt x="1694" y="941"/>
                    </a:moveTo>
                    <a:lnTo>
                      <a:pt x="1694" y="941"/>
                    </a:lnTo>
                    <a:cubicBezTo>
                      <a:pt x="1674" y="927"/>
                      <a:pt x="1640" y="893"/>
                      <a:pt x="1635" y="822"/>
                    </a:cubicBezTo>
                    <a:lnTo>
                      <a:pt x="1760" y="854"/>
                    </a:lnTo>
                    <a:cubicBezTo>
                      <a:pt x="1761" y="854"/>
                      <a:pt x="1762" y="854"/>
                      <a:pt x="1762" y="854"/>
                    </a:cubicBezTo>
                    <a:cubicBezTo>
                      <a:pt x="1801" y="861"/>
                      <a:pt x="1886" y="873"/>
                      <a:pt x="1964" y="873"/>
                    </a:cubicBezTo>
                    <a:cubicBezTo>
                      <a:pt x="1987" y="873"/>
                      <a:pt x="2009" y="872"/>
                      <a:pt x="2029" y="870"/>
                    </a:cubicBezTo>
                    <a:cubicBezTo>
                      <a:pt x="1949" y="937"/>
                      <a:pt x="1825" y="947"/>
                      <a:pt x="1694" y="941"/>
                    </a:cubicBezTo>
                    <a:close/>
                    <a:moveTo>
                      <a:pt x="2351" y="1090"/>
                    </a:moveTo>
                    <a:lnTo>
                      <a:pt x="2351" y="1090"/>
                    </a:lnTo>
                    <a:lnTo>
                      <a:pt x="1887" y="1000"/>
                    </a:lnTo>
                    <a:cubicBezTo>
                      <a:pt x="1977" y="985"/>
                      <a:pt x="2056" y="950"/>
                      <a:pt x="2111" y="880"/>
                    </a:cubicBezTo>
                    <a:cubicBezTo>
                      <a:pt x="2135" y="851"/>
                      <a:pt x="2141" y="809"/>
                      <a:pt x="2130" y="758"/>
                    </a:cubicBezTo>
                    <a:cubicBezTo>
                      <a:pt x="2088" y="573"/>
                      <a:pt x="1798" y="247"/>
                      <a:pt x="1575" y="136"/>
                    </a:cubicBezTo>
                    <a:cubicBezTo>
                      <a:pt x="1304" y="0"/>
                      <a:pt x="958" y="33"/>
                      <a:pt x="672" y="222"/>
                    </a:cubicBezTo>
                    <a:cubicBezTo>
                      <a:pt x="399" y="403"/>
                      <a:pt x="28" y="514"/>
                      <a:pt x="24" y="515"/>
                    </a:cubicBezTo>
                    <a:cubicBezTo>
                      <a:pt x="10" y="519"/>
                      <a:pt x="0" y="532"/>
                      <a:pt x="0" y="547"/>
                    </a:cubicBezTo>
                    <a:lnTo>
                      <a:pt x="0" y="690"/>
                    </a:lnTo>
                    <a:cubicBezTo>
                      <a:pt x="0" y="706"/>
                      <a:pt x="12" y="720"/>
                      <a:pt x="28" y="723"/>
                    </a:cubicBezTo>
                    <a:lnTo>
                      <a:pt x="47" y="726"/>
                    </a:lnTo>
                    <a:cubicBezTo>
                      <a:pt x="368" y="863"/>
                      <a:pt x="1297" y="1152"/>
                      <a:pt x="1306" y="1155"/>
                    </a:cubicBezTo>
                    <a:cubicBezTo>
                      <a:pt x="1309" y="1156"/>
                      <a:pt x="1312" y="1156"/>
                      <a:pt x="1316" y="1156"/>
                    </a:cubicBezTo>
                    <a:lnTo>
                      <a:pt x="1440" y="1156"/>
                    </a:lnTo>
                    <a:cubicBezTo>
                      <a:pt x="1450" y="1182"/>
                      <a:pt x="1475" y="1200"/>
                      <a:pt x="1504" y="1200"/>
                    </a:cubicBezTo>
                    <a:cubicBezTo>
                      <a:pt x="1543" y="1200"/>
                      <a:pt x="1574" y="1168"/>
                      <a:pt x="1574" y="1130"/>
                    </a:cubicBezTo>
                    <a:cubicBezTo>
                      <a:pt x="1574" y="1092"/>
                      <a:pt x="1543" y="1061"/>
                      <a:pt x="1504" y="1061"/>
                    </a:cubicBezTo>
                    <a:cubicBezTo>
                      <a:pt x="1481" y="1061"/>
                      <a:pt x="1460" y="1072"/>
                      <a:pt x="1448" y="1090"/>
                    </a:cubicBezTo>
                    <a:lnTo>
                      <a:pt x="1321" y="1090"/>
                    </a:lnTo>
                    <a:cubicBezTo>
                      <a:pt x="1266" y="1073"/>
                      <a:pt x="760" y="914"/>
                      <a:pt x="383" y="782"/>
                    </a:cubicBezTo>
                    <a:lnTo>
                      <a:pt x="1088" y="898"/>
                    </a:lnTo>
                    <a:cubicBezTo>
                      <a:pt x="1122" y="904"/>
                      <a:pt x="1165" y="927"/>
                      <a:pt x="1203" y="948"/>
                    </a:cubicBezTo>
                    <a:cubicBezTo>
                      <a:pt x="1249" y="973"/>
                      <a:pt x="1288" y="994"/>
                      <a:pt x="1322" y="994"/>
                    </a:cubicBezTo>
                    <a:cubicBezTo>
                      <a:pt x="1385" y="995"/>
                      <a:pt x="1466" y="996"/>
                      <a:pt x="1540" y="999"/>
                    </a:cubicBezTo>
                    <a:lnTo>
                      <a:pt x="2001" y="1090"/>
                    </a:lnTo>
                    <a:lnTo>
                      <a:pt x="1782" y="1090"/>
                    </a:lnTo>
                    <a:cubicBezTo>
                      <a:pt x="1780" y="1090"/>
                      <a:pt x="1778" y="1090"/>
                      <a:pt x="1776" y="1090"/>
                    </a:cubicBezTo>
                    <a:cubicBezTo>
                      <a:pt x="1763" y="1072"/>
                      <a:pt x="1742" y="1060"/>
                      <a:pt x="1718" y="1060"/>
                    </a:cubicBezTo>
                    <a:cubicBezTo>
                      <a:pt x="1679" y="1060"/>
                      <a:pt x="1649" y="1091"/>
                      <a:pt x="1649" y="1129"/>
                    </a:cubicBezTo>
                    <a:cubicBezTo>
                      <a:pt x="1649" y="1168"/>
                      <a:pt x="1679" y="1199"/>
                      <a:pt x="1718" y="1199"/>
                    </a:cubicBezTo>
                    <a:cubicBezTo>
                      <a:pt x="1747" y="1199"/>
                      <a:pt x="1771" y="1181"/>
                      <a:pt x="1782" y="1156"/>
                    </a:cubicBezTo>
                    <a:cubicBezTo>
                      <a:pt x="1782" y="1156"/>
                      <a:pt x="1782" y="1156"/>
                      <a:pt x="1782" y="1156"/>
                    </a:cubicBezTo>
                    <a:lnTo>
                      <a:pt x="2344" y="1156"/>
                    </a:lnTo>
                    <a:cubicBezTo>
                      <a:pt x="2361" y="1156"/>
                      <a:pt x="2376" y="1143"/>
                      <a:pt x="2377" y="1126"/>
                    </a:cubicBezTo>
                    <a:cubicBezTo>
                      <a:pt x="2379" y="1109"/>
                      <a:pt x="2367" y="1094"/>
                      <a:pt x="2351" y="1090"/>
                    </a:cubicBezTo>
                    <a:close/>
                  </a:path>
                </a:pathLst>
              </a:custGeom>
              <a:solidFill>
                <a:srgbClr val="474747">
                  <a:alpha val="100000"/>
                </a:srgbClr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214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5" name="Freeform 120"/>
              <p:cNvSpPr>
                <a:spLocks noEditPoints="1"/>
              </p:cNvSpPr>
              <p:nvPr/>
            </p:nvSpPr>
            <p:spPr bwMode="gray">
              <a:xfrm>
                <a:off x="7737475" y="1162050"/>
                <a:ext cx="233363" cy="127000"/>
              </a:xfrm>
              <a:custGeom>
                <a:avLst/>
                <a:gdLst>
                  <a:gd name="txL" fmla="*/ 0 w 554"/>
                  <a:gd name="txT" fmla="*/ 0 h 303"/>
                  <a:gd name="txR" fmla="*/ 554 w 554"/>
                  <a:gd name="txB" fmla="*/ 303 h 303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0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554" h="303">
                    <a:moveTo>
                      <a:pt x="53" y="100"/>
                    </a:moveTo>
                    <a:lnTo>
                      <a:pt x="53" y="100"/>
                    </a:lnTo>
                    <a:cubicBezTo>
                      <a:pt x="99" y="88"/>
                      <a:pt x="221" y="59"/>
                      <a:pt x="308" y="74"/>
                    </a:cubicBezTo>
                    <a:cubicBezTo>
                      <a:pt x="388" y="89"/>
                      <a:pt x="459" y="140"/>
                      <a:pt x="490" y="165"/>
                    </a:cubicBezTo>
                    <a:lnTo>
                      <a:pt x="443" y="244"/>
                    </a:lnTo>
                    <a:cubicBezTo>
                      <a:pt x="395" y="231"/>
                      <a:pt x="270" y="199"/>
                      <a:pt x="135" y="199"/>
                    </a:cubicBezTo>
                    <a:cubicBezTo>
                      <a:pt x="108" y="199"/>
                      <a:pt x="80" y="200"/>
                      <a:pt x="53" y="203"/>
                    </a:cubicBezTo>
                    <a:lnTo>
                      <a:pt x="53" y="100"/>
                    </a:lnTo>
                    <a:close/>
                    <a:moveTo>
                      <a:pt x="30" y="260"/>
                    </a:moveTo>
                    <a:lnTo>
                      <a:pt x="30" y="260"/>
                    </a:lnTo>
                    <a:cubicBezTo>
                      <a:pt x="223" y="230"/>
                      <a:pt x="445" y="301"/>
                      <a:pt x="447" y="301"/>
                    </a:cubicBezTo>
                    <a:cubicBezTo>
                      <a:pt x="450" y="302"/>
                      <a:pt x="453" y="303"/>
                      <a:pt x="456" y="303"/>
                    </a:cubicBezTo>
                    <a:cubicBezTo>
                      <a:pt x="465" y="303"/>
                      <a:pt x="474" y="298"/>
                      <a:pt x="479" y="290"/>
                    </a:cubicBezTo>
                    <a:lnTo>
                      <a:pt x="547" y="173"/>
                    </a:lnTo>
                    <a:cubicBezTo>
                      <a:pt x="554" y="162"/>
                      <a:pt x="552" y="149"/>
                      <a:pt x="543" y="140"/>
                    </a:cubicBezTo>
                    <a:cubicBezTo>
                      <a:pt x="539" y="136"/>
                      <a:pt x="440" y="44"/>
                      <a:pt x="317" y="22"/>
                    </a:cubicBezTo>
                    <a:cubicBezTo>
                      <a:pt x="196" y="0"/>
                      <a:pt x="25" y="52"/>
                      <a:pt x="18" y="54"/>
                    </a:cubicBezTo>
                    <a:cubicBezTo>
                      <a:pt x="7" y="58"/>
                      <a:pt x="0" y="68"/>
                      <a:pt x="0" y="80"/>
                    </a:cubicBezTo>
                    <a:lnTo>
                      <a:pt x="0" y="234"/>
                    </a:lnTo>
                    <a:cubicBezTo>
                      <a:pt x="0" y="241"/>
                      <a:pt x="3" y="249"/>
                      <a:pt x="9" y="254"/>
                    </a:cubicBezTo>
                    <a:cubicBezTo>
                      <a:pt x="15" y="259"/>
                      <a:pt x="23" y="261"/>
                      <a:pt x="30" y="260"/>
                    </a:cubicBezTo>
                    <a:close/>
                  </a:path>
                </a:pathLst>
              </a:custGeom>
              <a:solidFill>
                <a:srgbClr val="474747">
                  <a:alpha val="100000"/>
                </a:srgbClr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214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96" name="Freeform 121"/>
              <p:cNvSpPr>
                <a:spLocks noEditPoints="1"/>
              </p:cNvSpPr>
              <p:nvPr/>
            </p:nvSpPr>
            <p:spPr bwMode="gray">
              <a:xfrm>
                <a:off x="7613650" y="1203325"/>
                <a:ext cx="106363" cy="87313"/>
              </a:xfrm>
              <a:custGeom>
                <a:avLst/>
                <a:gdLst>
                  <a:gd name="txL" fmla="*/ 0 w 254"/>
                  <a:gd name="txT" fmla="*/ 0 h 208"/>
                  <a:gd name="txR" fmla="*/ 254 w 254"/>
                  <a:gd name="txB" fmla="*/ 208 h 208"/>
                </a:gdLst>
                <a:ahLst/>
                <a:cxnLst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  <a:cxn ang="0">
                    <a:pos x="0" y="2147483646"/>
                  </a:cxn>
                  <a:cxn ang="0">
                    <a:pos x="0" y="2147483646"/>
                  </a:cxn>
                  <a:cxn ang="0">
                    <a:pos x="2147483646" y="2147483646"/>
                  </a:cxn>
                  <a:cxn ang="0">
                    <a:pos x="2147483646" y="2147483646"/>
                  </a:cxn>
                </a:cxnLst>
                <a:rect l="txL" t="txT" r="txR" b="txB"/>
                <a:pathLst>
                  <a:path w="254" h="208">
                    <a:moveTo>
                      <a:pt x="53" y="140"/>
                    </a:moveTo>
                    <a:lnTo>
                      <a:pt x="53" y="140"/>
                    </a:lnTo>
                    <a:lnTo>
                      <a:pt x="201" y="70"/>
                    </a:lnTo>
                    <a:lnTo>
                      <a:pt x="201" y="127"/>
                    </a:lnTo>
                    <a:lnTo>
                      <a:pt x="53" y="151"/>
                    </a:lnTo>
                    <a:lnTo>
                      <a:pt x="53" y="140"/>
                    </a:lnTo>
                    <a:close/>
                    <a:moveTo>
                      <a:pt x="27" y="208"/>
                    </a:moveTo>
                    <a:lnTo>
                      <a:pt x="27" y="208"/>
                    </a:lnTo>
                    <a:cubicBezTo>
                      <a:pt x="28" y="208"/>
                      <a:pt x="30" y="208"/>
                      <a:pt x="31" y="208"/>
                    </a:cubicBezTo>
                    <a:lnTo>
                      <a:pt x="232" y="176"/>
                    </a:lnTo>
                    <a:cubicBezTo>
                      <a:pt x="245" y="174"/>
                      <a:pt x="254" y="163"/>
                      <a:pt x="254" y="150"/>
                    </a:cubicBezTo>
                    <a:lnTo>
                      <a:pt x="254" y="28"/>
                    </a:lnTo>
                    <a:cubicBezTo>
                      <a:pt x="254" y="19"/>
                      <a:pt x="250" y="10"/>
                      <a:pt x="242" y="6"/>
                    </a:cubicBezTo>
                    <a:cubicBezTo>
                      <a:pt x="234" y="1"/>
                      <a:pt x="225" y="0"/>
                      <a:pt x="216" y="4"/>
                    </a:cubicBezTo>
                    <a:lnTo>
                      <a:pt x="15" y="99"/>
                    </a:lnTo>
                    <a:cubicBezTo>
                      <a:pt x="6" y="103"/>
                      <a:pt x="0" y="113"/>
                      <a:pt x="0" y="123"/>
                    </a:cubicBezTo>
                    <a:lnTo>
                      <a:pt x="0" y="182"/>
                    </a:lnTo>
                    <a:cubicBezTo>
                      <a:pt x="0" y="190"/>
                      <a:pt x="4" y="197"/>
                      <a:pt x="9" y="202"/>
                    </a:cubicBezTo>
                    <a:cubicBezTo>
                      <a:pt x="14" y="206"/>
                      <a:pt x="20" y="208"/>
                      <a:pt x="27" y="208"/>
                    </a:cubicBezTo>
                    <a:close/>
                  </a:path>
                </a:pathLst>
              </a:custGeom>
              <a:solidFill>
                <a:srgbClr val="474747">
                  <a:alpha val="100000"/>
                </a:srgbClr>
              </a:solidFill>
              <a:ln w="0">
                <a:noFill/>
              </a:ln>
            </p:spPr>
            <p:txBody>
              <a:bodyPr/>
              <a:lstStyle/>
              <a:p>
                <a:endParaRPr lang="zh-CN" altLang="en-US" sz="214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399" name="文本框 398"/>
            <p:cNvSpPr txBox="1"/>
            <p:nvPr/>
          </p:nvSpPr>
          <p:spPr bwMode="gray">
            <a:xfrm>
              <a:off x="5103142" y="5125937"/>
              <a:ext cx="5437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交通</a:t>
              </a:r>
              <a:endParaRPr lang="zh-CN" altLang="en-US" sz="1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04" name="椭圆 403"/>
          <p:cNvSpPr/>
          <p:nvPr/>
        </p:nvSpPr>
        <p:spPr bwMode="gray">
          <a:xfrm>
            <a:off x="1406804" y="4728765"/>
            <a:ext cx="107684" cy="1076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5" name="椭圆 404"/>
          <p:cNvSpPr/>
          <p:nvPr/>
        </p:nvSpPr>
        <p:spPr bwMode="gray">
          <a:xfrm>
            <a:off x="2502326" y="4863793"/>
            <a:ext cx="107684" cy="1076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6" name="椭圆 405"/>
          <p:cNvSpPr/>
          <p:nvPr/>
        </p:nvSpPr>
        <p:spPr bwMode="gray">
          <a:xfrm>
            <a:off x="3600601" y="4863793"/>
            <a:ext cx="107684" cy="1076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7" name="椭圆 406"/>
          <p:cNvSpPr/>
          <p:nvPr/>
        </p:nvSpPr>
        <p:spPr bwMode="gray">
          <a:xfrm>
            <a:off x="4759952" y="4662219"/>
            <a:ext cx="107684" cy="10768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9" name="文本框 408"/>
          <p:cNvSpPr txBox="1"/>
          <p:nvPr/>
        </p:nvSpPr>
        <p:spPr bwMode="gray">
          <a:xfrm>
            <a:off x="862573" y="1974088"/>
            <a:ext cx="1837361" cy="678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企业上云</a:t>
            </a:r>
            <a:endParaRPr lang="en-US" altLang="zh-CN" sz="1600" b="1" dirty="0" smtClean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本地处理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 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业务上云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0" name="文本框 409"/>
          <p:cNvSpPr txBox="1"/>
          <p:nvPr/>
        </p:nvSpPr>
        <p:spPr bwMode="gray">
          <a:xfrm>
            <a:off x="3703445" y="1974088"/>
            <a:ext cx="1478290" cy="6787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企业上多云</a:t>
            </a:r>
            <a:endParaRPr lang="en-US" altLang="zh-CN" sz="1600" b="1" dirty="0" smtClean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ts val="2400"/>
              </a:lnSpc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私有云 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混合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云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1" name="文本框 410"/>
          <p:cNvSpPr txBox="1"/>
          <p:nvPr/>
        </p:nvSpPr>
        <p:spPr bwMode="gray">
          <a:xfrm>
            <a:off x="6807835" y="1974088"/>
            <a:ext cx="35397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zh-CN" altLang="en-US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多张</a:t>
            </a:r>
            <a:r>
              <a:rPr lang="en-US" altLang="zh-CN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TDM</a:t>
            </a:r>
            <a:r>
              <a:rPr lang="zh-CN" altLang="en-US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专网 </a:t>
            </a:r>
            <a:r>
              <a:rPr lang="en-US" altLang="zh-CN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&gt; </a:t>
            </a:r>
            <a:r>
              <a:rPr lang="zh-CN" altLang="en-US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</a:t>
            </a: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张</a:t>
            </a:r>
            <a:r>
              <a:rPr lang="en-US" altLang="zh-CN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综合</a:t>
            </a:r>
            <a:r>
              <a:rPr lang="zh-CN" altLang="en-US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</a:t>
            </a:r>
          </a:p>
          <a:p>
            <a:pPr algn="ctr">
              <a:lnSpc>
                <a:spcPts val="2400"/>
              </a:lnSpc>
            </a:pP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IEC/UIC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分别提出电力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交通的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化转型趋势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2" name="平行四边形 411"/>
          <p:cNvSpPr/>
          <p:nvPr/>
        </p:nvSpPr>
        <p:spPr bwMode="gray">
          <a:xfrm>
            <a:off x="5934075" y="4893259"/>
            <a:ext cx="5553075" cy="896140"/>
          </a:xfrm>
          <a:prstGeom prst="parallelogram">
            <a:avLst>
              <a:gd name="adj" fmla="val 95500"/>
            </a:avLst>
          </a:prstGeom>
          <a:gradFill flip="none" rotWithShape="1">
            <a:gsLst>
              <a:gs pos="0">
                <a:srgbClr val="B5B5B5">
                  <a:alpha val="25000"/>
                </a:srgbClr>
              </a:gs>
              <a:gs pos="100000">
                <a:srgbClr val="B5B5B5">
                  <a:alpha val="0"/>
                </a:srgbClr>
              </a:gs>
            </a:gsLst>
            <a:lin ang="16200000" scaled="0"/>
            <a:tileRect/>
          </a:gradFill>
          <a:ln w="9525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 anchorCtr="1"/>
          <a:lstStyle/>
          <a:p>
            <a:pPr algn="ctr" defTabSz="914478"/>
            <a:endParaRPr lang="zh-CN" altLang="en-US" sz="6400" b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413" name="平行四边形 412"/>
          <p:cNvSpPr/>
          <p:nvPr/>
        </p:nvSpPr>
        <p:spPr bwMode="gray">
          <a:xfrm>
            <a:off x="5934075" y="3864143"/>
            <a:ext cx="5553075" cy="896140"/>
          </a:xfrm>
          <a:prstGeom prst="parallelogram">
            <a:avLst>
              <a:gd name="adj" fmla="val 95500"/>
            </a:avLst>
          </a:prstGeom>
          <a:gradFill flip="none" rotWithShape="1">
            <a:gsLst>
              <a:gs pos="0">
                <a:srgbClr val="B5B5B5">
                  <a:alpha val="25000"/>
                </a:srgbClr>
              </a:gs>
              <a:gs pos="100000">
                <a:srgbClr val="B5B5B5">
                  <a:alpha val="0"/>
                </a:srgbClr>
              </a:gs>
            </a:gsLst>
            <a:lin ang="16200000" scaled="0"/>
            <a:tileRect/>
          </a:gradFill>
          <a:ln w="9525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 anchorCtr="1"/>
          <a:lstStyle/>
          <a:p>
            <a:pPr algn="ctr" defTabSz="914478"/>
            <a:endParaRPr lang="zh-CN" altLang="en-US" sz="6400" b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414" name="平行四边形 413"/>
          <p:cNvSpPr/>
          <p:nvPr/>
        </p:nvSpPr>
        <p:spPr bwMode="gray">
          <a:xfrm>
            <a:off x="5934075" y="2843721"/>
            <a:ext cx="5553075" cy="896140"/>
          </a:xfrm>
          <a:prstGeom prst="parallelogram">
            <a:avLst>
              <a:gd name="adj" fmla="val 95500"/>
            </a:avLst>
          </a:prstGeom>
          <a:gradFill flip="none" rotWithShape="1">
            <a:gsLst>
              <a:gs pos="0">
                <a:srgbClr val="B5B5B5">
                  <a:alpha val="25000"/>
                </a:srgbClr>
              </a:gs>
              <a:gs pos="100000">
                <a:srgbClr val="B5B5B5">
                  <a:alpha val="0"/>
                </a:srgbClr>
              </a:gs>
            </a:gsLst>
            <a:lin ang="16200000" scaled="0"/>
            <a:tileRect/>
          </a:gradFill>
          <a:ln w="9525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 anchorCtr="1"/>
          <a:lstStyle/>
          <a:p>
            <a:pPr algn="ctr" defTabSz="914478"/>
            <a:endParaRPr lang="zh-CN" altLang="en-US" sz="6400" b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416" name="矩形 415"/>
          <p:cNvSpPr/>
          <p:nvPr/>
        </p:nvSpPr>
        <p:spPr bwMode="gray">
          <a:xfrm>
            <a:off x="6489078" y="3126255"/>
            <a:ext cx="92333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电力继电保护</a:t>
            </a:r>
            <a:endParaRPr lang="en-US" altLang="zh-CN" sz="1200" b="1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grpSp>
        <p:nvGrpSpPr>
          <p:cNvPr id="417" name="组合 416"/>
          <p:cNvGrpSpPr/>
          <p:nvPr/>
        </p:nvGrpSpPr>
        <p:grpSpPr bwMode="gray">
          <a:xfrm>
            <a:off x="8152585" y="3181735"/>
            <a:ext cx="2169128" cy="439515"/>
            <a:chOff x="1989611" y="3532396"/>
            <a:chExt cx="2144395" cy="311276"/>
          </a:xfrm>
        </p:grpSpPr>
        <p:grpSp>
          <p:nvGrpSpPr>
            <p:cNvPr id="418" name="组合 417"/>
            <p:cNvGrpSpPr/>
            <p:nvPr/>
          </p:nvGrpSpPr>
          <p:grpSpPr bwMode="gray">
            <a:xfrm>
              <a:off x="3748032" y="3532396"/>
              <a:ext cx="385974" cy="311276"/>
              <a:chOff x="4548717" y="1188638"/>
              <a:chExt cx="1379538" cy="1343025"/>
            </a:xfrm>
            <a:solidFill>
              <a:schemeClr val="bg1"/>
            </a:solidFill>
          </p:grpSpPr>
          <p:sp>
            <p:nvSpPr>
              <p:cNvPr id="447" name="Freeform 47"/>
              <p:cNvSpPr>
                <a:spLocks/>
              </p:cNvSpPr>
              <p:nvPr/>
            </p:nvSpPr>
            <p:spPr bwMode="gray">
              <a:xfrm>
                <a:off x="4897967" y="1426763"/>
                <a:ext cx="925513" cy="655638"/>
              </a:xfrm>
              <a:custGeom>
                <a:avLst/>
                <a:gdLst>
                  <a:gd name="T0" fmla="*/ 163 w 805"/>
                  <a:gd name="T1" fmla="*/ 570 h 570"/>
                  <a:gd name="T2" fmla="*/ 0 w 805"/>
                  <a:gd name="T3" fmla="*/ 486 h 570"/>
                  <a:gd name="T4" fmla="*/ 2 w 805"/>
                  <a:gd name="T5" fmla="*/ 485 h 570"/>
                  <a:gd name="T6" fmla="*/ 163 w 805"/>
                  <a:gd name="T7" fmla="*/ 568 h 570"/>
                  <a:gd name="T8" fmla="*/ 164 w 805"/>
                  <a:gd name="T9" fmla="*/ 568 h 570"/>
                  <a:gd name="T10" fmla="*/ 413 w 805"/>
                  <a:gd name="T11" fmla="*/ 458 h 570"/>
                  <a:gd name="T12" fmla="*/ 800 w 805"/>
                  <a:gd name="T13" fmla="*/ 1 h 570"/>
                  <a:gd name="T14" fmla="*/ 800 w 805"/>
                  <a:gd name="T15" fmla="*/ 0 h 570"/>
                  <a:gd name="T16" fmla="*/ 805 w 805"/>
                  <a:gd name="T17" fmla="*/ 0 h 570"/>
                  <a:gd name="T18" fmla="*/ 805 w 805"/>
                  <a:gd name="T19" fmla="*/ 1 h 570"/>
                  <a:gd name="T20" fmla="*/ 417 w 805"/>
                  <a:gd name="T21" fmla="*/ 459 h 570"/>
                  <a:gd name="T22" fmla="*/ 164 w 805"/>
                  <a:gd name="T23" fmla="*/ 570 h 570"/>
                  <a:gd name="T24" fmla="*/ 163 w 805"/>
                  <a:gd name="T25" fmla="*/ 57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570">
                    <a:moveTo>
                      <a:pt x="163" y="570"/>
                    </a:moveTo>
                    <a:cubicBezTo>
                      <a:pt x="51" y="570"/>
                      <a:pt x="0" y="486"/>
                      <a:pt x="0" y="486"/>
                    </a:cubicBezTo>
                    <a:cubicBezTo>
                      <a:pt x="2" y="485"/>
                      <a:pt x="2" y="485"/>
                      <a:pt x="2" y="485"/>
                    </a:cubicBezTo>
                    <a:cubicBezTo>
                      <a:pt x="2" y="486"/>
                      <a:pt x="55" y="567"/>
                      <a:pt x="163" y="568"/>
                    </a:cubicBezTo>
                    <a:cubicBezTo>
                      <a:pt x="164" y="568"/>
                      <a:pt x="164" y="568"/>
                      <a:pt x="164" y="568"/>
                    </a:cubicBezTo>
                    <a:cubicBezTo>
                      <a:pt x="238" y="568"/>
                      <a:pt x="322" y="531"/>
                      <a:pt x="413" y="458"/>
                    </a:cubicBezTo>
                    <a:cubicBezTo>
                      <a:pt x="534" y="361"/>
                      <a:pt x="664" y="207"/>
                      <a:pt x="800" y="1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5" y="1"/>
                      <a:pt x="805" y="1"/>
                      <a:pt x="805" y="1"/>
                    </a:cubicBezTo>
                    <a:cubicBezTo>
                      <a:pt x="670" y="206"/>
                      <a:pt x="536" y="364"/>
                      <a:pt x="417" y="459"/>
                    </a:cubicBezTo>
                    <a:cubicBezTo>
                      <a:pt x="325" y="533"/>
                      <a:pt x="240" y="570"/>
                      <a:pt x="164" y="570"/>
                    </a:cubicBezTo>
                    <a:lnTo>
                      <a:pt x="163" y="5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8" name="Freeform 48"/>
              <p:cNvSpPr>
                <a:spLocks/>
              </p:cNvSpPr>
              <p:nvPr/>
            </p:nvSpPr>
            <p:spPr bwMode="gray">
              <a:xfrm>
                <a:off x="4899554" y="1626788"/>
                <a:ext cx="925513" cy="539750"/>
              </a:xfrm>
              <a:custGeom>
                <a:avLst/>
                <a:gdLst>
                  <a:gd name="T0" fmla="*/ 164 w 805"/>
                  <a:gd name="T1" fmla="*/ 469 h 469"/>
                  <a:gd name="T2" fmla="*/ 0 w 805"/>
                  <a:gd name="T3" fmla="*/ 397 h 469"/>
                  <a:gd name="T4" fmla="*/ 2 w 805"/>
                  <a:gd name="T5" fmla="*/ 397 h 469"/>
                  <a:gd name="T6" fmla="*/ 164 w 805"/>
                  <a:gd name="T7" fmla="*/ 466 h 469"/>
                  <a:gd name="T8" fmla="*/ 165 w 805"/>
                  <a:gd name="T9" fmla="*/ 466 h 469"/>
                  <a:gd name="T10" fmla="*/ 415 w 805"/>
                  <a:gd name="T11" fmla="*/ 375 h 469"/>
                  <a:gd name="T12" fmla="*/ 801 w 805"/>
                  <a:gd name="T13" fmla="*/ 1 h 469"/>
                  <a:gd name="T14" fmla="*/ 802 w 805"/>
                  <a:gd name="T15" fmla="*/ 0 h 469"/>
                  <a:gd name="T16" fmla="*/ 805 w 805"/>
                  <a:gd name="T17" fmla="*/ 2 h 469"/>
                  <a:gd name="T18" fmla="*/ 804 w 805"/>
                  <a:gd name="T19" fmla="*/ 2 h 469"/>
                  <a:gd name="T20" fmla="*/ 419 w 805"/>
                  <a:gd name="T21" fmla="*/ 377 h 469"/>
                  <a:gd name="T22" fmla="*/ 165 w 805"/>
                  <a:gd name="T23" fmla="*/ 469 h 469"/>
                  <a:gd name="T24" fmla="*/ 164 w 805"/>
                  <a:gd name="T25" fmla="*/ 469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469">
                    <a:moveTo>
                      <a:pt x="164" y="469"/>
                    </a:moveTo>
                    <a:cubicBezTo>
                      <a:pt x="52" y="468"/>
                      <a:pt x="0" y="398"/>
                      <a:pt x="0" y="397"/>
                    </a:cubicBezTo>
                    <a:cubicBezTo>
                      <a:pt x="2" y="397"/>
                      <a:pt x="2" y="397"/>
                      <a:pt x="2" y="397"/>
                    </a:cubicBezTo>
                    <a:cubicBezTo>
                      <a:pt x="2" y="397"/>
                      <a:pt x="56" y="466"/>
                      <a:pt x="164" y="466"/>
                    </a:cubicBezTo>
                    <a:cubicBezTo>
                      <a:pt x="165" y="466"/>
                      <a:pt x="165" y="466"/>
                      <a:pt x="165" y="466"/>
                    </a:cubicBezTo>
                    <a:cubicBezTo>
                      <a:pt x="239" y="466"/>
                      <a:pt x="323" y="436"/>
                      <a:pt x="415" y="375"/>
                    </a:cubicBezTo>
                    <a:cubicBezTo>
                      <a:pt x="535" y="296"/>
                      <a:pt x="665" y="170"/>
                      <a:pt x="801" y="1"/>
                    </a:cubicBezTo>
                    <a:cubicBezTo>
                      <a:pt x="802" y="0"/>
                      <a:pt x="802" y="0"/>
                      <a:pt x="802" y="0"/>
                    </a:cubicBezTo>
                    <a:cubicBezTo>
                      <a:pt x="805" y="2"/>
                      <a:pt x="805" y="2"/>
                      <a:pt x="805" y="2"/>
                    </a:cubicBezTo>
                    <a:cubicBezTo>
                      <a:pt x="804" y="2"/>
                      <a:pt x="804" y="2"/>
                      <a:pt x="804" y="2"/>
                    </a:cubicBezTo>
                    <a:cubicBezTo>
                      <a:pt x="668" y="172"/>
                      <a:pt x="539" y="298"/>
                      <a:pt x="419" y="377"/>
                    </a:cubicBezTo>
                    <a:cubicBezTo>
                      <a:pt x="326" y="438"/>
                      <a:pt x="241" y="469"/>
                      <a:pt x="165" y="469"/>
                    </a:cubicBezTo>
                    <a:lnTo>
                      <a:pt x="164" y="46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9" name="Freeform 49"/>
              <p:cNvSpPr>
                <a:spLocks/>
              </p:cNvSpPr>
              <p:nvPr/>
            </p:nvSpPr>
            <p:spPr bwMode="gray">
              <a:xfrm>
                <a:off x="4899554" y="1803000"/>
                <a:ext cx="925513" cy="425450"/>
              </a:xfrm>
              <a:custGeom>
                <a:avLst/>
                <a:gdLst>
                  <a:gd name="T0" fmla="*/ 162 w 805"/>
                  <a:gd name="T1" fmla="*/ 370 h 370"/>
                  <a:gd name="T2" fmla="*/ 0 w 805"/>
                  <a:gd name="T3" fmla="*/ 314 h 370"/>
                  <a:gd name="T4" fmla="*/ 2 w 805"/>
                  <a:gd name="T5" fmla="*/ 313 h 370"/>
                  <a:gd name="T6" fmla="*/ 162 w 805"/>
                  <a:gd name="T7" fmla="*/ 368 h 370"/>
                  <a:gd name="T8" fmla="*/ 163 w 805"/>
                  <a:gd name="T9" fmla="*/ 368 h 370"/>
                  <a:gd name="T10" fmla="*/ 413 w 805"/>
                  <a:gd name="T11" fmla="*/ 296 h 370"/>
                  <a:gd name="T12" fmla="*/ 800 w 805"/>
                  <a:gd name="T13" fmla="*/ 0 h 370"/>
                  <a:gd name="T14" fmla="*/ 800 w 805"/>
                  <a:gd name="T15" fmla="*/ 0 h 370"/>
                  <a:gd name="T16" fmla="*/ 805 w 805"/>
                  <a:gd name="T17" fmla="*/ 0 h 370"/>
                  <a:gd name="T18" fmla="*/ 804 w 805"/>
                  <a:gd name="T19" fmla="*/ 1 h 370"/>
                  <a:gd name="T20" fmla="*/ 416 w 805"/>
                  <a:gd name="T21" fmla="*/ 298 h 370"/>
                  <a:gd name="T22" fmla="*/ 163 w 805"/>
                  <a:gd name="T23" fmla="*/ 370 h 370"/>
                  <a:gd name="T24" fmla="*/ 162 w 805"/>
                  <a:gd name="T25" fmla="*/ 37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370">
                    <a:moveTo>
                      <a:pt x="162" y="370"/>
                    </a:moveTo>
                    <a:cubicBezTo>
                      <a:pt x="52" y="370"/>
                      <a:pt x="2" y="316"/>
                      <a:pt x="0" y="314"/>
                    </a:cubicBezTo>
                    <a:cubicBezTo>
                      <a:pt x="2" y="313"/>
                      <a:pt x="2" y="313"/>
                      <a:pt x="2" y="313"/>
                    </a:cubicBezTo>
                    <a:cubicBezTo>
                      <a:pt x="2" y="314"/>
                      <a:pt x="53" y="367"/>
                      <a:pt x="162" y="368"/>
                    </a:cubicBezTo>
                    <a:cubicBezTo>
                      <a:pt x="163" y="368"/>
                      <a:pt x="163" y="368"/>
                      <a:pt x="163" y="368"/>
                    </a:cubicBezTo>
                    <a:cubicBezTo>
                      <a:pt x="237" y="368"/>
                      <a:pt x="321" y="344"/>
                      <a:pt x="413" y="296"/>
                    </a:cubicBezTo>
                    <a:cubicBezTo>
                      <a:pt x="532" y="234"/>
                      <a:pt x="666" y="132"/>
                      <a:pt x="800" y="0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4" y="1"/>
                      <a:pt x="804" y="1"/>
                      <a:pt x="804" y="1"/>
                    </a:cubicBezTo>
                    <a:cubicBezTo>
                      <a:pt x="667" y="135"/>
                      <a:pt x="537" y="235"/>
                      <a:pt x="416" y="298"/>
                    </a:cubicBezTo>
                    <a:cubicBezTo>
                      <a:pt x="324" y="346"/>
                      <a:pt x="239" y="370"/>
                      <a:pt x="163" y="370"/>
                    </a:cubicBezTo>
                    <a:lnTo>
                      <a:pt x="162" y="3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50" name="Freeform 50"/>
              <p:cNvSpPr>
                <a:spLocks/>
              </p:cNvSpPr>
              <p:nvPr/>
            </p:nvSpPr>
            <p:spPr bwMode="gray">
              <a:xfrm>
                <a:off x="4663017" y="1433113"/>
                <a:ext cx="644525" cy="647700"/>
              </a:xfrm>
              <a:custGeom>
                <a:avLst/>
                <a:gdLst>
                  <a:gd name="T0" fmla="*/ 134 w 561"/>
                  <a:gd name="T1" fmla="*/ 564 h 564"/>
                  <a:gd name="T2" fmla="*/ 0 w 561"/>
                  <a:gd name="T3" fmla="*/ 482 h 564"/>
                  <a:gd name="T4" fmla="*/ 2 w 561"/>
                  <a:gd name="T5" fmla="*/ 482 h 564"/>
                  <a:gd name="T6" fmla="*/ 134 w 561"/>
                  <a:gd name="T7" fmla="*/ 561 h 564"/>
                  <a:gd name="T8" fmla="*/ 135 w 561"/>
                  <a:gd name="T9" fmla="*/ 561 h 564"/>
                  <a:gd name="T10" fmla="*/ 554 w 561"/>
                  <a:gd name="T11" fmla="*/ 0 h 564"/>
                  <a:gd name="T12" fmla="*/ 555 w 561"/>
                  <a:gd name="T13" fmla="*/ 0 h 564"/>
                  <a:gd name="T14" fmla="*/ 561 w 561"/>
                  <a:gd name="T15" fmla="*/ 0 h 564"/>
                  <a:gd name="T16" fmla="*/ 561 w 561"/>
                  <a:gd name="T17" fmla="*/ 1 h 564"/>
                  <a:gd name="T18" fmla="*/ 317 w 561"/>
                  <a:gd name="T19" fmla="*/ 452 h 564"/>
                  <a:gd name="T20" fmla="*/ 135 w 561"/>
                  <a:gd name="T21" fmla="*/ 564 h 564"/>
                  <a:gd name="T22" fmla="*/ 134 w 561"/>
                  <a:gd name="T23" fmla="*/ 564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1" h="564">
                    <a:moveTo>
                      <a:pt x="134" y="564"/>
                    </a:moveTo>
                    <a:cubicBezTo>
                      <a:pt x="48" y="564"/>
                      <a:pt x="1" y="483"/>
                      <a:pt x="0" y="482"/>
                    </a:cubicBezTo>
                    <a:cubicBezTo>
                      <a:pt x="2" y="482"/>
                      <a:pt x="2" y="482"/>
                      <a:pt x="2" y="482"/>
                    </a:cubicBezTo>
                    <a:cubicBezTo>
                      <a:pt x="2" y="483"/>
                      <a:pt x="53" y="561"/>
                      <a:pt x="134" y="561"/>
                    </a:cubicBezTo>
                    <a:cubicBezTo>
                      <a:pt x="135" y="561"/>
                      <a:pt x="135" y="561"/>
                      <a:pt x="135" y="561"/>
                    </a:cubicBezTo>
                    <a:cubicBezTo>
                      <a:pt x="225" y="560"/>
                      <a:pt x="370" y="463"/>
                      <a:pt x="554" y="0"/>
                    </a:cubicBezTo>
                    <a:cubicBezTo>
                      <a:pt x="555" y="0"/>
                      <a:pt x="555" y="0"/>
                      <a:pt x="555" y="0"/>
                    </a:cubicBezTo>
                    <a:cubicBezTo>
                      <a:pt x="561" y="0"/>
                      <a:pt x="561" y="0"/>
                      <a:pt x="561" y="0"/>
                    </a:cubicBezTo>
                    <a:cubicBezTo>
                      <a:pt x="561" y="1"/>
                      <a:pt x="561" y="1"/>
                      <a:pt x="561" y="1"/>
                    </a:cubicBezTo>
                    <a:cubicBezTo>
                      <a:pt x="478" y="207"/>
                      <a:pt x="397" y="359"/>
                      <a:pt x="317" y="452"/>
                    </a:cubicBezTo>
                    <a:cubicBezTo>
                      <a:pt x="255" y="526"/>
                      <a:pt x="193" y="563"/>
                      <a:pt x="135" y="564"/>
                    </a:cubicBezTo>
                    <a:lnTo>
                      <a:pt x="134" y="56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51" name="Freeform 51"/>
              <p:cNvSpPr>
                <a:spLocks/>
              </p:cNvSpPr>
              <p:nvPr/>
            </p:nvSpPr>
            <p:spPr bwMode="gray">
              <a:xfrm>
                <a:off x="4663017" y="1609325"/>
                <a:ext cx="652463" cy="550863"/>
              </a:xfrm>
              <a:custGeom>
                <a:avLst/>
                <a:gdLst>
                  <a:gd name="T0" fmla="*/ 136 w 568"/>
                  <a:gd name="T1" fmla="*/ 479 h 479"/>
                  <a:gd name="T2" fmla="*/ 0 w 568"/>
                  <a:gd name="T3" fmla="*/ 410 h 479"/>
                  <a:gd name="T4" fmla="*/ 2 w 568"/>
                  <a:gd name="T5" fmla="*/ 410 h 479"/>
                  <a:gd name="T6" fmla="*/ 136 w 568"/>
                  <a:gd name="T7" fmla="*/ 477 h 479"/>
                  <a:gd name="T8" fmla="*/ 137 w 568"/>
                  <a:gd name="T9" fmla="*/ 477 h 479"/>
                  <a:gd name="T10" fmla="*/ 562 w 568"/>
                  <a:gd name="T11" fmla="*/ 1 h 479"/>
                  <a:gd name="T12" fmla="*/ 562 w 568"/>
                  <a:gd name="T13" fmla="*/ 0 h 479"/>
                  <a:gd name="T14" fmla="*/ 568 w 568"/>
                  <a:gd name="T15" fmla="*/ 0 h 479"/>
                  <a:gd name="T16" fmla="*/ 568 w 568"/>
                  <a:gd name="T17" fmla="*/ 1 h 479"/>
                  <a:gd name="T18" fmla="*/ 321 w 568"/>
                  <a:gd name="T19" fmla="*/ 384 h 479"/>
                  <a:gd name="T20" fmla="*/ 137 w 568"/>
                  <a:gd name="T21" fmla="*/ 479 h 479"/>
                  <a:gd name="T22" fmla="*/ 136 w 568"/>
                  <a:gd name="T23" fmla="*/ 479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8" h="479">
                    <a:moveTo>
                      <a:pt x="136" y="479"/>
                    </a:moveTo>
                    <a:cubicBezTo>
                      <a:pt x="49" y="479"/>
                      <a:pt x="1" y="411"/>
                      <a:pt x="0" y="410"/>
                    </a:cubicBezTo>
                    <a:cubicBezTo>
                      <a:pt x="2" y="410"/>
                      <a:pt x="2" y="410"/>
                      <a:pt x="2" y="410"/>
                    </a:cubicBezTo>
                    <a:cubicBezTo>
                      <a:pt x="2" y="410"/>
                      <a:pt x="55" y="477"/>
                      <a:pt x="136" y="477"/>
                    </a:cubicBezTo>
                    <a:cubicBezTo>
                      <a:pt x="137" y="477"/>
                      <a:pt x="137" y="477"/>
                      <a:pt x="137" y="477"/>
                    </a:cubicBezTo>
                    <a:cubicBezTo>
                      <a:pt x="228" y="476"/>
                      <a:pt x="375" y="393"/>
                      <a:pt x="562" y="1"/>
                    </a:cubicBezTo>
                    <a:cubicBezTo>
                      <a:pt x="562" y="0"/>
                      <a:pt x="562" y="0"/>
                      <a:pt x="562" y="0"/>
                    </a:cubicBezTo>
                    <a:cubicBezTo>
                      <a:pt x="568" y="0"/>
                      <a:pt x="568" y="0"/>
                      <a:pt x="568" y="0"/>
                    </a:cubicBezTo>
                    <a:cubicBezTo>
                      <a:pt x="568" y="1"/>
                      <a:pt x="568" y="1"/>
                      <a:pt x="568" y="1"/>
                    </a:cubicBezTo>
                    <a:cubicBezTo>
                      <a:pt x="485" y="176"/>
                      <a:pt x="402" y="305"/>
                      <a:pt x="321" y="384"/>
                    </a:cubicBezTo>
                    <a:cubicBezTo>
                      <a:pt x="258" y="447"/>
                      <a:pt x="196" y="479"/>
                      <a:pt x="137" y="479"/>
                    </a:cubicBezTo>
                    <a:lnTo>
                      <a:pt x="136" y="47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52" name="Freeform 52"/>
              <p:cNvSpPr>
                <a:spLocks/>
              </p:cNvSpPr>
              <p:nvPr/>
            </p:nvSpPr>
            <p:spPr bwMode="gray">
              <a:xfrm>
                <a:off x="4663017" y="1798238"/>
                <a:ext cx="650875" cy="428625"/>
              </a:xfrm>
              <a:custGeom>
                <a:avLst/>
                <a:gdLst>
                  <a:gd name="T0" fmla="*/ 136 w 567"/>
                  <a:gd name="T1" fmla="*/ 373 h 373"/>
                  <a:gd name="T2" fmla="*/ 0 w 567"/>
                  <a:gd name="T3" fmla="*/ 318 h 373"/>
                  <a:gd name="T4" fmla="*/ 2 w 567"/>
                  <a:gd name="T5" fmla="*/ 317 h 373"/>
                  <a:gd name="T6" fmla="*/ 136 w 567"/>
                  <a:gd name="T7" fmla="*/ 370 h 373"/>
                  <a:gd name="T8" fmla="*/ 137 w 567"/>
                  <a:gd name="T9" fmla="*/ 370 h 373"/>
                  <a:gd name="T10" fmla="*/ 560 w 567"/>
                  <a:gd name="T11" fmla="*/ 1 h 373"/>
                  <a:gd name="T12" fmla="*/ 560 w 567"/>
                  <a:gd name="T13" fmla="*/ 0 h 373"/>
                  <a:gd name="T14" fmla="*/ 567 w 567"/>
                  <a:gd name="T15" fmla="*/ 1 h 373"/>
                  <a:gd name="T16" fmla="*/ 566 w 567"/>
                  <a:gd name="T17" fmla="*/ 2 h 373"/>
                  <a:gd name="T18" fmla="*/ 321 w 567"/>
                  <a:gd name="T19" fmla="*/ 299 h 373"/>
                  <a:gd name="T20" fmla="*/ 137 w 567"/>
                  <a:gd name="T21" fmla="*/ 373 h 373"/>
                  <a:gd name="T22" fmla="*/ 136 w 567"/>
                  <a:gd name="T23" fmla="*/ 37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7" h="373">
                    <a:moveTo>
                      <a:pt x="136" y="373"/>
                    </a:moveTo>
                    <a:cubicBezTo>
                      <a:pt x="50" y="373"/>
                      <a:pt x="1" y="318"/>
                      <a:pt x="0" y="318"/>
                    </a:cubicBezTo>
                    <a:cubicBezTo>
                      <a:pt x="2" y="317"/>
                      <a:pt x="2" y="317"/>
                      <a:pt x="2" y="317"/>
                    </a:cubicBezTo>
                    <a:cubicBezTo>
                      <a:pt x="2" y="318"/>
                      <a:pt x="55" y="370"/>
                      <a:pt x="136" y="370"/>
                    </a:cubicBezTo>
                    <a:cubicBezTo>
                      <a:pt x="137" y="370"/>
                      <a:pt x="137" y="370"/>
                      <a:pt x="137" y="370"/>
                    </a:cubicBezTo>
                    <a:cubicBezTo>
                      <a:pt x="228" y="370"/>
                      <a:pt x="375" y="306"/>
                      <a:pt x="560" y="1"/>
                    </a:cubicBezTo>
                    <a:cubicBezTo>
                      <a:pt x="560" y="0"/>
                      <a:pt x="560" y="0"/>
                      <a:pt x="560" y="0"/>
                    </a:cubicBezTo>
                    <a:cubicBezTo>
                      <a:pt x="567" y="1"/>
                      <a:pt x="567" y="1"/>
                      <a:pt x="567" y="1"/>
                    </a:cubicBezTo>
                    <a:cubicBezTo>
                      <a:pt x="566" y="2"/>
                      <a:pt x="566" y="2"/>
                      <a:pt x="566" y="2"/>
                    </a:cubicBezTo>
                    <a:cubicBezTo>
                      <a:pt x="483" y="137"/>
                      <a:pt x="401" y="238"/>
                      <a:pt x="321" y="299"/>
                    </a:cubicBezTo>
                    <a:cubicBezTo>
                      <a:pt x="258" y="348"/>
                      <a:pt x="196" y="372"/>
                      <a:pt x="137" y="373"/>
                    </a:cubicBezTo>
                    <a:lnTo>
                      <a:pt x="136" y="373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53" name="Freeform 53"/>
              <p:cNvSpPr>
                <a:spLocks noEditPoints="1"/>
              </p:cNvSpPr>
              <p:nvPr/>
            </p:nvSpPr>
            <p:spPr bwMode="gray">
              <a:xfrm>
                <a:off x="5304367" y="1188638"/>
                <a:ext cx="527050" cy="1290638"/>
              </a:xfrm>
              <a:custGeom>
                <a:avLst/>
                <a:gdLst>
                  <a:gd name="T0" fmla="*/ 289 w 458"/>
                  <a:gd name="T1" fmla="*/ 532 h 1123"/>
                  <a:gd name="T2" fmla="*/ 289 w 458"/>
                  <a:gd name="T3" fmla="*/ 429 h 1123"/>
                  <a:gd name="T4" fmla="*/ 289 w 458"/>
                  <a:gd name="T5" fmla="*/ 279 h 1123"/>
                  <a:gd name="T6" fmla="*/ 289 w 458"/>
                  <a:gd name="T7" fmla="*/ 102 h 1123"/>
                  <a:gd name="T8" fmla="*/ 4 w 458"/>
                  <a:gd name="T9" fmla="*/ 157 h 1123"/>
                  <a:gd name="T10" fmla="*/ 4 w 458"/>
                  <a:gd name="T11" fmla="*/ 333 h 1123"/>
                  <a:gd name="T12" fmla="*/ 4 w 458"/>
                  <a:gd name="T13" fmla="*/ 483 h 1123"/>
                  <a:gd name="T14" fmla="*/ 116 w 458"/>
                  <a:gd name="T15" fmla="*/ 783 h 1123"/>
                  <a:gd name="T16" fmla="*/ 376 w 458"/>
                  <a:gd name="T17" fmla="*/ 157 h 1123"/>
                  <a:gd name="T18" fmla="*/ 289 w 458"/>
                  <a:gd name="T19" fmla="*/ 155 h 1123"/>
                  <a:gd name="T20" fmla="*/ 368 w 458"/>
                  <a:gd name="T21" fmla="*/ 313 h 1123"/>
                  <a:gd name="T22" fmla="*/ 433 w 458"/>
                  <a:gd name="T23" fmla="*/ 483 h 1123"/>
                  <a:gd name="T24" fmla="*/ 368 w 458"/>
                  <a:gd name="T25" fmla="*/ 462 h 1123"/>
                  <a:gd name="T26" fmla="*/ 375 w 458"/>
                  <a:gd name="T27" fmla="*/ 1092 h 1123"/>
                  <a:gd name="T28" fmla="*/ 365 w 458"/>
                  <a:gd name="T29" fmla="*/ 1044 h 1123"/>
                  <a:gd name="T30" fmla="*/ 282 w 458"/>
                  <a:gd name="T31" fmla="*/ 925 h 1123"/>
                  <a:gd name="T32" fmla="*/ 333 w 458"/>
                  <a:gd name="T33" fmla="*/ 895 h 1123"/>
                  <a:gd name="T34" fmla="*/ 311 w 458"/>
                  <a:gd name="T35" fmla="*/ 791 h 1123"/>
                  <a:gd name="T36" fmla="*/ 301 w 458"/>
                  <a:gd name="T37" fmla="*/ 746 h 1123"/>
                  <a:gd name="T38" fmla="*/ 283 w 458"/>
                  <a:gd name="T39" fmla="*/ 656 h 1123"/>
                  <a:gd name="T40" fmla="*/ 265 w 458"/>
                  <a:gd name="T41" fmla="*/ 572 h 1123"/>
                  <a:gd name="T42" fmla="*/ 222 w 458"/>
                  <a:gd name="T43" fmla="*/ 9 h 1123"/>
                  <a:gd name="T44" fmla="*/ 257 w 458"/>
                  <a:gd name="T45" fmla="*/ 94 h 1123"/>
                  <a:gd name="T46" fmla="*/ 202 w 458"/>
                  <a:gd name="T47" fmla="*/ 501 h 1123"/>
                  <a:gd name="T48" fmla="*/ 203 w 458"/>
                  <a:gd name="T49" fmla="*/ 531 h 1123"/>
                  <a:gd name="T50" fmla="*/ 229 w 458"/>
                  <a:gd name="T51" fmla="*/ 461 h 1123"/>
                  <a:gd name="T52" fmla="*/ 236 w 458"/>
                  <a:gd name="T53" fmla="*/ 456 h 1123"/>
                  <a:gd name="T54" fmla="*/ 257 w 458"/>
                  <a:gd name="T55" fmla="*/ 432 h 1123"/>
                  <a:gd name="T56" fmla="*/ 204 w 458"/>
                  <a:gd name="T57" fmla="*/ 423 h 1123"/>
                  <a:gd name="T58" fmla="*/ 202 w 458"/>
                  <a:gd name="T59" fmla="*/ 382 h 1123"/>
                  <a:gd name="T60" fmla="*/ 222 w 458"/>
                  <a:gd name="T61" fmla="*/ 363 h 1123"/>
                  <a:gd name="T62" fmla="*/ 236 w 458"/>
                  <a:gd name="T63" fmla="*/ 363 h 1123"/>
                  <a:gd name="T64" fmla="*/ 202 w 458"/>
                  <a:gd name="T65" fmla="*/ 292 h 1123"/>
                  <a:gd name="T66" fmla="*/ 202 w 458"/>
                  <a:gd name="T67" fmla="*/ 282 h 1123"/>
                  <a:gd name="T68" fmla="*/ 202 w 458"/>
                  <a:gd name="T69" fmla="*/ 264 h 1123"/>
                  <a:gd name="T70" fmla="*/ 236 w 458"/>
                  <a:gd name="T71" fmla="*/ 250 h 1123"/>
                  <a:gd name="T72" fmla="*/ 202 w 458"/>
                  <a:gd name="T73" fmla="*/ 208 h 1123"/>
                  <a:gd name="T74" fmla="*/ 229 w 458"/>
                  <a:gd name="T75" fmla="*/ 188 h 1123"/>
                  <a:gd name="T76" fmla="*/ 229 w 458"/>
                  <a:gd name="T77" fmla="*/ 135 h 1123"/>
                  <a:gd name="T78" fmla="*/ 236 w 458"/>
                  <a:gd name="T79" fmla="*/ 130 h 1123"/>
                  <a:gd name="T80" fmla="*/ 257 w 458"/>
                  <a:gd name="T81" fmla="*/ 105 h 1123"/>
                  <a:gd name="T82" fmla="*/ 193 w 458"/>
                  <a:gd name="T83" fmla="*/ 572 h 1123"/>
                  <a:gd name="T84" fmla="*/ 229 w 458"/>
                  <a:gd name="T85" fmla="*/ 622 h 1123"/>
                  <a:gd name="T86" fmla="*/ 229 w 458"/>
                  <a:gd name="T87" fmla="*/ 664 h 1123"/>
                  <a:gd name="T88" fmla="*/ 26 w 458"/>
                  <a:gd name="T89" fmla="*/ 157 h 1123"/>
                  <a:gd name="T90" fmla="*/ 169 w 458"/>
                  <a:gd name="T91" fmla="*/ 110 h 1123"/>
                  <a:gd name="T92" fmla="*/ 90 w 458"/>
                  <a:gd name="T93" fmla="*/ 313 h 1123"/>
                  <a:gd name="T94" fmla="*/ 82 w 458"/>
                  <a:gd name="T95" fmla="*/ 483 h 1123"/>
                  <a:gd name="T96" fmla="*/ 168 w 458"/>
                  <a:gd name="T97" fmla="*/ 483 h 1123"/>
                  <a:gd name="T98" fmla="*/ 290 w 458"/>
                  <a:gd name="T99" fmla="*/ 694 h 1123"/>
                  <a:gd name="T100" fmla="*/ 159 w 458"/>
                  <a:gd name="T101" fmla="*/ 737 h 1123"/>
                  <a:gd name="T102" fmla="*/ 212 w 458"/>
                  <a:gd name="T103" fmla="*/ 759 h 1123"/>
                  <a:gd name="T104" fmla="*/ 149 w 458"/>
                  <a:gd name="T105" fmla="*/ 783 h 1123"/>
                  <a:gd name="T106" fmla="*/ 231 w 458"/>
                  <a:gd name="T107" fmla="*/ 892 h 1123"/>
                  <a:gd name="T108" fmla="*/ 139 w 458"/>
                  <a:gd name="T109" fmla="*/ 832 h 1123"/>
                  <a:gd name="T110" fmla="*/ 219 w 458"/>
                  <a:gd name="T111" fmla="*/ 899 h 1123"/>
                  <a:gd name="T112" fmla="*/ 118 w 458"/>
                  <a:gd name="T113" fmla="*/ 930 h 1123"/>
                  <a:gd name="T114" fmla="*/ 353 w 458"/>
                  <a:gd name="T115" fmla="*/ 988 h 1123"/>
                  <a:gd name="T116" fmla="*/ 92 w 458"/>
                  <a:gd name="T117" fmla="*/ 1051 h 1123"/>
                  <a:gd name="T118" fmla="*/ 85 w 458"/>
                  <a:gd name="T119" fmla="*/ 1087 h 1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8" h="1123">
                    <a:moveTo>
                      <a:pt x="82" y="1099"/>
                    </a:moveTo>
                    <a:cubicBezTo>
                      <a:pt x="376" y="1099"/>
                      <a:pt x="376" y="1099"/>
                      <a:pt x="376" y="1099"/>
                    </a:cubicBezTo>
                    <a:cubicBezTo>
                      <a:pt x="381" y="1123"/>
                      <a:pt x="381" y="1123"/>
                      <a:pt x="381" y="1123"/>
                    </a:cubicBezTo>
                    <a:cubicBezTo>
                      <a:pt x="414" y="1123"/>
                      <a:pt x="414" y="1123"/>
                      <a:pt x="414" y="1123"/>
                    </a:cubicBezTo>
                    <a:cubicBezTo>
                      <a:pt x="343" y="784"/>
                      <a:pt x="343" y="784"/>
                      <a:pt x="343" y="784"/>
                    </a:cubicBezTo>
                    <a:cubicBezTo>
                      <a:pt x="344" y="783"/>
                      <a:pt x="344" y="783"/>
                      <a:pt x="344" y="783"/>
                    </a:cubicBezTo>
                    <a:cubicBezTo>
                      <a:pt x="342" y="783"/>
                      <a:pt x="342" y="783"/>
                      <a:pt x="342" y="783"/>
                    </a:cubicBezTo>
                    <a:cubicBezTo>
                      <a:pt x="289" y="532"/>
                      <a:pt x="289" y="532"/>
                      <a:pt x="289" y="532"/>
                    </a:cubicBezTo>
                    <a:cubicBezTo>
                      <a:pt x="289" y="494"/>
                      <a:pt x="289" y="494"/>
                      <a:pt x="289" y="494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444" y="544"/>
                      <a:pt x="444" y="544"/>
                      <a:pt x="444" y="544"/>
                    </a:cubicBezTo>
                    <a:cubicBezTo>
                      <a:pt x="444" y="546"/>
                      <a:pt x="447" y="549"/>
                      <a:pt x="451" y="549"/>
                    </a:cubicBezTo>
                    <a:cubicBezTo>
                      <a:pt x="455" y="549"/>
                      <a:pt x="458" y="546"/>
                      <a:pt x="458" y="544"/>
                    </a:cubicBezTo>
                    <a:cubicBezTo>
                      <a:pt x="458" y="483"/>
                      <a:pt x="458" y="483"/>
                      <a:pt x="458" y="483"/>
                    </a:cubicBezTo>
                    <a:cubicBezTo>
                      <a:pt x="454" y="483"/>
                      <a:pt x="454" y="483"/>
                      <a:pt x="454" y="483"/>
                    </a:cubicBezTo>
                    <a:cubicBezTo>
                      <a:pt x="289" y="429"/>
                      <a:pt x="289" y="429"/>
                      <a:pt x="289" y="429"/>
                    </a:cubicBezTo>
                    <a:cubicBezTo>
                      <a:pt x="289" y="344"/>
                      <a:pt x="289" y="344"/>
                      <a:pt x="289" y="344"/>
                    </a:cubicBezTo>
                    <a:cubicBezTo>
                      <a:pt x="444" y="344"/>
                      <a:pt x="444" y="344"/>
                      <a:pt x="444" y="344"/>
                    </a:cubicBezTo>
                    <a:cubicBezTo>
                      <a:pt x="444" y="394"/>
                      <a:pt x="444" y="394"/>
                      <a:pt x="444" y="394"/>
                    </a:cubicBezTo>
                    <a:cubicBezTo>
                      <a:pt x="444" y="396"/>
                      <a:pt x="447" y="399"/>
                      <a:pt x="451" y="399"/>
                    </a:cubicBezTo>
                    <a:cubicBezTo>
                      <a:pt x="455" y="399"/>
                      <a:pt x="458" y="396"/>
                      <a:pt x="458" y="394"/>
                    </a:cubicBezTo>
                    <a:cubicBezTo>
                      <a:pt x="458" y="333"/>
                      <a:pt x="458" y="333"/>
                      <a:pt x="458" y="333"/>
                    </a:cubicBezTo>
                    <a:cubicBezTo>
                      <a:pt x="454" y="333"/>
                      <a:pt x="454" y="333"/>
                      <a:pt x="454" y="333"/>
                    </a:cubicBezTo>
                    <a:cubicBezTo>
                      <a:pt x="289" y="279"/>
                      <a:pt x="289" y="279"/>
                      <a:pt x="289" y="279"/>
                    </a:cubicBezTo>
                    <a:cubicBezTo>
                      <a:pt x="289" y="167"/>
                      <a:pt x="289" y="167"/>
                      <a:pt x="289" y="167"/>
                    </a:cubicBezTo>
                    <a:cubicBezTo>
                      <a:pt x="444" y="167"/>
                      <a:pt x="444" y="167"/>
                      <a:pt x="444" y="167"/>
                    </a:cubicBezTo>
                    <a:cubicBezTo>
                      <a:pt x="444" y="217"/>
                      <a:pt x="444" y="217"/>
                      <a:pt x="444" y="217"/>
                    </a:cubicBezTo>
                    <a:cubicBezTo>
                      <a:pt x="444" y="220"/>
                      <a:pt x="447" y="222"/>
                      <a:pt x="451" y="222"/>
                    </a:cubicBezTo>
                    <a:cubicBezTo>
                      <a:pt x="455" y="222"/>
                      <a:pt x="458" y="220"/>
                      <a:pt x="458" y="217"/>
                    </a:cubicBezTo>
                    <a:cubicBezTo>
                      <a:pt x="458" y="157"/>
                      <a:pt x="458" y="157"/>
                      <a:pt x="458" y="157"/>
                    </a:cubicBezTo>
                    <a:cubicBezTo>
                      <a:pt x="454" y="157"/>
                      <a:pt x="454" y="157"/>
                      <a:pt x="454" y="157"/>
                    </a:cubicBezTo>
                    <a:cubicBezTo>
                      <a:pt x="289" y="102"/>
                      <a:pt x="289" y="102"/>
                      <a:pt x="289" y="102"/>
                    </a:cubicBezTo>
                    <a:cubicBezTo>
                      <a:pt x="289" y="94"/>
                      <a:pt x="289" y="94"/>
                      <a:pt x="289" y="94"/>
                    </a:cubicBezTo>
                    <a:cubicBezTo>
                      <a:pt x="278" y="94"/>
                      <a:pt x="278" y="94"/>
                      <a:pt x="278" y="94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180" y="96"/>
                      <a:pt x="180" y="96"/>
                      <a:pt x="180" y="96"/>
                    </a:cubicBezTo>
                    <a:cubicBezTo>
                      <a:pt x="169" y="99"/>
                      <a:pt x="169" y="99"/>
                      <a:pt x="169" y="99"/>
                    </a:cubicBezTo>
                    <a:cubicBezTo>
                      <a:pt x="169" y="102"/>
                      <a:pt x="169" y="102"/>
                      <a:pt x="169" y="102"/>
                    </a:cubicBezTo>
                    <a:cubicBezTo>
                      <a:pt x="4" y="157"/>
                      <a:pt x="4" y="157"/>
                      <a:pt x="4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217"/>
                      <a:pt x="0" y="217"/>
                      <a:pt x="0" y="217"/>
                    </a:cubicBezTo>
                    <a:cubicBezTo>
                      <a:pt x="0" y="220"/>
                      <a:pt x="3" y="222"/>
                      <a:pt x="7" y="222"/>
                    </a:cubicBezTo>
                    <a:cubicBezTo>
                      <a:pt x="11" y="222"/>
                      <a:pt x="14" y="220"/>
                      <a:pt x="14" y="217"/>
                    </a:cubicBezTo>
                    <a:cubicBezTo>
                      <a:pt x="14" y="167"/>
                      <a:pt x="14" y="167"/>
                      <a:pt x="14" y="167"/>
                    </a:cubicBezTo>
                    <a:cubicBezTo>
                      <a:pt x="169" y="167"/>
                      <a:pt x="169" y="167"/>
                      <a:pt x="169" y="167"/>
                    </a:cubicBezTo>
                    <a:cubicBezTo>
                      <a:pt x="169" y="279"/>
                      <a:pt x="169" y="279"/>
                      <a:pt x="169" y="279"/>
                    </a:cubicBezTo>
                    <a:cubicBezTo>
                      <a:pt x="4" y="333"/>
                      <a:pt x="4" y="333"/>
                      <a:pt x="4" y="333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94"/>
                      <a:pt x="0" y="394"/>
                      <a:pt x="0" y="394"/>
                    </a:cubicBezTo>
                    <a:cubicBezTo>
                      <a:pt x="0" y="396"/>
                      <a:pt x="3" y="399"/>
                      <a:pt x="7" y="399"/>
                    </a:cubicBezTo>
                    <a:cubicBezTo>
                      <a:pt x="11" y="399"/>
                      <a:pt x="14" y="396"/>
                      <a:pt x="14" y="394"/>
                    </a:cubicBezTo>
                    <a:cubicBezTo>
                      <a:pt x="14" y="344"/>
                      <a:pt x="14" y="344"/>
                      <a:pt x="14" y="344"/>
                    </a:cubicBezTo>
                    <a:cubicBezTo>
                      <a:pt x="169" y="344"/>
                      <a:pt x="169" y="344"/>
                      <a:pt x="169" y="344"/>
                    </a:cubicBezTo>
                    <a:cubicBezTo>
                      <a:pt x="169" y="429"/>
                      <a:pt x="169" y="429"/>
                      <a:pt x="169" y="429"/>
                    </a:cubicBezTo>
                    <a:cubicBezTo>
                      <a:pt x="4" y="483"/>
                      <a:pt x="4" y="483"/>
                      <a:pt x="4" y="483"/>
                    </a:cubicBezTo>
                    <a:cubicBezTo>
                      <a:pt x="0" y="483"/>
                      <a:pt x="0" y="483"/>
                      <a:pt x="0" y="483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46"/>
                      <a:pt x="3" y="549"/>
                      <a:pt x="7" y="549"/>
                    </a:cubicBezTo>
                    <a:cubicBezTo>
                      <a:pt x="11" y="549"/>
                      <a:pt x="14" y="546"/>
                      <a:pt x="14" y="544"/>
                    </a:cubicBezTo>
                    <a:cubicBezTo>
                      <a:pt x="14" y="494"/>
                      <a:pt x="14" y="494"/>
                      <a:pt x="14" y="494"/>
                    </a:cubicBezTo>
                    <a:cubicBezTo>
                      <a:pt x="169" y="494"/>
                      <a:pt x="169" y="494"/>
                      <a:pt x="169" y="494"/>
                    </a:cubicBezTo>
                    <a:cubicBezTo>
                      <a:pt x="169" y="532"/>
                      <a:pt x="169" y="532"/>
                      <a:pt x="169" y="532"/>
                    </a:cubicBezTo>
                    <a:cubicBezTo>
                      <a:pt x="116" y="783"/>
                      <a:pt x="116" y="783"/>
                      <a:pt x="116" y="783"/>
                    </a:cubicBezTo>
                    <a:cubicBezTo>
                      <a:pt x="114" y="783"/>
                      <a:pt x="114" y="783"/>
                      <a:pt x="114" y="783"/>
                    </a:cubicBezTo>
                    <a:cubicBezTo>
                      <a:pt x="116" y="784"/>
                      <a:pt x="116" y="784"/>
                      <a:pt x="116" y="784"/>
                    </a:cubicBezTo>
                    <a:cubicBezTo>
                      <a:pt x="44" y="1123"/>
                      <a:pt x="44" y="1123"/>
                      <a:pt x="44" y="1123"/>
                    </a:cubicBezTo>
                    <a:cubicBezTo>
                      <a:pt x="77" y="1123"/>
                      <a:pt x="77" y="1123"/>
                      <a:pt x="77" y="1123"/>
                    </a:cubicBezTo>
                    <a:lnTo>
                      <a:pt x="82" y="1099"/>
                    </a:lnTo>
                    <a:close/>
                    <a:moveTo>
                      <a:pt x="376" y="138"/>
                    </a:moveTo>
                    <a:cubicBezTo>
                      <a:pt x="433" y="157"/>
                      <a:pt x="433" y="157"/>
                      <a:pt x="433" y="157"/>
                    </a:cubicBezTo>
                    <a:cubicBezTo>
                      <a:pt x="376" y="157"/>
                      <a:pt x="376" y="157"/>
                      <a:pt x="376" y="157"/>
                    </a:cubicBezTo>
                    <a:lnTo>
                      <a:pt x="376" y="138"/>
                    </a:lnTo>
                    <a:close/>
                    <a:moveTo>
                      <a:pt x="368" y="157"/>
                    </a:moveTo>
                    <a:cubicBezTo>
                      <a:pt x="303" y="157"/>
                      <a:pt x="303" y="157"/>
                      <a:pt x="303" y="157"/>
                    </a:cubicBezTo>
                    <a:cubicBezTo>
                      <a:pt x="368" y="139"/>
                      <a:pt x="368" y="139"/>
                      <a:pt x="368" y="139"/>
                    </a:cubicBezTo>
                    <a:lnTo>
                      <a:pt x="368" y="157"/>
                    </a:lnTo>
                    <a:close/>
                    <a:moveTo>
                      <a:pt x="289" y="110"/>
                    </a:moveTo>
                    <a:cubicBezTo>
                      <a:pt x="363" y="134"/>
                      <a:pt x="363" y="134"/>
                      <a:pt x="363" y="134"/>
                    </a:cubicBezTo>
                    <a:cubicBezTo>
                      <a:pt x="289" y="155"/>
                      <a:pt x="289" y="155"/>
                      <a:pt x="289" y="155"/>
                    </a:cubicBezTo>
                    <a:lnTo>
                      <a:pt x="289" y="110"/>
                    </a:lnTo>
                    <a:close/>
                    <a:moveTo>
                      <a:pt x="376" y="315"/>
                    </a:moveTo>
                    <a:cubicBezTo>
                      <a:pt x="433" y="333"/>
                      <a:pt x="433" y="333"/>
                      <a:pt x="433" y="333"/>
                    </a:cubicBezTo>
                    <a:cubicBezTo>
                      <a:pt x="376" y="333"/>
                      <a:pt x="376" y="333"/>
                      <a:pt x="376" y="333"/>
                    </a:cubicBezTo>
                    <a:lnTo>
                      <a:pt x="376" y="315"/>
                    </a:lnTo>
                    <a:close/>
                    <a:moveTo>
                      <a:pt x="368" y="333"/>
                    </a:moveTo>
                    <a:cubicBezTo>
                      <a:pt x="296" y="333"/>
                      <a:pt x="296" y="333"/>
                      <a:pt x="296" y="333"/>
                    </a:cubicBezTo>
                    <a:cubicBezTo>
                      <a:pt x="368" y="313"/>
                      <a:pt x="368" y="313"/>
                      <a:pt x="368" y="313"/>
                    </a:cubicBezTo>
                    <a:lnTo>
                      <a:pt x="368" y="333"/>
                    </a:lnTo>
                    <a:close/>
                    <a:moveTo>
                      <a:pt x="289" y="286"/>
                    </a:moveTo>
                    <a:cubicBezTo>
                      <a:pt x="368" y="312"/>
                      <a:pt x="368" y="312"/>
                      <a:pt x="368" y="312"/>
                    </a:cubicBezTo>
                    <a:cubicBezTo>
                      <a:pt x="291" y="333"/>
                      <a:pt x="291" y="333"/>
                      <a:pt x="291" y="333"/>
                    </a:cubicBezTo>
                    <a:cubicBezTo>
                      <a:pt x="289" y="333"/>
                      <a:pt x="289" y="333"/>
                      <a:pt x="289" y="333"/>
                    </a:cubicBezTo>
                    <a:lnTo>
                      <a:pt x="289" y="286"/>
                    </a:lnTo>
                    <a:close/>
                    <a:moveTo>
                      <a:pt x="376" y="465"/>
                    </a:moveTo>
                    <a:cubicBezTo>
                      <a:pt x="433" y="483"/>
                      <a:pt x="433" y="483"/>
                      <a:pt x="433" y="483"/>
                    </a:cubicBezTo>
                    <a:cubicBezTo>
                      <a:pt x="376" y="483"/>
                      <a:pt x="376" y="483"/>
                      <a:pt x="376" y="483"/>
                    </a:cubicBezTo>
                    <a:lnTo>
                      <a:pt x="376" y="465"/>
                    </a:lnTo>
                    <a:close/>
                    <a:moveTo>
                      <a:pt x="368" y="483"/>
                    </a:moveTo>
                    <a:cubicBezTo>
                      <a:pt x="296" y="483"/>
                      <a:pt x="296" y="483"/>
                      <a:pt x="296" y="483"/>
                    </a:cubicBezTo>
                    <a:cubicBezTo>
                      <a:pt x="368" y="463"/>
                      <a:pt x="368" y="463"/>
                      <a:pt x="368" y="463"/>
                    </a:cubicBezTo>
                    <a:lnTo>
                      <a:pt x="368" y="483"/>
                    </a:lnTo>
                    <a:close/>
                    <a:moveTo>
                      <a:pt x="289" y="436"/>
                    </a:moveTo>
                    <a:cubicBezTo>
                      <a:pt x="368" y="462"/>
                      <a:pt x="368" y="462"/>
                      <a:pt x="368" y="462"/>
                    </a:cubicBezTo>
                    <a:cubicBezTo>
                      <a:pt x="290" y="483"/>
                      <a:pt x="290" y="483"/>
                      <a:pt x="290" y="483"/>
                    </a:cubicBezTo>
                    <a:cubicBezTo>
                      <a:pt x="289" y="483"/>
                      <a:pt x="289" y="483"/>
                      <a:pt x="289" y="483"/>
                    </a:cubicBezTo>
                    <a:lnTo>
                      <a:pt x="289" y="436"/>
                    </a:lnTo>
                    <a:close/>
                    <a:moveTo>
                      <a:pt x="375" y="1092"/>
                    </a:moveTo>
                    <a:cubicBezTo>
                      <a:pt x="243" y="1092"/>
                      <a:pt x="243" y="1092"/>
                      <a:pt x="243" y="1092"/>
                    </a:cubicBezTo>
                    <a:cubicBezTo>
                      <a:pt x="295" y="1049"/>
                      <a:pt x="295" y="1049"/>
                      <a:pt x="295" y="1049"/>
                    </a:cubicBezTo>
                    <a:cubicBezTo>
                      <a:pt x="374" y="1087"/>
                      <a:pt x="374" y="1087"/>
                      <a:pt x="374" y="1087"/>
                    </a:cubicBezTo>
                    <a:lnTo>
                      <a:pt x="375" y="1092"/>
                    </a:lnTo>
                    <a:close/>
                    <a:moveTo>
                      <a:pt x="371" y="1076"/>
                    </a:moveTo>
                    <a:cubicBezTo>
                      <a:pt x="320" y="1051"/>
                      <a:pt x="320" y="1051"/>
                      <a:pt x="320" y="1051"/>
                    </a:cubicBezTo>
                    <a:cubicBezTo>
                      <a:pt x="366" y="1051"/>
                      <a:pt x="366" y="1051"/>
                      <a:pt x="366" y="1051"/>
                    </a:cubicBezTo>
                    <a:lnTo>
                      <a:pt x="371" y="1076"/>
                    </a:lnTo>
                    <a:close/>
                    <a:moveTo>
                      <a:pt x="365" y="1044"/>
                    </a:moveTo>
                    <a:cubicBezTo>
                      <a:pt x="301" y="1044"/>
                      <a:pt x="301" y="1044"/>
                      <a:pt x="301" y="1044"/>
                    </a:cubicBezTo>
                    <a:cubicBezTo>
                      <a:pt x="355" y="1000"/>
                      <a:pt x="355" y="1000"/>
                      <a:pt x="355" y="1000"/>
                    </a:cubicBezTo>
                    <a:lnTo>
                      <a:pt x="365" y="1044"/>
                    </a:lnTo>
                    <a:close/>
                    <a:moveTo>
                      <a:pt x="351" y="978"/>
                    </a:moveTo>
                    <a:cubicBezTo>
                      <a:pt x="232" y="978"/>
                      <a:pt x="232" y="978"/>
                      <a:pt x="232" y="978"/>
                    </a:cubicBezTo>
                    <a:cubicBezTo>
                      <a:pt x="232" y="905"/>
                      <a:pt x="232" y="905"/>
                      <a:pt x="232" y="905"/>
                    </a:cubicBezTo>
                    <a:cubicBezTo>
                      <a:pt x="350" y="974"/>
                      <a:pt x="350" y="974"/>
                      <a:pt x="350" y="974"/>
                    </a:cubicBezTo>
                    <a:lnTo>
                      <a:pt x="351" y="978"/>
                    </a:lnTo>
                    <a:close/>
                    <a:moveTo>
                      <a:pt x="239" y="899"/>
                    </a:moveTo>
                    <a:cubicBezTo>
                      <a:pt x="328" y="886"/>
                      <a:pt x="328" y="886"/>
                      <a:pt x="328" y="886"/>
                    </a:cubicBezTo>
                    <a:cubicBezTo>
                      <a:pt x="282" y="925"/>
                      <a:pt x="282" y="925"/>
                      <a:pt x="282" y="925"/>
                    </a:cubicBezTo>
                    <a:lnTo>
                      <a:pt x="239" y="899"/>
                    </a:lnTo>
                    <a:close/>
                    <a:moveTo>
                      <a:pt x="348" y="964"/>
                    </a:moveTo>
                    <a:cubicBezTo>
                      <a:pt x="290" y="930"/>
                      <a:pt x="290" y="930"/>
                      <a:pt x="290" y="930"/>
                    </a:cubicBezTo>
                    <a:cubicBezTo>
                      <a:pt x="340" y="930"/>
                      <a:pt x="340" y="930"/>
                      <a:pt x="340" y="930"/>
                    </a:cubicBezTo>
                    <a:lnTo>
                      <a:pt x="348" y="964"/>
                    </a:lnTo>
                    <a:close/>
                    <a:moveTo>
                      <a:pt x="339" y="922"/>
                    </a:moveTo>
                    <a:cubicBezTo>
                      <a:pt x="302" y="922"/>
                      <a:pt x="302" y="922"/>
                      <a:pt x="302" y="922"/>
                    </a:cubicBezTo>
                    <a:cubicBezTo>
                      <a:pt x="333" y="895"/>
                      <a:pt x="333" y="895"/>
                      <a:pt x="333" y="895"/>
                    </a:cubicBezTo>
                    <a:lnTo>
                      <a:pt x="339" y="922"/>
                    </a:lnTo>
                    <a:close/>
                    <a:moveTo>
                      <a:pt x="329" y="877"/>
                    </a:moveTo>
                    <a:cubicBezTo>
                      <a:pt x="252" y="889"/>
                      <a:pt x="252" y="889"/>
                      <a:pt x="252" y="889"/>
                    </a:cubicBezTo>
                    <a:cubicBezTo>
                      <a:pt x="323" y="847"/>
                      <a:pt x="323" y="847"/>
                      <a:pt x="323" y="847"/>
                    </a:cubicBezTo>
                    <a:lnTo>
                      <a:pt x="329" y="877"/>
                    </a:lnTo>
                    <a:close/>
                    <a:moveTo>
                      <a:pt x="317" y="821"/>
                    </a:moveTo>
                    <a:cubicBezTo>
                      <a:pt x="248" y="805"/>
                      <a:pt x="248" y="805"/>
                      <a:pt x="248" y="805"/>
                    </a:cubicBezTo>
                    <a:cubicBezTo>
                      <a:pt x="311" y="791"/>
                      <a:pt x="311" y="791"/>
                      <a:pt x="311" y="791"/>
                    </a:cubicBezTo>
                    <a:lnTo>
                      <a:pt x="317" y="821"/>
                    </a:lnTo>
                    <a:close/>
                    <a:moveTo>
                      <a:pt x="296" y="824"/>
                    </a:moveTo>
                    <a:cubicBezTo>
                      <a:pt x="162" y="824"/>
                      <a:pt x="162" y="824"/>
                      <a:pt x="162" y="824"/>
                    </a:cubicBezTo>
                    <a:cubicBezTo>
                      <a:pt x="229" y="809"/>
                      <a:pt x="229" y="809"/>
                      <a:pt x="229" y="809"/>
                    </a:cubicBezTo>
                    <a:lnTo>
                      <a:pt x="296" y="824"/>
                    </a:lnTo>
                    <a:close/>
                    <a:moveTo>
                      <a:pt x="307" y="774"/>
                    </a:moveTo>
                    <a:cubicBezTo>
                      <a:pt x="247" y="759"/>
                      <a:pt x="247" y="759"/>
                      <a:pt x="247" y="759"/>
                    </a:cubicBezTo>
                    <a:cubicBezTo>
                      <a:pt x="301" y="746"/>
                      <a:pt x="301" y="746"/>
                      <a:pt x="301" y="746"/>
                    </a:cubicBezTo>
                    <a:lnTo>
                      <a:pt x="307" y="774"/>
                    </a:lnTo>
                    <a:close/>
                    <a:moveTo>
                      <a:pt x="298" y="728"/>
                    </a:moveTo>
                    <a:cubicBezTo>
                      <a:pt x="245" y="714"/>
                      <a:pt x="245" y="714"/>
                      <a:pt x="245" y="714"/>
                    </a:cubicBezTo>
                    <a:cubicBezTo>
                      <a:pt x="292" y="702"/>
                      <a:pt x="292" y="702"/>
                      <a:pt x="292" y="702"/>
                    </a:cubicBezTo>
                    <a:lnTo>
                      <a:pt x="298" y="728"/>
                    </a:lnTo>
                    <a:close/>
                    <a:moveTo>
                      <a:pt x="288" y="682"/>
                    </a:moveTo>
                    <a:cubicBezTo>
                      <a:pt x="243" y="668"/>
                      <a:pt x="243" y="668"/>
                      <a:pt x="243" y="668"/>
                    </a:cubicBezTo>
                    <a:cubicBezTo>
                      <a:pt x="283" y="656"/>
                      <a:pt x="283" y="656"/>
                      <a:pt x="283" y="656"/>
                    </a:cubicBezTo>
                    <a:lnTo>
                      <a:pt x="288" y="682"/>
                    </a:lnTo>
                    <a:close/>
                    <a:moveTo>
                      <a:pt x="279" y="639"/>
                    </a:moveTo>
                    <a:cubicBezTo>
                      <a:pt x="242" y="626"/>
                      <a:pt x="242" y="626"/>
                      <a:pt x="242" y="626"/>
                    </a:cubicBezTo>
                    <a:cubicBezTo>
                      <a:pt x="274" y="615"/>
                      <a:pt x="274" y="615"/>
                      <a:pt x="274" y="615"/>
                    </a:cubicBezTo>
                    <a:lnTo>
                      <a:pt x="279" y="639"/>
                    </a:lnTo>
                    <a:close/>
                    <a:moveTo>
                      <a:pt x="270" y="596"/>
                    </a:moveTo>
                    <a:cubicBezTo>
                      <a:pt x="240" y="583"/>
                      <a:pt x="240" y="583"/>
                      <a:pt x="240" y="583"/>
                    </a:cubicBezTo>
                    <a:cubicBezTo>
                      <a:pt x="265" y="572"/>
                      <a:pt x="265" y="572"/>
                      <a:pt x="265" y="572"/>
                    </a:cubicBezTo>
                    <a:lnTo>
                      <a:pt x="270" y="596"/>
                    </a:lnTo>
                    <a:close/>
                    <a:moveTo>
                      <a:pt x="259" y="72"/>
                    </a:moveTo>
                    <a:cubicBezTo>
                      <a:pt x="234" y="30"/>
                      <a:pt x="234" y="30"/>
                      <a:pt x="234" y="30"/>
                    </a:cubicBezTo>
                    <a:cubicBezTo>
                      <a:pt x="242" y="16"/>
                      <a:pt x="242" y="16"/>
                      <a:pt x="242" y="16"/>
                    </a:cubicBezTo>
                    <a:lnTo>
                      <a:pt x="259" y="72"/>
                    </a:lnTo>
                    <a:close/>
                    <a:moveTo>
                      <a:pt x="237" y="9"/>
                    </a:moveTo>
                    <a:cubicBezTo>
                      <a:pt x="229" y="22"/>
                      <a:pt x="229" y="22"/>
                      <a:pt x="229" y="22"/>
                    </a:cubicBezTo>
                    <a:cubicBezTo>
                      <a:pt x="222" y="9"/>
                      <a:pt x="222" y="9"/>
                      <a:pt x="222" y="9"/>
                    </a:cubicBezTo>
                    <a:lnTo>
                      <a:pt x="237" y="9"/>
                    </a:lnTo>
                    <a:close/>
                    <a:moveTo>
                      <a:pt x="216" y="16"/>
                    </a:moveTo>
                    <a:cubicBezTo>
                      <a:pt x="224" y="30"/>
                      <a:pt x="224" y="30"/>
                      <a:pt x="224" y="30"/>
                    </a:cubicBezTo>
                    <a:cubicBezTo>
                      <a:pt x="200" y="72"/>
                      <a:pt x="200" y="72"/>
                      <a:pt x="200" y="72"/>
                    </a:cubicBezTo>
                    <a:lnTo>
                      <a:pt x="216" y="16"/>
                    </a:lnTo>
                    <a:close/>
                    <a:moveTo>
                      <a:pt x="229" y="38"/>
                    </a:moveTo>
                    <a:cubicBezTo>
                      <a:pt x="262" y="94"/>
                      <a:pt x="262" y="94"/>
                      <a:pt x="262" y="94"/>
                    </a:cubicBezTo>
                    <a:cubicBezTo>
                      <a:pt x="257" y="94"/>
                      <a:pt x="257" y="94"/>
                      <a:pt x="257" y="94"/>
                    </a:cubicBezTo>
                    <a:cubicBezTo>
                      <a:pt x="257" y="97"/>
                      <a:pt x="257" y="97"/>
                      <a:pt x="257" y="97"/>
                    </a:cubicBezTo>
                    <a:cubicBezTo>
                      <a:pt x="202" y="97"/>
                      <a:pt x="202" y="97"/>
                      <a:pt x="202" y="97"/>
                    </a:cubicBezTo>
                    <a:cubicBezTo>
                      <a:pt x="202" y="89"/>
                      <a:pt x="202" y="89"/>
                      <a:pt x="202" y="89"/>
                    </a:cubicBezTo>
                    <a:cubicBezTo>
                      <a:pt x="199" y="90"/>
                      <a:pt x="199" y="90"/>
                      <a:pt x="199" y="90"/>
                    </a:cubicBezTo>
                    <a:lnTo>
                      <a:pt x="229" y="38"/>
                    </a:lnTo>
                    <a:close/>
                    <a:moveTo>
                      <a:pt x="222" y="512"/>
                    </a:moveTo>
                    <a:cubicBezTo>
                      <a:pt x="202" y="524"/>
                      <a:pt x="202" y="524"/>
                      <a:pt x="202" y="524"/>
                    </a:cubicBezTo>
                    <a:cubicBezTo>
                      <a:pt x="202" y="501"/>
                      <a:pt x="202" y="501"/>
                      <a:pt x="202" y="501"/>
                    </a:cubicBezTo>
                    <a:lnTo>
                      <a:pt x="222" y="512"/>
                    </a:lnTo>
                    <a:close/>
                    <a:moveTo>
                      <a:pt x="204" y="494"/>
                    </a:moveTo>
                    <a:cubicBezTo>
                      <a:pt x="255" y="494"/>
                      <a:pt x="255" y="494"/>
                      <a:pt x="255" y="494"/>
                    </a:cubicBezTo>
                    <a:cubicBezTo>
                      <a:pt x="229" y="508"/>
                      <a:pt x="229" y="508"/>
                      <a:pt x="229" y="508"/>
                    </a:cubicBezTo>
                    <a:lnTo>
                      <a:pt x="204" y="494"/>
                    </a:lnTo>
                    <a:close/>
                    <a:moveTo>
                      <a:pt x="229" y="516"/>
                    </a:moveTo>
                    <a:cubicBezTo>
                      <a:pt x="255" y="531"/>
                      <a:pt x="255" y="531"/>
                      <a:pt x="255" y="531"/>
                    </a:cubicBezTo>
                    <a:cubicBezTo>
                      <a:pt x="203" y="531"/>
                      <a:pt x="203" y="531"/>
                      <a:pt x="203" y="531"/>
                    </a:cubicBezTo>
                    <a:lnTo>
                      <a:pt x="229" y="516"/>
                    </a:lnTo>
                    <a:close/>
                    <a:moveTo>
                      <a:pt x="236" y="512"/>
                    </a:moveTo>
                    <a:cubicBezTo>
                      <a:pt x="257" y="501"/>
                      <a:pt x="257" y="501"/>
                      <a:pt x="257" y="501"/>
                    </a:cubicBezTo>
                    <a:cubicBezTo>
                      <a:pt x="257" y="524"/>
                      <a:pt x="257" y="524"/>
                      <a:pt x="257" y="524"/>
                    </a:cubicBezTo>
                    <a:lnTo>
                      <a:pt x="236" y="512"/>
                    </a:lnTo>
                    <a:close/>
                    <a:moveTo>
                      <a:pt x="202" y="483"/>
                    </a:moveTo>
                    <a:cubicBezTo>
                      <a:pt x="202" y="480"/>
                      <a:pt x="202" y="480"/>
                      <a:pt x="202" y="480"/>
                    </a:cubicBezTo>
                    <a:cubicBezTo>
                      <a:pt x="229" y="461"/>
                      <a:pt x="229" y="461"/>
                      <a:pt x="229" y="461"/>
                    </a:cubicBezTo>
                    <a:cubicBezTo>
                      <a:pt x="257" y="480"/>
                      <a:pt x="257" y="480"/>
                      <a:pt x="257" y="480"/>
                    </a:cubicBezTo>
                    <a:cubicBezTo>
                      <a:pt x="257" y="483"/>
                      <a:pt x="257" y="483"/>
                      <a:pt x="257" y="483"/>
                    </a:cubicBezTo>
                    <a:lnTo>
                      <a:pt x="202" y="483"/>
                    </a:lnTo>
                    <a:close/>
                    <a:moveTo>
                      <a:pt x="202" y="470"/>
                    </a:moveTo>
                    <a:cubicBezTo>
                      <a:pt x="202" y="442"/>
                      <a:pt x="202" y="442"/>
                      <a:pt x="202" y="442"/>
                    </a:cubicBezTo>
                    <a:cubicBezTo>
                      <a:pt x="222" y="456"/>
                      <a:pt x="222" y="456"/>
                      <a:pt x="222" y="456"/>
                    </a:cubicBezTo>
                    <a:lnTo>
                      <a:pt x="202" y="470"/>
                    </a:lnTo>
                    <a:close/>
                    <a:moveTo>
                      <a:pt x="236" y="456"/>
                    </a:moveTo>
                    <a:cubicBezTo>
                      <a:pt x="257" y="442"/>
                      <a:pt x="257" y="442"/>
                      <a:pt x="257" y="442"/>
                    </a:cubicBezTo>
                    <a:cubicBezTo>
                      <a:pt x="257" y="470"/>
                      <a:pt x="257" y="470"/>
                      <a:pt x="257" y="470"/>
                    </a:cubicBezTo>
                    <a:lnTo>
                      <a:pt x="236" y="456"/>
                    </a:lnTo>
                    <a:close/>
                    <a:moveTo>
                      <a:pt x="229" y="451"/>
                    </a:moveTo>
                    <a:cubicBezTo>
                      <a:pt x="202" y="432"/>
                      <a:pt x="202" y="432"/>
                      <a:pt x="202" y="432"/>
                    </a:cubicBezTo>
                    <a:cubicBezTo>
                      <a:pt x="202" y="430"/>
                      <a:pt x="202" y="430"/>
                      <a:pt x="202" y="430"/>
                    </a:cubicBezTo>
                    <a:cubicBezTo>
                      <a:pt x="257" y="430"/>
                      <a:pt x="257" y="430"/>
                      <a:pt x="257" y="430"/>
                    </a:cubicBezTo>
                    <a:cubicBezTo>
                      <a:pt x="257" y="432"/>
                      <a:pt x="257" y="432"/>
                      <a:pt x="257" y="432"/>
                    </a:cubicBezTo>
                    <a:lnTo>
                      <a:pt x="229" y="451"/>
                    </a:lnTo>
                    <a:close/>
                    <a:moveTo>
                      <a:pt x="202" y="417"/>
                    </a:moveTo>
                    <a:cubicBezTo>
                      <a:pt x="202" y="393"/>
                      <a:pt x="202" y="393"/>
                      <a:pt x="202" y="393"/>
                    </a:cubicBezTo>
                    <a:cubicBezTo>
                      <a:pt x="222" y="405"/>
                      <a:pt x="222" y="405"/>
                      <a:pt x="222" y="405"/>
                    </a:cubicBezTo>
                    <a:lnTo>
                      <a:pt x="202" y="417"/>
                    </a:lnTo>
                    <a:close/>
                    <a:moveTo>
                      <a:pt x="229" y="409"/>
                    </a:moveTo>
                    <a:cubicBezTo>
                      <a:pt x="254" y="423"/>
                      <a:pt x="254" y="423"/>
                      <a:pt x="254" y="423"/>
                    </a:cubicBezTo>
                    <a:cubicBezTo>
                      <a:pt x="204" y="423"/>
                      <a:pt x="204" y="423"/>
                      <a:pt x="204" y="423"/>
                    </a:cubicBezTo>
                    <a:lnTo>
                      <a:pt x="229" y="409"/>
                    </a:lnTo>
                    <a:close/>
                    <a:moveTo>
                      <a:pt x="236" y="405"/>
                    </a:moveTo>
                    <a:cubicBezTo>
                      <a:pt x="257" y="393"/>
                      <a:pt x="257" y="393"/>
                      <a:pt x="257" y="393"/>
                    </a:cubicBezTo>
                    <a:cubicBezTo>
                      <a:pt x="257" y="417"/>
                      <a:pt x="257" y="417"/>
                      <a:pt x="257" y="417"/>
                    </a:cubicBezTo>
                    <a:lnTo>
                      <a:pt x="236" y="405"/>
                    </a:lnTo>
                    <a:close/>
                    <a:moveTo>
                      <a:pt x="229" y="401"/>
                    </a:moveTo>
                    <a:cubicBezTo>
                      <a:pt x="202" y="385"/>
                      <a:pt x="202" y="385"/>
                      <a:pt x="202" y="385"/>
                    </a:cubicBezTo>
                    <a:cubicBezTo>
                      <a:pt x="202" y="382"/>
                      <a:pt x="202" y="382"/>
                      <a:pt x="202" y="382"/>
                    </a:cubicBezTo>
                    <a:cubicBezTo>
                      <a:pt x="229" y="367"/>
                      <a:pt x="229" y="367"/>
                      <a:pt x="229" y="367"/>
                    </a:cubicBezTo>
                    <a:cubicBezTo>
                      <a:pt x="257" y="382"/>
                      <a:pt x="257" y="382"/>
                      <a:pt x="257" y="382"/>
                    </a:cubicBezTo>
                    <a:cubicBezTo>
                      <a:pt x="257" y="385"/>
                      <a:pt x="257" y="385"/>
                      <a:pt x="257" y="385"/>
                    </a:cubicBezTo>
                    <a:lnTo>
                      <a:pt x="229" y="401"/>
                    </a:lnTo>
                    <a:close/>
                    <a:moveTo>
                      <a:pt x="222" y="363"/>
                    </a:moveTo>
                    <a:cubicBezTo>
                      <a:pt x="202" y="374"/>
                      <a:pt x="202" y="374"/>
                      <a:pt x="202" y="374"/>
                    </a:cubicBezTo>
                    <a:cubicBezTo>
                      <a:pt x="202" y="351"/>
                      <a:pt x="202" y="351"/>
                      <a:pt x="202" y="351"/>
                    </a:cubicBezTo>
                    <a:lnTo>
                      <a:pt x="222" y="363"/>
                    </a:lnTo>
                    <a:close/>
                    <a:moveTo>
                      <a:pt x="203" y="344"/>
                    </a:moveTo>
                    <a:cubicBezTo>
                      <a:pt x="255" y="344"/>
                      <a:pt x="255" y="344"/>
                      <a:pt x="255" y="344"/>
                    </a:cubicBezTo>
                    <a:cubicBezTo>
                      <a:pt x="229" y="359"/>
                      <a:pt x="229" y="359"/>
                      <a:pt x="229" y="359"/>
                    </a:cubicBezTo>
                    <a:lnTo>
                      <a:pt x="203" y="344"/>
                    </a:lnTo>
                    <a:close/>
                    <a:moveTo>
                      <a:pt x="236" y="363"/>
                    </a:moveTo>
                    <a:cubicBezTo>
                      <a:pt x="257" y="351"/>
                      <a:pt x="257" y="351"/>
                      <a:pt x="257" y="351"/>
                    </a:cubicBezTo>
                    <a:cubicBezTo>
                      <a:pt x="257" y="374"/>
                      <a:pt x="257" y="374"/>
                      <a:pt x="257" y="374"/>
                    </a:cubicBezTo>
                    <a:lnTo>
                      <a:pt x="236" y="363"/>
                    </a:lnTo>
                    <a:close/>
                    <a:moveTo>
                      <a:pt x="202" y="333"/>
                    </a:moveTo>
                    <a:cubicBezTo>
                      <a:pt x="202" y="330"/>
                      <a:pt x="202" y="330"/>
                      <a:pt x="202" y="330"/>
                    </a:cubicBezTo>
                    <a:cubicBezTo>
                      <a:pt x="229" y="311"/>
                      <a:pt x="229" y="311"/>
                      <a:pt x="229" y="311"/>
                    </a:cubicBezTo>
                    <a:cubicBezTo>
                      <a:pt x="257" y="330"/>
                      <a:pt x="257" y="330"/>
                      <a:pt x="257" y="330"/>
                    </a:cubicBezTo>
                    <a:cubicBezTo>
                      <a:pt x="257" y="333"/>
                      <a:pt x="257" y="333"/>
                      <a:pt x="257" y="333"/>
                    </a:cubicBezTo>
                    <a:lnTo>
                      <a:pt x="202" y="333"/>
                    </a:lnTo>
                    <a:close/>
                    <a:moveTo>
                      <a:pt x="202" y="320"/>
                    </a:moveTo>
                    <a:cubicBezTo>
                      <a:pt x="202" y="292"/>
                      <a:pt x="202" y="292"/>
                      <a:pt x="202" y="292"/>
                    </a:cubicBezTo>
                    <a:cubicBezTo>
                      <a:pt x="222" y="306"/>
                      <a:pt x="222" y="306"/>
                      <a:pt x="222" y="306"/>
                    </a:cubicBezTo>
                    <a:lnTo>
                      <a:pt x="202" y="320"/>
                    </a:lnTo>
                    <a:close/>
                    <a:moveTo>
                      <a:pt x="236" y="306"/>
                    </a:moveTo>
                    <a:cubicBezTo>
                      <a:pt x="257" y="292"/>
                      <a:pt x="257" y="292"/>
                      <a:pt x="257" y="292"/>
                    </a:cubicBezTo>
                    <a:cubicBezTo>
                      <a:pt x="257" y="320"/>
                      <a:pt x="257" y="320"/>
                      <a:pt x="257" y="320"/>
                    </a:cubicBezTo>
                    <a:lnTo>
                      <a:pt x="236" y="306"/>
                    </a:lnTo>
                    <a:close/>
                    <a:moveTo>
                      <a:pt x="229" y="301"/>
                    </a:moveTo>
                    <a:cubicBezTo>
                      <a:pt x="202" y="282"/>
                      <a:pt x="202" y="282"/>
                      <a:pt x="202" y="282"/>
                    </a:cubicBezTo>
                    <a:cubicBezTo>
                      <a:pt x="202" y="280"/>
                      <a:pt x="202" y="280"/>
                      <a:pt x="202" y="280"/>
                    </a:cubicBezTo>
                    <a:cubicBezTo>
                      <a:pt x="257" y="280"/>
                      <a:pt x="257" y="280"/>
                      <a:pt x="257" y="280"/>
                    </a:cubicBezTo>
                    <a:cubicBezTo>
                      <a:pt x="257" y="282"/>
                      <a:pt x="257" y="282"/>
                      <a:pt x="257" y="282"/>
                    </a:cubicBezTo>
                    <a:lnTo>
                      <a:pt x="229" y="301"/>
                    </a:lnTo>
                    <a:close/>
                    <a:moveTo>
                      <a:pt x="202" y="264"/>
                    </a:moveTo>
                    <a:cubicBezTo>
                      <a:pt x="202" y="235"/>
                      <a:pt x="202" y="235"/>
                      <a:pt x="202" y="235"/>
                    </a:cubicBezTo>
                    <a:cubicBezTo>
                      <a:pt x="223" y="250"/>
                      <a:pt x="223" y="250"/>
                      <a:pt x="223" y="250"/>
                    </a:cubicBezTo>
                    <a:lnTo>
                      <a:pt x="202" y="264"/>
                    </a:lnTo>
                    <a:close/>
                    <a:moveTo>
                      <a:pt x="229" y="254"/>
                    </a:moveTo>
                    <a:cubicBezTo>
                      <a:pt x="256" y="273"/>
                      <a:pt x="256" y="273"/>
                      <a:pt x="256" y="273"/>
                    </a:cubicBezTo>
                    <a:cubicBezTo>
                      <a:pt x="202" y="273"/>
                      <a:pt x="202" y="273"/>
                      <a:pt x="202" y="273"/>
                    </a:cubicBezTo>
                    <a:lnTo>
                      <a:pt x="229" y="254"/>
                    </a:lnTo>
                    <a:close/>
                    <a:moveTo>
                      <a:pt x="236" y="250"/>
                    </a:moveTo>
                    <a:cubicBezTo>
                      <a:pt x="257" y="235"/>
                      <a:pt x="257" y="235"/>
                      <a:pt x="257" y="235"/>
                    </a:cubicBezTo>
                    <a:cubicBezTo>
                      <a:pt x="257" y="264"/>
                      <a:pt x="257" y="264"/>
                      <a:pt x="257" y="264"/>
                    </a:cubicBezTo>
                    <a:lnTo>
                      <a:pt x="236" y="250"/>
                    </a:lnTo>
                    <a:close/>
                    <a:moveTo>
                      <a:pt x="229" y="245"/>
                    </a:moveTo>
                    <a:cubicBezTo>
                      <a:pt x="202" y="226"/>
                      <a:pt x="202" y="226"/>
                      <a:pt x="202" y="226"/>
                    </a:cubicBezTo>
                    <a:cubicBezTo>
                      <a:pt x="202" y="217"/>
                      <a:pt x="202" y="217"/>
                      <a:pt x="202" y="217"/>
                    </a:cubicBezTo>
                    <a:cubicBezTo>
                      <a:pt x="229" y="197"/>
                      <a:pt x="229" y="197"/>
                      <a:pt x="229" y="197"/>
                    </a:cubicBezTo>
                    <a:cubicBezTo>
                      <a:pt x="257" y="217"/>
                      <a:pt x="257" y="217"/>
                      <a:pt x="257" y="217"/>
                    </a:cubicBezTo>
                    <a:cubicBezTo>
                      <a:pt x="257" y="226"/>
                      <a:pt x="257" y="226"/>
                      <a:pt x="257" y="226"/>
                    </a:cubicBezTo>
                    <a:lnTo>
                      <a:pt x="229" y="245"/>
                    </a:lnTo>
                    <a:close/>
                    <a:moveTo>
                      <a:pt x="202" y="208"/>
                    </a:moveTo>
                    <a:cubicBezTo>
                      <a:pt x="202" y="178"/>
                      <a:pt x="202" y="178"/>
                      <a:pt x="202" y="178"/>
                    </a:cubicBezTo>
                    <a:cubicBezTo>
                      <a:pt x="223" y="193"/>
                      <a:pt x="223" y="193"/>
                      <a:pt x="223" y="193"/>
                    </a:cubicBezTo>
                    <a:lnTo>
                      <a:pt x="202" y="208"/>
                    </a:lnTo>
                    <a:close/>
                    <a:moveTo>
                      <a:pt x="236" y="193"/>
                    </a:moveTo>
                    <a:cubicBezTo>
                      <a:pt x="257" y="178"/>
                      <a:pt x="257" y="178"/>
                      <a:pt x="257" y="178"/>
                    </a:cubicBezTo>
                    <a:cubicBezTo>
                      <a:pt x="257" y="208"/>
                      <a:pt x="257" y="208"/>
                      <a:pt x="257" y="208"/>
                    </a:cubicBezTo>
                    <a:lnTo>
                      <a:pt x="236" y="193"/>
                    </a:lnTo>
                    <a:close/>
                    <a:moveTo>
                      <a:pt x="229" y="188"/>
                    </a:moveTo>
                    <a:cubicBezTo>
                      <a:pt x="202" y="169"/>
                      <a:pt x="202" y="169"/>
                      <a:pt x="202" y="169"/>
                    </a:cubicBezTo>
                    <a:cubicBezTo>
                      <a:pt x="202" y="167"/>
                      <a:pt x="202" y="167"/>
                      <a:pt x="202" y="167"/>
                    </a:cubicBezTo>
                    <a:cubicBezTo>
                      <a:pt x="257" y="167"/>
                      <a:pt x="257" y="167"/>
                      <a:pt x="257" y="167"/>
                    </a:cubicBezTo>
                    <a:cubicBezTo>
                      <a:pt x="257" y="169"/>
                      <a:pt x="257" y="169"/>
                      <a:pt x="257" y="169"/>
                    </a:cubicBezTo>
                    <a:lnTo>
                      <a:pt x="229" y="188"/>
                    </a:lnTo>
                    <a:close/>
                    <a:moveTo>
                      <a:pt x="202" y="157"/>
                    </a:moveTo>
                    <a:cubicBezTo>
                      <a:pt x="202" y="154"/>
                      <a:pt x="202" y="154"/>
                      <a:pt x="202" y="154"/>
                    </a:cubicBezTo>
                    <a:cubicBezTo>
                      <a:pt x="229" y="135"/>
                      <a:pt x="229" y="135"/>
                      <a:pt x="229" y="135"/>
                    </a:cubicBezTo>
                    <a:cubicBezTo>
                      <a:pt x="257" y="154"/>
                      <a:pt x="257" y="154"/>
                      <a:pt x="257" y="154"/>
                    </a:cubicBezTo>
                    <a:cubicBezTo>
                      <a:pt x="257" y="157"/>
                      <a:pt x="257" y="157"/>
                      <a:pt x="257" y="157"/>
                    </a:cubicBezTo>
                    <a:lnTo>
                      <a:pt x="202" y="157"/>
                    </a:lnTo>
                    <a:close/>
                    <a:moveTo>
                      <a:pt x="202" y="144"/>
                    </a:moveTo>
                    <a:cubicBezTo>
                      <a:pt x="202" y="116"/>
                      <a:pt x="202" y="116"/>
                      <a:pt x="202" y="116"/>
                    </a:cubicBezTo>
                    <a:cubicBezTo>
                      <a:pt x="222" y="130"/>
                      <a:pt x="222" y="130"/>
                      <a:pt x="222" y="130"/>
                    </a:cubicBezTo>
                    <a:lnTo>
                      <a:pt x="202" y="144"/>
                    </a:lnTo>
                    <a:close/>
                    <a:moveTo>
                      <a:pt x="236" y="130"/>
                    </a:moveTo>
                    <a:cubicBezTo>
                      <a:pt x="257" y="116"/>
                      <a:pt x="257" y="116"/>
                      <a:pt x="257" y="116"/>
                    </a:cubicBezTo>
                    <a:cubicBezTo>
                      <a:pt x="257" y="144"/>
                      <a:pt x="257" y="144"/>
                      <a:pt x="257" y="144"/>
                    </a:cubicBezTo>
                    <a:lnTo>
                      <a:pt x="236" y="130"/>
                    </a:lnTo>
                    <a:close/>
                    <a:moveTo>
                      <a:pt x="229" y="125"/>
                    </a:moveTo>
                    <a:cubicBezTo>
                      <a:pt x="202" y="105"/>
                      <a:pt x="202" y="105"/>
                      <a:pt x="202" y="105"/>
                    </a:cubicBezTo>
                    <a:cubicBezTo>
                      <a:pt x="202" y="103"/>
                      <a:pt x="202" y="103"/>
                      <a:pt x="202" y="103"/>
                    </a:cubicBezTo>
                    <a:cubicBezTo>
                      <a:pt x="257" y="103"/>
                      <a:pt x="257" y="103"/>
                      <a:pt x="257" y="103"/>
                    </a:cubicBezTo>
                    <a:cubicBezTo>
                      <a:pt x="257" y="105"/>
                      <a:pt x="257" y="105"/>
                      <a:pt x="257" y="105"/>
                    </a:cubicBezTo>
                    <a:lnTo>
                      <a:pt x="229" y="125"/>
                    </a:lnTo>
                    <a:close/>
                    <a:moveTo>
                      <a:pt x="200" y="539"/>
                    </a:moveTo>
                    <a:cubicBezTo>
                      <a:pt x="258" y="539"/>
                      <a:pt x="258" y="539"/>
                      <a:pt x="258" y="539"/>
                    </a:cubicBezTo>
                    <a:cubicBezTo>
                      <a:pt x="263" y="564"/>
                      <a:pt x="263" y="564"/>
                      <a:pt x="263" y="564"/>
                    </a:cubicBezTo>
                    <a:cubicBezTo>
                      <a:pt x="229" y="578"/>
                      <a:pt x="229" y="578"/>
                      <a:pt x="229" y="578"/>
                    </a:cubicBezTo>
                    <a:cubicBezTo>
                      <a:pt x="195" y="564"/>
                      <a:pt x="195" y="564"/>
                      <a:pt x="195" y="564"/>
                    </a:cubicBezTo>
                    <a:lnTo>
                      <a:pt x="200" y="539"/>
                    </a:lnTo>
                    <a:close/>
                    <a:moveTo>
                      <a:pt x="193" y="572"/>
                    </a:moveTo>
                    <a:cubicBezTo>
                      <a:pt x="218" y="583"/>
                      <a:pt x="218" y="583"/>
                      <a:pt x="218" y="583"/>
                    </a:cubicBezTo>
                    <a:cubicBezTo>
                      <a:pt x="189" y="596"/>
                      <a:pt x="189" y="596"/>
                      <a:pt x="189" y="596"/>
                    </a:cubicBezTo>
                    <a:lnTo>
                      <a:pt x="193" y="572"/>
                    </a:lnTo>
                    <a:close/>
                    <a:moveTo>
                      <a:pt x="186" y="606"/>
                    </a:moveTo>
                    <a:cubicBezTo>
                      <a:pt x="229" y="587"/>
                      <a:pt x="229" y="587"/>
                      <a:pt x="229" y="587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29" y="622"/>
                      <a:pt x="229" y="622"/>
                      <a:pt x="229" y="622"/>
                    </a:cubicBezTo>
                    <a:cubicBezTo>
                      <a:pt x="186" y="606"/>
                      <a:pt x="186" y="606"/>
                      <a:pt x="186" y="606"/>
                    </a:cubicBezTo>
                    <a:close/>
                    <a:moveTo>
                      <a:pt x="184" y="615"/>
                    </a:moveTo>
                    <a:cubicBezTo>
                      <a:pt x="217" y="626"/>
                      <a:pt x="217" y="626"/>
                      <a:pt x="217" y="626"/>
                    </a:cubicBezTo>
                    <a:cubicBezTo>
                      <a:pt x="179" y="639"/>
                      <a:pt x="179" y="639"/>
                      <a:pt x="179" y="639"/>
                    </a:cubicBezTo>
                    <a:lnTo>
                      <a:pt x="184" y="615"/>
                    </a:lnTo>
                    <a:close/>
                    <a:moveTo>
                      <a:pt x="229" y="630"/>
                    </a:moveTo>
                    <a:cubicBezTo>
                      <a:pt x="280" y="648"/>
                      <a:pt x="280" y="648"/>
                      <a:pt x="280" y="648"/>
                    </a:cubicBezTo>
                    <a:cubicBezTo>
                      <a:pt x="229" y="664"/>
                      <a:pt x="229" y="664"/>
                      <a:pt x="229" y="664"/>
                    </a:cubicBezTo>
                    <a:cubicBezTo>
                      <a:pt x="178" y="648"/>
                      <a:pt x="178" y="648"/>
                      <a:pt x="178" y="648"/>
                    </a:cubicBezTo>
                    <a:lnTo>
                      <a:pt x="229" y="630"/>
                    </a:lnTo>
                    <a:close/>
                    <a:moveTo>
                      <a:pt x="176" y="656"/>
                    </a:moveTo>
                    <a:cubicBezTo>
                      <a:pt x="215" y="668"/>
                      <a:pt x="215" y="668"/>
                      <a:pt x="215" y="668"/>
                    </a:cubicBezTo>
                    <a:cubicBezTo>
                      <a:pt x="170" y="682"/>
                      <a:pt x="170" y="682"/>
                      <a:pt x="170" y="682"/>
                    </a:cubicBezTo>
                    <a:lnTo>
                      <a:pt x="176" y="656"/>
                    </a:lnTo>
                    <a:close/>
                    <a:moveTo>
                      <a:pt x="82" y="157"/>
                    </a:moveTo>
                    <a:cubicBezTo>
                      <a:pt x="26" y="157"/>
                      <a:pt x="26" y="157"/>
                      <a:pt x="26" y="157"/>
                    </a:cubicBezTo>
                    <a:cubicBezTo>
                      <a:pt x="82" y="138"/>
                      <a:pt x="82" y="138"/>
                      <a:pt x="82" y="138"/>
                    </a:cubicBezTo>
                    <a:lnTo>
                      <a:pt x="82" y="157"/>
                    </a:lnTo>
                    <a:close/>
                    <a:moveTo>
                      <a:pt x="90" y="157"/>
                    </a:moveTo>
                    <a:cubicBezTo>
                      <a:pt x="90" y="139"/>
                      <a:pt x="90" y="139"/>
                      <a:pt x="90" y="139"/>
                    </a:cubicBezTo>
                    <a:cubicBezTo>
                      <a:pt x="155" y="157"/>
                      <a:pt x="155" y="157"/>
                      <a:pt x="155" y="157"/>
                    </a:cubicBezTo>
                    <a:lnTo>
                      <a:pt x="90" y="157"/>
                    </a:lnTo>
                    <a:close/>
                    <a:moveTo>
                      <a:pt x="95" y="134"/>
                    </a:moveTo>
                    <a:cubicBezTo>
                      <a:pt x="169" y="110"/>
                      <a:pt x="169" y="110"/>
                      <a:pt x="169" y="110"/>
                    </a:cubicBezTo>
                    <a:cubicBezTo>
                      <a:pt x="169" y="155"/>
                      <a:pt x="169" y="155"/>
                      <a:pt x="169" y="155"/>
                    </a:cubicBezTo>
                    <a:lnTo>
                      <a:pt x="95" y="134"/>
                    </a:lnTo>
                    <a:close/>
                    <a:moveTo>
                      <a:pt x="82" y="333"/>
                    </a:moveTo>
                    <a:cubicBezTo>
                      <a:pt x="26" y="333"/>
                      <a:pt x="26" y="333"/>
                      <a:pt x="26" y="333"/>
                    </a:cubicBezTo>
                    <a:cubicBezTo>
                      <a:pt x="82" y="315"/>
                      <a:pt x="82" y="315"/>
                      <a:pt x="82" y="315"/>
                    </a:cubicBezTo>
                    <a:lnTo>
                      <a:pt x="82" y="333"/>
                    </a:lnTo>
                    <a:close/>
                    <a:moveTo>
                      <a:pt x="90" y="333"/>
                    </a:moveTo>
                    <a:cubicBezTo>
                      <a:pt x="90" y="313"/>
                      <a:pt x="90" y="313"/>
                      <a:pt x="90" y="313"/>
                    </a:cubicBezTo>
                    <a:cubicBezTo>
                      <a:pt x="162" y="333"/>
                      <a:pt x="162" y="333"/>
                      <a:pt x="162" y="333"/>
                    </a:cubicBezTo>
                    <a:lnTo>
                      <a:pt x="90" y="333"/>
                    </a:lnTo>
                    <a:close/>
                    <a:moveTo>
                      <a:pt x="168" y="333"/>
                    </a:moveTo>
                    <a:cubicBezTo>
                      <a:pt x="90" y="312"/>
                      <a:pt x="90" y="312"/>
                      <a:pt x="90" y="312"/>
                    </a:cubicBezTo>
                    <a:cubicBezTo>
                      <a:pt x="169" y="286"/>
                      <a:pt x="169" y="286"/>
                      <a:pt x="169" y="286"/>
                    </a:cubicBezTo>
                    <a:cubicBezTo>
                      <a:pt x="169" y="333"/>
                      <a:pt x="169" y="333"/>
                      <a:pt x="169" y="333"/>
                    </a:cubicBezTo>
                    <a:lnTo>
                      <a:pt x="168" y="333"/>
                    </a:lnTo>
                    <a:close/>
                    <a:moveTo>
                      <a:pt x="82" y="483"/>
                    </a:moveTo>
                    <a:cubicBezTo>
                      <a:pt x="26" y="483"/>
                      <a:pt x="26" y="483"/>
                      <a:pt x="26" y="483"/>
                    </a:cubicBezTo>
                    <a:cubicBezTo>
                      <a:pt x="82" y="465"/>
                      <a:pt x="82" y="465"/>
                      <a:pt x="82" y="465"/>
                    </a:cubicBezTo>
                    <a:lnTo>
                      <a:pt x="82" y="483"/>
                    </a:lnTo>
                    <a:close/>
                    <a:moveTo>
                      <a:pt x="90" y="483"/>
                    </a:moveTo>
                    <a:cubicBezTo>
                      <a:pt x="90" y="463"/>
                      <a:pt x="90" y="463"/>
                      <a:pt x="90" y="463"/>
                    </a:cubicBezTo>
                    <a:cubicBezTo>
                      <a:pt x="163" y="483"/>
                      <a:pt x="163" y="483"/>
                      <a:pt x="163" y="483"/>
                    </a:cubicBezTo>
                    <a:lnTo>
                      <a:pt x="90" y="483"/>
                    </a:lnTo>
                    <a:close/>
                    <a:moveTo>
                      <a:pt x="168" y="483"/>
                    </a:moveTo>
                    <a:cubicBezTo>
                      <a:pt x="91" y="462"/>
                      <a:pt x="91" y="462"/>
                      <a:pt x="91" y="462"/>
                    </a:cubicBezTo>
                    <a:cubicBezTo>
                      <a:pt x="169" y="436"/>
                      <a:pt x="169" y="436"/>
                      <a:pt x="169" y="436"/>
                    </a:cubicBezTo>
                    <a:cubicBezTo>
                      <a:pt x="169" y="483"/>
                      <a:pt x="169" y="483"/>
                      <a:pt x="169" y="483"/>
                    </a:cubicBezTo>
                    <a:lnTo>
                      <a:pt x="168" y="483"/>
                    </a:lnTo>
                    <a:close/>
                    <a:moveTo>
                      <a:pt x="168" y="691"/>
                    </a:moveTo>
                    <a:cubicBezTo>
                      <a:pt x="229" y="673"/>
                      <a:pt x="229" y="673"/>
                      <a:pt x="229" y="673"/>
                    </a:cubicBezTo>
                    <a:cubicBezTo>
                      <a:pt x="290" y="691"/>
                      <a:pt x="290" y="691"/>
                      <a:pt x="290" y="691"/>
                    </a:cubicBezTo>
                    <a:cubicBezTo>
                      <a:pt x="290" y="694"/>
                      <a:pt x="290" y="694"/>
                      <a:pt x="290" y="694"/>
                    </a:cubicBezTo>
                    <a:cubicBezTo>
                      <a:pt x="229" y="710"/>
                      <a:pt x="229" y="710"/>
                      <a:pt x="229" y="710"/>
                    </a:cubicBezTo>
                    <a:cubicBezTo>
                      <a:pt x="168" y="694"/>
                      <a:pt x="168" y="694"/>
                      <a:pt x="168" y="694"/>
                    </a:cubicBezTo>
                    <a:lnTo>
                      <a:pt x="168" y="691"/>
                    </a:lnTo>
                    <a:close/>
                    <a:moveTo>
                      <a:pt x="166" y="702"/>
                    </a:moveTo>
                    <a:cubicBezTo>
                      <a:pt x="213" y="714"/>
                      <a:pt x="213" y="714"/>
                      <a:pt x="213" y="714"/>
                    </a:cubicBezTo>
                    <a:cubicBezTo>
                      <a:pt x="160" y="728"/>
                      <a:pt x="160" y="728"/>
                      <a:pt x="160" y="728"/>
                    </a:cubicBezTo>
                    <a:lnTo>
                      <a:pt x="166" y="702"/>
                    </a:lnTo>
                    <a:close/>
                    <a:moveTo>
                      <a:pt x="159" y="737"/>
                    </a:moveTo>
                    <a:cubicBezTo>
                      <a:pt x="229" y="719"/>
                      <a:pt x="229" y="719"/>
                      <a:pt x="229" y="719"/>
                    </a:cubicBezTo>
                    <a:cubicBezTo>
                      <a:pt x="300" y="737"/>
                      <a:pt x="300" y="737"/>
                      <a:pt x="300" y="737"/>
                    </a:cubicBezTo>
                    <a:cubicBezTo>
                      <a:pt x="300" y="738"/>
                      <a:pt x="300" y="738"/>
                      <a:pt x="300" y="738"/>
                    </a:cubicBezTo>
                    <a:cubicBezTo>
                      <a:pt x="229" y="755"/>
                      <a:pt x="229" y="755"/>
                      <a:pt x="229" y="755"/>
                    </a:cubicBezTo>
                    <a:cubicBezTo>
                      <a:pt x="158" y="738"/>
                      <a:pt x="158" y="738"/>
                      <a:pt x="158" y="738"/>
                    </a:cubicBezTo>
                    <a:lnTo>
                      <a:pt x="159" y="737"/>
                    </a:lnTo>
                    <a:close/>
                    <a:moveTo>
                      <a:pt x="157" y="746"/>
                    </a:moveTo>
                    <a:cubicBezTo>
                      <a:pt x="212" y="759"/>
                      <a:pt x="212" y="759"/>
                      <a:pt x="212" y="759"/>
                    </a:cubicBezTo>
                    <a:cubicBezTo>
                      <a:pt x="151" y="774"/>
                      <a:pt x="151" y="774"/>
                      <a:pt x="151" y="774"/>
                    </a:cubicBezTo>
                    <a:lnTo>
                      <a:pt x="157" y="746"/>
                    </a:lnTo>
                    <a:close/>
                    <a:moveTo>
                      <a:pt x="149" y="783"/>
                    </a:moveTo>
                    <a:cubicBezTo>
                      <a:pt x="229" y="763"/>
                      <a:pt x="229" y="763"/>
                      <a:pt x="229" y="76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229" y="801"/>
                      <a:pt x="229" y="801"/>
                      <a:pt x="229" y="801"/>
                    </a:cubicBezTo>
                    <a:cubicBezTo>
                      <a:pt x="149" y="783"/>
                      <a:pt x="149" y="783"/>
                      <a:pt x="149" y="783"/>
                    </a:cubicBezTo>
                    <a:close/>
                    <a:moveTo>
                      <a:pt x="147" y="791"/>
                    </a:moveTo>
                    <a:cubicBezTo>
                      <a:pt x="210" y="805"/>
                      <a:pt x="210" y="805"/>
                      <a:pt x="210" y="805"/>
                    </a:cubicBezTo>
                    <a:cubicBezTo>
                      <a:pt x="141" y="821"/>
                      <a:pt x="141" y="821"/>
                      <a:pt x="141" y="821"/>
                    </a:cubicBezTo>
                    <a:lnTo>
                      <a:pt x="147" y="791"/>
                    </a:lnTo>
                    <a:close/>
                    <a:moveTo>
                      <a:pt x="139" y="832"/>
                    </a:moveTo>
                    <a:cubicBezTo>
                      <a:pt x="320" y="832"/>
                      <a:pt x="320" y="832"/>
                      <a:pt x="320" y="832"/>
                    </a:cubicBezTo>
                    <a:cubicBezTo>
                      <a:pt x="321" y="839"/>
                      <a:pt x="321" y="839"/>
                      <a:pt x="321" y="839"/>
                    </a:cubicBezTo>
                    <a:cubicBezTo>
                      <a:pt x="231" y="892"/>
                      <a:pt x="231" y="892"/>
                      <a:pt x="231" y="892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8" y="893"/>
                      <a:pt x="228" y="893"/>
                      <a:pt x="228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7" y="892"/>
                      <a:pt x="227" y="892"/>
                      <a:pt x="227" y="892"/>
                    </a:cubicBezTo>
                    <a:cubicBezTo>
                      <a:pt x="137" y="839"/>
                      <a:pt x="137" y="839"/>
                      <a:pt x="137" y="839"/>
                    </a:cubicBezTo>
                    <a:lnTo>
                      <a:pt x="139" y="832"/>
                    </a:lnTo>
                    <a:close/>
                    <a:moveTo>
                      <a:pt x="135" y="847"/>
                    </a:moveTo>
                    <a:cubicBezTo>
                      <a:pt x="206" y="889"/>
                      <a:pt x="206" y="889"/>
                      <a:pt x="206" y="889"/>
                    </a:cubicBezTo>
                    <a:cubicBezTo>
                      <a:pt x="129" y="877"/>
                      <a:pt x="129" y="877"/>
                      <a:pt x="129" y="877"/>
                    </a:cubicBezTo>
                    <a:lnTo>
                      <a:pt x="135" y="847"/>
                    </a:lnTo>
                    <a:close/>
                    <a:moveTo>
                      <a:pt x="219" y="899"/>
                    </a:moveTo>
                    <a:cubicBezTo>
                      <a:pt x="176" y="925"/>
                      <a:pt x="176" y="925"/>
                      <a:pt x="176" y="925"/>
                    </a:cubicBezTo>
                    <a:cubicBezTo>
                      <a:pt x="130" y="886"/>
                      <a:pt x="130" y="886"/>
                      <a:pt x="130" y="886"/>
                    </a:cubicBezTo>
                    <a:lnTo>
                      <a:pt x="219" y="899"/>
                    </a:lnTo>
                    <a:close/>
                    <a:moveTo>
                      <a:pt x="125" y="895"/>
                    </a:moveTo>
                    <a:cubicBezTo>
                      <a:pt x="156" y="922"/>
                      <a:pt x="156" y="922"/>
                      <a:pt x="156" y="922"/>
                    </a:cubicBezTo>
                    <a:cubicBezTo>
                      <a:pt x="120" y="922"/>
                      <a:pt x="120" y="922"/>
                      <a:pt x="120" y="922"/>
                    </a:cubicBezTo>
                    <a:lnTo>
                      <a:pt x="125" y="895"/>
                    </a:lnTo>
                    <a:close/>
                    <a:moveTo>
                      <a:pt x="118" y="930"/>
                    </a:moveTo>
                    <a:cubicBezTo>
                      <a:pt x="168" y="930"/>
                      <a:pt x="168" y="930"/>
                      <a:pt x="168" y="930"/>
                    </a:cubicBezTo>
                    <a:cubicBezTo>
                      <a:pt x="111" y="964"/>
                      <a:pt x="111" y="964"/>
                      <a:pt x="111" y="964"/>
                    </a:cubicBezTo>
                    <a:lnTo>
                      <a:pt x="118" y="930"/>
                    </a:lnTo>
                    <a:close/>
                    <a:moveTo>
                      <a:pt x="108" y="974"/>
                    </a:moveTo>
                    <a:cubicBezTo>
                      <a:pt x="226" y="905"/>
                      <a:pt x="226" y="905"/>
                      <a:pt x="226" y="905"/>
                    </a:cubicBezTo>
                    <a:cubicBezTo>
                      <a:pt x="226" y="978"/>
                      <a:pt x="226" y="978"/>
                      <a:pt x="226" y="978"/>
                    </a:cubicBezTo>
                    <a:cubicBezTo>
                      <a:pt x="108" y="978"/>
                      <a:pt x="108" y="978"/>
                      <a:pt x="108" y="978"/>
                    </a:cubicBezTo>
                    <a:lnTo>
                      <a:pt x="108" y="974"/>
                    </a:lnTo>
                    <a:close/>
                    <a:moveTo>
                      <a:pt x="106" y="986"/>
                    </a:moveTo>
                    <a:cubicBezTo>
                      <a:pt x="352" y="986"/>
                      <a:pt x="352" y="986"/>
                      <a:pt x="352" y="986"/>
                    </a:cubicBezTo>
                    <a:cubicBezTo>
                      <a:pt x="353" y="988"/>
                      <a:pt x="353" y="988"/>
                      <a:pt x="353" y="988"/>
                    </a:cubicBezTo>
                    <a:cubicBezTo>
                      <a:pt x="229" y="1089"/>
                      <a:pt x="229" y="1089"/>
                      <a:pt x="229" y="1089"/>
                    </a:cubicBezTo>
                    <a:cubicBezTo>
                      <a:pt x="106" y="988"/>
                      <a:pt x="106" y="988"/>
                      <a:pt x="106" y="988"/>
                    </a:cubicBezTo>
                    <a:lnTo>
                      <a:pt x="106" y="986"/>
                    </a:lnTo>
                    <a:close/>
                    <a:moveTo>
                      <a:pt x="103" y="1000"/>
                    </a:moveTo>
                    <a:cubicBezTo>
                      <a:pt x="157" y="1044"/>
                      <a:pt x="157" y="1044"/>
                      <a:pt x="157" y="1044"/>
                    </a:cubicBezTo>
                    <a:cubicBezTo>
                      <a:pt x="94" y="1044"/>
                      <a:pt x="94" y="1044"/>
                      <a:pt x="94" y="1044"/>
                    </a:cubicBezTo>
                    <a:lnTo>
                      <a:pt x="103" y="1000"/>
                    </a:lnTo>
                    <a:close/>
                    <a:moveTo>
                      <a:pt x="92" y="1051"/>
                    </a:moveTo>
                    <a:cubicBezTo>
                      <a:pt x="138" y="1051"/>
                      <a:pt x="138" y="1051"/>
                      <a:pt x="138" y="1051"/>
                    </a:cubicBezTo>
                    <a:cubicBezTo>
                      <a:pt x="87" y="1076"/>
                      <a:pt x="87" y="1076"/>
                      <a:pt x="87" y="1076"/>
                    </a:cubicBezTo>
                    <a:lnTo>
                      <a:pt x="92" y="1051"/>
                    </a:lnTo>
                    <a:close/>
                    <a:moveTo>
                      <a:pt x="85" y="1087"/>
                    </a:moveTo>
                    <a:cubicBezTo>
                      <a:pt x="163" y="1049"/>
                      <a:pt x="163" y="1049"/>
                      <a:pt x="163" y="1049"/>
                    </a:cubicBezTo>
                    <a:cubicBezTo>
                      <a:pt x="215" y="1092"/>
                      <a:pt x="215" y="1092"/>
                      <a:pt x="215" y="1092"/>
                    </a:cubicBezTo>
                    <a:cubicBezTo>
                      <a:pt x="84" y="1092"/>
                      <a:pt x="84" y="1092"/>
                      <a:pt x="84" y="1092"/>
                    </a:cubicBezTo>
                    <a:lnTo>
                      <a:pt x="85" y="108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54" name="Freeform 54"/>
              <p:cNvSpPr>
                <a:spLocks noEditPoints="1"/>
              </p:cNvSpPr>
              <p:nvPr/>
            </p:nvSpPr>
            <p:spPr bwMode="gray">
              <a:xfrm>
                <a:off x="4658254" y="1871263"/>
                <a:ext cx="250825" cy="608013"/>
              </a:xfrm>
              <a:custGeom>
                <a:avLst/>
                <a:gdLst>
                  <a:gd name="T0" fmla="*/ 137 w 217"/>
                  <a:gd name="T1" fmla="*/ 252 h 528"/>
                  <a:gd name="T2" fmla="*/ 137 w 217"/>
                  <a:gd name="T3" fmla="*/ 203 h 528"/>
                  <a:gd name="T4" fmla="*/ 137 w 217"/>
                  <a:gd name="T5" fmla="*/ 132 h 528"/>
                  <a:gd name="T6" fmla="*/ 137 w 217"/>
                  <a:gd name="T7" fmla="*/ 48 h 528"/>
                  <a:gd name="T8" fmla="*/ 2 w 217"/>
                  <a:gd name="T9" fmla="*/ 74 h 528"/>
                  <a:gd name="T10" fmla="*/ 2 w 217"/>
                  <a:gd name="T11" fmla="*/ 158 h 528"/>
                  <a:gd name="T12" fmla="*/ 2 w 217"/>
                  <a:gd name="T13" fmla="*/ 229 h 528"/>
                  <a:gd name="T14" fmla="*/ 55 w 217"/>
                  <a:gd name="T15" fmla="*/ 371 h 528"/>
                  <a:gd name="T16" fmla="*/ 179 w 217"/>
                  <a:gd name="T17" fmla="*/ 74 h 528"/>
                  <a:gd name="T18" fmla="*/ 137 w 217"/>
                  <a:gd name="T19" fmla="*/ 73 h 528"/>
                  <a:gd name="T20" fmla="*/ 175 w 217"/>
                  <a:gd name="T21" fmla="*/ 148 h 528"/>
                  <a:gd name="T22" fmla="*/ 205 w 217"/>
                  <a:gd name="T23" fmla="*/ 229 h 528"/>
                  <a:gd name="T24" fmla="*/ 174 w 217"/>
                  <a:gd name="T25" fmla="*/ 219 h 528"/>
                  <a:gd name="T26" fmla="*/ 178 w 217"/>
                  <a:gd name="T27" fmla="*/ 518 h 528"/>
                  <a:gd name="T28" fmla="*/ 173 w 217"/>
                  <a:gd name="T29" fmla="*/ 495 h 528"/>
                  <a:gd name="T30" fmla="*/ 134 w 217"/>
                  <a:gd name="T31" fmla="*/ 439 h 528"/>
                  <a:gd name="T32" fmla="*/ 158 w 217"/>
                  <a:gd name="T33" fmla="*/ 424 h 528"/>
                  <a:gd name="T34" fmla="*/ 148 w 217"/>
                  <a:gd name="T35" fmla="*/ 375 h 528"/>
                  <a:gd name="T36" fmla="*/ 143 w 217"/>
                  <a:gd name="T37" fmla="*/ 354 h 528"/>
                  <a:gd name="T38" fmla="*/ 134 w 217"/>
                  <a:gd name="T39" fmla="*/ 311 h 528"/>
                  <a:gd name="T40" fmla="*/ 126 w 217"/>
                  <a:gd name="T41" fmla="*/ 271 h 528"/>
                  <a:gd name="T42" fmla="*/ 105 w 217"/>
                  <a:gd name="T43" fmla="*/ 4 h 528"/>
                  <a:gd name="T44" fmla="*/ 122 w 217"/>
                  <a:gd name="T45" fmla="*/ 44 h 528"/>
                  <a:gd name="T46" fmla="*/ 96 w 217"/>
                  <a:gd name="T47" fmla="*/ 237 h 528"/>
                  <a:gd name="T48" fmla="*/ 96 w 217"/>
                  <a:gd name="T49" fmla="*/ 252 h 528"/>
                  <a:gd name="T50" fmla="*/ 109 w 217"/>
                  <a:gd name="T51" fmla="*/ 219 h 528"/>
                  <a:gd name="T52" fmla="*/ 112 w 217"/>
                  <a:gd name="T53" fmla="*/ 216 h 528"/>
                  <a:gd name="T54" fmla="*/ 122 w 217"/>
                  <a:gd name="T55" fmla="*/ 205 h 528"/>
                  <a:gd name="T56" fmla="*/ 97 w 217"/>
                  <a:gd name="T57" fmla="*/ 201 h 528"/>
                  <a:gd name="T58" fmla="*/ 96 w 217"/>
                  <a:gd name="T59" fmla="*/ 181 h 528"/>
                  <a:gd name="T60" fmla="*/ 105 w 217"/>
                  <a:gd name="T61" fmla="*/ 172 h 528"/>
                  <a:gd name="T62" fmla="*/ 112 w 217"/>
                  <a:gd name="T63" fmla="*/ 172 h 528"/>
                  <a:gd name="T64" fmla="*/ 96 w 217"/>
                  <a:gd name="T65" fmla="*/ 138 h 528"/>
                  <a:gd name="T66" fmla="*/ 96 w 217"/>
                  <a:gd name="T67" fmla="*/ 133 h 528"/>
                  <a:gd name="T68" fmla="*/ 96 w 217"/>
                  <a:gd name="T69" fmla="*/ 125 h 528"/>
                  <a:gd name="T70" fmla="*/ 112 w 217"/>
                  <a:gd name="T71" fmla="*/ 118 h 528"/>
                  <a:gd name="T72" fmla="*/ 96 w 217"/>
                  <a:gd name="T73" fmla="*/ 98 h 528"/>
                  <a:gd name="T74" fmla="*/ 109 w 217"/>
                  <a:gd name="T75" fmla="*/ 89 h 528"/>
                  <a:gd name="T76" fmla="*/ 109 w 217"/>
                  <a:gd name="T77" fmla="*/ 64 h 528"/>
                  <a:gd name="T78" fmla="*/ 112 w 217"/>
                  <a:gd name="T79" fmla="*/ 61 h 528"/>
                  <a:gd name="T80" fmla="*/ 122 w 217"/>
                  <a:gd name="T81" fmla="*/ 50 h 528"/>
                  <a:gd name="T82" fmla="*/ 92 w 217"/>
                  <a:gd name="T83" fmla="*/ 271 h 528"/>
                  <a:gd name="T84" fmla="*/ 109 w 217"/>
                  <a:gd name="T85" fmla="*/ 295 h 528"/>
                  <a:gd name="T86" fmla="*/ 109 w 217"/>
                  <a:gd name="T87" fmla="*/ 315 h 528"/>
                  <a:gd name="T88" fmla="*/ 12 w 217"/>
                  <a:gd name="T89" fmla="*/ 74 h 528"/>
                  <a:gd name="T90" fmla="*/ 80 w 217"/>
                  <a:gd name="T91" fmla="*/ 52 h 528"/>
                  <a:gd name="T92" fmla="*/ 43 w 217"/>
                  <a:gd name="T93" fmla="*/ 148 h 528"/>
                  <a:gd name="T94" fmla="*/ 12 w 217"/>
                  <a:gd name="T95" fmla="*/ 229 h 528"/>
                  <a:gd name="T96" fmla="*/ 43 w 217"/>
                  <a:gd name="T97" fmla="*/ 219 h 528"/>
                  <a:gd name="T98" fmla="*/ 80 w 217"/>
                  <a:gd name="T99" fmla="*/ 329 h 528"/>
                  <a:gd name="T100" fmla="*/ 142 w 217"/>
                  <a:gd name="T101" fmla="*/ 350 h 528"/>
                  <a:gd name="T102" fmla="*/ 71 w 217"/>
                  <a:gd name="T103" fmla="*/ 371 h 528"/>
                  <a:gd name="T104" fmla="*/ 67 w 217"/>
                  <a:gd name="T105" fmla="*/ 389 h 528"/>
                  <a:gd name="T106" fmla="*/ 109 w 217"/>
                  <a:gd name="T107" fmla="*/ 424 h 528"/>
                  <a:gd name="T108" fmla="*/ 61 w 217"/>
                  <a:gd name="T109" fmla="*/ 416 h 528"/>
                  <a:gd name="T110" fmla="*/ 57 w 217"/>
                  <a:gd name="T111" fmla="*/ 437 h 528"/>
                  <a:gd name="T112" fmla="*/ 107 w 217"/>
                  <a:gd name="T113" fmla="*/ 464 h 528"/>
                  <a:gd name="T114" fmla="*/ 50 w 217"/>
                  <a:gd name="T115" fmla="*/ 467 h 528"/>
                  <a:gd name="T116" fmla="*/ 44 w 217"/>
                  <a:gd name="T117" fmla="*/ 499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17" h="528">
                    <a:moveTo>
                      <a:pt x="39" y="521"/>
                    </a:moveTo>
                    <a:cubicBezTo>
                      <a:pt x="178" y="521"/>
                      <a:pt x="178" y="521"/>
                      <a:pt x="178" y="521"/>
                    </a:cubicBezTo>
                    <a:cubicBezTo>
                      <a:pt x="180" y="528"/>
                      <a:pt x="180" y="528"/>
                      <a:pt x="180" y="528"/>
                    </a:cubicBezTo>
                    <a:cubicBezTo>
                      <a:pt x="196" y="528"/>
                      <a:pt x="196" y="528"/>
                      <a:pt x="196" y="528"/>
                    </a:cubicBezTo>
                    <a:cubicBezTo>
                      <a:pt x="163" y="372"/>
                      <a:pt x="163" y="372"/>
                      <a:pt x="163" y="372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2" y="371"/>
                      <a:pt x="162" y="371"/>
                      <a:pt x="162" y="371"/>
                    </a:cubicBezTo>
                    <a:cubicBezTo>
                      <a:pt x="137" y="252"/>
                      <a:pt x="137" y="252"/>
                      <a:pt x="137" y="252"/>
                    </a:cubicBezTo>
                    <a:cubicBezTo>
                      <a:pt x="137" y="234"/>
                      <a:pt x="137" y="234"/>
                      <a:pt x="137" y="234"/>
                    </a:cubicBezTo>
                    <a:cubicBezTo>
                      <a:pt x="211" y="234"/>
                      <a:pt x="211" y="234"/>
                      <a:pt x="211" y="234"/>
                    </a:cubicBezTo>
                    <a:cubicBezTo>
                      <a:pt x="211" y="258"/>
                      <a:pt x="211" y="258"/>
                      <a:pt x="211" y="258"/>
                    </a:cubicBezTo>
                    <a:cubicBezTo>
                      <a:pt x="211" y="259"/>
                      <a:pt x="212" y="260"/>
                      <a:pt x="214" y="260"/>
                    </a:cubicBezTo>
                    <a:cubicBezTo>
                      <a:pt x="216" y="260"/>
                      <a:pt x="217" y="259"/>
                      <a:pt x="217" y="258"/>
                    </a:cubicBezTo>
                    <a:cubicBezTo>
                      <a:pt x="217" y="229"/>
                      <a:pt x="217" y="229"/>
                      <a:pt x="217" y="229"/>
                    </a:cubicBezTo>
                    <a:cubicBezTo>
                      <a:pt x="215" y="229"/>
                      <a:pt x="215" y="229"/>
                      <a:pt x="215" y="229"/>
                    </a:cubicBezTo>
                    <a:cubicBezTo>
                      <a:pt x="137" y="203"/>
                      <a:pt x="137" y="203"/>
                      <a:pt x="137" y="203"/>
                    </a:cubicBezTo>
                    <a:cubicBezTo>
                      <a:pt x="137" y="163"/>
                      <a:pt x="137" y="163"/>
                      <a:pt x="137" y="163"/>
                    </a:cubicBezTo>
                    <a:cubicBezTo>
                      <a:pt x="211" y="163"/>
                      <a:pt x="211" y="163"/>
                      <a:pt x="211" y="163"/>
                    </a:cubicBezTo>
                    <a:cubicBezTo>
                      <a:pt x="211" y="187"/>
                      <a:pt x="211" y="187"/>
                      <a:pt x="211" y="187"/>
                    </a:cubicBezTo>
                    <a:cubicBezTo>
                      <a:pt x="211" y="188"/>
                      <a:pt x="212" y="189"/>
                      <a:pt x="214" y="189"/>
                    </a:cubicBezTo>
                    <a:cubicBezTo>
                      <a:pt x="216" y="189"/>
                      <a:pt x="217" y="188"/>
                      <a:pt x="217" y="187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215" y="158"/>
                      <a:pt x="215" y="158"/>
                      <a:pt x="215" y="158"/>
                    </a:cubicBezTo>
                    <a:cubicBezTo>
                      <a:pt x="137" y="132"/>
                      <a:pt x="137" y="132"/>
                      <a:pt x="137" y="132"/>
                    </a:cubicBezTo>
                    <a:cubicBezTo>
                      <a:pt x="137" y="79"/>
                      <a:pt x="137" y="79"/>
                      <a:pt x="137" y="79"/>
                    </a:cubicBezTo>
                    <a:cubicBezTo>
                      <a:pt x="211" y="79"/>
                      <a:pt x="211" y="79"/>
                      <a:pt x="211" y="79"/>
                    </a:cubicBezTo>
                    <a:cubicBezTo>
                      <a:pt x="211" y="103"/>
                      <a:pt x="211" y="103"/>
                      <a:pt x="211" y="103"/>
                    </a:cubicBezTo>
                    <a:cubicBezTo>
                      <a:pt x="211" y="104"/>
                      <a:pt x="212" y="105"/>
                      <a:pt x="214" y="105"/>
                    </a:cubicBezTo>
                    <a:cubicBezTo>
                      <a:pt x="216" y="105"/>
                      <a:pt x="217" y="104"/>
                      <a:pt x="217" y="103"/>
                    </a:cubicBezTo>
                    <a:cubicBezTo>
                      <a:pt x="217" y="74"/>
                      <a:pt x="217" y="74"/>
                      <a:pt x="217" y="74"/>
                    </a:cubicBezTo>
                    <a:cubicBezTo>
                      <a:pt x="215" y="74"/>
                      <a:pt x="215" y="74"/>
                      <a:pt x="215" y="74"/>
                    </a:cubicBezTo>
                    <a:cubicBezTo>
                      <a:pt x="137" y="48"/>
                      <a:pt x="137" y="48"/>
                      <a:pt x="137" y="48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85" y="45"/>
                      <a:pt x="85" y="45"/>
                      <a:pt x="85" y="45"/>
                    </a:cubicBezTo>
                    <a:cubicBezTo>
                      <a:pt x="80" y="47"/>
                      <a:pt x="80" y="47"/>
                      <a:pt x="80" y="47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2" y="105"/>
                      <a:pt x="3" y="105"/>
                    </a:cubicBezTo>
                    <a:cubicBezTo>
                      <a:pt x="5" y="105"/>
                      <a:pt x="7" y="104"/>
                      <a:pt x="7" y="103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80" y="79"/>
                      <a:pt x="80" y="79"/>
                      <a:pt x="80" y="79"/>
                    </a:cubicBezTo>
                    <a:cubicBezTo>
                      <a:pt x="80" y="132"/>
                      <a:pt x="80" y="132"/>
                      <a:pt x="80" y="132"/>
                    </a:cubicBezTo>
                    <a:cubicBezTo>
                      <a:pt x="2" y="158"/>
                      <a:pt x="2" y="158"/>
                      <a:pt x="2" y="15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88"/>
                      <a:pt x="2" y="189"/>
                      <a:pt x="3" y="189"/>
                    </a:cubicBezTo>
                    <a:cubicBezTo>
                      <a:pt x="5" y="189"/>
                      <a:pt x="7" y="188"/>
                      <a:pt x="7" y="187"/>
                    </a:cubicBezTo>
                    <a:cubicBezTo>
                      <a:pt x="7" y="163"/>
                      <a:pt x="7" y="163"/>
                      <a:pt x="7" y="163"/>
                    </a:cubicBezTo>
                    <a:cubicBezTo>
                      <a:pt x="80" y="163"/>
                      <a:pt x="80" y="163"/>
                      <a:pt x="80" y="163"/>
                    </a:cubicBezTo>
                    <a:cubicBezTo>
                      <a:pt x="80" y="203"/>
                      <a:pt x="80" y="203"/>
                      <a:pt x="80" y="203"/>
                    </a:cubicBezTo>
                    <a:cubicBezTo>
                      <a:pt x="2" y="229"/>
                      <a:pt x="2" y="229"/>
                      <a:pt x="2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9"/>
                      <a:pt x="2" y="260"/>
                      <a:pt x="3" y="260"/>
                    </a:cubicBezTo>
                    <a:cubicBezTo>
                      <a:pt x="5" y="260"/>
                      <a:pt x="7" y="259"/>
                      <a:pt x="7" y="258"/>
                    </a:cubicBezTo>
                    <a:cubicBezTo>
                      <a:pt x="7" y="234"/>
                      <a:pt x="7" y="234"/>
                      <a:pt x="7" y="234"/>
                    </a:cubicBezTo>
                    <a:cubicBezTo>
                      <a:pt x="80" y="234"/>
                      <a:pt x="80" y="234"/>
                      <a:pt x="80" y="234"/>
                    </a:cubicBezTo>
                    <a:cubicBezTo>
                      <a:pt x="80" y="252"/>
                      <a:pt x="80" y="252"/>
                      <a:pt x="80" y="252"/>
                    </a:cubicBezTo>
                    <a:cubicBezTo>
                      <a:pt x="55" y="371"/>
                      <a:pt x="55" y="371"/>
                      <a:pt x="55" y="371"/>
                    </a:cubicBezTo>
                    <a:cubicBezTo>
                      <a:pt x="54" y="371"/>
                      <a:pt x="54" y="371"/>
                      <a:pt x="54" y="371"/>
                    </a:cubicBezTo>
                    <a:cubicBezTo>
                      <a:pt x="55" y="372"/>
                      <a:pt x="55" y="372"/>
                      <a:pt x="55" y="372"/>
                    </a:cubicBezTo>
                    <a:cubicBezTo>
                      <a:pt x="22" y="528"/>
                      <a:pt x="22" y="528"/>
                      <a:pt x="22" y="528"/>
                    </a:cubicBezTo>
                    <a:cubicBezTo>
                      <a:pt x="37" y="528"/>
                      <a:pt x="37" y="528"/>
                      <a:pt x="37" y="528"/>
                    </a:cubicBezTo>
                    <a:lnTo>
                      <a:pt x="39" y="521"/>
                    </a:lnTo>
                    <a:close/>
                    <a:moveTo>
                      <a:pt x="179" y="65"/>
                    </a:moveTo>
                    <a:cubicBezTo>
                      <a:pt x="205" y="74"/>
                      <a:pt x="205" y="74"/>
                      <a:pt x="205" y="74"/>
                    </a:cubicBezTo>
                    <a:cubicBezTo>
                      <a:pt x="179" y="74"/>
                      <a:pt x="179" y="74"/>
                      <a:pt x="179" y="74"/>
                    </a:cubicBezTo>
                    <a:lnTo>
                      <a:pt x="179" y="65"/>
                    </a:lnTo>
                    <a:close/>
                    <a:moveTo>
                      <a:pt x="175" y="74"/>
                    </a:moveTo>
                    <a:cubicBezTo>
                      <a:pt x="144" y="74"/>
                      <a:pt x="144" y="74"/>
                      <a:pt x="144" y="74"/>
                    </a:cubicBezTo>
                    <a:cubicBezTo>
                      <a:pt x="175" y="66"/>
                      <a:pt x="175" y="66"/>
                      <a:pt x="175" y="66"/>
                    </a:cubicBezTo>
                    <a:lnTo>
                      <a:pt x="175" y="74"/>
                    </a:lnTo>
                    <a:close/>
                    <a:moveTo>
                      <a:pt x="137" y="52"/>
                    </a:moveTo>
                    <a:cubicBezTo>
                      <a:pt x="172" y="63"/>
                      <a:pt x="172" y="63"/>
                      <a:pt x="172" y="63"/>
                    </a:cubicBezTo>
                    <a:cubicBezTo>
                      <a:pt x="137" y="73"/>
                      <a:pt x="137" y="73"/>
                      <a:pt x="137" y="73"/>
                    </a:cubicBezTo>
                    <a:lnTo>
                      <a:pt x="137" y="52"/>
                    </a:lnTo>
                    <a:close/>
                    <a:moveTo>
                      <a:pt x="179" y="149"/>
                    </a:moveTo>
                    <a:cubicBezTo>
                      <a:pt x="205" y="158"/>
                      <a:pt x="205" y="158"/>
                      <a:pt x="205" y="158"/>
                    </a:cubicBezTo>
                    <a:cubicBezTo>
                      <a:pt x="179" y="158"/>
                      <a:pt x="179" y="158"/>
                      <a:pt x="179" y="158"/>
                    </a:cubicBezTo>
                    <a:lnTo>
                      <a:pt x="179" y="149"/>
                    </a:lnTo>
                    <a:close/>
                    <a:moveTo>
                      <a:pt x="175" y="158"/>
                    </a:moveTo>
                    <a:cubicBezTo>
                      <a:pt x="140" y="158"/>
                      <a:pt x="140" y="158"/>
                      <a:pt x="140" y="158"/>
                    </a:cubicBezTo>
                    <a:cubicBezTo>
                      <a:pt x="175" y="148"/>
                      <a:pt x="175" y="148"/>
                      <a:pt x="175" y="148"/>
                    </a:cubicBezTo>
                    <a:lnTo>
                      <a:pt x="175" y="158"/>
                    </a:lnTo>
                    <a:close/>
                    <a:moveTo>
                      <a:pt x="137" y="135"/>
                    </a:move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38" y="158"/>
                      <a:pt x="138" y="158"/>
                      <a:pt x="138" y="158"/>
                    </a:cubicBezTo>
                    <a:cubicBezTo>
                      <a:pt x="137" y="158"/>
                      <a:pt x="137" y="158"/>
                      <a:pt x="137" y="158"/>
                    </a:cubicBezTo>
                    <a:lnTo>
                      <a:pt x="137" y="135"/>
                    </a:lnTo>
                    <a:close/>
                    <a:moveTo>
                      <a:pt x="179" y="220"/>
                    </a:moveTo>
                    <a:cubicBezTo>
                      <a:pt x="205" y="229"/>
                      <a:pt x="205" y="229"/>
                      <a:pt x="205" y="229"/>
                    </a:cubicBezTo>
                    <a:cubicBezTo>
                      <a:pt x="179" y="229"/>
                      <a:pt x="179" y="229"/>
                      <a:pt x="179" y="229"/>
                    </a:cubicBezTo>
                    <a:lnTo>
                      <a:pt x="179" y="220"/>
                    </a:lnTo>
                    <a:close/>
                    <a:moveTo>
                      <a:pt x="175" y="229"/>
                    </a:moveTo>
                    <a:cubicBezTo>
                      <a:pt x="140" y="229"/>
                      <a:pt x="140" y="229"/>
                      <a:pt x="140" y="229"/>
                    </a:cubicBezTo>
                    <a:cubicBezTo>
                      <a:pt x="175" y="220"/>
                      <a:pt x="175" y="220"/>
                      <a:pt x="175" y="220"/>
                    </a:cubicBezTo>
                    <a:lnTo>
                      <a:pt x="175" y="229"/>
                    </a:lnTo>
                    <a:close/>
                    <a:moveTo>
                      <a:pt x="137" y="207"/>
                    </a:moveTo>
                    <a:cubicBezTo>
                      <a:pt x="174" y="219"/>
                      <a:pt x="174" y="219"/>
                      <a:pt x="174" y="219"/>
                    </a:cubicBezTo>
                    <a:cubicBezTo>
                      <a:pt x="138" y="229"/>
                      <a:pt x="138" y="229"/>
                      <a:pt x="138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lnTo>
                      <a:pt x="137" y="207"/>
                    </a:lnTo>
                    <a:close/>
                    <a:moveTo>
                      <a:pt x="178" y="518"/>
                    </a:moveTo>
                    <a:cubicBezTo>
                      <a:pt x="115" y="518"/>
                      <a:pt x="115" y="518"/>
                      <a:pt x="115" y="518"/>
                    </a:cubicBezTo>
                    <a:cubicBezTo>
                      <a:pt x="140" y="497"/>
                      <a:pt x="140" y="497"/>
                      <a:pt x="140" y="497"/>
                    </a:cubicBezTo>
                    <a:cubicBezTo>
                      <a:pt x="177" y="515"/>
                      <a:pt x="177" y="515"/>
                      <a:pt x="177" y="515"/>
                    </a:cubicBezTo>
                    <a:lnTo>
                      <a:pt x="178" y="518"/>
                    </a:lnTo>
                    <a:close/>
                    <a:moveTo>
                      <a:pt x="176" y="510"/>
                    </a:moveTo>
                    <a:cubicBezTo>
                      <a:pt x="152" y="499"/>
                      <a:pt x="152" y="499"/>
                      <a:pt x="152" y="499"/>
                    </a:cubicBezTo>
                    <a:cubicBezTo>
                      <a:pt x="174" y="499"/>
                      <a:pt x="174" y="499"/>
                      <a:pt x="174" y="499"/>
                    </a:cubicBezTo>
                    <a:lnTo>
                      <a:pt x="176" y="510"/>
                    </a:lnTo>
                    <a:close/>
                    <a:moveTo>
                      <a:pt x="173" y="495"/>
                    </a:moveTo>
                    <a:cubicBezTo>
                      <a:pt x="143" y="495"/>
                      <a:pt x="143" y="495"/>
                      <a:pt x="143" y="495"/>
                    </a:cubicBezTo>
                    <a:cubicBezTo>
                      <a:pt x="168" y="474"/>
                      <a:pt x="168" y="474"/>
                      <a:pt x="168" y="474"/>
                    </a:cubicBezTo>
                    <a:lnTo>
                      <a:pt x="173" y="495"/>
                    </a:lnTo>
                    <a:close/>
                    <a:moveTo>
                      <a:pt x="166" y="464"/>
                    </a:moveTo>
                    <a:cubicBezTo>
                      <a:pt x="110" y="464"/>
                      <a:pt x="110" y="464"/>
                      <a:pt x="110" y="464"/>
                    </a:cubicBezTo>
                    <a:cubicBezTo>
                      <a:pt x="110" y="429"/>
                      <a:pt x="110" y="429"/>
                      <a:pt x="110" y="429"/>
                    </a:cubicBezTo>
                    <a:cubicBezTo>
                      <a:pt x="166" y="462"/>
                      <a:pt x="166" y="462"/>
                      <a:pt x="166" y="462"/>
                    </a:cubicBezTo>
                    <a:lnTo>
                      <a:pt x="166" y="464"/>
                    </a:lnTo>
                    <a:close/>
                    <a:moveTo>
                      <a:pt x="113" y="426"/>
                    </a:moveTo>
                    <a:cubicBezTo>
                      <a:pt x="156" y="420"/>
                      <a:pt x="156" y="420"/>
                      <a:pt x="156" y="420"/>
                    </a:cubicBezTo>
                    <a:cubicBezTo>
                      <a:pt x="134" y="439"/>
                      <a:pt x="134" y="439"/>
                      <a:pt x="134" y="439"/>
                    </a:cubicBezTo>
                    <a:lnTo>
                      <a:pt x="113" y="426"/>
                    </a:lnTo>
                    <a:close/>
                    <a:moveTo>
                      <a:pt x="165" y="457"/>
                    </a:moveTo>
                    <a:cubicBezTo>
                      <a:pt x="138" y="441"/>
                      <a:pt x="138" y="441"/>
                      <a:pt x="138" y="441"/>
                    </a:cubicBezTo>
                    <a:cubicBezTo>
                      <a:pt x="161" y="441"/>
                      <a:pt x="161" y="441"/>
                      <a:pt x="161" y="441"/>
                    </a:cubicBezTo>
                    <a:lnTo>
                      <a:pt x="165" y="457"/>
                    </a:lnTo>
                    <a:close/>
                    <a:moveTo>
                      <a:pt x="161" y="437"/>
                    </a:moveTo>
                    <a:cubicBezTo>
                      <a:pt x="143" y="437"/>
                      <a:pt x="143" y="437"/>
                      <a:pt x="143" y="437"/>
                    </a:cubicBezTo>
                    <a:cubicBezTo>
                      <a:pt x="158" y="424"/>
                      <a:pt x="158" y="424"/>
                      <a:pt x="158" y="424"/>
                    </a:cubicBezTo>
                    <a:lnTo>
                      <a:pt x="161" y="437"/>
                    </a:lnTo>
                    <a:close/>
                    <a:moveTo>
                      <a:pt x="156" y="416"/>
                    </a:moveTo>
                    <a:cubicBezTo>
                      <a:pt x="120" y="422"/>
                      <a:pt x="120" y="422"/>
                      <a:pt x="120" y="422"/>
                    </a:cubicBezTo>
                    <a:cubicBezTo>
                      <a:pt x="153" y="402"/>
                      <a:pt x="153" y="402"/>
                      <a:pt x="153" y="402"/>
                    </a:cubicBezTo>
                    <a:lnTo>
                      <a:pt x="156" y="416"/>
                    </a:lnTo>
                    <a:close/>
                    <a:moveTo>
                      <a:pt x="151" y="389"/>
                    </a:moveTo>
                    <a:cubicBezTo>
                      <a:pt x="118" y="382"/>
                      <a:pt x="118" y="382"/>
                      <a:pt x="118" y="382"/>
                    </a:cubicBezTo>
                    <a:cubicBezTo>
                      <a:pt x="148" y="375"/>
                      <a:pt x="148" y="375"/>
                      <a:pt x="148" y="375"/>
                    </a:cubicBezTo>
                    <a:lnTo>
                      <a:pt x="151" y="389"/>
                    </a:lnTo>
                    <a:close/>
                    <a:moveTo>
                      <a:pt x="140" y="391"/>
                    </a:moveTo>
                    <a:cubicBezTo>
                      <a:pt x="77" y="391"/>
                      <a:pt x="77" y="391"/>
                      <a:pt x="77" y="391"/>
                    </a:cubicBezTo>
                    <a:cubicBezTo>
                      <a:pt x="109" y="384"/>
                      <a:pt x="109" y="384"/>
                      <a:pt x="109" y="384"/>
                    </a:cubicBezTo>
                    <a:lnTo>
                      <a:pt x="140" y="391"/>
                    </a:lnTo>
                    <a:close/>
                    <a:moveTo>
                      <a:pt x="146" y="367"/>
                    </a:moveTo>
                    <a:cubicBezTo>
                      <a:pt x="117" y="360"/>
                      <a:pt x="117" y="360"/>
                      <a:pt x="117" y="360"/>
                    </a:cubicBezTo>
                    <a:cubicBezTo>
                      <a:pt x="143" y="354"/>
                      <a:pt x="143" y="354"/>
                      <a:pt x="143" y="354"/>
                    </a:cubicBezTo>
                    <a:lnTo>
                      <a:pt x="146" y="367"/>
                    </a:lnTo>
                    <a:close/>
                    <a:moveTo>
                      <a:pt x="141" y="345"/>
                    </a:moveTo>
                    <a:cubicBezTo>
                      <a:pt x="116" y="339"/>
                      <a:pt x="116" y="339"/>
                      <a:pt x="116" y="339"/>
                    </a:cubicBezTo>
                    <a:cubicBezTo>
                      <a:pt x="139" y="333"/>
                      <a:pt x="139" y="333"/>
                      <a:pt x="139" y="333"/>
                    </a:cubicBezTo>
                    <a:lnTo>
                      <a:pt x="141" y="345"/>
                    </a:lnTo>
                    <a:close/>
                    <a:moveTo>
                      <a:pt x="137" y="323"/>
                    </a:moveTo>
                    <a:cubicBezTo>
                      <a:pt x="115" y="317"/>
                      <a:pt x="115" y="317"/>
                      <a:pt x="115" y="317"/>
                    </a:cubicBezTo>
                    <a:cubicBezTo>
                      <a:pt x="134" y="311"/>
                      <a:pt x="134" y="311"/>
                      <a:pt x="134" y="311"/>
                    </a:cubicBezTo>
                    <a:lnTo>
                      <a:pt x="137" y="323"/>
                    </a:lnTo>
                    <a:close/>
                    <a:moveTo>
                      <a:pt x="132" y="303"/>
                    </a:moveTo>
                    <a:cubicBezTo>
                      <a:pt x="115" y="297"/>
                      <a:pt x="115" y="297"/>
                      <a:pt x="115" y="297"/>
                    </a:cubicBezTo>
                    <a:cubicBezTo>
                      <a:pt x="130" y="291"/>
                      <a:pt x="130" y="291"/>
                      <a:pt x="130" y="291"/>
                    </a:cubicBezTo>
                    <a:lnTo>
                      <a:pt x="132" y="303"/>
                    </a:lnTo>
                    <a:close/>
                    <a:moveTo>
                      <a:pt x="128" y="282"/>
                    </a:moveTo>
                    <a:cubicBezTo>
                      <a:pt x="114" y="276"/>
                      <a:pt x="114" y="276"/>
                      <a:pt x="114" y="276"/>
                    </a:cubicBezTo>
                    <a:cubicBezTo>
                      <a:pt x="126" y="271"/>
                      <a:pt x="126" y="271"/>
                      <a:pt x="126" y="271"/>
                    </a:cubicBezTo>
                    <a:lnTo>
                      <a:pt x="128" y="282"/>
                    </a:lnTo>
                    <a:close/>
                    <a:moveTo>
                      <a:pt x="123" y="34"/>
                    </a:moveTo>
                    <a:cubicBezTo>
                      <a:pt x="111" y="14"/>
                      <a:pt x="111" y="14"/>
                      <a:pt x="111" y="14"/>
                    </a:cubicBezTo>
                    <a:cubicBezTo>
                      <a:pt x="115" y="7"/>
                      <a:pt x="115" y="7"/>
                      <a:pt x="115" y="7"/>
                    </a:cubicBezTo>
                    <a:lnTo>
                      <a:pt x="123" y="34"/>
                    </a:lnTo>
                    <a:close/>
                    <a:moveTo>
                      <a:pt x="112" y="4"/>
                    </a:moveTo>
                    <a:cubicBezTo>
                      <a:pt x="109" y="10"/>
                      <a:pt x="109" y="10"/>
                      <a:pt x="109" y="10"/>
                    </a:cubicBezTo>
                    <a:cubicBezTo>
                      <a:pt x="105" y="4"/>
                      <a:pt x="105" y="4"/>
                      <a:pt x="105" y="4"/>
                    </a:cubicBezTo>
                    <a:lnTo>
                      <a:pt x="112" y="4"/>
                    </a:lnTo>
                    <a:close/>
                    <a:moveTo>
                      <a:pt x="103" y="7"/>
                    </a:moveTo>
                    <a:cubicBezTo>
                      <a:pt x="106" y="14"/>
                      <a:pt x="106" y="14"/>
                      <a:pt x="106" y="14"/>
                    </a:cubicBezTo>
                    <a:cubicBezTo>
                      <a:pt x="95" y="34"/>
                      <a:pt x="95" y="34"/>
                      <a:pt x="95" y="34"/>
                    </a:cubicBezTo>
                    <a:lnTo>
                      <a:pt x="103" y="7"/>
                    </a:lnTo>
                    <a:close/>
                    <a:moveTo>
                      <a:pt x="109" y="18"/>
                    </a:moveTo>
                    <a:cubicBezTo>
                      <a:pt x="124" y="44"/>
                      <a:pt x="124" y="44"/>
                      <a:pt x="124" y="4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2" y="46"/>
                      <a:pt x="122" y="46"/>
                      <a:pt x="122" y="46"/>
                    </a:cubicBezTo>
                    <a:cubicBezTo>
                      <a:pt x="96" y="46"/>
                      <a:pt x="96" y="46"/>
                      <a:pt x="96" y="46"/>
                    </a:cubicBezTo>
                    <a:cubicBezTo>
                      <a:pt x="96" y="42"/>
                      <a:pt x="96" y="42"/>
                      <a:pt x="96" y="42"/>
                    </a:cubicBezTo>
                    <a:cubicBezTo>
                      <a:pt x="94" y="42"/>
                      <a:pt x="94" y="42"/>
                      <a:pt x="94" y="42"/>
                    </a:cubicBezTo>
                    <a:lnTo>
                      <a:pt x="109" y="18"/>
                    </a:lnTo>
                    <a:close/>
                    <a:moveTo>
                      <a:pt x="105" y="243"/>
                    </a:moveTo>
                    <a:cubicBezTo>
                      <a:pt x="96" y="248"/>
                      <a:pt x="96" y="248"/>
                      <a:pt x="96" y="248"/>
                    </a:cubicBezTo>
                    <a:cubicBezTo>
                      <a:pt x="96" y="237"/>
                      <a:pt x="96" y="237"/>
                      <a:pt x="96" y="237"/>
                    </a:cubicBezTo>
                    <a:lnTo>
                      <a:pt x="105" y="243"/>
                    </a:lnTo>
                    <a:close/>
                    <a:moveTo>
                      <a:pt x="97" y="234"/>
                    </a:moveTo>
                    <a:cubicBezTo>
                      <a:pt x="121" y="234"/>
                      <a:pt x="121" y="234"/>
                      <a:pt x="121" y="234"/>
                    </a:cubicBezTo>
                    <a:cubicBezTo>
                      <a:pt x="109" y="241"/>
                      <a:pt x="109" y="241"/>
                      <a:pt x="109" y="241"/>
                    </a:cubicBezTo>
                    <a:lnTo>
                      <a:pt x="97" y="234"/>
                    </a:lnTo>
                    <a:close/>
                    <a:moveTo>
                      <a:pt x="109" y="245"/>
                    </a:moveTo>
                    <a:cubicBezTo>
                      <a:pt x="121" y="252"/>
                      <a:pt x="121" y="252"/>
                      <a:pt x="121" y="252"/>
                    </a:cubicBezTo>
                    <a:cubicBezTo>
                      <a:pt x="96" y="252"/>
                      <a:pt x="96" y="252"/>
                      <a:pt x="96" y="252"/>
                    </a:cubicBezTo>
                    <a:lnTo>
                      <a:pt x="109" y="245"/>
                    </a:lnTo>
                    <a:close/>
                    <a:moveTo>
                      <a:pt x="112" y="243"/>
                    </a:moveTo>
                    <a:cubicBezTo>
                      <a:pt x="122" y="237"/>
                      <a:pt x="122" y="237"/>
                      <a:pt x="122" y="237"/>
                    </a:cubicBezTo>
                    <a:cubicBezTo>
                      <a:pt x="122" y="248"/>
                      <a:pt x="122" y="248"/>
                      <a:pt x="122" y="248"/>
                    </a:cubicBezTo>
                    <a:lnTo>
                      <a:pt x="112" y="243"/>
                    </a:lnTo>
                    <a:close/>
                    <a:moveTo>
                      <a:pt x="96" y="229"/>
                    </a:moveTo>
                    <a:cubicBezTo>
                      <a:pt x="96" y="228"/>
                      <a:pt x="96" y="228"/>
                      <a:pt x="96" y="228"/>
                    </a:cubicBezTo>
                    <a:cubicBezTo>
                      <a:pt x="109" y="219"/>
                      <a:pt x="109" y="219"/>
                      <a:pt x="109" y="219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29"/>
                      <a:pt x="122" y="229"/>
                      <a:pt x="122" y="229"/>
                    </a:cubicBezTo>
                    <a:lnTo>
                      <a:pt x="96" y="229"/>
                    </a:lnTo>
                    <a:close/>
                    <a:moveTo>
                      <a:pt x="96" y="223"/>
                    </a:moveTo>
                    <a:cubicBezTo>
                      <a:pt x="96" y="209"/>
                      <a:pt x="96" y="209"/>
                      <a:pt x="96" y="209"/>
                    </a:cubicBezTo>
                    <a:cubicBezTo>
                      <a:pt x="105" y="216"/>
                      <a:pt x="105" y="216"/>
                      <a:pt x="105" y="216"/>
                    </a:cubicBezTo>
                    <a:lnTo>
                      <a:pt x="96" y="223"/>
                    </a:lnTo>
                    <a:close/>
                    <a:moveTo>
                      <a:pt x="112" y="216"/>
                    </a:moveTo>
                    <a:cubicBezTo>
                      <a:pt x="122" y="209"/>
                      <a:pt x="122" y="209"/>
                      <a:pt x="122" y="209"/>
                    </a:cubicBezTo>
                    <a:cubicBezTo>
                      <a:pt x="122" y="223"/>
                      <a:pt x="122" y="223"/>
                      <a:pt x="122" y="223"/>
                    </a:cubicBezTo>
                    <a:lnTo>
                      <a:pt x="112" y="216"/>
                    </a:lnTo>
                    <a:close/>
                    <a:moveTo>
                      <a:pt x="109" y="214"/>
                    </a:moveTo>
                    <a:cubicBezTo>
                      <a:pt x="96" y="205"/>
                      <a:pt x="96" y="205"/>
                      <a:pt x="96" y="205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122" y="204"/>
                      <a:pt x="122" y="204"/>
                      <a:pt x="122" y="204"/>
                    </a:cubicBezTo>
                    <a:cubicBezTo>
                      <a:pt x="122" y="205"/>
                      <a:pt x="122" y="205"/>
                      <a:pt x="122" y="205"/>
                    </a:cubicBezTo>
                    <a:lnTo>
                      <a:pt x="109" y="214"/>
                    </a:lnTo>
                    <a:close/>
                    <a:moveTo>
                      <a:pt x="96" y="197"/>
                    </a:moveTo>
                    <a:cubicBezTo>
                      <a:pt x="96" y="186"/>
                      <a:pt x="96" y="186"/>
                      <a:pt x="96" y="186"/>
                    </a:cubicBezTo>
                    <a:cubicBezTo>
                      <a:pt x="105" y="192"/>
                      <a:pt x="105" y="192"/>
                      <a:pt x="105" y="192"/>
                    </a:cubicBezTo>
                    <a:lnTo>
                      <a:pt x="96" y="197"/>
                    </a:lnTo>
                    <a:close/>
                    <a:moveTo>
                      <a:pt x="109" y="194"/>
                    </a:moveTo>
                    <a:cubicBezTo>
                      <a:pt x="121" y="201"/>
                      <a:pt x="121" y="201"/>
                      <a:pt x="121" y="201"/>
                    </a:cubicBezTo>
                    <a:cubicBezTo>
                      <a:pt x="97" y="201"/>
                      <a:pt x="97" y="201"/>
                      <a:pt x="97" y="201"/>
                    </a:cubicBezTo>
                    <a:lnTo>
                      <a:pt x="109" y="194"/>
                    </a:lnTo>
                    <a:close/>
                    <a:moveTo>
                      <a:pt x="112" y="192"/>
                    </a:moveTo>
                    <a:cubicBezTo>
                      <a:pt x="122" y="186"/>
                      <a:pt x="122" y="186"/>
                      <a:pt x="122" y="186"/>
                    </a:cubicBezTo>
                    <a:cubicBezTo>
                      <a:pt x="122" y="197"/>
                      <a:pt x="122" y="197"/>
                      <a:pt x="122" y="197"/>
                    </a:cubicBezTo>
                    <a:lnTo>
                      <a:pt x="112" y="192"/>
                    </a:lnTo>
                    <a:close/>
                    <a:moveTo>
                      <a:pt x="109" y="190"/>
                    </a:moveTo>
                    <a:cubicBezTo>
                      <a:pt x="96" y="183"/>
                      <a:pt x="96" y="183"/>
                      <a:pt x="96" y="183"/>
                    </a:cubicBezTo>
                    <a:cubicBezTo>
                      <a:pt x="96" y="181"/>
                      <a:pt x="96" y="181"/>
                      <a:pt x="96" y="181"/>
                    </a:cubicBezTo>
                    <a:cubicBezTo>
                      <a:pt x="109" y="174"/>
                      <a:pt x="109" y="174"/>
                      <a:pt x="109" y="174"/>
                    </a:cubicBezTo>
                    <a:cubicBezTo>
                      <a:pt x="122" y="181"/>
                      <a:pt x="122" y="181"/>
                      <a:pt x="122" y="181"/>
                    </a:cubicBezTo>
                    <a:cubicBezTo>
                      <a:pt x="122" y="183"/>
                      <a:pt x="122" y="183"/>
                      <a:pt x="122" y="183"/>
                    </a:cubicBezTo>
                    <a:lnTo>
                      <a:pt x="109" y="190"/>
                    </a:lnTo>
                    <a:close/>
                    <a:moveTo>
                      <a:pt x="105" y="172"/>
                    </a:moveTo>
                    <a:cubicBezTo>
                      <a:pt x="96" y="177"/>
                      <a:pt x="96" y="177"/>
                      <a:pt x="96" y="177"/>
                    </a:cubicBezTo>
                    <a:cubicBezTo>
                      <a:pt x="96" y="166"/>
                      <a:pt x="96" y="166"/>
                      <a:pt x="96" y="166"/>
                    </a:cubicBezTo>
                    <a:lnTo>
                      <a:pt x="105" y="172"/>
                    </a:lnTo>
                    <a:close/>
                    <a:moveTo>
                      <a:pt x="96" y="163"/>
                    </a:moveTo>
                    <a:cubicBezTo>
                      <a:pt x="121" y="163"/>
                      <a:pt x="121" y="163"/>
                      <a:pt x="121" y="163"/>
                    </a:cubicBezTo>
                    <a:cubicBezTo>
                      <a:pt x="109" y="170"/>
                      <a:pt x="109" y="170"/>
                      <a:pt x="109" y="170"/>
                    </a:cubicBezTo>
                    <a:lnTo>
                      <a:pt x="96" y="163"/>
                    </a:lnTo>
                    <a:close/>
                    <a:moveTo>
                      <a:pt x="112" y="172"/>
                    </a:moveTo>
                    <a:cubicBezTo>
                      <a:pt x="122" y="166"/>
                      <a:pt x="122" y="166"/>
                      <a:pt x="122" y="166"/>
                    </a:cubicBezTo>
                    <a:cubicBezTo>
                      <a:pt x="122" y="177"/>
                      <a:pt x="122" y="177"/>
                      <a:pt x="122" y="177"/>
                    </a:cubicBezTo>
                    <a:lnTo>
                      <a:pt x="112" y="172"/>
                    </a:lnTo>
                    <a:close/>
                    <a:moveTo>
                      <a:pt x="96" y="158"/>
                    </a:moveTo>
                    <a:cubicBezTo>
                      <a:pt x="96" y="157"/>
                      <a:pt x="96" y="157"/>
                      <a:pt x="96" y="157"/>
                    </a:cubicBezTo>
                    <a:cubicBezTo>
                      <a:pt x="109" y="147"/>
                      <a:pt x="109" y="147"/>
                      <a:pt x="109" y="147"/>
                    </a:cubicBezTo>
                    <a:cubicBezTo>
                      <a:pt x="122" y="157"/>
                      <a:pt x="122" y="157"/>
                      <a:pt x="122" y="157"/>
                    </a:cubicBezTo>
                    <a:cubicBezTo>
                      <a:pt x="122" y="158"/>
                      <a:pt x="122" y="158"/>
                      <a:pt x="122" y="158"/>
                    </a:cubicBezTo>
                    <a:lnTo>
                      <a:pt x="96" y="158"/>
                    </a:lnTo>
                    <a:close/>
                    <a:moveTo>
                      <a:pt x="96" y="152"/>
                    </a:moveTo>
                    <a:cubicBezTo>
                      <a:pt x="96" y="138"/>
                      <a:pt x="96" y="138"/>
                      <a:pt x="96" y="138"/>
                    </a:cubicBezTo>
                    <a:cubicBezTo>
                      <a:pt x="105" y="145"/>
                      <a:pt x="105" y="145"/>
                      <a:pt x="105" y="145"/>
                    </a:cubicBezTo>
                    <a:lnTo>
                      <a:pt x="96" y="152"/>
                    </a:lnTo>
                    <a:close/>
                    <a:moveTo>
                      <a:pt x="112" y="145"/>
                    </a:moveTo>
                    <a:cubicBezTo>
                      <a:pt x="122" y="138"/>
                      <a:pt x="122" y="138"/>
                      <a:pt x="122" y="138"/>
                    </a:cubicBezTo>
                    <a:cubicBezTo>
                      <a:pt x="122" y="152"/>
                      <a:pt x="122" y="152"/>
                      <a:pt x="122" y="152"/>
                    </a:cubicBezTo>
                    <a:lnTo>
                      <a:pt x="112" y="145"/>
                    </a:lnTo>
                    <a:close/>
                    <a:moveTo>
                      <a:pt x="109" y="143"/>
                    </a:moveTo>
                    <a:cubicBezTo>
                      <a:pt x="96" y="133"/>
                      <a:pt x="96" y="133"/>
                      <a:pt x="96" y="133"/>
                    </a:cubicBezTo>
                    <a:cubicBezTo>
                      <a:pt x="96" y="132"/>
                      <a:pt x="96" y="132"/>
                      <a:pt x="96" y="132"/>
                    </a:cubicBezTo>
                    <a:cubicBezTo>
                      <a:pt x="122" y="132"/>
                      <a:pt x="122" y="132"/>
                      <a:pt x="122" y="132"/>
                    </a:cubicBezTo>
                    <a:cubicBezTo>
                      <a:pt x="122" y="133"/>
                      <a:pt x="122" y="133"/>
                      <a:pt x="122" y="133"/>
                    </a:cubicBezTo>
                    <a:lnTo>
                      <a:pt x="109" y="143"/>
                    </a:lnTo>
                    <a:close/>
                    <a:moveTo>
                      <a:pt x="96" y="125"/>
                    </a:moveTo>
                    <a:cubicBezTo>
                      <a:pt x="96" y="111"/>
                      <a:pt x="96" y="111"/>
                      <a:pt x="96" y="111"/>
                    </a:cubicBezTo>
                    <a:cubicBezTo>
                      <a:pt x="106" y="118"/>
                      <a:pt x="106" y="118"/>
                      <a:pt x="106" y="118"/>
                    </a:cubicBezTo>
                    <a:lnTo>
                      <a:pt x="96" y="125"/>
                    </a:lnTo>
                    <a:close/>
                    <a:moveTo>
                      <a:pt x="109" y="120"/>
                    </a:moveTo>
                    <a:cubicBezTo>
                      <a:pt x="122" y="129"/>
                      <a:pt x="122" y="129"/>
                      <a:pt x="122" y="129"/>
                    </a:cubicBezTo>
                    <a:cubicBezTo>
                      <a:pt x="96" y="129"/>
                      <a:pt x="96" y="129"/>
                      <a:pt x="96" y="129"/>
                    </a:cubicBezTo>
                    <a:lnTo>
                      <a:pt x="109" y="120"/>
                    </a:lnTo>
                    <a:close/>
                    <a:moveTo>
                      <a:pt x="112" y="118"/>
                    </a:move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2" y="125"/>
                      <a:pt x="122" y="125"/>
                      <a:pt x="122" y="125"/>
                    </a:cubicBezTo>
                    <a:lnTo>
                      <a:pt x="112" y="118"/>
                    </a:lnTo>
                    <a:close/>
                    <a:moveTo>
                      <a:pt x="109" y="116"/>
                    </a:moveTo>
                    <a:cubicBezTo>
                      <a:pt x="96" y="107"/>
                      <a:pt x="96" y="107"/>
                      <a:pt x="96" y="107"/>
                    </a:cubicBezTo>
                    <a:cubicBezTo>
                      <a:pt x="96" y="103"/>
                      <a:pt x="96" y="103"/>
                      <a:pt x="96" y="103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22" y="107"/>
                      <a:pt x="122" y="107"/>
                      <a:pt x="122" y="107"/>
                    </a:cubicBezTo>
                    <a:lnTo>
                      <a:pt x="109" y="116"/>
                    </a:lnTo>
                    <a:close/>
                    <a:moveTo>
                      <a:pt x="96" y="98"/>
                    </a:moveTo>
                    <a:cubicBezTo>
                      <a:pt x="96" y="84"/>
                      <a:pt x="96" y="84"/>
                      <a:pt x="96" y="84"/>
                    </a:cubicBezTo>
                    <a:cubicBezTo>
                      <a:pt x="106" y="91"/>
                      <a:pt x="106" y="91"/>
                      <a:pt x="106" y="91"/>
                    </a:cubicBezTo>
                    <a:lnTo>
                      <a:pt x="96" y="98"/>
                    </a:lnTo>
                    <a:close/>
                    <a:moveTo>
                      <a:pt x="112" y="91"/>
                    </a:moveTo>
                    <a:cubicBezTo>
                      <a:pt x="122" y="84"/>
                      <a:pt x="122" y="84"/>
                      <a:pt x="122" y="84"/>
                    </a:cubicBezTo>
                    <a:cubicBezTo>
                      <a:pt x="122" y="98"/>
                      <a:pt x="122" y="98"/>
                      <a:pt x="122" y="98"/>
                    </a:cubicBezTo>
                    <a:lnTo>
                      <a:pt x="112" y="91"/>
                    </a:lnTo>
                    <a:close/>
                    <a:moveTo>
                      <a:pt x="109" y="89"/>
                    </a:moveTo>
                    <a:cubicBezTo>
                      <a:pt x="96" y="80"/>
                      <a:pt x="96" y="80"/>
                      <a:pt x="96" y="80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122" y="79"/>
                      <a:pt x="122" y="79"/>
                      <a:pt x="122" y="79"/>
                    </a:cubicBezTo>
                    <a:cubicBezTo>
                      <a:pt x="122" y="80"/>
                      <a:pt x="122" y="80"/>
                      <a:pt x="122" y="80"/>
                    </a:cubicBezTo>
                    <a:lnTo>
                      <a:pt x="109" y="89"/>
                    </a:lnTo>
                    <a:close/>
                    <a:moveTo>
                      <a:pt x="96" y="74"/>
                    </a:moveTo>
                    <a:cubicBezTo>
                      <a:pt x="96" y="73"/>
                      <a:pt x="96" y="73"/>
                      <a:pt x="96" y="73"/>
                    </a:cubicBezTo>
                    <a:cubicBezTo>
                      <a:pt x="109" y="64"/>
                      <a:pt x="109" y="64"/>
                      <a:pt x="109" y="64"/>
                    </a:cubicBezTo>
                    <a:cubicBezTo>
                      <a:pt x="122" y="73"/>
                      <a:pt x="122" y="73"/>
                      <a:pt x="122" y="73"/>
                    </a:cubicBezTo>
                    <a:cubicBezTo>
                      <a:pt x="122" y="74"/>
                      <a:pt x="122" y="74"/>
                      <a:pt x="122" y="74"/>
                    </a:cubicBezTo>
                    <a:lnTo>
                      <a:pt x="96" y="74"/>
                    </a:lnTo>
                    <a:close/>
                    <a:moveTo>
                      <a:pt x="96" y="68"/>
                    </a:moveTo>
                    <a:cubicBezTo>
                      <a:pt x="96" y="55"/>
                      <a:pt x="96" y="55"/>
                      <a:pt x="96" y="55"/>
                    </a:cubicBezTo>
                    <a:cubicBezTo>
                      <a:pt x="105" y="61"/>
                      <a:pt x="105" y="61"/>
                      <a:pt x="105" y="61"/>
                    </a:cubicBezTo>
                    <a:lnTo>
                      <a:pt x="96" y="68"/>
                    </a:lnTo>
                    <a:close/>
                    <a:moveTo>
                      <a:pt x="112" y="61"/>
                    </a:moveTo>
                    <a:cubicBezTo>
                      <a:pt x="122" y="55"/>
                      <a:pt x="122" y="55"/>
                      <a:pt x="122" y="55"/>
                    </a:cubicBezTo>
                    <a:cubicBezTo>
                      <a:pt x="122" y="68"/>
                      <a:pt x="122" y="68"/>
                      <a:pt x="122" y="68"/>
                    </a:cubicBezTo>
                    <a:lnTo>
                      <a:pt x="112" y="61"/>
                    </a:lnTo>
                    <a:close/>
                    <a:moveTo>
                      <a:pt x="109" y="59"/>
                    </a:moveTo>
                    <a:cubicBezTo>
                      <a:pt x="96" y="50"/>
                      <a:pt x="96" y="50"/>
                      <a:pt x="96" y="50"/>
                    </a:cubicBezTo>
                    <a:cubicBezTo>
                      <a:pt x="96" y="49"/>
                      <a:pt x="96" y="49"/>
                      <a:pt x="96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50"/>
                      <a:pt x="122" y="50"/>
                      <a:pt x="122" y="50"/>
                    </a:cubicBezTo>
                    <a:lnTo>
                      <a:pt x="109" y="59"/>
                    </a:lnTo>
                    <a:close/>
                    <a:moveTo>
                      <a:pt x="95" y="255"/>
                    </a:moveTo>
                    <a:cubicBezTo>
                      <a:pt x="122" y="255"/>
                      <a:pt x="122" y="255"/>
                      <a:pt x="122" y="255"/>
                    </a:cubicBezTo>
                    <a:cubicBezTo>
                      <a:pt x="125" y="267"/>
                      <a:pt x="125" y="267"/>
                      <a:pt x="125" y="267"/>
                    </a:cubicBezTo>
                    <a:cubicBezTo>
                      <a:pt x="109" y="274"/>
                      <a:pt x="109" y="274"/>
                      <a:pt x="109" y="274"/>
                    </a:cubicBezTo>
                    <a:cubicBezTo>
                      <a:pt x="93" y="267"/>
                      <a:pt x="93" y="267"/>
                      <a:pt x="93" y="267"/>
                    </a:cubicBezTo>
                    <a:lnTo>
                      <a:pt x="95" y="255"/>
                    </a:lnTo>
                    <a:close/>
                    <a:moveTo>
                      <a:pt x="92" y="271"/>
                    </a:moveTo>
                    <a:cubicBezTo>
                      <a:pt x="104" y="276"/>
                      <a:pt x="104" y="276"/>
                      <a:pt x="104" y="276"/>
                    </a:cubicBezTo>
                    <a:cubicBezTo>
                      <a:pt x="89" y="282"/>
                      <a:pt x="89" y="282"/>
                      <a:pt x="89" y="282"/>
                    </a:cubicBezTo>
                    <a:lnTo>
                      <a:pt x="92" y="271"/>
                    </a:lnTo>
                    <a:close/>
                    <a:moveTo>
                      <a:pt x="88" y="287"/>
                    </a:moveTo>
                    <a:cubicBezTo>
                      <a:pt x="109" y="279"/>
                      <a:pt x="109" y="279"/>
                      <a:pt x="109" y="279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09" y="295"/>
                      <a:pt x="109" y="295"/>
                      <a:pt x="109" y="295"/>
                    </a:cubicBezTo>
                    <a:cubicBezTo>
                      <a:pt x="88" y="287"/>
                      <a:pt x="88" y="287"/>
                      <a:pt x="88" y="287"/>
                    </a:cubicBezTo>
                    <a:close/>
                    <a:moveTo>
                      <a:pt x="88" y="291"/>
                    </a:moveTo>
                    <a:cubicBezTo>
                      <a:pt x="103" y="297"/>
                      <a:pt x="103" y="297"/>
                      <a:pt x="103" y="297"/>
                    </a:cubicBezTo>
                    <a:cubicBezTo>
                      <a:pt x="85" y="303"/>
                      <a:pt x="85" y="303"/>
                      <a:pt x="85" y="303"/>
                    </a:cubicBezTo>
                    <a:lnTo>
                      <a:pt x="88" y="291"/>
                    </a:lnTo>
                    <a:close/>
                    <a:moveTo>
                      <a:pt x="109" y="299"/>
                    </a:moveTo>
                    <a:cubicBezTo>
                      <a:pt x="133" y="307"/>
                      <a:pt x="133" y="307"/>
                      <a:pt x="133" y="307"/>
                    </a:cubicBezTo>
                    <a:cubicBezTo>
                      <a:pt x="109" y="315"/>
                      <a:pt x="109" y="315"/>
                      <a:pt x="109" y="315"/>
                    </a:cubicBezTo>
                    <a:cubicBezTo>
                      <a:pt x="85" y="307"/>
                      <a:pt x="85" y="307"/>
                      <a:pt x="85" y="307"/>
                    </a:cubicBezTo>
                    <a:lnTo>
                      <a:pt x="109" y="299"/>
                    </a:lnTo>
                    <a:close/>
                    <a:moveTo>
                      <a:pt x="83" y="311"/>
                    </a:moveTo>
                    <a:cubicBezTo>
                      <a:pt x="102" y="317"/>
                      <a:pt x="102" y="317"/>
                      <a:pt x="102" y="317"/>
                    </a:cubicBezTo>
                    <a:cubicBezTo>
                      <a:pt x="81" y="323"/>
                      <a:pt x="81" y="323"/>
                      <a:pt x="81" y="323"/>
                    </a:cubicBezTo>
                    <a:lnTo>
                      <a:pt x="83" y="311"/>
                    </a:lnTo>
                    <a:close/>
                    <a:moveTo>
                      <a:pt x="39" y="74"/>
                    </a:moveTo>
                    <a:cubicBezTo>
                      <a:pt x="12" y="74"/>
                      <a:pt x="12" y="74"/>
                      <a:pt x="12" y="74"/>
                    </a:cubicBezTo>
                    <a:cubicBezTo>
                      <a:pt x="39" y="65"/>
                      <a:pt x="39" y="65"/>
                      <a:pt x="39" y="65"/>
                    </a:cubicBezTo>
                    <a:lnTo>
                      <a:pt x="39" y="74"/>
                    </a:lnTo>
                    <a:close/>
                    <a:moveTo>
                      <a:pt x="43" y="74"/>
                    </a:moveTo>
                    <a:cubicBezTo>
                      <a:pt x="43" y="66"/>
                      <a:pt x="43" y="66"/>
                      <a:pt x="43" y="66"/>
                    </a:cubicBezTo>
                    <a:cubicBezTo>
                      <a:pt x="74" y="74"/>
                      <a:pt x="74" y="74"/>
                      <a:pt x="74" y="74"/>
                    </a:cubicBezTo>
                    <a:lnTo>
                      <a:pt x="43" y="74"/>
                    </a:lnTo>
                    <a:close/>
                    <a:moveTo>
                      <a:pt x="45" y="63"/>
                    </a:moveTo>
                    <a:cubicBezTo>
                      <a:pt x="80" y="52"/>
                      <a:pt x="80" y="52"/>
                      <a:pt x="80" y="52"/>
                    </a:cubicBezTo>
                    <a:cubicBezTo>
                      <a:pt x="80" y="73"/>
                      <a:pt x="80" y="73"/>
                      <a:pt x="80" y="73"/>
                    </a:cubicBezTo>
                    <a:lnTo>
                      <a:pt x="45" y="63"/>
                    </a:lnTo>
                    <a:close/>
                    <a:moveTo>
                      <a:pt x="39" y="158"/>
                    </a:moveTo>
                    <a:cubicBezTo>
                      <a:pt x="12" y="158"/>
                      <a:pt x="12" y="158"/>
                      <a:pt x="12" y="158"/>
                    </a:cubicBezTo>
                    <a:cubicBezTo>
                      <a:pt x="39" y="149"/>
                      <a:pt x="39" y="149"/>
                      <a:pt x="39" y="149"/>
                    </a:cubicBezTo>
                    <a:lnTo>
                      <a:pt x="39" y="158"/>
                    </a:lnTo>
                    <a:close/>
                    <a:moveTo>
                      <a:pt x="43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77" y="158"/>
                      <a:pt x="77" y="158"/>
                      <a:pt x="77" y="158"/>
                    </a:cubicBezTo>
                    <a:lnTo>
                      <a:pt x="43" y="158"/>
                    </a:lnTo>
                    <a:close/>
                    <a:moveTo>
                      <a:pt x="80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80" y="158"/>
                      <a:pt x="80" y="158"/>
                      <a:pt x="80" y="158"/>
                    </a:cubicBezTo>
                    <a:close/>
                    <a:moveTo>
                      <a:pt x="39" y="229"/>
                    </a:moveTo>
                    <a:cubicBezTo>
                      <a:pt x="12" y="229"/>
                      <a:pt x="12" y="229"/>
                      <a:pt x="12" y="229"/>
                    </a:cubicBezTo>
                    <a:cubicBezTo>
                      <a:pt x="39" y="220"/>
                      <a:pt x="39" y="220"/>
                      <a:pt x="39" y="220"/>
                    </a:cubicBezTo>
                    <a:lnTo>
                      <a:pt x="39" y="229"/>
                    </a:lnTo>
                    <a:close/>
                    <a:moveTo>
                      <a:pt x="43" y="229"/>
                    </a:moveTo>
                    <a:cubicBezTo>
                      <a:pt x="43" y="220"/>
                      <a:pt x="43" y="220"/>
                      <a:pt x="43" y="220"/>
                    </a:cubicBezTo>
                    <a:cubicBezTo>
                      <a:pt x="77" y="229"/>
                      <a:pt x="77" y="229"/>
                      <a:pt x="77" y="229"/>
                    </a:cubicBezTo>
                    <a:lnTo>
                      <a:pt x="43" y="229"/>
                    </a:lnTo>
                    <a:close/>
                    <a:moveTo>
                      <a:pt x="80" y="229"/>
                    </a:moveTo>
                    <a:cubicBezTo>
                      <a:pt x="43" y="219"/>
                      <a:pt x="43" y="219"/>
                      <a:pt x="43" y="219"/>
                    </a:cubicBezTo>
                    <a:cubicBezTo>
                      <a:pt x="80" y="207"/>
                      <a:pt x="80" y="207"/>
                      <a:pt x="80" y="207"/>
                    </a:cubicBezTo>
                    <a:cubicBezTo>
                      <a:pt x="80" y="229"/>
                      <a:pt x="80" y="229"/>
                      <a:pt x="80" y="229"/>
                    </a:cubicBezTo>
                    <a:close/>
                    <a:moveTo>
                      <a:pt x="80" y="328"/>
                    </a:moveTo>
                    <a:cubicBezTo>
                      <a:pt x="109" y="319"/>
                      <a:pt x="109" y="319"/>
                      <a:pt x="109" y="319"/>
                    </a:cubicBezTo>
                    <a:cubicBezTo>
                      <a:pt x="138" y="328"/>
                      <a:pt x="138" y="328"/>
                      <a:pt x="138" y="328"/>
                    </a:cubicBezTo>
                    <a:cubicBezTo>
                      <a:pt x="138" y="329"/>
                      <a:pt x="138" y="329"/>
                      <a:pt x="138" y="329"/>
                    </a:cubicBezTo>
                    <a:cubicBezTo>
                      <a:pt x="109" y="337"/>
                      <a:pt x="109" y="337"/>
                      <a:pt x="109" y="337"/>
                    </a:cubicBezTo>
                    <a:cubicBezTo>
                      <a:pt x="80" y="329"/>
                      <a:pt x="80" y="329"/>
                      <a:pt x="80" y="329"/>
                    </a:cubicBezTo>
                    <a:lnTo>
                      <a:pt x="80" y="328"/>
                    </a:lnTo>
                    <a:close/>
                    <a:moveTo>
                      <a:pt x="79" y="333"/>
                    </a:moveTo>
                    <a:cubicBezTo>
                      <a:pt x="101" y="339"/>
                      <a:pt x="101" y="339"/>
                      <a:pt x="101" y="339"/>
                    </a:cubicBezTo>
                    <a:cubicBezTo>
                      <a:pt x="76" y="345"/>
                      <a:pt x="76" y="345"/>
                      <a:pt x="76" y="345"/>
                    </a:cubicBezTo>
                    <a:lnTo>
                      <a:pt x="79" y="333"/>
                    </a:lnTo>
                    <a:close/>
                    <a:moveTo>
                      <a:pt x="75" y="350"/>
                    </a:moveTo>
                    <a:cubicBezTo>
                      <a:pt x="109" y="341"/>
                      <a:pt x="109" y="341"/>
                      <a:pt x="109" y="341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75" y="350"/>
                      <a:pt x="75" y="350"/>
                      <a:pt x="75" y="350"/>
                    </a:cubicBezTo>
                    <a:close/>
                    <a:moveTo>
                      <a:pt x="74" y="354"/>
                    </a:moveTo>
                    <a:cubicBezTo>
                      <a:pt x="100" y="360"/>
                      <a:pt x="100" y="360"/>
                      <a:pt x="100" y="360"/>
                    </a:cubicBezTo>
                    <a:cubicBezTo>
                      <a:pt x="72" y="367"/>
                      <a:pt x="72" y="367"/>
                      <a:pt x="72" y="367"/>
                    </a:cubicBezTo>
                    <a:lnTo>
                      <a:pt x="74" y="354"/>
                    </a:lnTo>
                    <a:close/>
                    <a:moveTo>
                      <a:pt x="71" y="371"/>
                    </a:moveTo>
                    <a:cubicBezTo>
                      <a:pt x="109" y="362"/>
                      <a:pt x="109" y="362"/>
                      <a:pt x="109" y="362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09" y="380"/>
                      <a:pt x="109" y="380"/>
                      <a:pt x="109" y="380"/>
                    </a:cubicBezTo>
                    <a:cubicBezTo>
                      <a:pt x="71" y="371"/>
                      <a:pt x="71" y="371"/>
                      <a:pt x="71" y="371"/>
                    </a:cubicBezTo>
                    <a:close/>
                    <a:moveTo>
                      <a:pt x="70" y="375"/>
                    </a:moveTo>
                    <a:cubicBezTo>
                      <a:pt x="100" y="382"/>
                      <a:pt x="100" y="382"/>
                      <a:pt x="100" y="382"/>
                    </a:cubicBezTo>
                    <a:cubicBezTo>
                      <a:pt x="67" y="389"/>
                      <a:pt x="67" y="389"/>
                      <a:pt x="67" y="389"/>
                    </a:cubicBezTo>
                    <a:lnTo>
                      <a:pt x="70" y="375"/>
                    </a:lnTo>
                    <a:close/>
                    <a:moveTo>
                      <a:pt x="66" y="394"/>
                    </a:moveTo>
                    <a:cubicBezTo>
                      <a:pt x="152" y="394"/>
                      <a:pt x="152" y="394"/>
                      <a:pt x="152" y="394"/>
                    </a:cubicBezTo>
                    <a:cubicBezTo>
                      <a:pt x="152" y="398"/>
                      <a:pt x="152" y="398"/>
                      <a:pt x="152" y="398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4"/>
                      <a:pt x="109" y="424"/>
                      <a:pt x="109" y="424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65" y="398"/>
                      <a:pt x="65" y="398"/>
                      <a:pt x="65" y="398"/>
                    </a:cubicBezTo>
                    <a:lnTo>
                      <a:pt x="66" y="394"/>
                    </a:lnTo>
                    <a:close/>
                    <a:moveTo>
                      <a:pt x="64" y="402"/>
                    </a:moveTo>
                    <a:cubicBezTo>
                      <a:pt x="98" y="422"/>
                      <a:pt x="98" y="422"/>
                      <a:pt x="98" y="422"/>
                    </a:cubicBezTo>
                    <a:cubicBezTo>
                      <a:pt x="61" y="416"/>
                      <a:pt x="61" y="416"/>
                      <a:pt x="61" y="416"/>
                    </a:cubicBezTo>
                    <a:lnTo>
                      <a:pt x="64" y="402"/>
                    </a:lnTo>
                    <a:close/>
                    <a:moveTo>
                      <a:pt x="104" y="426"/>
                    </a:moveTo>
                    <a:cubicBezTo>
                      <a:pt x="83" y="439"/>
                      <a:pt x="83" y="439"/>
                      <a:pt x="83" y="439"/>
                    </a:cubicBezTo>
                    <a:cubicBezTo>
                      <a:pt x="62" y="420"/>
                      <a:pt x="62" y="420"/>
                      <a:pt x="62" y="420"/>
                    </a:cubicBezTo>
                    <a:lnTo>
                      <a:pt x="104" y="426"/>
                    </a:lnTo>
                    <a:close/>
                    <a:moveTo>
                      <a:pt x="59" y="424"/>
                    </a:moveTo>
                    <a:cubicBezTo>
                      <a:pt x="74" y="437"/>
                      <a:pt x="74" y="437"/>
                      <a:pt x="74" y="437"/>
                    </a:cubicBezTo>
                    <a:cubicBezTo>
                      <a:pt x="57" y="437"/>
                      <a:pt x="57" y="437"/>
                      <a:pt x="57" y="437"/>
                    </a:cubicBezTo>
                    <a:lnTo>
                      <a:pt x="59" y="424"/>
                    </a:lnTo>
                    <a:close/>
                    <a:moveTo>
                      <a:pt x="56" y="441"/>
                    </a:moveTo>
                    <a:cubicBezTo>
                      <a:pt x="80" y="441"/>
                      <a:pt x="80" y="441"/>
                      <a:pt x="80" y="441"/>
                    </a:cubicBezTo>
                    <a:cubicBezTo>
                      <a:pt x="53" y="457"/>
                      <a:pt x="53" y="457"/>
                      <a:pt x="53" y="457"/>
                    </a:cubicBezTo>
                    <a:lnTo>
                      <a:pt x="56" y="441"/>
                    </a:lnTo>
                    <a:close/>
                    <a:moveTo>
                      <a:pt x="51" y="462"/>
                    </a:moveTo>
                    <a:cubicBezTo>
                      <a:pt x="107" y="429"/>
                      <a:pt x="107" y="429"/>
                      <a:pt x="107" y="429"/>
                    </a:cubicBezTo>
                    <a:cubicBezTo>
                      <a:pt x="107" y="464"/>
                      <a:pt x="107" y="464"/>
                      <a:pt x="107" y="464"/>
                    </a:cubicBezTo>
                    <a:cubicBezTo>
                      <a:pt x="51" y="464"/>
                      <a:pt x="51" y="464"/>
                      <a:pt x="51" y="464"/>
                    </a:cubicBezTo>
                    <a:lnTo>
                      <a:pt x="51" y="462"/>
                    </a:lnTo>
                    <a:close/>
                    <a:moveTo>
                      <a:pt x="50" y="467"/>
                    </a:moveTo>
                    <a:cubicBezTo>
                      <a:pt x="167" y="467"/>
                      <a:pt x="167" y="467"/>
                      <a:pt x="167" y="467"/>
                    </a:cubicBezTo>
                    <a:cubicBezTo>
                      <a:pt x="167" y="469"/>
                      <a:pt x="167" y="469"/>
                      <a:pt x="167" y="469"/>
                    </a:cubicBezTo>
                    <a:cubicBezTo>
                      <a:pt x="109" y="517"/>
                      <a:pt x="109" y="517"/>
                      <a:pt x="109" y="517"/>
                    </a:cubicBezTo>
                    <a:cubicBezTo>
                      <a:pt x="50" y="469"/>
                      <a:pt x="50" y="469"/>
                      <a:pt x="50" y="469"/>
                    </a:cubicBezTo>
                    <a:lnTo>
                      <a:pt x="50" y="467"/>
                    </a:lnTo>
                    <a:close/>
                    <a:moveTo>
                      <a:pt x="49" y="474"/>
                    </a:moveTo>
                    <a:cubicBezTo>
                      <a:pt x="75" y="495"/>
                      <a:pt x="75" y="495"/>
                      <a:pt x="75" y="495"/>
                    </a:cubicBezTo>
                    <a:cubicBezTo>
                      <a:pt x="44" y="495"/>
                      <a:pt x="44" y="495"/>
                      <a:pt x="44" y="495"/>
                    </a:cubicBezTo>
                    <a:lnTo>
                      <a:pt x="49" y="474"/>
                    </a:lnTo>
                    <a:close/>
                    <a:moveTo>
                      <a:pt x="44" y="499"/>
                    </a:moveTo>
                    <a:cubicBezTo>
                      <a:pt x="66" y="499"/>
                      <a:pt x="66" y="499"/>
                      <a:pt x="66" y="499"/>
                    </a:cubicBezTo>
                    <a:cubicBezTo>
                      <a:pt x="41" y="510"/>
                      <a:pt x="41" y="510"/>
                      <a:pt x="41" y="510"/>
                    </a:cubicBezTo>
                    <a:lnTo>
                      <a:pt x="44" y="499"/>
                    </a:lnTo>
                    <a:close/>
                    <a:moveTo>
                      <a:pt x="40" y="515"/>
                    </a:moveTo>
                    <a:cubicBezTo>
                      <a:pt x="77" y="497"/>
                      <a:pt x="77" y="497"/>
                      <a:pt x="77" y="497"/>
                    </a:cubicBezTo>
                    <a:cubicBezTo>
                      <a:pt x="102" y="518"/>
                      <a:pt x="102" y="518"/>
                      <a:pt x="102" y="518"/>
                    </a:cubicBezTo>
                    <a:cubicBezTo>
                      <a:pt x="40" y="518"/>
                      <a:pt x="40" y="518"/>
                      <a:pt x="40" y="518"/>
                    </a:cubicBezTo>
                    <a:lnTo>
                      <a:pt x="40" y="51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55" name="Rectangle 147"/>
              <p:cNvSpPr>
                <a:spLocks noChangeArrowheads="1"/>
              </p:cNvSpPr>
              <p:nvPr/>
            </p:nvSpPr>
            <p:spPr bwMode="gray">
              <a:xfrm>
                <a:off x="4548717" y="2493563"/>
                <a:ext cx="1379538" cy="38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19" name="组合 418"/>
            <p:cNvGrpSpPr/>
            <p:nvPr/>
          </p:nvGrpSpPr>
          <p:grpSpPr bwMode="gray">
            <a:xfrm>
              <a:off x="2868821" y="3532396"/>
              <a:ext cx="385974" cy="311276"/>
              <a:chOff x="4548717" y="1188638"/>
              <a:chExt cx="1379538" cy="1343025"/>
            </a:xfrm>
            <a:solidFill>
              <a:schemeClr val="bg1"/>
            </a:solidFill>
          </p:grpSpPr>
          <p:sp>
            <p:nvSpPr>
              <p:cNvPr id="438" name="Freeform 47"/>
              <p:cNvSpPr>
                <a:spLocks/>
              </p:cNvSpPr>
              <p:nvPr/>
            </p:nvSpPr>
            <p:spPr bwMode="gray">
              <a:xfrm>
                <a:off x="4897967" y="1426763"/>
                <a:ext cx="925513" cy="655638"/>
              </a:xfrm>
              <a:custGeom>
                <a:avLst/>
                <a:gdLst>
                  <a:gd name="T0" fmla="*/ 163 w 805"/>
                  <a:gd name="T1" fmla="*/ 570 h 570"/>
                  <a:gd name="T2" fmla="*/ 0 w 805"/>
                  <a:gd name="T3" fmla="*/ 486 h 570"/>
                  <a:gd name="T4" fmla="*/ 2 w 805"/>
                  <a:gd name="T5" fmla="*/ 485 h 570"/>
                  <a:gd name="T6" fmla="*/ 163 w 805"/>
                  <a:gd name="T7" fmla="*/ 568 h 570"/>
                  <a:gd name="T8" fmla="*/ 164 w 805"/>
                  <a:gd name="T9" fmla="*/ 568 h 570"/>
                  <a:gd name="T10" fmla="*/ 413 w 805"/>
                  <a:gd name="T11" fmla="*/ 458 h 570"/>
                  <a:gd name="T12" fmla="*/ 800 w 805"/>
                  <a:gd name="T13" fmla="*/ 1 h 570"/>
                  <a:gd name="T14" fmla="*/ 800 w 805"/>
                  <a:gd name="T15" fmla="*/ 0 h 570"/>
                  <a:gd name="T16" fmla="*/ 805 w 805"/>
                  <a:gd name="T17" fmla="*/ 0 h 570"/>
                  <a:gd name="T18" fmla="*/ 805 w 805"/>
                  <a:gd name="T19" fmla="*/ 1 h 570"/>
                  <a:gd name="T20" fmla="*/ 417 w 805"/>
                  <a:gd name="T21" fmla="*/ 459 h 570"/>
                  <a:gd name="T22" fmla="*/ 164 w 805"/>
                  <a:gd name="T23" fmla="*/ 570 h 570"/>
                  <a:gd name="T24" fmla="*/ 163 w 805"/>
                  <a:gd name="T25" fmla="*/ 57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570">
                    <a:moveTo>
                      <a:pt x="163" y="570"/>
                    </a:moveTo>
                    <a:cubicBezTo>
                      <a:pt x="51" y="570"/>
                      <a:pt x="0" y="486"/>
                      <a:pt x="0" y="486"/>
                    </a:cubicBezTo>
                    <a:cubicBezTo>
                      <a:pt x="2" y="485"/>
                      <a:pt x="2" y="485"/>
                      <a:pt x="2" y="485"/>
                    </a:cubicBezTo>
                    <a:cubicBezTo>
                      <a:pt x="2" y="486"/>
                      <a:pt x="55" y="567"/>
                      <a:pt x="163" y="568"/>
                    </a:cubicBezTo>
                    <a:cubicBezTo>
                      <a:pt x="164" y="568"/>
                      <a:pt x="164" y="568"/>
                      <a:pt x="164" y="568"/>
                    </a:cubicBezTo>
                    <a:cubicBezTo>
                      <a:pt x="238" y="568"/>
                      <a:pt x="322" y="531"/>
                      <a:pt x="413" y="458"/>
                    </a:cubicBezTo>
                    <a:cubicBezTo>
                      <a:pt x="534" y="361"/>
                      <a:pt x="664" y="207"/>
                      <a:pt x="800" y="1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5" y="1"/>
                      <a:pt x="805" y="1"/>
                      <a:pt x="805" y="1"/>
                    </a:cubicBezTo>
                    <a:cubicBezTo>
                      <a:pt x="670" y="206"/>
                      <a:pt x="536" y="364"/>
                      <a:pt x="417" y="459"/>
                    </a:cubicBezTo>
                    <a:cubicBezTo>
                      <a:pt x="325" y="533"/>
                      <a:pt x="240" y="570"/>
                      <a:pt x="164" y="570"/>
                    </a:cubicBezTo>
                    <a:lnTo>
                      <a:pt x="163" y="5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9" name="Freeform 48"/>
              <p:cNvSpPr>
                <a:spLocks/>
              </p:cNvSpPr>
              <p:nvPr/>
            </p:nvSpPr>
            <p:spPr bwMode="gray">
              <a:xfrm>
                <a:off x="4899554" y="1626788"/>
                <a:ext cx="925513" cy="539750"/>
              </a:xfrm>
              <a:custGeom>
                <a:avLst/>
                <a:gdLst>
                  <a:gd name="T0" fmla="*/ 164 w 805"/>
                  <a:gd name="T1" fmla="*/ 469 h 469"/>
                  <a:gd name="T2" fmla="*/ 0 w 805"/>
                  <a:gd name="T3" fmla="*/ 397 h 469"/>
                  <a:gd name="T4" fmla="*/ 2 w 805"/>
                  <a:gd name="T5" fmla="*/ 397 h 469"/>
                  <a:gd name="T6" fmla="*/ 164 w 805"/>
                  <a:gd name="T7" fmla="*/ 466 h 469"/>
                  <a:gd name="T8" fmla="*/ 165 w 805"/>
                  <a:gd name="T9" fmla="*/ 466 h 469"/>
                  <a:gd name="T10" fmla="*/ 415 w 805"/>
                  <a:gd name="T11" fmla="*/ 375 h 469"/>
                  <a:gd name="T12" fmla="*/ 801 w 805"/>
                  <a:gd name="T13" fmla="*/ 1 h 469"/>
                  <a:gd name="T14" fmla="*/ 802 w 805"/>
                  <a:gd name="T15" fmla="*/ 0 h 469"/>
                  <a:gd name="T16" fmla="*/ 805 w 805"/>
                  <a:gd name="T17" fmla="*/ 2 h 469"/>
                  <a:gd name="T18" fmla="*/ 804 w 805"/>
                  <a:gd name="T19" fmla="*/ 2 h 469"/>
                  <a:gd name="T20" fmla="*/ 419 w 805"/>
                  <a:gd name="T21" fmla="*/ 377 h 469"/>
                  <a:gd name="T22" fmla="*/ 165 w 805"/>
                  <a:gd name="T23" fmla="*/ 469 h 469"/>
                  <a:gd name="T24" fmla="*/ 164 w 805"/>
                  <a:gd name="T25" fmla="*/ 469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469">
                    <a:moveTo>
                      <a:pt x="164" y="469"/>
                    </a:moveTo>
                    <a:cubicBezTo>
                      <a:pt x="52" y="468"/>
                      <a:pt x="0" y="398"/>
                      <a:pt x="0" y="397"/>
                    </a:cubicBezTo>
                    <a:cubicBezTo>
                      <a:pt x="2" y="397"/>
                      <a:pt x="2" y="397"/>
                      <a:pt x="2" y="397"/>
                    </a:cubicBezTo>
                    <a:cubicBezTo>
                      <a:pt x="2" y="397"/>
                      <a:pt x="56" y="466"/>
                      <a:pt x="164" y="466"/>
                    </a:cubicBezTo>
                    <a:cubicBezTo>
                      <a:pt x="165" y="466"/>
                      <a:pt x="165" y="466"/>
                      <a:pt x="165" y="466"/>
                    </a:cubicBezTo>
                    <a:cubicBezTo>
                      <a:pt x="239" y="466"/>
                      <a:pt x="323" y="436"/>
                      <a:pt x="415" y="375"/>
                    </a:cubicBezTo>
                    <a:cubicBezTo>
                      <a:pt x="535" y="296"/>
                      <a:pt x="665" y="170"/>
                      <a:pt x="801" y="1"/>
                    </a:cubicBezTo>
                    <a:cubicBezTo>
                      <a:pt x="802" y="0"/>
                      <a:pt x="802" y="0"/>
                      <a:pt x="802" y="0"/>
                    </a:cubicBezTo>
                    <a:cubicBezTo>
                      <a:pt x="805" y="2"/>
                      <a:pt x="805" y="2"/>
                      <a:pt x="805" y="2"/>
                    </a:cubicBezTo>
                    <a:cubicBezTo>
                      <a:pt x="804" y="2"/>
                      <a:pt x="804" y="2"/>
                      <a:pt x="804" y="2"/>
                    </a:cubicBezTo>
                    <a:cubicBezTo>
                      <a:pt x="668" y="172"/>
                      <a:pt x="539" y="298"/>
                      <a:pt x="419" y="377"/>
                    </a:cubicBezTo>
                    <a:cubicBezTo>
                      <a:pt x="326" y="438"/>
                      <a:pt x="241" y="469"/>
                      <a:pt x="165" y="469"/>
                    </a:cubicBezTo>
                    <a:lnTo>
                      <a:pt x="164" y="46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0" name="Freeform 49"/>
              <p:cNvSpPr>
                <a:spLocks/>
              </p:cNvSpPr>
              <p:nvPr/>
            </p:nvSpPr>
            <p:spPr bwMode="gray">
              <a:xfrm>
                <a:off x="4899554" y="1803000"/>
                <a:ext cx="925513" cy="425450"/>
              </a:xfrm>
              <a:custGeom>
                <a:avLst/>
                <a:gdLst>
                  <a:gd name="T0" fmla="*/ 162 w 805"/>
                  <a:gd name="T1" fmla="*/ 370 h 370"/>
                  <a:gd name="T2" fmla="*/ 0 w 805"/>
                  <a:gd name="T3" fmla="*/ 314 h 370"/>
                  <a:gd name="T4" fmla="*/ 2 w 805"/>
                  <a:gd name="T5" fmla="*/ 313 h 370"/>
                  <a:gd name="T6" fmla="*/ 162 w 805"/>
                  <a:gd name="T7" fmla="*/ 368 h 370"/>
                  <a:gd name="T8" fmla="*/ 163 w 805"/>
                  <a:gd name="T9" fmla="*/ 368 h 370"/>
                  <a:gd name="T10" fmla="*/ 413 w 805"/>
                  <a:gd name="T11" fmla="*/ 296 h 370"/>
                  <a:gd name="T12" fmla="*/ 800 w 805"/>
                  <a:gd name="T13" fmla="*/ 0 h 370"/>
                  <a:gd name="T14" fmla="*/ 800 w 805"/>
                  <a:gd name="T15" fmla="*/ 0 h 370"/>
                  <a:gd name="T16" fmla="*/ 805 w 805"/>
                  <a:gd name="T17" fmla="*/ 0 h 370"/>
                  <a:gd name="T18" fmla="*/ 804 w 805"/>
                  <a:gd name="T19" fmla="*/ 1 h 370"/>
                  <a:gd name="T20" fmla="*/ 416 w 805"/>
                  <a:gd name="T21" fmla="*/ 298 h 370"/>
                  <a:gd name="T22" fmla="*/ 163 w 805"/>
                  <a:gd name="T23" fmla="*/ 370 h 370"/>
                  <a:gd name="T24" fmla="*/ 162 w 805"/>
                  <a:gd name="T25" fmla="*/ 37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370">
                    <a:moveTo>
                      <a:pt x="162" y="370"/>
                    </a:moveTo>
                    <a:cubicBezTo>
                      <a:pt x="52" y="370"/>
                      <a:pt x="2" y="316"/>
                      <a:pt x="0" y="314"/>
                    </a:cubicBezTo>
                    <a:cubicBezTo>
                      <a:pt x="2" y="313"/>
                      <a:pt x="2" y="313"/>
                      <a:pt x="2" y="313"/>
                    </a:cubicBezTo>
                    <a:cubicBezTo>
                      <a:pt x="2" y="314"/>
                      <a:pt x="53" y="367"/>
                      <a:pt x="162" y="368"/>
                    </a:cubicBezTo>
                    <a:cubicBezTo>
                      <a:pt x="163" y="368"/>
                      <a:pt x="163" y="368"/>
                      <a:pt x="163" y="368"/>
                    </a:cubicBezTo>
                    <a:cubicBezTo>
                      <a:pt x="237" y="368"/>
                      <a:pt x="321" y="344"/>
                      <a:pt x="413" y="296"/>
                    </a:cubicBezTo>
                    <a:cubicBezTo>
                      <a:pt x="532" y="234"/>
                      <a:pt x="666" y="132"/>
                      <a:pt x="800" y="0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4" y="1"/>
                      <a:pt x="804" y="1"/>
                      <a:pt x="804" y="1"/>
                    </a:cubicBezTo>
                    <a:cubicBezTo>
                      <a:pt x="667" y="135"/>
                      <a:pt x="537" y="235"/>
                      <a:pt x="416" y="298"/>
                    </a:cubicBezTo>
                    <a:cubicBezTo>
                      <a:pt x="324" y="346"/>
                      <a:pt x="239" y="370"/>
                      <a:pt x="163" y="370"/>
                    </a:cubicBezTo>
                    <a:lnTo>
                      <a:pt x="162" y="3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1" name="Freeform 50"/>
              <p:cNvSpPr>
                <a:spLocks/>
              </p:cNvSpPr>
              <p:nvPr/>
            </p:nvSpPr>
            <p:spPr bwMode="gray">
              <a:xfrm>
                <a:off x="4663017" y="1433113"/>
                <a:ext cx="644525" cy="647700"/>
              </a:xfrm>
              <a:custGeom>
                <a:avLst/>
                <a:gdLst>
                  <a:gd name="T0" fmla="*/ 134 w 561"/>
                  <a:gd name="T1" fmla="*/ 564 h 564"/>
                  <a:gd name="T2" fmla="*/ 0 w 561"/>
                  <a:gd name="T3" fmla="*/ 482 h 564"/>
                  <a:gd name="T4" fmla="*/ 2 w 561"/>
                  <a:gd name="T5" fmla="*/ 482 h 564"/>
                  <a:gd name="T6" fmla="*/ 134 w 561"/>
                  <a:gd name="T7" fmla="*/ 561 h 564"/>
                  <a:gd name="T8" fmla="*/ 135 w 561"/>
                  <a:gd name="T9" fmla="*/ 561 h 564"/>
                  <a:gd name="T10" fmla="*/ 554 w 561"/>
                  <a:gd name="T11" fmla="*/ 0 h 564"/>
                  <a:gd name="T12" fmla="*/ 555 w 561"/>
                  <a:gd name="T13" fmla="*/ 0 h 564"/>
                  <a:gd name="T14" fmla="*/ 561 w 561"/>
                  <a:gd name="T15" fmla="*/ 0 h 564"/>
                  <a:gd name="T16" fmla="*/ 561 w 561"/>
                  <a:gd name="T17" fmla="*/ 1 h 564"/>
                  <a:gd name="T18" fmla="*/ 317 w 561"/>
                  <a:gd name="T19" fmla="*/ 452 h 564"/>
                  <a:gd name="T20" fmla="*/ 135 w 561"/>
                  <a:gd name="T21" fmla="*/ 564 h 564"/>
                  <a:gd name="T22" fmla="*/ 134 w 561"/>
                  <a:gd name="T23" fmla="*/ 564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1" h="564">
                    <a:moveTo>
                      <a:pt x="134" y="564"/>
                    </a:moveTo>
                    <a:cubicBezTo>
                      <a:pt x="48" y="564"/>
                      <a:pt x="1" y="483"/>
                      <a:pt x="0" y="482"/>
                    </a:cubicBezTo>
                    <a:cubicBezTo>
                      <a:pt x="2" y="482"/>
                      <a:pt x="2" y="482"/>
                      <a:pt x="2" y="482"/>
                    </a:cubicBezTo>
                    <a:cubicBezTo>
                      <a:pt x="2" y="483"/>
                      <a:pt x="53" y="561"/>
                      <a:pt x="134" y="561"/>
                    </a:cubicBezTo>
                    <a:cubicBezTo>
                      <a:pt x="135" y="561"/>
                      <a:pt x="135" y="561"/>
                      <a:pt x="135" y="561"/>
                    </a:cubicBezTo>
                    <a:cubicBezTo>
                      <a:pt x="225" y="560"/>
                      <a:pt x="370" y="463"/>
                      <a:pt x="554" y="0"/>
                    </a:cubicBezTo>
                    <a:cubicBezTo>
                      <a:pt x="555" y="0"/>
                      <a:pt x="555" y="0"/>
                      <a:pt x="555" y="0"/>
                    </a:cubicBezTo>
                    <a:cubicBezTo>
                      <a:pt x="561" y="0"/>
                      <a:pt x="561" y="0"/>
                      <a:pt x="561" y="0"/>
                    </a:cubicBezTo>
                    <a:cubicBezTo>
                      <a:pt x="561" y="1"/>
                      <a:pt x="561" y="1"/>
                      <a:pt x="561" y="1"/>
                    </a:cubicBezTo>
                    <a:cubicBezTo>
                      <a:pt x="478" y="207"/>
                      <a:pt x="397" y="359"/>
                      <a:pt x="317" y="452"/>
                    </a:cubicBezTo>
                    <a:cubicBezTo>
                      <a:pt x="255" y="526"/>
                      <a:pt x="193" y="563"/>
                      <a:pt x="135" y="564"/>
                    </a:cubicBezTo>
                    <a:lnTo>
                      <a:pt x="134" y="56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2" name="Freeform 51"/>
              <p:cNvSpPr>
                <a:spLocks/>
              </p:cNvSpPr>
              <p:nvPr/>
            </p:nvSpPr>
            <p:spPr bwMode="gray">
              <a:xfrm>
                <a:off x="4663017" y="1609325"/>
                <a:ext cx="652463" cy="550863"/>
              </a:xfrm>
              <a:custGeom>
                <a:avLst/>
                <a:gdLst>
                  <a:gd name="T0" fmla="*/ 136 w 568"/>
                  <a:gd name="T1" fmla="*/ 479 h 479"/>
                  <a:gd name="T2" fmla="*/ 0 w 568"/>
                  <a:gd name="T3" fmla="*/ 410 h 479"/>
                  <a:gd name="T4" fmla="*/ 2 w 568"/>
                  <a:gd name="T5" fmla="*/ 410 h 479"/>
                  <a:gd name="T6" fmla="*/ 136 w 568"/>
                  <a:gd name="T7" fmla="*/ 477 h 479"/>
                  <a:gd name="T8" fmla="*/ 137 w 568"/>
                  <a:gd name="T9" fmla="*/ 477 h 479"/>
                  <a:gd name="T10" fmla="*/ 562 w 568"/>
                  <a:gd name="T11" fmla="*/ 1 h 479"/>
                  <a:gd name="T12" fmla="*/ 562 w 568"/>
                  <a:gd name="T13" fmla="*/ 0 h 479"/>
                  <a:gd name="T14" fmla="*/ 568 w 568"/>
                  <a:gd name="T15" fmla="*/ 0 h 479"/>
                  <a:gd name="T16" fmla="*/ 568 w 568"/>
                  <a:gd name="T17" fmla="*/ 1 h 479"/>
                  <a:gd name="T18" fmla="*/ 321 w 568"/>
                  <a:gd name="T19" fmla="*/ 384 h 479"/>
                  <a:gd name="T20" fmla="*/ 137 w 568"/>
                  <a:gd name="T21" fmla="*/ 479 h 479"/>
                  <a:gd name="T22" fmla="*/ 136 w 568"/>
                  <a:gd name="T23" fmla="*/ 479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8" h="479">
                    <a:moveTo>
                      <a:pt x="136" y="479"/>
                    </a:moveTo>
                    <a:cubicBezTo>
                      <a:pt x="49" y="479"/>
                      <a:pt x="1" y="411"/>
                      <a:pt x="0" y="410"/>
                    </a:cubicBezTo>
                    <a:cubicBezTo>
                      <a:pt x="2" y="410"/>
                      <a:pt x="2" y="410"/>
                      <a:pt x="2" y="410"/>
                    </a:cubicBezTo>
                    <a:cubicBezTo>
                      <a:pt x="2" y="410"/>
                      <a:pt x="55" y="477"/>
                      <a:pt x="136" y="477"/>
                    </a:cubicBezTo>
                    <a:cubicBezTo>
                      <a:pt x="137" y="477"/>
                      <a:pt x="137" y="477"/>
                      <a:pt x="137" y="477"/>
                    </a:cubicBezTo>
                    <a:cubicBezTo>
                      <a:pt x="228" y="476"/>
                      <a:pt x="375" y="393"/>
                      <a:pt x="562" y="1"/>
                    </a:cubicBezTo>
                    <a:cubicBezTo>
                      <a:pt x="562" y="0"/>
                      <a:pt x="562" y="0"/>
                      <a:pt x="562" y="0"/>
                    </a:cubicBezTo>
                    <a:cubicBezTo>
                      <a:pt x="568" y="0"/>
                      <a:pt x="568" y="0"/>
                      <a:pt x="568" y="0"/>
                    </a:cubicBezTo>
                    <a:cubicBezTo>
                      <a:pt x="568" y="1"/>
                      <a:pt x="568" y="1"/>
                      <a:pt x="568" y="1"/>
                    </a:cubicBezTo>
                    <a:cubicBezTo>
                      <a:pt x="485" y="176"/>
                      <a:pt x="402" y="305"/>
                      <a:pt x="321" y="384"/>
                    </a:cubicBezTo>
                    <a:cubicBezTo>
                      <a:pt x="258" y="447"/>
                      <a:pt x="196" y="479"/>
                      <a:pt x="137" y="479"/>
                    </a:cubicBezTo>
                    <a:lnTo>
                      <a:pt x="136" y="47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3" name="Freeform 52"/>
              <p:cNvSpPr>
                <a:spLocks/>
              </p:cNvSpPr>
              <p:nvPr/>
            </p:nvSpPr>
            <p:spPr bwMode="gray">
              <a:xfrm>
                <a:off x="4663017" y="1798238"/>
                <a:ext cx="650875" cy="428625"/>
              </a:xfrm>
              <a:custGeom>
                <a:avLst/>
                <a:gdLst>
                  <a:gd name="T0" fmla="*/ 136 w 567"/>
                  <a:gd name="T1" fmla="*/ 373 h 373"/>
                  <a:gd name="T2" fmla="*/ 0 w 567"/>
                  <a:gd name="T3" fmla="*/ 318 h 373"/>
                  <a:gd name="T4" fmla="*/ 2 w 567"/>
                  <a:gd name="T5" fmla="*/ 317 h 373"/>
                  <a:gd name="T6" fmla="*/ 136 w 567"/>
                  <a:gd name="T7" fmla="*/ 370 h 373"/>
                  <a:gd name="T8" fmla="*/ 137 w 567"/>
                  <a:gd name="T9" fmla="*/ 370 h 373"/>
                  <a:gd name="T10" fmla="*/ 560 w 567"/>
                  <a:gd name="T11" fmla="*/ 1 h 373"/>
                  <a:gd name="T12" fmla="*/ 560 w 567"/>
                  <a:gd name="T13" fmla="*/ 0 h 373"/>
                  <a:gd name="T14" fmla="*/ 567 w 567"/>
                  <a:gd name="T15" fmla="*/ 1 h 373"/>
                  <a:gd name="T16" fmla="*/ 566 w 567"/>
                  <a:gd name="T17" fmla="*/ 2 h 373"/>
                  <a:gd name="T18" fmla="*/ 321 w 567"/>
                  <a:gd name="T19" fmla="*/ 299 h 373"/>
                  <a:gd name="T20" fmla="*/ 137 w 567"/>
                  <a:gd name="T21" fmla="*/ 373 h 373"/>
                  <a:gd name="T22" fmla="*/ 136 w 567"/>
                  <a:gd name="T23" fmla="*/ 37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7" h="373">
                    <a:moveTo>
                      <a:pt x="136" y="373"/>
                    </a:moveTo>
                    <a:cubicBezTo>
                      <a:pt x="50" y="373"/>
                      <a:pt x="1" y="318"/>
                      <a:pt x="0" y="318"/>
                    </a:cubicBezTo>
                    <a:cubicBezTo>
                      <a:pt x="2" y="317"/>
                      <a:pt x="2" y="317"/>
                      <a:pt x="2" y="317"/>
                    </a:cubicBezTo>
                    <a:cubicBezTo>
                      <a:pt x="2" y="318"/>
                      <a:pt x="55" y="370"/>
                      <a:pt x="136" y="370"/>
                    </a:cubicBezTo>
                    <a:cubicBezTo>
                      <a:pt x="137" y="370"/>
                      <a:pt x="137" y="370"/>
                      <a:pt x="137" y="370"/>
                    </a:cubicBezTo>
                    <a:cubicBezTo>
                      <a:pt x="228" y="370"/>
                      <a:pt x="375" y="306"/>
                      <a:pt x="560" y="1"/>
                    </a:cubicBezTo>
                    <a:cubicBezTo>
                      <a:pt x="560" y="0"/>
                      <a:pt x="560" y="0"/>
                      <a:pt x="560" y="0"/>
                    </a:cubicBezTo>
                    <a:cubicBezTo>
                      <a:pt x="567" y="1"/>
                      <a:pt x="567" y="1"/>
                      <a:pt x="567" y="1"/>
                    </a:cubicBezTo>
                    <a:cubicBezTo>
                      <a:pt x="566" y="2"/>
                      <a:pt x="566" y="2"/>
                      <a:pt x="566" y="2"/>
                    </a:cubicBezTo>
                    <a:cubicBezTo>
                      <a:pt x="483" y="137"/>
                      <a:pt x="401" y="238"/>
                      <a:pt x="321" y="299"/>
                    </a:cubicBezTo>
                    <a:cubicBezTo>
                      <a:pt x="258" y="348"/>
                      <a:pt x="196" y="372"/>
                      <a:pt x="137" y="373"/>
                    </a:cubicBezTo>
                    <a:lnTo>
                      <a:pt x="136" y="373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4" name="Freeform 53"/>
              <p:cNvSpPr>
                <a:spLocks noEditPoints="1"/>
              </p:cNvSpPr>
              <p:nvPr/>
            </p:nvSpPr>
            <p:spPr bwMode="gray">
              <a:xfrm>
                <a:off x="5304367" y="1188638"/>
                <a:ext cx="527050" cy="1290638"/>
              </a:xfrm>
              <a:custGeom>
                <a:avLst/>
                <a:gdLst>
                  <a:gd name="T0" fmla="*/ 289 w 458"/>
                  <a:gd name="T1" fmla="*/ 532 h 1123"/>
                  <a:gd name="T2" fmla="*/ 289 w 458"/>
                  <a:gd name="T3" fmla="*/ 429 h 1123"/>
                  <a:gd name="T4" fmla="*/ 289 w 458"/>
                  <a:gd name="T5" fmla="*/ 279 h 1123"/>
                  <a:gd name="T6" fmla="*/ 289 w 458"/>
                  <a:gd name="T7" fmla="*/ 102 h 1123"/>
                  <a:gd name="T8" fmla="*/ 4 w 458"/>
                  <a:gd name="T9" fmla="*/ 157 h 1123"/>
                  <a:gd name="T10" fmla="*/ 4 w 458"/>
                  <a:gd name="T11" fmla="*/ 333 h 1123"/>
                  <a:gd name="T12" fmla="*/ 4 w 458"/>
                  <a:gd name="T13" fmla="*/ 483 h 1123"/>
                  <a:gd name="T14" fmla="*/ 116 w 458"/>
                  <a:gd name="T15" fmla="*/ 783 h 1123"/>
                  <a:gd name="T16" fmla="*/ 376 w 458"/>
                  <a:gd name="T17" fmla="*/ 157 h 1123"/>
                  <a:gd name="T18" fmla="*/ 289 w 458"/>
                  <a:gd name="T19" fmla="*/ 155 h 1123"/>
                  <a:gd name="T20" fmla="*/ 368 w 458"/>
                  <a:gd name="T21" fmla="*/ 313 h 1123"/>
                  <a:gd name="T22" fmla="*/ 433 w 458"/>
                  <a:gd name="T23" fmla="*/ 483 h 1123"/>
                  <a:gd name="T24" fmla="*/ 368 w 458"/>
                  <a:gd name="T25" fmla="*/ 462 h 1123"/>
                  <a:gd name="T26" fmla="*/ 375 w 458"/>
                  <a:gd name="T27" fmla="*/ 1092 h 1123"/>
                  <a:gd name="T28" fmla="*/ 365 w 458"/>
                  <a:gd name="T29" fmla="*/ 1044 h 1123"/>
                  <a:gd name="T30" fmla="*/ 282 w 458"/>
                  <a:gd name="T31" fmla="*/ 925 h 1123"/>
                  <a:gd name="T32" fmla="*/ 333 w 458"/>
                  <a:gd name="T33" fmla="*/ 895 h 1123"/>
                  <a:gd name="T34" fmla="*/ 311 w 458"/>
                  <a:gd name="T35" fmla="*/ 791 h 1123"/>
                  <a:gd name="T36" fmla="*/ 301 w 458"/>
                  <a:gd name="T37" fmla="*/ 746 h 1123"/>
                  <a:gd name="T38" fmla="*/ 283 w 458"/>
                  <a:gd name="T39" fmla="*/ 656 h 1123"/>
                  <a:gd name="T40" fmla="*/ 265 w 458"/>
                  <a:gd name="T41" fmla="*/ 572 h 1123"/>
                  <a:gd name="T42" fmla="*/ 222 w 458"/>
                  <a:gd name="T43" fmla="*/ 9 h 1123"/>
                  <a:gd name="T44" fmla="*/ 257 w 458"/>
                  <a:gd name="T45" fmla="*/ 94 h 1123"/>
                  <a:gd name="T46" fmla="*/ 202 w 458"/>
                  <a:gd name="T47" fmla="*/ 501 h 1123"/>
                  <a:gd name="T48" fmla="*/ 203 w 458"/>
                  <a:gd name="T49" fmla="*/ 531 h 1123"/>
                  <a:gd name="T50" fmla="*/ 229 w 458"/>
                  <a:gd name="T51" fmla="*/ 461 h 1123"/>
                  <a:gd name="T52" fmla="*/ 236 w 458"/>
                  <a:gd name="T53" fmla="*/ 456 h 1123"/>
                  <a:gd name="T54" fmla="*/ 257 w 458"/>
                  <a:gd name="T55" fmla="*/ 432 h 1123"/>
                  <a:gd name="T56" fmla="*/ 204 w 458"/>
                  <a:gd name="T57" fmla="*/ 423 h 1123"/>
                  <a:gd name="T58" fmla="*/ 202 w 458"/>
                  <a:gd name="T59" fmla="*/ 382 h 1123"/>
                  <a:gd name="T60" fmla="*/ 222 w 458"/>
                  <a:gd name="T61" fmla="*/ 363 h 1123"/>
                  <a:gd name="T62" fmla="*/ 236 w 458"/>
                  <a:gd name="T63" fmla="*/ 363 h 1123"/>
                  <a:gd name="T64" fmla="*/ 202 w 458"/>
                  <a:gd name="T65" fmla="*/ 292 h 1123"/>
                  <a:gd name="T66" fmla="*/ 202 w 458"/>
                  <a:gd name="T67" fmla="*/ 282 h 1123"/>
                  <a:gd name="T68" fmla="*/ 202 w 458"/>
                  <a:gd name="T69" fmla="*/ 264 h 1123"/>
                  <a:gd name="T70" fmla="*/ 236 w 458"/>
                  <a:gd name="T71" fmla="*/ 250 h 1123"/>
                  <a:gd name="T72" fmla="*/ 202 w 458"/>
                  <a:gd name="T73" fmla="*/ 208 h 1123"/>
                  <a:gd name="T74" fmla="*/ 229 w 458"/>
                  <a:gd name="T75" fmla="*/ 188 h 1123"/>
                  <a:gd name="T76" fmla="*/ 229 w 458"/>
                  <a:gd name="T77" fmla="*/ 135 h 1123"/>
                  <a:gd name="T78" fmla="*/ 236 w 458"/>
                  <a:gd name="T79" fmla="*/ 130 h 1123"/>
                  <a:gd name="T80" fmla="*/ 257 w 458"/>
                  <a:gd name="T81" fmla="*/ 105 h 1123"/>
                  <a:gd name="T82" fmla="*/ 193 w 458"/>
                  <a:gd name="T83" fmla="*/ 572 h 1123"/>
                  <a:gd name="T84" fmla="*/ 229 w 458"/>
                  <a:gd name="T85" fmla="*/ 622 h 1123"/>
                  <a:gd name="T86" fmla="*/ 229 w 458"/>
                  <a:gd name="T87" fmla="*/ 664 h 1123"/>
                  <a:gd name="T88" fmla="*/ 26 w 458"/>
                  <a:gd name="T89" fmla="*/ 157 h 1123"/>
                  <a:gd name="T90" fmla="*/ 169 w 458"/>
                  <a:gd name="T91" fmla="*/ 110 h 1123"/>
                  <a:gd name="T92" fmla="*/ 90 w 458"/>
                  <a:gd name="T93" fmla="*/ 313 h 1123"/>
                  <a:gd name="T94" fmla="*/ 82 w 458"/>
                  <a:gd name="T95" fmla="*/ 483 h 1123"/>
                  <a:gd name="T96" fmla="*/ 168 w 458"/>
                  <a:gd name="T97" fmla="*/ 483 h 1123"/>
                  <a:gd name="T98" fmla="*/ 290 w 458"/>
                  <a:gd name="T99" fmla="*/ 694 h 1123"/>
                  <a:gd name="T100" fmla="*/ 159 w 458"/>
                  <a:gd name="T101" fmla="*/ 737 h 1123"/>
                  <a:gd name="T102" fmla="*/ 212 w 458"/>
                  <a:gd name="T103" fmla="*/ 759 h 1123"/>
                  <a:gd name="T104" fmla="*/ 149 w 458"/>
                  <a:gd name="T105" fmla="*/ 783 h 1123"/>
                  <a:gd name="T106" fmla="*/ 231 w 458"/>
                  <a:gd name="T107" fmla="*/ 892 h 1123"/>
                  <a:gd name="T108" fmla="*/ 139 w 458"/>
                  <a:gd name="T109" fmla="*/ 832 h 1123"/>
                  <a:gd name="T110" fmla="*/ 219 w 458"/>
                  <a:gd name="T111" fmla="*/ 899 h 1123"/>
                  <a:gd name="T112" fmla="*/ 118 w 458"/>
                  <a:gd name="T113" fmla="*/ 930 h 1123"/>
                  <a:gd name="T114" fmla="*/ 353 w 458"/>
                  <a:gd name="T115" fmla="*/ 988 h 1123"/>
                  <a:gd name="T116" fmla="*/ 92 w 458"/>
                  <a:gd name="T117" fmla="*/ 1051 h 1123"/>
                  <a:gd name="T118" fmla="*/ 85 w 458"/>
                  <a:gd name="T119" fmla="*/ 1087 h 1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8" h="1123">
                    <a:moveTo>
                      <a:pt x="82" y="1099"/>
                    </a:moveTo>
                    <a:cubicBezTo>
                      <a:pt x="376" y="1099"/>
                      <a:pt x="376" y="1099"/>
                      <a:pt x="376" y="1099"/>
                    </a:cubicBezTo>
                    <a:cubicBezTo>
                      <a:pt x="381" y="1123"/>
                      <a:pt x="381" y="1123"/>
                      <a:pt x="381" y="1123"/>
                    </a:cubicBezTo>
                    <a:cubicBezTo>
                      <a:pt x="414" y="1123"/>
                      <a:pt x="414" y="1123"/>
                      <a:pt x="414" y="1123"/>
                    </a:cubicBezTo>
                    <a:cubicBezTo>
                      <a:pt x="343" y="784"/>
                      <a:pt x="343" y="784"/>
                      <a:pt x="343" y="784"/>
                    </a:cubicBezTo>
                    <a:cubicBezTo>
                      <a:pt x="344" y="783"/>
                      <a:pt x="344" y="783"/>
                      <a:pt x="344" y="783"/>
                    </a:cubicBezTo>
                    <a:cubicBezTo>
                      <a:pt x="342" y="783"/>
                      <a:pt x="342" y="783"/>
                      <a:pt x="342" y="783"/>
                    </a:cubicBezTo>
                    <a:cubicBezTo>
                      <a:pt x="289" y="532"/>
                      <a:pt x="289" y="532"/>
                      <a:pt x="289" y="532"/>
                    </a:cubicBezTo>
                    <a:cubicBezTo>
                      <a:pt x="289" y="494"/>
                      <a:pt x="289" y="494"/>
                      <a:pt x="289" y="494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444" y="544"/>
                      <a:pt x="444" y="544"/>
                      <a:pt x="444" y="544"/>
                    </a:cubicBezTo>
                    <a:cubicBezTo>
                      <a:pt x="444" y="546"/>
                      <a:pt x="447" y="549"/>
                      <a:pt x="451" y="549"/>
                    </a:cubicBezTo>
                    <a:cubicBezTo>
                      <a:pt x="455" y="549"/>
                      <a:pt x="458" y="546"/>
                      <a:pt x="458" y="544"/>
                    </a:cubicBezTo>
                    <a:cubicBezTo>
                      <a:pt x="458" y="483"/>
                      <a:pt x="458" y="483"/>
                      <a:pt x="458" y="483"/>
                    </a:cubicBezTo>
                    <a:cubicBezTo>
                      <a:pt x="454" y="483"/>
                      <a:pt x="454" y="483"/>
                      <a:pt x="454" y="483"/>
                    </a:cubicBezTo>
                    <a:cubicBezTo>
                      <a:pt x="289" y="429"/>
                      <a:pt x="289" y="429"/>
                      <a:pt x="289" y="429"/>
                    </a:cubicBezTo>
                    <a:cubicBezTo>
                      <a:pt x="289" y="344"/>
                      <a:pt x="289" y="344"/>
                      <a:pt x="289" y="344"/>
                    </a:cubicBezTo>
                    <a:cubicBezTo>
                      <a:pt x="444" y="344"/>
                      <a:pt x="444" y="344"/>
                      <a:pt x="444" y="344"/>
                    </a:cubicBezTo>
                    <a:cubicBezTo>
                      <a:pt x="444" y="394"/>
                      <a:pt x="444" y="394"/>
                      <a:pt x="444" y="394"/>
                    </a:cubicBezTo>
                    <a:cubicBezTo>
                      <a:pt x="444" y="396"/>
                      <a:pt x="447" y="399"/>
                      <a:pt x="451" y="399"/>
                    </a:cubicBezTo>
                    <a:cubicBezTo>
                      <a:pt x="455" y="399"/>
                      <a:pt x="458" y="396"/>
                      <a:pt x="458" y="394"/>
                    </a:cubicBezTo>
                    <a:cubicBezTo>
                      <a:pt x="458" y="333"/>
                      <a:pt x="458" y="333"/>
                      <a:pt x="458" y="333"/>
                    </a:cubicBezTo>
                    <a:cubicBezTo>
                      <a:pt x="454" y="333"/>
                      <a:pt x="454" y="333"/>
                      <a:pt x="454" y="333"/>
                    </a:cubicBezTo>
                    <a:cubicBezTo>
                      <a:pt x="289" y="279"/>
                      <a:pt x="289" y="279"/>
                      <a:pt x="289" y="279"/>
                    </a:cubicBezTo>
                    <a:cubicBezTo>
                      <a:pt x="289" y="167"/>
                      <a:pt x="289" y="167"/>
                      <a:pt x="289" y="167"/>
                    </a:cubicBezTo>
                    <a:cubicBezTo>
                      <a:pt x="444" y="167"/>
                      <a:pt x="444" y="167"/>
                      <a:pt x="444" y="167"/>
                    </a:cubicBezTo>
                    <a:cubicBezTo>
                      <a:pt x="444" y="217"/>
                      <a:pt x="444" y="217"/>
                      <a:pt x="444" y="217"/>
                    </a:cubicBezTo>
                    <a:cubicBezTo>
                      <a:pt x="444" y="220"/>
                      <a:pt x="447" y="222"/>
                      <a:pt x="451" y="222"/>
                    </a:cubicBezTo>
                    <a:cubicBezTo>
                      <a:pt x="455" y="222"/>
                      <a:pt x="458" y="220"/>
                      <a:pt x="458" y="217"/>
                    </a:cubicBezTo>
                    <a:cubicBezTo>
                      <a:pt x="458" y="157"/>
                      <a:pt x="458" y="157"/>
                      <a:pt x="458" y="157"/>
                    </a:cubicBezTo>
                    <a:cubicBezTo>
                      <a:pt x="454" y="157"/>
                      <a:pt x="454" y="157"/>
                      <a:pt x="454" y="157"/>
                    </a:cubicBezTo>
                    <a:cubicBezTo>
                      <a:pt x="289" y="102"/>
                      <a:pt x="289" y="102"/>
                      <a:pt x="289" y="102"/>
                    </a:cubicBezTo>
                    <a:cubicBezTo>
                      <a:pt x="289" y="94"/>
                      <a:pt x="289" y="94"/>
                      <a:pt x="289" y="94"/>
                    </a:cubicBezTo>
                    <a:cubicBezTo>
                      <a:pt x="278" y="94"/>
                      <a:pt x="278" y="94"/>
                      <a:pt x="278" y="94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180" y="96"/>
                      <a:pt x="180" y="96"/>
                      <a:pt x="180" y="96"/>
                    </a:cubicBezTo>
                    <a:cubicBezTo>
                      <a:pt x="169" y="99"/>
                      <a:pt x="169" y="99"/>
                      <a:pt x="169" y="99"/>
                    </a:cubicBezTo>
                    <a:cubicBezTo>
                      <a:pt x="169" y="102"/>
                      <a:pt x="169" y="102"/>
                      <a:pt x="169" y="102"/>
                    </a:cubicBezTo>
                    <a:cubicBezTo>
                      <a:pt x="4" y="157"/>
                      <a:pt x="4" y="157"/>
                      <a:pt x="4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217"/>
                      <a:pt x="0" y="217"/>
                      <a:pt x="0" y="217"/>
                    </a:cubicBezTo>
                    <a:cubicBezTo>
                      <a:pt x="0" y="220"/>
                      <a:pt x="3" y="222"/>
                      <a:pt x="7" y="222"/>
                    </a:cubicBezTo>
                    <a:cubicBezTo>
                      <a:pt x="11" y="222"/>
                      <a:pt x="14" y="220"/>
                      <a:pt x="14" y="217"/>
                    </a:cubicBezTo>
                    <a:cubicBezTo>
                      <a:pt x="14" y="167"/>
                      <a:pt x="14" y="167"/>
                      <a:pt x="14" y="167"/>
                    </a:cubicBezTo>
                    <a:cubicBezTo>
                      <a:pt x="169" y="167"/>
                      <a:pt x="169" y="167"/>
                      <a:pt x="169" y="167"/>
                    </a:cubicBezTo>
                    <a:cubicBezTo>
                      <a:pt x="169" y="279"/>
                      <a:pt x="169" y="279"/>
                      <a:pt x="169" y="279"/>
                    </a:cubicBezTo>
                    <a:cubicBezTo>
                      <a:pt x="4" y="333"/>
                      <a:pt x="4" y="333"/>
                      <a:pt x="4" y="333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94"/>
                      <a:pt x="0" y="394"/>
                      <a:pt x="0" y="394"/>
                    </a:cubicBezTo>
                    <a:cubicBezTo>
                      <a:pt x="0" y="396"/>
                      <a:pt x="3" y="399"/>
                      <a:pt x="7" y="399"/>
                    </a:cubicBezTo>
                    <a:cubicBezTo>
                      <a:pt x="11" y="399"/>
                      <a:pt x="14" y="396"/>
                      <a:pt x="14" y="394"/>
                    </a:cubicBezTo>
                    <a:cubicBezTo>
                      <a:pt x="14" y="344"/>
                      <a:pt x="14" y="344"/>
                      <a:pt x="14" y="344"/>
                    </a:cubicBezTo>
                    <a:cubicBezTo>
                      <a:pt x="169" y="344"/>
                      <a:pt x="169" y="344"/>
                      <a:pt x="169" y="344"/>
                    </a:cubicBezTo>
                    <a:cubicBezTo>
                      <a:pt x="169" y="429"/>
                      <a:pt x="169" y="429"/>
                      <a:pt x="169" y="429"/>
                    </a:cubicBezTo>
                    <a:cubicBezTo>
                      <a:pt x="4" y="483"/>
                      <a:pt x="4" y="483"/>
                      <a:pt x="4" y="483"/>
                    </a:cubicBezTo>
                    <a:cubicBezTo>
                      <a:pt x="0" y="483"/>
                      <a:pt x="0" y="483"/>
                      <a:pt x="0" y="483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46"/>
                      <a:pt x="3" y="549"/>
                      <a:pt x="7" y="549"/>
                    </a:cubicBezTo>
                    <a:cubicBezTo>
                      <a:pt x="11" y="549"/>
                      <a:pt x="14" y="546"/>
                      <a:pt x="14" y="544"/>
                    </a:cubicBezTo>
                    <a:cubicBezTo>
                      <a:pt x="14" y="494"/>
                      <a:pt x="14" y="494"/>
                      <a:pt x="14" y="494"/>
                    </a:cubicBezTo>
                    <a:cubicBezTo>
                      <a:pt x="169" y="494"/>
                      <a:pt x="169" y="494"/>
                      <a:pt x="169" y="494"/>
                    </a:cubicBezTo>
                    <a:cubicBezTo>
                      <a:pt x="169" y="532"/>
                      <a:pt x="169" y="532"/>
                      <a:pt x="169" y="532"/>
                    </a:cubicBezTo>
                    <a:cubicBezTo>
                      <a:pt x="116" y="783"/>
                      <a:pt x="116" y="783"/>
                      <a:pt x="116" y="783"/>
                    </a:cubicBezTo>
                    <a:cubicBezTo>
                      <a:pt x="114" y="783"/>
                      <a:pt x="114" y="783"/>
                      <a:pt x="114" y="783"/>
                    </a:cubicBezTo>
                    <a:cubicBezTo>
                      <a:pt x="116" y="784"/>
                      <a:pt x="116" y="784"/>
                      <a:pt x="116" y="784"/>
                    </a:cubicBezTo>
                    <a:cubicBezTo>
                      <a:pt x="44" y="1123"/>
                      <a:pt x="44" y="1123"/>
                      <a:pt x="44" y="1123"/>
                    </a:cubicBezTo>
                    <a:cubicBezTo>
                      <a:pt x="77" y="1123"/>
                      <a:pt x="77" y="1123"/>
                      <a:pt x="77" y="1123"/>
                    </a:cubicBezTo>
                    <a:lnTo>
                      <a:pt x="82" y="1099"/>
                    </a:lnTo>
                    <a:close/>
                    <a:moveTo>
                      <a:pt x="376" y="138"/>
                    </a:moveTo>
                    <a:cubicBezTo>
                      <a:pt x="433" y="157"/>
                      <a:pt x="433" y="157"/>
                      <a:pt x="433" y="157"/>
                    </a:cubicBezTo>
                    <a:cubicBezTo>
                      <a:pt x="376" y="157"/>
                      <a:pt x="376" y="157"/>
                      <a:pt x="376" y="157"/>
                    </a:cubicBezTo>
                    <a:lnTo>
                      <a:pt x="376" y="138"/>
                    </a:lnTo>
                    <a:close/>
                    <a:moveTo>
                      <a:pt x="368" y="157"/>
                    </a:moveTo>
                    <a:cubicBezTo>
                      <a:pt x="303" y="157"/>
                      <a:pt x="303" y="157"/>
                      <a:pt x="303" y="157"/>
                    </a:cubicBezTo>
                    <a:cubicBezTo>
                      <a:pt x="368" y="139"/>
                      <a:pt x="368" y="139"/>
                      <a:pt x="368" y="139"/>
                    </a:cubicBezTo>
                    <a:lnTo>
                      <a:pt x="368" y="157"/>
                    </a:lnTo>
                    <a:close/>
                    <a:moveTo>
                      <a:pt x="289" y="110"/>
                    </a:moveTo>
                    <a:cubicBezTo>
                      <a:pt x="363" y="134"/>
                      <a:pt x="363" y="134"/>
                      <a:pt x="363" y="134"/>
                    </a:cubicBezTo>
                    <a:cubicBezTo>
                      <a:pt x="289" y="155"/>
                      <a:pt x="289" y="155"/>
                      <a:pt x="289" y="155"/>
                    </a:cubicBezTo>
                    <a:lnTo>
                      <a:pt x="289" y="110"/>
                    </a:lnTo>
                    <a:close/>
                    <a:moveTo>
                      <a:pt x="376" y="315"/>
                    </a:moveTo>
                    <a:cubicBezTo>
                      <a:pt x="433" y="333"/>
                      <a:pt x="433" y="333"/>
                      <a:pt x="433" y="333"/>
                    </a:cubicBezTo>
                    <a:cubicBezTo>
                      <a:pt x="376" y="333"/>
                      <a:pt x="376" y="333"/>
                      <a:pt x="376" y="333"/>
                    </a:cubicBezTo>
                    <a:lnTo>
                      <a:pt x="376" y="315"/>
                    </a:lnTo>
                    <a:close/>
                    <a:moveTo>
                      <a:pt x="368" y="333"/>
                    </a:moveTo>
                    <a:cubicBezTo>
                      <a:pt x="296" y="333"/>
                      <a:pt x="296" y="333"/>
                      <a:pt x="296" y="333"/>
                    </a:cubicBezTo>
                    <a:cubicBezTo>
                      <a:pt x="368" y="313"/>
                      <a:pt x="368" y="313"/>
                      <a:pt x="368" y="313"/>
                    </a:cubicBezTo>
                    <a:lnTo>
                      <a:pt x="368" y="333"/>
                    </a:lnTo>
                    <a:close/>
                    <a:moveTo>
                      <a:pt x="289" y="286"/>
                    </a:moveTo>
                    <a:cubicBezTo>
                      <a:pt x="368" y="312"/>
                      <a:pt x="368" y="312"/>
                      <a:pt x="368" y="312"/>
                    </a:cubicBezTo>
                    <a:cubicBezTo>
                      <a:pt x="291" y="333"/>
                      <a:pt x="291" y="333"/>
                      <a:pt x="291" y="333"/>
                    </a:cubicBezTo>
                    <a:cubicBezTo>
                      <a:pt x="289" y="333"/>
                      <a:pt x="289" y="333"/>
                      <a:pt x="289" y="333"/>
                    </a:cubicBezTo>
                    <a:lnTo>
                      <a:pt x="289" y="286"/>
                    </a:lnTo>
                    <a:close/>
                    <a:moveTo>
                      <a:pt x="376" y="465"/>
                    </a:moveTo>
                    <a:cubicBezTo>
                      <a:pt x="433" y="483"/>
                      <a:pt x="433" y="483"/>
                      <a:pt x="433" y="483"/>
                    </a:cubicBezTo>
                    <a:cubicBezTo>
                      <a:pt x="376" y="483"/>
                      <a:pt x="376" y="483"/>
                      <a:pt x="376" y="483"/>
                    </a:cubicBezTo>
                    <a:lnTo>
                      <a:pt x="376" y="465"/>
                    </a:lnTo>
                    <a:close/>
                    <a:moveTo>
                      <a:pt x="368" y="483"/>
                    </a:moveTo>
                    <a:cubicBezTo>
                      <a:pt x="296" y="483"/>
                      <a:pt x="296" y="483"/>
                      <a:pt x="296" y="483"/>
                    </a:cubicBezTo>
                    <a:cubicBezTo>
                      <a:pt x="368" y="463"/>
                      <a:pt x="368" y="463"/>
                      <a:pt x="368" y="463"/>
                    </a:cubicBezTo>
                    <a:lnTo>
                      <a:pt x="368" y="483"/>
                    </a:lnTo>
                    <a:close/>
                    <a:moveTo>
                      <a:pt x="289" y="436"/>
                    </a:moveTo>
                    <a:cubicBezTo>
                      <a:pt x="368" y="462"/>
                      <a:pt x="368" y="462"/>
                      <a:pt x="368" y="462"/>
                    </a:cubicBezTo>
                    <a:cubicBezTo>
                      <a:pt x="290" y="483"/>
                      <a:pt x="290" y="483"/>
                      <a:pt x="290" y="483"/>
                    </a:cubicBezTo>
                    <a:cubicBezTo>
                      <a:pt x="289" y="483"/>
                      <a:pt x="289" y="483"/>
                      <a:pt x="289" y="483"/>
                    </a:cubicBezTo>
                    <a:lnTo>
                      <a:pt x="289" y="436"/>
                    </a:lnTo>
                    <a:close/>
                    <a:moveTo>
                      <a:pt x="375" y="1092"/>
                    </a:moveTo>
                    <a:cubicBezTo>
                      <a:pt x="243" y="1092"/>
                      <a:pt x="243" y="1092"/>
                      <a:pt x="243" y="1092"/>
                    </a:cubicBezTo>
                    <a:cubicBezTo>
                      <a:pt x="295" y="1049"/>
                      <a:pt x="295" y="1049"/>
                      <a:pt x="295" y="1049"/>
                    </a:cubicBezTo>
                    <a:cubicBezTo>
                      <a:pt x="374" y="1087"/>
                      <a:pt x="374" y="1087"/>
                      <a:pt x="374" y="1087"/>
                    </a:cubicBezTo>
                    <a:lnTo>
                      <a:pt x="375" y="1092"/>
                    </a:lnTo>
                    <a:close/>
                    <a:moveTo>
                      <a:pt x="371" y="1076"/>
                    </a:moveTo>
                    <a:cubicBezTo>
                      <a:pt x="320" y="1051"/>
                      <a:pt x="320" y="1051"/>
                      <a:pt x="320" y="1051"/>
                    </a:cubicBezTo>
                    <a:cubicBezTo>
                      <a:pt x="366" y="1051"/>
                      <a:pt x="366" y="1051"/>
                      <a:pt x="366" y="1051"/>
                    </a:cubicBezTo>
                    <a:lnTo>
                      <a:pt x="371" y="1076"/>
                    </a:lnTo>
                    <a:close/>
                    <a:moveTo>
                      <a:pt x="365" y="1044"/>
                    </a:moveTo>
                    <a:cubicBezTo>
                      <a:pt x="301" y="1044"/>
                      <a:pt x="301" y="1044"/>
                      <a:pt x="301" y="1044"/>
                    </a:cubicBezTo>
                    <a:cubicBezTo>
                      <a:pt x="355" y="1000"/>
                      <a:pt x="355" y="1000"/>
                      <a:pt x="355" y="1000"/>
                    </a:cubicBezTo>
                    <a:lnTo>
                      <a:pt x="365" y="1044"/>
                    </a:lnTo>
                    <a:close/>
                    <a:moveTo>
                      <a:pt x="351" y="978"/>
                    </a:moveTo>
                    <a:cubicBezTo>
                      <a:pt x="232" y="978"/>
                      <a:pt x="232" y="978"/>
                      <a:pt x="232" y="978"/>
                    </a:cubicBezTo>
                    <a:cubicBezTo>
                      <a:pt x="232" y="905"/>
                      <a:pt x="232" y="905"/>
                      <a:pt x="232" y="905"/>
                    </a:cubicBezTo>
                    <a:cubicBezTo>
                      <a:pt x="350" y="974"/>
                      <a:pt x="350" y="974"/>
                      <a:pt x="350" y="974"/>
                    </a:cubicBezTo>
                    <a:lnTo>
                      <a:pt x="351" y="978"/>
                    </a:lnTo>
                    <a:close/>
                    <a:moveTo>
                      <a:pt x="239" y="899"/>
                    </a:moveTo>
                    <a:cubicBezTo>
                      <a:pt x="328" y="886"/>
                      <a:pt x="328" y="886"/>
                      <a:pt x="328" y="886"/>
                    </a:cubicBezTo>
                    <a:cubicBezTo>
                      <a:pt x="282" y="925"/>
                      <a:pt x="282" y="925"/>
                      <a:pt x="282" y="925"/>
                    </a:cubicBezTo>
                    <a:lnTo>
                      <a:pt x="239" y="899"/>
                    </a:lnTo>
                    <a:close/>
                    <a:moveTo>
                      <a:pt x="348" y="964"/>
                    </a:moveTo>
                    <a:cubicBezTo>
                      <a:pt x="290" y="930"/>
                      <a:pt x="290" y="930"/>
                      <a:pt x="290" y="930"/>
                    </a:cubicBezTo>
                    <a:cubicBezTo>
                      <a:pt x="340" y="930"/>
                      <a:pt x="340" y="930"/>
                      <a:pt x="340" y="930"/>
                    </a:cubicBezTo>
                    <a:lnTo>
                      <a:pt x="348" y="964"/>
                    </a:lnTo>
                    <a:close/>
                    <a:moveTo>
                      <a:pt x="339" y="922"/>
                    </a:moveTo>
                    <a:cubicBezTo>
                      <a:pt x="302" y="922"/>
                      <a:pt x="302" y="922"/>
                      <a:pt x="302" y="922"/>
                    </a:cubicBezTo>
                    <a:cubicBezTo>
                      <a:pt x="333" y="895"/>
                      <a:pt x="333" y="895"/>
                      <a:pt x="333" y="895"/>
                    </a:cubicBezTo>
                    <a:lnTo>
                      <a:pt x="339" y="922"/>
                    </a:lnTo>
                    <a:close/>
                    <a:moveTo>
                      <a:pt x="329" y="877"/>
                    </a:moveTo>
                    <a:cubicBezTo>
                      <a:pt x="252" y="889"/>
                      <a:pt x="252" y="889"/>
                      <a:pt x="252" y="889"/>
                    </a:cubicBezTo>
                    <a:cubicBezTo>
                      <a:pt x="323" y="847"/>
                      <a:pt x="323" y="847"/>
                      <a:pt x="323" y="847"/>
                    </a:cubicBezTo>
                    <a:lnTo>
                      <a:pt x="329" y="877"/>
                    </a:lnTo>
                    <a:close/>
                    <a:moveTo>
                      <a:pt x="317" y="821"/>
                    </a:moveTo>
                    <a:cubicBezTo>
                      <a:pt x="248" y="805"/>
                      <a:pt x="248" y="805"/>
                      <a:pt x="248" y="805"/>
                    </a:cubicBezTo>
                    <a:cubicBezTo>
                      <a:pt x="311" y="791"/>
                      <a:pt x="311" y="791"/>
                      <a:pt x="311" y="791"/>
                    </a:cubicBezTo>
                    <a:lnTo>
                      <a:pt x="317" y="821"/>
                    </a:lnTo>
                    <a:close/>
                    <a:moveTo>
                      <a:pt x="296" y="824"/>
                    </a:moveTo>
                    <a:cubicBezTo>
                      <a:pt x="162" y="824"/>
                      <a:pt x="162" y="824"/>
                      <a:pt x="162" y="824"/>
                    </a:cubicBezTo>
                    <a:cubicBezTo>
                      <a:pt x="229" y="809"/>
                      <a:pt x="229" y="809"/>
                      <a:pt x="229" y="809"/>
                    </a:cubicBezTo>
                    <a:lnTo>
                      <a:pt x="296" y="824"/>
                    </a:lnTo>
                    <a:close/>
                    <a:moveTo>
                      <a:pt x="307" y="774"/>
                    </a:moveTo>
                    <a:cubicBezTo>
                      <a:pt x="247" y="759"/>
                      <a:pt x="247" y="759"/>
                      <a:pt x="247" y="759"/>
                    </a:cubicBezTo>
                    <a:cubicBezTo>
                      <a:pt x="301" y="746"/>
                      <a:pt x="301" y="746"/>
                      <a:pt x="301" y="746"/>
                    </a:cubicBezTo>
                    <a:lnTo>
                      <a:pt x="307" y="774"/>
                    </a:lnTo>
                    <a:close/>
                    <a:moveTo>
                      <a:pt x="298" y="728"/>
                    </a:moveTo>
                    <a:cubicBezTo>
                      <a:pt x="245" y="714"/>
                      <a:pt x="245" y="714"/>
                      <a:pt x="245" y="714"/>
                    </a:cubicBezTo>
                    <a:cubicBezTo>
                      <a:pt x="292" y="702"/>
                      <a:pt x="292" y="702"/>
                      <a:pt x="292" y="702"/>
                    </a:cubicBezTo>
                    <a:lnTo>
                      <a:pt x="298" y="728"/>
                    </a:lnTo>
                    <a:close/>
                    <a:moveTo>
                      <a:pt x="288" y="682"/>
                    </a:moveTo>
                    <a:cubicBezTo>
                      <a:pt x="243" y="668"/>
                      <a:pt x="243" y="668"/>
                      <a:pt x="243" y="668"/>
                    </a:cubicBezTo>
                    <a:cubicBezTo>
                      <a:pt x="283" y="656"/>
                      <a:pt x="283" y="656"/>
                      <a:pt x="283" y="656"/>
                    </a:cubicBezTo>
                    <a:lnTo>
                      <a:pt x="288" y="682"/>
                    </a:lnTo>
                    <a:close/>
                    <a:moveTo>
                      <a:pt x="279" y="639"/>
                    </a:moveTo>
                    <a:cubicBezTo>
                      <a:pt x="242" y="626"/>
                      <a:pt x="242" y="626"/>
                      <a:pt x="242" y="626"/>
                    </a:cubicBezTo>
                    <a:cubicBezTo>
                      <a:pt x="274" y="615"/>
                      <a:pt x="274" y="615"/>
                      <a:pt x="274" y="615"/>
                    </a:cubicBezTo>
                    <a:lnTo>
                      <a:pt x="279" y="639"/>
                    </a:lnTo>
                    <a:close/>
                    <a:moveTo>
                      <a:pt x="270" y="596"/>
                    </a:moveTo>
                    <a:cubicBezTo>
                      <a:pt x="240" y="583"/>
                      <a:pt x="240" y="583"/>
                      <a:pt x="240" y="583"/>
                    </a:cubicBezTo>
                    <a:cubicBezTo>
                      <a:pt x="265" y="572"/>
                      <a:pt x="265" y="572"/>
                      <a:pt x="265" y="572"/>
                    </a:cubicBezTo>
                    <a:lnTo>
                      <a:pt x="270" y="596"/>
                    </a:lnTo>
                    <a:close/>
                    <a:moveTo>
                      <a:pt x="259" y="72"/>
                    </a:moveTo>
                    <a:cubicBezTo>
                      <a:pt x="234" y="30"/>
                      <a:pt x="234" y="30"/>
                      <a:pt x="234" y="30"/>
                    </a:cubicBezTo>
                    <a:cubicBezTo>
                      <a:pt x="242" y="16"/>
                      <a:pt x="242" y="16"/>
                      <a:pt x="242" y="16"/>
                    </a:cubicBezTo>
                    <a:lnTo>
                      <a:pt x="259" y="72"/>
                    </a:lnTo>
                    <a:close/>
                    <a:moveTo>
                      <a:pt x="237" y="9"/>
                    </a:moveTo>
                    <a:cubicBezTo>
                      <a:pt x="229" y="22"/>
                      <a:pt x="229" y="22"/>
                      <a:pt x="229" y="22"/>
                    </a:cubicBezTo>
                    <a:cubicBezTo>
                      <a:pt x="222" y="9"/>
                      <a:pt x="222" y="9"/>
                      <a:pt x="222" y="9"/>
                    </a:cubicBezTo>
                    <a:lnTo>
                      <a:pt x="237" y="9"/>
                    </a:lnTo>
                    <a:close/>
                    <a:moveTo>
                      <a:pt x="216" y="16"/>
                    </a:moveTo>
                    <a:cubicBezTo>
                      <a:pt x="224" y="30"/>
                      <a:pt x="224" y="30"/>
                      <a:pt x="224" y="30"/>
                    </a:cubicBezTo>
                    <a:cubicBezTo>
                      <a:pt x="200" y="72"/>
                      <a:pt x="200" y="72"/>
                      <a:pt x="200" y="72"/>
                    </a:cubicBezTo>
                    <a:lnTo>
                      <a:pt x="216" y="16"/>
                    </a:lnTo>
                    <a:close/>
                    <a:moveTo>
                      <a:pt x="229" y="38"/>
                    </a:moveTo>
                    <a:cubicBezTo>
                      <a:pt x="262" y="94"/>
                      <a:pt x="262" y="94"/>
                      <a:pt x="262" y="94"/>
                    </a:cubicBezTo>
                    <a:cubicBezTo>
                      <a:pt x="257" y="94"/>
                      <a:pt x="257" y="94"/>
                      <a:pt x="257" y="94"/>
                    </a:cubicBezTo>
                    <a:cubicBezTo>
                      <a:pt x="257" y="97"/>
                      <a:pt x="257" y="97"/>
                      <a:pt x="257" y="97"/>
                    </a:cubicBezTo>
                    <a:cubicBezTo>
                      <a:pt x="202" y="97"/>
                      <a:pt x="202" y="97"/>
                      <a:pt x="202" y="97"/>
                    </a:cubicBezTo>
                    <a:cubicBezTo>
                      <a:pt x="202" y="89"/>
                      <a:pt x="202" y="89"/>
                      <a:pt x="202" y="89"/>
                    </a:cubicBezTo>
                    <a:cubicBezTo>
                      <a:pt x="199" y="90"/>
                      <a:pt x="199" y="90"/>
                      <a:pt x="199" y="90"/>
                    </a:cubicBezTo>
                    <a:lnTo>
                      <a:pt x="229" y="38"/>
                    </a:lnTo>
                    <a:close/>
                    <a:moveTo>
                      <a:pt x="222" y="512"/>
                    </a:moveTo>
                    <a:cubicBezTo>
                      <a:pt x="202" y="524"/>
                      <a:pt x="202" y="524"/>
                      <a:pt x="202" y="524"/>
                    </a:cubicBezTo>
                    <a:cubicBezTo>
                      <a:pt x="202" y="501"/>
                      <a:pt x="202" y="501"/>
                      <a:pt x="202" y="501"/>
                    </a:cubicBezTo>
                    <a:lnTo>
                      <a:pt x="222" y="512"/>
                    </a:lnTo>
                    <a:close/>
                    <a:moveTo>
                      <a:pt x="204" y="494"/>
                    </a:moveTo>
                    <a:cubicBezTo>
                      <a:pt x="255" y="494"/>
                      <a:pt x="255" y="494"/>
                      <a:pt x="255" y="494"/>
                    </a:cubicBezTo>
                    <a:cubicBezTo>
                      <a:pt x="229" y="508"/>
                      <a:pt x="229" y="508"/>
                      <a:pt x="229" y="508"/>
                    </a:cubicBezTo>
                    <a:lnTo>
                      <a:pt x="204" y="494"/>
                    </a:lnTo>
                    <a:close/>
                    <a:moveTo>
                      <a:pt x="229" y="516"/>
                    </a:moveTo>
                    <a:cubicBezTo>
                      <a:pt x="255" y="531"/>
                      <a:pt x="255" y="531"/>
                      <a:pt x="255" y="531"/>
                    </a:cubicBezTo>
                    <a:cubicBezTo>
                      <a:pt x="203" y="531"/>
                      <a:pt x="203" y="531"/>
                      <a:pt x="203" y="531"/>
                    </a:cubicBezTo>
                    <a:lnTo>
                      <a:pt x="229" y="516"/>
                    </a:lnTo>
                    <a:close/>
                    <a:moveTo>
                      <a:pt x="236" y="512"/>
                    </a:moveTo>
                    <a:cubicBezTo>
                      <a:pt x="257" y="501"/>
                      <a:pt x="257" y="501"/>
                      <a:pt x="257" y="501"/>
                    </a:cubicBezTo>
                    <a:cubicBezTo>
                      <a:pt x="257" y="524"/>
                      <a:pt x="257" y="524"/>
                      <a:pt x="257" y="524"/>
                    </a:cubicBezTo>
                    <a:lnTo>
                      <a:pt x="236" y="512"/>
                    </a:lnTo>
                    <a:close/>
                    <a:moveTo>
                      <a:pt x="202" y="483"/>
                    </a:moveTo>
                    <a:cubicBezTo>
                      <a:pt x="202" y="480"/>
                      <a:pt x="202" y="480"/>
                      <a:pt x="202" y="480"/>
                    </a:cubicBezTo>
                    <a:cubicBezTo>
                      <a:pt x="229" y="461"/>
                      <a:pt x="229" y="461"/>
                      <a:pt x="229" y="461"/>
                    </a:cubicBezTo>
                    <a:cubicBezTo>
                      <a:pt x="257" y="480"/>
                      <a:pt x="257" y="480"/>
                      <a:pt x="257" y="480"/>
                    </a:cubicBezTo>
                    <a:cubicBezTo>
                      <a:pt x="257" y="483"/>
                      <a:pt x="257" y="483"/>
                      <a:pt x="257" y="483"/>
                    </a:cubicBezTo>
                    <a:lnTo>
                      <a:pt x="202" y="483"/>
                    </a:lnTo>
                    <a:close/>
                    <a:moveTo>
                      <a:pt x="202" y="470"/>
                    </a:moveTo>
                    <a:cubicBezTo>
                      <a:pt x="202" y="442"/>
                      <a:pt x="202" y="442"/>
                      <a:pt x="202" y="442"/>
                    </a:cubicBezTo>
                    <a:cubicBezTo>
                      <a:pt x="222" y="456"/>
                      <a:pt x="222" y="456"/>
                      <a:pt x="222" y="456"/>
                    </a:cubicBezTo>
                    <a:lnTo>
                      <a:pt x="202" y="470"/>
                    </a:lnTo>
                    <a:close/>
                    <a:moveTo>
                      <a:pt x="236" y="456"/>
                    </a:moveTo>
                    <a:cubicBezTo>
                      <a:pt x="257" y="442"/>
                      <a:pt x="257" y="442"/>
                      <a:pt x="257" y="442"/>
                    </a:cubicBezTo>
                    <a:cubicBezTo>
                      <a:pt x="257" y="470"/>
                      <a:pt x="257" y="470"/>
                      <a:pt x="257" y="470"/>
                    </a:cubicBezTo>
                    <a:lnTo>
                      <a:pt x="236" y="456"/>
                    </a:lnTo>
                    <a:close/>
                    <a:moveTo>
                      <a:pt x="229" y="451"/>
                    </a:moveTo>
                    <a:cubicBezTo>
                      <a:pt x="202" y="432"/>
                      <a:pt x="202" y="432"/>
                      <a:pt x="202" y="432"/>
                    </a:cubicBezTo>
                    <a:cubicBezTo>
                      <a:pt x="202" y="430"/>
                      <a:pt x="202" y="430"/>
                      <a:pt x="202" y="430"/>
                    </a:cubicBezTo>
                    <a:cubicBezTo>
                      <a:pt x="257" y="430"/>
                      <a:pt x="257" y="430"/>
                      <a:pt x="257" y="430"/>
                    </a:cubicBezTo>
                    <a:cubicBezTo>
                      <a:pt x="257" y="432"/>
                      <a:pt x="257" y="432"/>
                      <a:pt x="257" y="432"/>
                    </a:cubicBezTo>
                    <a:lnTo>
                      <a:pt x="229" y="451"/>
                    </a:lnTo>
                    <a:close/>
                    <a:moveTo>
                      <a:pt x="202" y="417"/>
                    </a:moveTo>
                    <a:cubicBezTo>
                      <a:pt x="202" y="393"/>
                      <a:pt x="202" y="393"/>
                      <a:pt x="202" y="393"/>
                    </a:cubicBezTo>
                    <a:cubicBezTo>
                      <a:pt x="222" y="405"/>
                      <a:pt x="222" y="405"/>
                      <a:pt x="222" y="405"/>
                    </a:cubicBezTo>
                    <a:lnTo>
                      <a:pt x="202" y="417"/>
                    </a:lnTo>
                    <a:close/>
                    <a:moveTo>
                      <a:pt x="229" y="409"/>
                    </a:moveTo>
                    <a:cubicBezTo>
                      <a:pt x="254" y="423"/>
                      <a:pt x="254" y="423"/>
                      <a:pt x="254" y="423"/>
                    </a:cubicBezTo>
                    <a:cubicBezTo>
                      <a:pt x="204" y="423"/>
                      <a:pt x="204" y="423"/>
                      <a:pt x="204" y="423"/>
                    </a:cubicBezTo>
                    <a:lnTo>
                      <a:pt x="229" y="409"/>
                    </a:lnTo>
                    <a:close/>
                    <a:moveTo>
                      <a:pt x="236" y="405"/>
                    </a:moveTo>
                    <a:cubicBezTo>
                      <a:pt x="257" y="393"/>
                      <a:pt x="257" y="393"/>
                      <a:pt x="257" y="393"/>
                    </a:cubicBezTo>
                    <a:cubicBezTo>
                      <a:pt x="257" y="417"/>
                      <a:pt x="257" y="417"/>
                      <a:pt x="257" y="417"/>
                    </a:cubicBezTo>
                    <a:lnTo>
                      <a:pt x="236" y="405"/>
                    </a:lnTo>
                    <a:close/>
                    <a:moveTo>
                      <a:pt x="229" y="401"/>
                    </a:moveTo>
                    <a:cubicBezTo>
                      <a:pt x="202" y="385"/>
                      <a:pt x="202" y="385"/>
                      <a:pt x="202" y="385"/>
                    </a:cubicBezTo>
                    <a:cubicBezTo>
                      <a:pt x="202" y="382"/>
                      <a:pt x="202" y="382"/>
                      <a:pt x="202" y="382"/>
                    </a:cubicBezTo>
                    <a:cubicBezTo>
                      <a:pt x="229" y="367"/>
                      <a:pt x="229" y="367"/>
                      <a:pt x="229" y="367"/>
                    </a:cubicBezTo>
                    <a:cubicBezTo>
                      <a:pt x="257" y="382"/>
                      <a:pt x="257" y="382"/>
                      <a:pt x="257" y="382"/>
                    </a:cubicBezTo>
                    <a:cubicBezTo>
                      <a:pt x="257" y="385"/>
                      <a:pt x="257" y="385"/>
                      <a:pt x="257" y="385"/>
                    </a:cubicBezTo>
                    <a:lnTo>
                      <a:pt x="229" y="401"/>
                    </a:lnTo>
                    <a:close/>
                    <a:moveTo>
                      <a:pt x="222" y="363"/>
                    </a:moveTo>
                    <a:cubicBezTo>
                      <a:pt x="202" y="374"/>
                      <a:pt x="202" y="374"/>
                      <a:pt x="202" y="374"/>
                    </a:cubicBezTo>
                    <a:cubicBezTo>
                      <a:pt x="202" y="351"/>
                      <a:pt x="202" y="351"/>
                      <a:pt x="202" y="351"/>
                    </a:cubicBezTo>
                    <a:lnTo>
                      <a:pt x="222" y="363"/>
                    </a:lnTo>
                    <a:close/>
                    <a:moveTo>
                      <a:pt x="203" y="344"/>
                    </a:moveTo>
                    <a:cubicBezTo>
                      <a:pt x="255" y="344"/>
                      <a:pt x="255" y="344"/>
                      <a:pt x="255" y="344"/>
                    </a:cubicBezTo>
                    <a:cubicBezTo>
                      <a:pt x="229" y="359"/>
                      <a:pt x="229" y="359"/>
                      <a:pt x="229" y="359"/>
                    </a:cubicBezTo>
                    <a:lnTo>
                      <a:pt x="203" y="344"/>
                    </a:lnTo>
                    <a:close/>
                    <a:moveTo>
                      <a:pt x="236" y="363"/>
                    </a:moveTo>
                    <a:cubicBezTo>
                      <a:pt x="257" y="351"/>
                      <a:pt x="257" y="351"/>
                      <a:pt x="257" y="351"/>
                    </a:cubicBezTo>
                    <a:cubicBezTo>
                      <a:pt x="257" y="374"/>
                      <a:pt x="257" y="374"/>
                      <a:pt x="257" y="374"/>
                    </a:cubicBezTo>
                    <a:lnTo>
                      <a:pt x="236" y="363"/>
                    </a:lnTo>
                    <a:close/>
                    <a:moveTo>
                      <a:pt x="202" y="333"/>
                    </a:moveTo>
                    <a:cubicBezTo>
                      <a:pt x="202" y="330"/>
                      <a:pt x="202" y="330"/>
                      <a:pt x="202" y="330"/>
                    </a:cubicBezTo>
                    <a:cubicBezTo>
                      <a:pt x="229" y="311"/>
                      <a:pt x="229" y="311"/>
                      <a:pt x="229" y="311"/>
                    </a:cubicBezTo>
                    <a:cubicBezTo>
                      <a:pt x="257" y="330"/>
                      <a:pt x="257" y="330"/>
                      <a:pt x="257" y="330"/>
                    </a:cubicBezTo>
                    <a:cubicBezTo>
                      <a:pt x="257" y="333"/>
                      <a:pt x="257" y="333"/>
                      <a:pt x="257" y="333"/>
                    </a:cubicBezTo>
                    <a:lnTo>
                      <a:pt x="202" y="333"/>
                    </a:lnTo>
                    <a:close/>
                    <a:moveTo>
                      <a:pt x="202" y="320"/>
                    </a:moveTo>
                    <a:cubicBezTo>
                      <a:pt x="202" y="292"/>
                      <a:pt x="202" y="292"/>
                      <a:pt x="202" y="292"/>
                    </a:cubicBezTo>
                    <a:cubicBezTo>
                      <a:pt x="222" y="306"/>
                      <a:pt x="222" y="306"/>
                      <a:pt x="222" y="306"/>
                    </a:cubicBezTo>
                    <a:lnTo>
                      <a:pt x="202" y="320"/>
                    </a:lnTo>
                    <a:close/>
                    <a:moveTo>
                      <a:pt x="236" y="306"/>
                    </a:moveTo>
                    <a:cubicBezTo>
                      <a:pt x="257" y="292"/>
                      <a:pt x="257" y="292"/>
                      <a:pt x="257" y="292"/>
                    </a:cubicBezTo>
                    <a:cubicBezTo>
                      <a:pt x="257" y="320"/>
                      <a:pt x="257" y="320"/>
                      <a:pt x="257" y="320"/>
                    </a:cubicBezTo>
                    <a:lnTo>
                      <a:pt x="236" y="306"/>
                    </a:lnTo>
                    <a:close/>
                    <a:moveTo>
                      <a:pt x="229" y="301"/>
                    </a:moveTo>
                    <a:cubicBezTo>
                      <a:pt x="202" y="282"/>
                      <a:pt x="202" y="282"/>
                      <a:pt x="202" y="282"/>
                    </a:cubicBezTo>
                    <a:cubicBezTo>
                      <a:pt x="202" y="280"/>
                      <a:pt x="202" y="280"/>
                      <a:pt x="202" y="280"/>
                    </a:cubicBezTo>
                    <a:cubicBezTo>
                      <a:pt x="257" y="280"/>
                      <a:pt x="257" y="280"/>
                      <a:pt x="257" y="280"/>
                    </a:cubicBezTo>
                    <a:cubicBezTo>
                      <a:pt x="257" y="282"/>
                      <a:pt x="257" y="282"/>
                      <a:pt x="257" y="282"/>
                    </a:cubicBezTo>
                    <a:lnTo>
                      <a:pt x="229" y="301"/>
                    </a:lnTo>
                    <a:close/>
                    <a:moveTo>
                      <a:pt x="202" y="264"/>
                    </a:moveTo>
                    <a:cubicBezTo>
                      <a:pt x="202" y="235"/>
                      <a:pt x="202" y="235"/>
                      <a:pt x="202" y="235"/>
                    </a:cubicBezTo>
                    <a:cubicBezTo>
                      <a:pt x="223" y="250"/>
                      <a:pt x="223" y="250"/>
                      <a:pt x="223" y="250"/>
                    </a:cubicBezTo>
                    <a:lnTo>
                      <a:pt x="202" y="264"/>
                    </a:lnTo>
                    <a:close/>
                    <a:moveTo>
                      <a:pt x="229" y="254"/>
                    </a:moveTo>
                    <a:cubicBezTo>
                      <a:pt x="256" y="273"/>
                      <a:pt x="256" y="273"/>
                      <a:pt x="256" y="273"/>
                    </a:cubicBezTo>
                    <a:cubicBezTo>
                      <a:pt x="202" y="273"/>
                      <a:pt x="202" y="273"/>
                      <a:pt x="202" y="273"/>
                    </a:cubicBezTo>
                    <a:lnTo>
                      <a:pt x="229" y="254"/>
                    </a:lnTo>
                    <a:close/>
                    <a:moveTo>
                      <a:pt x="236" y="250"/>
                    </a:moveTo>
                    <a:cubicBezTo>
                      <a:pt x="257" y="235"/>
                      <a:pt x="257" y="235"/>
                      <a:pt x="257" y="235"/>
                    </a:cubicBezTo>
                    <a:cubicBezTo>
                      <a:pt x="257" y="264"/>
                      <a:pt x="257" y="264"/>
                      <a:pt x="257" y="264"/>
                    </a:cubicBezTo>
                    <a:lnTo>
                      <a:pt x="236" y="250"/>
                    </a:lnTo>
                    <a:close/>
                    <a:moveTo>
                      <a:pt x="229" y="245"/>
                    </a:moveTo>
                    <a:cubicBezTo>
                      <a:pt x="202" y="226"/>
                      <a:pt x="202" y="226"/>
                      <a:pt x="202" y="226"/>
                    </a:cubicBezTo>
                    <a:cubicBezTo>
                      <a:pt x="202" y="217"/>
                      <a:pt x="202" y="217"/>
                      <a:pt x="202" y="217"/>
                    </a:cubicBezTo>
                    <a:cubicBezTo>
                      <a:pt x="229" y="197"/>
                      <a:pt x="229" y="197"/>
                      <a:pt x="229" y="197"/>
                    </a:cubicBezTo>
                    <a:cubicBezTo>
                      <a:pt x="257" y="217"/>
                      <a:pt x="257" y="217"/>
                      <a:pt x="257" y="217"/>
                    </a:cubicBezTo>
                    <a:cubicBezTo>
                      <a:pt x="257" y="226"/>
                      <a:pt x="257" y="226"/>
                      <a:pt x="257" y="226"/>
                    </a:cubicBezTo>
                    <a:lnTo>
                      <a:pt x="229" y="245"/>
                    </a:lnTo>
                    <a:close/>
                    <a:moveTo>
                      <a:pt x="202" y="208"/>
                    </a:moveTo>
                    <a:cubicBezTo>
                      <a:pt x="202" y="178"/>
                      <a:pt x="202" y="178"/>
                      <a:pt x="202" y="178"/>
                    </a:cubicBezTo>
                    <a:cubicBezTo>
                      <a:pt x="223" y="193"/>
                      <a:pt x="223" y="193"/>
                      <a:pt x="223" y="193"/>
                    </a:cubicBezTo>
                    <a:lnTo>
                      <a:pt x="202" y="208"/>
                    </a:lnTo>
                    <a:close/>
                    <a:moveTo>
                      <a:pt x="236" y="193"/>
                    </a:moveTo>
                    <a:cubicBezTo>
                      <a:pt x="257" y="178"/>
                      <a:pt x="257" y="178"/>
                      <a:pt x="257" y="178"/>
                    </a:cubicBezTo>
                    <a:cubicBezTo>
                      <a:pt x="257" y="208"/>
                      <a:pt x="257" y="208"/>
                      <a:pt x="257" y="208"/>
                    </a:cubicBezTo>
                    <a:lnTo>
                      <a:pt x="236" y="193"/>
                    </a:lnTo>
                    <a:close/>
                    <a:moveTo>
                      <a:pt x="229" y="188"/>
                    </a:moveTo>
                    <a:cubicBezTo>
                      <a:pt x="202" y="169"/>
                      <a:pt x="202" y="169"/>
                      <a:pt x="202" y="169"/>
                    </a:cubicBezTo>
                    <a:cubicBezTo>
                      <a:pt x="202" y="167"/>
                      <a:pt x="202" y="167"/>
                      <a:pt x="202" y="167"/>
                    </a:cubicBezTo>
                    <a:cubicBezTo>
                      <a:pt x="257" y="167"/>
                      <a:pt x="257" y="167"/>
                      <a:pt x="257" y="167"/>
                    </a:cubicBezTo>
                    <a:cubicBezTo>
                      <a:pt x="257" y="169"/>
                      <a:pt x="257" y="169"/>
                      <a:pt x="257" y="169"/>
                    </a:cubicBezTo>
                    <a:lnTo>
                      <a:pt x="229" y="188"/>
                    </a:lnTo>
                    <a:close/>
                    <a:moveTo>
                      <a:pt x="202" y="157"/>
                    </a:moveTo>
                    <a:cubicBezTo>
                      <a:pt x="202" y="154"/>
                      <a:pt x="202" y="154"/>
                      <a:pt x="202" y="154"/>
                    </a:cubicBezTo>
                    <a:cubicBezTo>
                      <a:pt x="229" y="135"/>
                      <a:pt x="229" y="135"/>
                      <a:pt x="229" y="135"/>
                    </a:cubicBezTo>
                    <a:cubicBezTo>
                      <a:pt x="257" y="154"/>
                      <a:pt x="257" y="154"/>
                      <a:pt x="257" y="154"/>
                    </a:cubicBezTo>
                    <a:cubicBezTo>
                      <a:pt x="257" y="157"/>
                      <a:pt x="257" y="157"/>
                      <a:pt x="257" y="157"/>
                    </a:cubicBezTo>
                    <a:lnTo>
                      <a:pt x="202" y="157"/>
                    </a:lnTo>
                    <a:close/>
                    <a:moveTo>
                      <a:pt x="202" y="144"/>
                    </a:moveTo>
                    <a:cubicBezTo>
                      <a:pt x="202" y="116"/>
                      <a:pt x="202" y="116"/>
                      <a:pt x="202" y="116"/>
                    </a:cubicBezTo>
                    <a:cubicBezTo>
                      <a:pt x="222" y="130"/>
                      <a:pt x="222" y="130"/>
                      <a:pt x="222" y="130"/>
                    </a:cubicBezTo>
                    <a:lnTo>
                      <a:pt x="202" y="144"/>
                    </a:lnTo>
                    <a:close/>
                    <a:moveTo>
                      <a:pt x="236" y="130"/>
                    </a:moveTo>
                    <a:cubicBezTo>
                      <a:pt x="257" y="116"/>
                      <a:pt x="257" y="116"/>
                      <a:pt x="257" y="116"/>
                    </a:cubicBezTo>
                    <a:cubicBezTo>
                      <a:pt x="257" y="144"/>
                      <a:pt x="257" y="144"/>
                      <a:pt x="257" y="144"/>
                    </a:cubicBezTo>
                    <a:lnTo>
                      <a:pt x="236" y="130"/>
                    </a:lnTo>
                    <a:close/>
                    <a:moveTo>
                      <a:pt x="229" y="125"/>
                    </a:moveTo>
                    <a:cubicBezTo>
                      <a:pt x="202" y="105"/>
                      <a:pt x="202" y="105"/>
                      <a:pt x="202" y="105"/>
                    </a:cubicBezTo>
                    <a:cubicBezTo>
                      <a:pt x="202" y="103"/>
                      <a:pt x="202" y="103"/>
                      <a:pt x="202" y="103"/>
                    </a:cubicBezTo>
                    <a:cubicBezTo>
                      <a:pt x="257" y="103"/>
                      <a:pt x="257" y="103"/>
                      <a:pt x="257" y="103"/>
                    </a:cubicBezTo>
                    <a:cubicBezTo>
                      <a:pt x="257" y="105"/>
                      <a:pt x="257" y="105"/>
                      <a:pt x="257" y="105"/>
                    </a:cubicBezTo>
                    <a:lnTo>
                      <a:pt x="229" y="125"/>
                    </a:lnTo>
                    <a:close/>
                    <a:moveTo>
                      <a:pt x="200" y="539"/>
                    </a:moveTo>
                    <a:cubicBezTo>
                      <a:pt x="258" y="539"/>
                      <a:pt x="258" y="539"/>
                      <a:pt x="258" y="539"/>
                    </a:cubicBezTo>
                    <a:cubicBezTo>
                      <a:pt x="263" y="564"/>
                      <a:pt x="263" y="564"/>
                      <a:pt x="263" y="564"/>
                    </a:cubicBezTo>
                    <a:cubicBezTo>
                      <a:pt x="229" y="578"/>
                      <a:pt x="229" y="578"/>
                      <a:pt x="229" y="578"/>
                    </a:cubicBezTo>
                    <a:cubicBezTo>
                      <a:pt x="195" y="564"/>
                      <a:pt x="195" y="564"/>
                      <a:pt x="195" y="564"/>
                    </a:cubicBezTo>
                    <a:lnTo>
                      <a:pt x="200" y="539"/>
                    </a:lnTo>
                    <a:close/>
                    <a:moveTo>
                      <a:pt x="193" y="572"/>
                    </a:moveTo>
                    <a:cubicBezTo>
                      <a:pt x="218" y="583"/>
                      <a:pt x="218" y="583"/>
                      <a:pt x="218" y="583"/>
                    </a:cubicBezTo>
                    <a:cubicBezTo>
                      <a:pt x="189" y="596"/>
                      <a:pt x="189" y="596"/>
                      <a:pt x="189" y="596"/>
                    </a:cubicBezTo>
                    <a:lnTo>
                      <a:pt x="193" y="572"/>
                    </a:lnTo>
                    <a:close/>
                    <a:moveTo>
                      <a:pt x="186" y="606"/>
                    </a:moveTo>
                    <a:cubicBezTo>
                      <a:pt x="229" y="587"/>
                      <a:pt x="229" y="587"/>
                      <a:pt x="229" y="587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29" y="622"/>
                      <a:pt x="229" y="622"/>
                      <a:pt x="229" y="622"/>
                    </a:cubicBezTo>
                    <a:cubicBezTo>
                      <a:pt x="186" y="606"/>
                      <a:pt x="186" y="606"/>
                      <a:pt x="186" y="606"/>
                    </a:cubicBezTo>
                    <a:close/>
                    <a:moveTo>
                      <a:pt x="184" y="615"/>
                    </a:moveTo>
                    <a:cubicBezTo>
                      <a:pt x="217" y="626"/>
                      <a:pt x="217" y="626"/>
                      <a:pt x="217" y="626"/>
                    </a:cubicBezTo>
                    <a:cubicBezTo>
                      <a:pt x="179" y="639"/>
                      <a:pt x="179" y="639"/>
                      <a:pt x="179" y="639"/>
                    </a:cubicBezTo>
                    <a:lnTo>
                      <a:pt x="184" y="615"/>
                    </a:lnTo>
                    <a:close/>
                    <a:moveTo>
                      <a:pt x="229" y="630"/>
                    </a:moveTo>
                    <a:cubicBezTo>
                      <a:pt x="280" y="648"/>
                      <a:pt x="280" y="648"/>
                      <a:pt x="280" y="648"/>
                    </a:cubicBezTo>
                    <a:cubicBezTo>
                      <a:pt x="229" y="664"/>
                      <a:pt x="229" y="664"/>
                      <a:pt x="229" y="664"/>
                    </a:cubicBezTo>
                    <a:cubicBezTo>
                      <a:pt x="178" y="648"/>
                      <a:pt x="178" y="648"/>
                      <a:pt x="178" y="648"/>
                    </a:cubicBezTo>
                    <a:lnTo>
                      <a:pt x="229" y="630"/>
                    </a:lnTo>
                    <a:close/>
                    <a:moveTo>
                      <a:pt x="176" y="656"/>
                    </a:moveTo>
                    <a:cubicBezTo>
                      <a:pt x="215" y="668"/>
                      <a:pt x="215" y="668"/>
                      <a:pt x="215" y="668"/>
                    </a:cubicBezTo>
                    <a:cubicBezTo>
                      <a:pt x="170" y="682"/>
                      <a:pt x="170" y="682"/>
                      <a:pt x="170" y="682"/>
                    </a:cubicBezTo>
                    <a:lnTo>
                      <a:pt x="176" y="656"/>
                    </a:lnTo>
                    <a:close/>
                    <a:moveTo>
                      <a:pt x="82" y="157"/>
                    </a:moveTo>
                    <a:cubicBezTo>
                      <a:pt x="26" y="157"/>
                      <a:pt x="26" y="157"/>
                      <a:pt x="26" y="157"/>
                    </a:cubicBezTo>
                    <a:cubicBezTo>
                      <a:pt x="82" y="138"/>
                      <a:pt x="82" y="138"/>
                      <a:pt x="82" y="138"/>
                    </a:cubicBezTo>
                    <a:lnTo>
                      <a:pt x="82" y="157"/>
                    </a:lnTo>
                    <a:close/>
                    <a:moveTo>
                      <a:pt x="90" y="157"/>
                    </a:moveTo>
                    <a:cubicBezTo>
                      <a:pt x="90" y="139"/>
                      <a:pt x="90" y="139"/>
                      <a:pt x="90" y="139"/>
                    </a:cubicBezTo>
                    <a:cubicBezTo>
                      <a:pt x="155" y="157"/>
                      <a:pt x="155" y="157"/>
                      <a:pt x="155" y="157"/>
                    </a:cubicBezTo>
                    <a:lnTo>
                      <a:pt x="90" y="157"/>
                    </a:lnTo>
                    <a:close/>
                    <a:moveTo>
                      <a:pt x="95" y="134"/>
                    </a:moveTo>
                    <a:cubicBezTo>
                      <a:pt x="169" y="110"/>
                      <a:pt x="169" y="110"/>
                      <a:pt x="169" y="110"/>
                    </a:cubicBezTo>
                    <a:cubicBezTo>
                      <a:pt x="169" y="155"/>
                      <a:pt x="169" y="155"/>
                      <a:pt x="169" y="155"/>
                    </a:cubicBezTo>
                    <a:lnTo>
                      <a:pt x="95" y="134"/>
                    </a:lnTo>
                    <a:close/>
                    <a:moveTo>
                      <a:pt x="82" y="333"/>
                    </a:moveTo>
                    <a:cubicBezTo>
                      <a:pt x="26" y="333"/>
                      <a:pt x="26" y="333"/>
                      <a:pt x="26" y="333"/>
                    </a:cubicBezTo>
                    <a:cubicBezTo>
                      <a:pt x="82" y="315"/>
                      <a:pt x="82" y="315"/>
                      <a:pt x="82" y="315"/>
                    </a:cubicBezTo>
                    <a:lnTo>
                      <a:pt x="82" y="333"/>
                    </a:lnTo>
                    <a:close/>
                    <a:moveTo>
                      <a:pt x="90" y="333"/>
                    </a:moveTo>
                    <a:cubicBezTo>
                      <a:pt x="90" y="313"/>
                      <a:pt x="90" y="313"/>
                      <a:pt x="90" y="313"/>
                    </a:cubicBezTo>
                    <a:cubicBezTo>
                      <a:pt x="162" y="333"/>
                      <a:pt x="162" y="333"/>
                      <a:pt x="162" y="333"/>
                    </a:cubicBezTo>
                    <a:lnTo>
                      <a:pt x="90" y="333"/>
                    </a:lnTo>
                    <a:close/>
                    <a:moveTo>
                      <a:pt x="168" y="333"/>
                    </a:moveTo>
                    <a:cubicBezTo>
                      <a:pt x="90" y="312"/>
                      <a:pt x="90" y="312"/>
                      <a:pt x="90" y="312"/>
                    </a:cubicBezTo>
                    <a:cubicBezTo>
                      <a:pt x="169" y="286"/>
                      <a:pt x="169" y="286"/>
                      <a:pt x="169" y="286"/>
                    </a:cubicBezTo>
                    <a:cubicBezTo>
                      <a:pt x="169" y="333"/>
                      <a:pt x="169" y="333"/>
                      <a:pt x="169" y="333"/>
                    </a:cubicBezTo>
                    <a:lnTo>
                      <a:pt x="168" y="333"/>
                    </a:lnTo>
                    <a:close/>
                    <a:moveTo>
                      <a:pt x="82" y="483"/>
                    </a:moveTo>
                    <a:cubicBezTo>
                      <a:pt x="26" y="483"/>
                      <a:pt x="26" y="483"/>
                      <a:pt x="26" y="483"/>
                    </a:cubicBezTo>
                    <a:cubicBezTo>
                      <a:pt x="82" y="465"/>
                      <a:pt x="82" y="465"/>
                      <a:pt x="82" y="465"/>
                    </a:cubicBezTo>
                    <a:lnTo>
                      <a:pt x="82" y="483"/>
                    </a:lnTo>
                    <a:close/>
                    <a:moveTo>
                      <a:pt x="90" y="483"/>
                    </a:moveTo>
                    <a:cubicBezTo>
                      <a:pt x="90" y="463"/>
                      <a:pt x="90" y="463"/>
                      <a:pt x="90" y="463"/>
                    </a:cubicBezTo>
                    <a:cubicBezTo>
                      <a:pt x="163" y="483"/>
                      <a:pt x="163" y="483"/>
                      <a:pt x="163" y="483"/>
                    </a:cubicBezTo>
                    <a:lnTo>
                      <a:pt x="90" y="483"/>
                    </a:lnTo>
                    <a:close/>
                    <a:moveTo>
                      <a:pt x="168" y="483"/>
                    </a:moveTo>
                    <a:cubicBezTo>
                      <a:pt x="91" y="462"/>
                      <a:pt x="91" y="462"/>
                      <a:pt x="91" y="462"/>
                    </a:cubicBezTo>
                    <a:cubicBezTo>
                      <a:pt x="169" y="436"/>
                      <a:pt x="169" y="436"/>
                      <a:pt x="169" y="436"/>
                    </a:cubicBezTo>
                    <a:cubicBezTo>
                      <a:pt x="169" y="483"/>
                      <a:pt x="169" y="483"/>
                      <a:pt x="169" y="483"/>
                    </a:cubicBezTo>
                    <a:lnTo>
                      <a:pt x="168" y="483"/>
                    </a:lnTo>
                    <a:close/>
                    <a:moveTo>
                      <a:pt x="168" y="691"/>
                    </a:moveTo>
                    <a:cubicBezTo>
                      <a:pt x="229" y="673"/>
                      <a:pt x="229" y="673"/>
                      <a:pt x="229" y="673"/>
                    </a:cubicBezTo>
                    <a:cubicBezTo>
                      <a:pt x="290" y="691"/>
                      <a:pt x="290" y="691"/>
                      <a:pt x="290" y="691"/>
                    </a:cubicBezTo>
                    <a:cubicBezTo>
                      <a:pt x="290" y="694"/>
                      <a:pt x="290" y="694"/>
                      <a:pt x="290" y="694"/>
                    </a:cubicBezTo>
                    <a:cubicBezTo>
                      <a:pt x="229" y="710"/>
                      <a:pt x="229" y="710"/>
                      <a:pt x="229" y="710"/>
                    </a:cubicBezTo>
                    <a:cubicBezTo>
                      <a:pt x="168" y="694"/>
                      <a:pt x="168" y="694"/>
                      <a:pt x="168" y="694"/>
                    </a:cubicBezTo>
                    <a:lnTo>
                      <a:pt x="168" y="691"/>
                    </a:lnTo>
                    <a:close/>
                    <a:moveTo>
                      <a:pt x="166" y="702"/>
                    </a:moveTo>
                    <a:cubicBezTo>
                      <a:pt x="213" y="714"/>
                      <a:pt x="213" y="714"/>
                      <a:pt x="213" y="714"/>
                    </a:cubicBezTo>
                    <a:cubicBezTo>
                      <a:pt x="160" y="728"/>
                      <a:pt x="160" y="728"/>
                      <a:pt x="160" y="728"/>
                    </a:cubicBezTo>
                    <a:lnTo>
                      <a:pt x="166" y="702"/>
                    </a:lnTo>
                    <a:close/>
                    <a:moveTo>
                      <a:pt x="159" y="737"/>
                    </a:moveTo>
                    <a:cubicBezTo>
                      <a:pt x="229" y="719"/>
                      <a:pt x="229" y="719"/>
                      <a:pt x="229" y="719"/>
                    </a:cubicBezTo>
                    <a:cubicBezTo>
                      <a:pt x="300" y="737"/>
                      <a:pt x="300" y="737"/>
                      <a:pt x="300" y="737"/>
                    </a:cubicBezTo>
                    <a:cubicBezTo>
                      <a:pt x="300" y="738"/>
                      <a:pt x="300" y="738"/>
                      <a:pt x="300" y="738"/>
                    </a:cubicBezTo>
                    <a:cubicBezTo>
                      <a:pt x="229" y="755"/>
                      <a:pt x="229" y="755"/>
                      <a:pt x="229" y="755"/>
                    </a:cubicBezTo>
                    <a:cubicBezTo>
                      <a:pt x="158" y="738"/>
                      <a:pt x="158" y="738"/>
                      <a:pt x="158" y="738"/>
                    </a:cubicBezTo>
                    <a:lnTo>
                      <a:pt x="159" y="737"/>
                    </a:lnTo>
                    <a:close/>
                    <a:moveTo>
                      <a:pt x="157" y="746"/>
                    </a:moveTo>
                    <a:cubicBezTo>
                      <a:pt x="212" y="759"/>
                      <a:pt x="212" y="759"/>
                      <a:pt x="212" y="759"/>
                    </a:cubicBezTo>
                    <a:cubicBezTo>
                      <a:pt x="151" y="774"/>
                      <a:pt x="151" y="774"/>
                      <a:pt x="151" y="774"/>
                    </a:cubicBezTo>
                    <a:lnTo>
                      <a:pt x="157" y="746"/>
                    </a:lnTo>
                    <a:close/>
                    <a:moveTo>
                      <a:pt x="149" y="783"/>
                    </a:moveTo>
                    <a:cubicBezTo>
                      <a:pt x="229" y="763"/>
                      <a:pt x="229" y="763"/>
                      <a:pt x="229" y="76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229" y="801"/>
                      <a:pt x="229" y="801"/>
                      <a:pt x="229" y="801"/>
                    </a:cubicBezTo>
                    <a:cubicBezTo>
                      <a:pt x="149" y="783"/>
                      <a:pt x="149" y="783"/>
                      <a:pt x="149" y="783"/>
                    </a:cubicBezTo>
                    <a:close/>
                    <a:moveTo>
                      <a:pt x="147" y="791"/>
                    </a:moveTo>
                    <a:cubicBezTo>
                      <a:pt x="210" y="805"/>
                      <a:pt x="210" y="805"/>
                      <a:pt x="210" y="805"/>
                    </a:cubicBezTo>
                    <a:cubicBezTo>
                      <a:pt x="141" y="821"/>
                      <a:pt x="141" y="821"/>
                      <a:pt x="141" y="821"/>
                    </a:cubicBezTo>
                    <a:lnTo>
                      <a:pt x="147" y="791"/>
                    </a:lnTo>
                    <a:close/>
                    <a:moveTo>
                      <a:pt x="139" y="832"/>
                    </a:moveTo>
                    <a:cubicBezTo>
                      <a:pt x="320" y="832"/>
                      <a:pt x="320" y="832"/>
                      <a:pt x="320" y="832"/>
                    </a:cubicBezTo>
                    <a:cubicBezTo>
                      <a:pt x="321" y="839"/>
                      <a:pt x="321" y="839"/>
                      <a:pt x="321" y="839"/>
                    </a:cubicBezTo>
                    <a:cubicBezTo>
                      <a:pt x="231" y="892"/>
                      <a:pt x="231" y="892"/>
                      <a:pt x="231" y="892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8" y="893"/>
                      <a:pt x="228" y="893"/>
                      <a:pt x="228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7" y="892"/>
                      <a:pt x="227" y="892"/>
                      <a:pt x="227" y="892"/>
                    </a:cubicBezTo>
                    <a:cubicBezTo>
                      <a:pt x="137" y="839"/>
                      <a:pt x="137" y="839"/>
                      <a:pt x="137" y="839"/>
                    </a:cubicBezTo>
                    <a:lnTo>
                      <a:pt x="139" y="832"/>
                    </a:lnTo>
                    <a:close/>
                    <a:moveTo>
                      <a:pt x="135" y="847"/>
                    </a:moveTo>
                    <a:cubicBezTo>
                      <a:pt x="206" y="889"/>
                      <a:pt x="206" y="889"/>
                      <a:pt x="206" y="889"/>
                    </a:cubicBezTo>
                    <a:cubicBezTo>
                      <a:pt x="129" y="877"/>
                      <a:pt x="129" y="877"/>
                      <a:pt x="129" y="877"/>
                    </a:cubicBezTo>
                    <a:lnTo>
                      <a:pt x="135" y="847"/>
                    </a:lnTo>
                    <a:close/>
                    <a:moveTo>
                      <a:pt x="219" y="899"/>
                    </a:moveTo>
                    <a:cubicBezTo>
                      <a:pt x="176" y="925"/>
                      <a:pt x="176" y="925"/>
                      <a:pt x="176" y="925"/>
                    </a:cubicBezTo>
                    <a:cubicBezTo>
                      <a:pt x="130" y="886"/>
                      <a:pt x="130" y="886"/>
                      <a:pt x="130" y="886"/>
                    </a:cubicBezTo>
                    <a:lnTo>
                      <a:pt x="219" y="899"/>
                    </a:lnTo>
                    <a:close/>
                    <a:moveTo>
                      <a:pt x="125" y="895"/>
                    </a:moveTo>
                    <a:cubicBezTo>
                      <a:pt x="156" y="922"/>
                      <a:pt x="156" y="922"/>
                      <a:pt x="156" y="922"/>
                    </a:cubicBezTo>
                    <a:cubicBezTo>
                      <a:pt x="120" y="922"/>
                      <a:pt x="120" y="922"/>
                      <a:pt x="120" y="922"/>
                    </a:cubicBezTo>
                    <a:lnTo>
                      <a:pt x="125" y="895"/>
                    </a:lnTo>
                    <a:close/>
                    <a:moveTo>
                      <a:pt x="118" y="930"/>
                    </a:moveTo>
                    <a:cubicBezTo>
                      <a:pt x="168" y="930"/>
                      <a:pt x="168" y="930"/>
                      <a:pt x="168" y="930"/>
                    </a:cubicBezTo>
                    <a:cubicBezTo>
                      <a:pt x="111" y="964"/>
                      <a:pt x="111" y="964"/>
                      <a:pt x="111" y="964"/>
                    </a:cubicBezTo>
                    <a:lnTo>
                      <a:pt x="118" y="930"/>
                    </a:lnTo>
                    <a:close/>
                    <a:moveTo>
                      <a:pt x="108" y="974"/>
                    </a:moveTo>
                    <a:cubicBezTo>
                      <a:pt x="226" y="905"/>
                      <a:pt x="226" y="905"/>
                      <a:pt x="226" y="905"/>
                    </a:cubicBezTo>
                    <a:cubicBezTo>
                      <a:pt x="226" y="978"/>
                      <a:pt x="226" y="978"/>
                      <a:pt x="226" y="978"/>
                    </a:cubicBezTo>
                    <a:cubicBezTo>
                      <a:pt x="108" y="978"/>
                      <a:pt x="108" y="978"/>
                      <a:pt x="108" y="978"/>
                    </a:cubicBezTo>
                    <a:lnTo>
                      <a:pt x="108" y="974"/>
                    </a:lnTo>
                    <a:close/>
                    <a:moveTo>
                      <a:pt x="106" y="986"/>
                    </a:moveTo>
                    <a:cubicBezTo>
                      <a:pt x="352" y="986"/>
                      <a:pt x="352" y="986"/>
                      <a:pt x="352" y="986"/>
                    </a:cubicBezTo>
                    <a:cubicBezTo>
                      <a:pt x="353" y="988"/>
                      <a:pt x="353" y="988"/>
                      <a:pt x="353" y="988"/>
                    </a:cubicBezTo>
                    <a:cubicBezTo>
                      <a:pt x="229" y="1089"/>
                      <a:pt x="229" y="1089"/>
                      <a:pt x="229" y="1089"/>
                    </a:cubicBezTo>
                    <a:cubicBezTo>
                      <a:pt x="106" y="988"/>
                      <a:pt x="106" y="988"/>
                      <a:pt x="106" y="988"/>
                    </a:cubicBezTo>
                    <a:lnTo>
                      <a:pt x="106" y="986"/>
                    </a:lnTo>
                    <a:close/>
                    <a:moveTo>
                      <a:pt x="103" y="1000"/>
                    </a:moveTo>
                    <a:cubicBezTo>
                      <a:pt x="157" y="1044"/>
                      <a:pt x="157" y="1044"/>
                      <a:pt x="157" y="1044"/>
                    </a:cubicBezTo>
                    <a:cubicBezTo>
                      <a:pt x="94" y="1044"/>
                      <a:pt x="94" y="1044"/>
                      <a:pt x="94" y="1044"/>
                    </a:cubicBezTo>
                    <a:lnTo>
                      <a:pt x="103" y="1000"/>
                    </a:lnTo>
                    <a:close/>
                    <a:moveTo>
                      <a:pt x="92" y="1051"/>
                    </a:moveTo>
                    <a:cubicBezTo>
                      <a:pt x="138" y="1051"/>
                      <a:pt x="138" y="1051"/>
                      <a:pt x="138" y="1051"/>
                    </a:cubicBezTo>
                    <a:cubicBezTo>
                      <a:pt x="87" y="1076"/>
                      <a:pt x="87" y="1076"/>
                      <a:pt x="87" y="1076"/>
                    </a:cubicBezTo>
                    <a:lnTo>
                      <a:pt x="92" y="1051"/>
                    </a:lnTo>
                    <a:close/>
                    <a:moveTo>
                      <a:pt x="85" y="1087"/>
                    </a:moveTo>
                    <a:cubicBezTo>
                      <a:pt x="163" y="1049"/>
                      <a:pt x="163" y="1049"/>
                      <a:pt x="163" y="1049"/>
                    </a:cubicBezTo>
                    <a:cubicBezTo>
                      <a:pt x="215" y="1092"/>
                      <a:pt x="215" y="1092"/>
                      <a:pt x="215" y="1092"/>
                    </a:cubicBezTo>
                    <a:cubicBezTo>
                      <a:pt x="84" y="1092"/>
                      <a:pt x="84" y="1092"/>
                      <a:pt x="84" y="1092"/>
                    </a:cubicBezTo>
                    <a:lnTo>
                      <a:pt x="85" y="108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5" name="Freeform 54"/>
              <p:cNvSpPr>
                <a:spLocks noEditPoints="1"/>
              </p:cNvSpPr>
              <p:nvPr/>
            </p:nvSpPr>
            <p:spPr bwMode="gray">
              <a:xfrm>
                <a:off x="4658254" y="1871263"/>
                <a:ext cx="250825" cy="608013"/>
              </a:xfrm>
              <a:custGeom>
                <a:avLst/>
                <a:gdLst>
                  <a:gd name="T0" fmla="*/ 137 w 217"/>
                  <a:gd name="T1" fmla="*/ 252 h 528"/>
                  <a:gd name="T2" fmla="*/ 137 w 217"/>
                  <a:gd name="T3" fmla="*/ 203 h 528"/>
                  <a:gd name="T4" fmla="*/ 137 w 217"/>
                  <a:gd name="T5" fmla="*/ 132 h 528"/>
                  <a:gd name="T6" fmla="*/ 137 w 217"/>
                  <a:gd name="T7" fmla="*/ 48 h 528"/>
                  <a:gd name="T8" fmla="*/ 2 w 217"/>
                  <a:gd name="T9" fmla="*/ 74 h 528"/>
                  <a:gd name="T10" fmla="*/ 2 w 217"/>
                  <a:gd name="T11" fmla="*/ 158 h 528"/>
                  <a:gd name="T12" fmla="*/ 2 w 217"/>
                  <a:gd name="T13" fmla="*/ 229 h 528"/>
                  <a:gd name="T14" fmla="*/ 55 w 217"/>
                  <a:gd name="T15" fmla="*/ 371 h 528"/>
                  <a:gd name="T16" fmla="*/ 179 w 217"/>
                  <a:gd name="T17" fmla="*/ 74 h 528"/>
                  <a:gd name="T18" fmla="*/ 137 w 217"/>
                  <a:gd name="T19" fmla="*/ 73 h 528"/>
                  <a:gd name="T20" fmla="*/ 175 w 217"/>
                  <a:gd name="T21" fmla="*/ 148 h 528"/>
                  <a:gd name="T22" fmla="*/ 205 w 217"/>
                  <a:gd name="T23" fmla="*/ 229 h 528"/>
                  <a:gd name="T24" fmla="*/ 174 w 217"/>
                  <a:gd name="T25" fmla="*/ 219 h 528"/>
                  <a:gd name="T26" fmla="*/ 178 w 217"/>
                  <a:gd name="T27" fmla="*/ 518 h 528"/>
                  <a:gd name="T28" fmla="*/ 173 w 217"/>
                  <a:gd name="T29" fmla="*/ 495 h 528"/>
                  <a:gd name="T30" fmla="*/ 134 w 217"/>
                  <a:gd name="T31" fmla="*/ 439 h 528"/>
                  <a:gd name="T32" fmla="*/ 158 w 217"/>
                  <a:gd name="T33" fmla="*/ 424 h 528"/>
                  <a:gd name="T34" fmla="*/ 148 w 217"/>
                  <a:gd name="T35" fmla="*/ 375 h 528"/>
                  <a:gd name="T36" fmla="*/ 143 w 217"/>
                  <a:gd name="T37" fmla="*/ 354 h 528"/>
                  <a:gd name="T38" fmla="*/ 134 w 217"/>
                  <a:gd name="T39" fmla="*/ 311 h 528"/>
                  <a:gd name="T40" fmla="*/ 126 w 217"/>
                  <a:gd name="T41" fmla="*/ 271 h 528"/>
                  <a:gd name="T42" fmla="*/ 105 w 217"/>
                  <a:gd name="T43" fmla="*/ 4 h 528"/>
                  <a:gd name="T44" fmla="*/ 122 w 217"/>
                  <a:gd name="T45" fmla="*/ 44 h 528"/>
                  <a:gd name="T46" fmla="*/ 96 w 217"/>
                  <a:gd name="T47" fmla="*/ 237 h 528"/>
                  <a:gd name="T48" fmla="*/ 96 w 217"/>
                  <a:gd name="T49" fmla="*/ 252 h 528"/>
                  <a:gd name="T50" fmla="*/ 109 w 217"/>
                  <a:gd name="T51" fmla="*/ 219 h 528"/>
                  <a:gd name="T52" fmla="*/ 112 w 217"/>
                  <a:gd name="T53" fmla="*/ 216 h 528"/>
                  <a:gd name="T54" fmla="*/ 122 w 217"/>
                  <a:gd name="T55" fmla="*/ 205 h 528"/>
                  <a:gd name="T56" fmla="*/ 97 w 217"/>
                  <a:gd name="T57" fmla="*/ 201 h 528"/>
                  <a:gd name="T58" fmla="*/ 96 w 217"/>
                  <a:gd name="T59" fmla="*/ 181 h 528"/>
                  <a:gd name="T60" fmla="*/ 105 w 217"/>
                  <a:gd name="T61" fmla="*/ 172 h 528"/>
                  <a:gd name="T62" fmla="*/ 112 w 217"/>
                  <a:gd name="T63" fmla="*/ 172 h 528"/>
                  <a:gd name="T64" fmla="*/ 96 w 217"/>
                  <a:gd name="T65" fmla="*/ 138 h 528"/>
                  <a:gd name="T66" fmla="*/ 96 w 217"/>
                  <a:gd name="T67" fmla="*/ 133 h 528"/>
                  <a:gd name="T68" fmla="*/ 96 w 217"/>
                  <a:gd name="T69" fmla="*/ 125 h 528"/>
                  <a:gd name="T70" fmla="*/ 112 w 217"/>
                  <a:gd name="T71" fmla="*/ 118 h 528"/>
                  <a:gd name="T72" fmla="*/ 96 w 217"/>
                  <a:gd name="T73" fmla="*/ 98 h 528"/>
                  <a:gd name="T74" fmla="*/ 109 w 217"/>
                  <a:gd name="T75" fmla="*/ 89 h 528"/>
                  <a:gd name="T76" fmla="*/ 109 w 217"/>
                  <a:gd name="T77" fmla="*/ 64 h 528"/>
                  <a:gd name="T78" fmla="*/ 112 w 217"/>
                  <a:gd name="T79" fmla="*/ 61 h 528"/>
                  <a:gd name="T80" fmla="*/ 122 w 217"/>
                  <a:gd name="T81" fmla="*/ 50 h 528"/>
                  <a:gd name="T82" fmla="*/ 92 w 217"/>
                  <a:gd name="T83" fmla="*/ 271 h 528"/>
                  <a:gd name="T84" fmla="*/ 109 w 217"/>
                  <a:gd name="T85" fmla="*/ 295 h 528"/>
                  <a:gd name="T86" fmla="*/ 109 w 217"/>
                  <a:gd name="T87" fmla="*/ 315 h 528"/>
                  <a:gd name="T88" fmla="*/ 12 w 217"/>
                  <a:gd name="T89" fmla="*/ 74 h 528"/>
                  <a:gd name="T90" fmla="*/ 80 w 217"/>
                  <a:gd name="T91" fmla="*/ 52 h 528"/>
                  <a:gd name="T92" fmla="*/ 43 w 217"/>
                  <a:gd name="T93" fmla="*/ 148 h 528"/>
                  <a:gd name="T94" fmla="*/ 12 w 217"/>
                  <a:gd name="T95" fmla="*/ 229 h 528"/>
                  <a:gd name="T96" fmla="*/ 43 w 217"/>
                  <a:gd name="T97" fmla="*/ 219 h 528"/>
                  <a:gd name="T98" fmla="*/ 80 w 217"/>
                  <a:gd name="T99" fmla="*/ 329 h 528"/>
                  <a:gd name="T100" fmla="*/ 142 w 217"/>
                  <a:gd name="T101" fmla="*/ 350 h 528"/>
                  <a:gd name="T102" fmla="*/ 71 w 217"/>
                  <a:gd name="T103" fmla="*/ 371 h 528"/>
                  <a:gd name="T104" fmla="*/ 67 w 217"/>
                  <a:gd name="T105" fmla="*/ 389 h 528"/>
                  <a:gd name="T106" fmla="*/ 109 w 217"/>
                  <a:gd name="T107" fmla="*/ 424 h 528"/>
                  <a:gd name="T108" fmla="*/ 61 w 217"/>
                  <a:gd name="T109" fmla="*/ 416 h 528"/>
                  <a:gd name="T110" fmla="*/ 57 w 217"/>
                  <a:gd name="T111" fmla="*/ 437 h 528"/>
                  <a:gd name="T112" fmla="*/ 107 w 217"/>
                  <a:gd name="T113" fmla="*/ 464 h 528"/>
                  <a:gd name="T114" fmla="*/ 50 w 217"/>
                  <a:gd name="T115" fmla="*/ 467 h 528"/>
                  <a:gd name="T116" fmla="*/ 44 w 217"/>
                  <a:gd name="T117" fmla="*/ 499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17" h="528">
                    <a:moveTo>
                      <a:pt x="39" y="521"/>
                    </a:moveTo>
                    <a:cubicBezTo>
                      <a:pt x="178" y="521"/>
                      <a:pt x="178" y="521"/>
                      <a:pt x="178" y="521"/>
                    </a:cubicBezTo>
                    <a:cubicBezTo>
                      <a:pt x="180" y="528"/>
                      <a:pt x="180" y="528"/>
                      <a:pt x="180" y="528"/>
                    </a:cubicBezTo>
                    <a:cubicBezTo>
                      <a:pt x="196" y="528"/>
                      <a:pt x="196" y="528"/>
                      <a:pt x="196" y="528"/>
                    </a:cubicBezTo>
                    <a:cubicBezTo>
                      <a:pt x="163" y="372"/>
                      <a:pt x="163" y="372"/>
                      <a:pt x="163" y="372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2" y="371"/>
                      <a:pt x="162" y="371"/>
                      <a:pt x="162" y="371"/>
                    </a:cubicBezTo>
                    <a:cubicBezTo>
                      <a:pt x="137" y="252"/>
                      <a:pt x="137" y="252"/>
                      <a:pt x="137" y="252"/>
                    </a:cubicBezTo>
                    <a:cubicBezTo>
                      <a:pt x="137" y="234"/>
                      <a:pt x="137" y="234"/>
                      <a:pt x="137" y="234"/>
                    </a:cubicBezTo>
                    <a:cubicBezTo>
                      <a:pt x="211" y="234"/>
                      <a:pt x="211" y="234"/>
                      <a:pt x="211" y="234"/>
                    </a:cubicBezTo>
                    <a:cubicBezTo>
                      <a:pt x="211" y="258"/>
                      <a:pt x="211" y="258"/>
                      <a:pt x="211" y="258"/>
                    </a:cubicBezTo>
                    <a:cubicBezTo>
                      <a:pt x="211" y="259"/>
                      <a:pt x="212" y="260"/>
                      <a:pt x="214" y="260"/>
                    </a:cubicBezTo>
                    <a:cubicBezTo>
                      <a:pt x="216" y="260"/>
                      <a:pt x="217" y="259"/>
                      <a:pt x="217" y="258"/>
                    </a:cubicBezTo>
                    <a:cubicBezTo>
                      <a:pt x="217" y="229"/>
                      <a:pt x="217" y="229"/>
                      <a:pt x="217" y="229"/>
                    </a:cubicBezTo>
                    <a:cubicBezTo>
                      <a:pt x="215" y="229"/>
                      <a:pt x="215" y="229"/>
                      <a:pt x="215" y="229"/>
                    </a:cubicBezTo>
                    <a:cubicBezTo>
                      <a:pt x="137" y="203"/>
                      <a:pt x="137" y="203"/>
                      <a:pt x="137" y="203"/>
                    </a:cubicBezTo>
                    <a:cubicBezTo>
                      <a:pt x="137" y="163"/>
                      <a:pt x="137" y="163"/>
                      <a:pt x="137" y="163"/>
                    </a:cubicBezTo>
                    <a:cubicBezTo>
                      <a:pt x="211" y="163"/>
                      <a:pt x="211" y="163"/>
                      <a:pt x="211" y="163"/>
                    </a:cubicBezTo>
                    <a:cubicBezTo>
                      <a:pt x="211" y="187"/>
                      <a:pt x="211" y="187"/>
                      <a:pt x="211" y="187"/>
                    </a:cubicBezTo>
                    <a:cubicBezTo>
                      <a:pt x="211" y="188"/>
                      <a:pt x="212" y="189"/>
                      <a:pt x="214" y="189"/>
                    </a:cubicBezTo>
                    <a:cubicBezTo>
                      <a:pt x="216" y="189"/>
                      <a:pt x="217" y="188"/>
                      <a:pt x="217" y="187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215" y="158"/>
                      <a:pt x="215" y="158"/>
                      <a:pt x="215" y="158"/>
                    </a:cubicBezTo>
                    <a:cubicBezTo>
                      <a:pt x="137" y="132"/>
                      <a:pt x="137" y="132"/>
                      <a:pt x="137" y="132"/>
                    </a:cubicBezTo>
                    <a:cubicBezTo>
                      <a:pt x="137" y="79"/>
                      <a:pt x="137" y="79"/>
                      <a:pt x="137" y="79"/>
                    </a:cubicBezTo>
                    <a:cubicBezTo>
                      <a:pt x="211" y="79"/>
                      <a:pt x="211" y="79"/>
                      <a:pt x="211" y="79"/>
                    </a:cubicBezTo>
                    <a:cubicBezTo>
                      <a:pt x="211" y="103"/>
                      <a:pt x="211" y="103"/>
                      <a:pt x="211" y="103"/>
                    </a:cubicBezTo>
                    <a:cubicBezTo>
                      <a:pt x="211" y="104"/>
                      <a:pt x="212" y="105"/>
                      <a:pt x="214" y="105"/>
                    </a:cubicBezTo>
                    <a:cubicBezTo>
                      <a:pt x="216" y="105"/>
                      <a:pt x="217" y="104"/>
                      <a:pt x="217" y="103"/>
                    </a:cubicBezTo>
                    <a:cubicBezTo>
                      <a:pt x="217" y="74"/>
                      <a:pt x="217" y="74"/>
                      <a:pt x="217" y="74"/>
                    </a:cubicBezTo>
                    <a:cubicBezTo>
                      <a:pt x="215" y="74"/>
                      <a:pt x="215" y="74"/>
                      <a:pt x="215" y="74"/>
                    </a:cubicBezTo>
                    <a:cubicBezTo>
                      <a:pt x="137" y="48"/>
                      <a:pt x="137" y="48"/>
                      <a:pt x="137" y="48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85" y="45"/>
                      <a:pt x="85" y="45"/>
                      <a:pt x="85" y="45"/>
                    </a:cubicBezTo>
                    <a:cubicBezTo>
                      <a:pt x="80" y="47"/>
                      <a:pt x="80" y="47"/>
                      <a:pt x="80" y="47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2" y="105"/>
                      <a:pt x="3" y="105"/>
                    </a:cubicBezTo>
                    <a:cubicBezTo>
                      <a:pt x="5" y="105"/>
                      <a:pt x="7" y="104"/>
                      <a:pt x="7" y="103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80" y="79"/>
                      <a:pt x="80" y="79"/>
                      <a:pt x="80" y="79"/>
                    </a:cubicBezTo>
                    <a:cubicBezTo>
                      <a:pt x="80" y="132"/>
                      <a:pt x="80" y="132"/>
                      <a:pt x="80" y="132"/>
                    </a:cubicBezTo>
                    <a:cubicBezTo>
                      <a:pt x="2" y="158"/>
                      <a:pt x="2" y="158"/>
                      <a:pt x="2" y="15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88"/>
                      <a:pt x="2" y="189"/>
                      <a:pt x="3" y="189"/>
                    </a:cubicBezTo>
                    <a:cubicBezTo>
                      <a:pt x="5" y="189"/>
                      <a:pt x="7" y="188"/>
                      <a:pt x="7" y="187"/>
                    </a:cubicBezTo>
                    <a:cubicBezTo>
                      <a:pt x="7" y="163"/>
                      <a:pt x="7" y="163"/>
                      <a:pt x="7" y="163"/>
                    </a:cubicBezTo>
                    <a:cubicBezTo>
                      <a:pt x="80" y="163"/>
                      <a:pt x="80" y="163"/>
                      <a:pt x="80" y="163"/>
                    </a:cubicBezTo>
                    <a:cubicBezTo>
                      <a:pt x="80" y="203"/>
                      <a:pt x="80" y="203"/>
                      <a:pt x="80" y="203"/>
                    </a:cubicBezTo>
                    <a:cubicBezTo>
                      <a:pt x="2" y="229"/>
                      <a:pt x="2" y="229"/>
                      <a:pt x="2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9"/>
                      <a:pt x="2" y="260"/>
                      <a:pt x="3" y="260"/>
                    </a:cubicBezTo>
                    <a:cubicBezTo>
                      <a:pt x="5" y="260"/>
                      <a:pt x="7" y="259"/>
                      <a:pt x="7" y="258"/>
                    </a:cubicBezTo>
                    <a:cubicBezTo>
                      <a:pt x="7" y="234"/>
                      <a:pt x="7" y="234"/>
                      <a:pt x="7" y="234"/>
                    </a:cubicBezTo>
                    <a:cubicBezTo>
                      <a:pt x="80" y="234"/>
                      <a:pt x="80" y="234"/>
                      <a:pt x="80" y="234"/>
                    </a:cubicBezTo>
                    <a:cubicBezTo>
                      <a:pt x="80" y="252"/>
                      <a:pt x="80" y="252"/>
                      <a:pt x="80" y="252"/>
                    </a:cubicBezTo>
                    <a:cubicBezTo>
                      <a:pt x="55" y="371"/>
                      <a:pt x="55" y="371"/>
                      <a:pt x="55" y="371"/>
                    </a:cubicBezTo>
                    <a:cubicBezTo>
                      <a:pt x="54" y="371"/>
                      <a:pt x="54" y="371"/>
                      <a:pt x="54" y="371"/>
                    </a:cubicBezTo>
                    <a:cubicBezTo>
                      <a:pt x="55" y="372"/>
                      <a:pt x="55" y="372"/>
                      <a:pt x="55" y="372"/>
                    </a:cubicBezTo>
                    <a:cubicBezTo>
                      <a:pt x="22" y="528"/>
                      <a:pt x="22" y="528"/>
                      <a:pt x="22" y="528"/>
                    </a:cubicBezTo>
                    <a:cubicBezTo>
                      <a:pt x="37" y="528"/>
                      <a:pt x="37" y="528"/>
                      <a:pt x="37" y="528"/>
                    </a:cubicBezTo>
                    <a:lnTo>
                      <a:pt x="39" y="521"/>
                    </a:lnTo>
                    <a:close/>
                    <a:moveTo>
                      <a:pt x="179" y="65"/>
                    </a:moveTo>
                    <a:cubicBezTo>
                      <a:pt x="205" y="74"/>
                      <a:pt x="205" y="74"/>
                      <a:pt x="205" y="74"/>
                    </a:cubicBezTo>
                    <a:cubicBezTo>
                      <a:pt x="179" y="74"/>
                      <a:pt x="179" y="74"/>
                      <a:pt x="179" y="74"/>
                    </a:cubicBezTo>
                    <a:lnTo>
                      <a:pt x="179" y="65"/>
                    </a:lnTo>
                    <a:close/>
                    <a:moveTo>
                      <a:pt x="175" y="74"/>
                    </a:moveTo>
                    <a:cubicBezTo>
                      <a:pt x="144" y="74"/>
                      <a:pt x="144" y="74"/>
                      <a:pt x="144" y="74"/>
                    </a:cubicBezTo>
                    <a:cubicBezTo>
                      <a:pt x="175" y="66"/>
                      <a:pt x="175" y="66"/>
                      <a:pt x="175" y="66"/>
                    </a:cubicBezTo>
                    <a:lnTo>
                      <a:pt x="175" y="74"/>
                    </a:lnTo>
                    <a:close/>
                    <a:moveTo>
                      <a:pt x="137" y="52"/>
                    </a:moveTo>
                    <a:cubicBezTo>
                      <a:pt x="172" y="63"/>
                      <a:pt x="172" y="63"/>
                      <a:pt x="172" y="63"/>
                    </a:cubicBezTo>
                    <a:cubicBezTo>
                      <a:pt x="137" y="73"/>
                      <a:pt x="137" y="73"/>
                      <a:pt x="137" y="73"/>
                    </a:cubicBezTo>
                    <a:lnTo>
                      <a:pt x="137" y="52"/>
                    </a:lnTo>
                    <a:close/>
                    <a:moveTo>
                      <a:pt x="179" y="149"/>
                    </a:moveTo>
                    <a:cubicBezTo>
                      <a:pt x="205" y="158"/>
                      <a:pt x="205" y="158"/>
                      <a:pt x="205" y="158"/>
                    </a:cubicBezTo>
                    <a:cubicBezTo>
                      <a:pt x="179" y="158"/>
                      <a:pt x="179" y="158"/>
                      <a:pt x="179" y="158"/>
                    </a:cubicBezTo>
                    <a:lnTo>
                      <a:pt x="179" y="149"/>
                    </a:lnTo>
                    <a:close/>
                    <a:moveTo>
                      <a:pt x="175" y="158"/>
                    </a:moveTo>
                    <a:cubicBezTo>
                      <a:pt x="140" y="158"/>
                      <a:pt x="140" y="158"/>
                      <a:pt x="140" y="158"/>
                    </a:cubicBezTo>
                    <a:cubicBezTo>
                      <a:pt x="175" y="148"/>
                      <a:pt x="175" y="148"/>
                      <a:pt x="175" y="148"/>
                    </a:cubicBezTo>
                    <a:lnTo>
                      <a:pt x="175" y="158"/>
                    </a:lnTo>
                    <a:close/>
                    <a:moveTo>
                      <a:pt x="137" y="135"/>
                    </a:move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38" y="158"/>
                      <a:pt x="138" y="158"/>
                      <a:pt x="138" y="158"/>
                    </a:cubicBezTo>
                    <a:cubicBezTo>
                      <a:pt x="137" y="158"/>
                      <a:pt x="137" y="158"/>
                      <a:pt x="137" y="158"/>
                    </a:cubicBezTo>
                    <a:lnTo>
                      <a:pt x="137" y="135"/>
                    </a:lnTo>
                    <a:close/>
                    <a:moveTo>
                      <a:pt x="179" y="220"/>
                    </a:moveTo>
                    <a:cubicBezTo>
                      <a:pt x="205" y="229"/>
                      <a:pt x="205" y="229"/>
                      <a:pt x="205" y="229"/>
                    </a:cubicBezTo>
                    <a:cubicBezTo>
                      <a:pt x="179" y="229"/>
                      <a:pt x="179" y="229"/>
                      <a:pt x="179" y="229"/>
                    </a:cubicBezTo>
                    <a:lnTo>
                      <a:pt x="179" y="220"/>
                    </a:lnTo>
                    <a:close/>
                    <a:moveTo>
                      <a:pt x="175" y="229"/>
                    </a:moveTo>
                    <a:cubicBezTo>
                      <a:pt x="140" y="229"/>
                      <a:pt x="140" y="229"/>
                      <a:pt x="140" y="229"/>
                    </a:cubicBezTo>
                    <a:cubicBezTo>
                      <a:pt x="175" y="220"/>
                      <a:pt x="175" y="220"/>
                      <a:pt x="175" y="220"/>
                    </a:cubicBezTo>
                    <a:lnTo>
                      <a:pt x="175" y="229"/>
                    </a:lnTo>
                    <a:close/>
                    <a:moveTo>
                      <a:pt x="137" y="207"/>
                    </a:moveTo>
                    <a:cubicBezTo>
                      <a:pt x="174" y="219"/>
                      <a:pt x="174" y="219"/>
                      <a:pt x="174" y="219"/>
                    </a:cubicBezTo>
                    <a:cubicBezTo>
                      <a:pt x="138" y="229"/>
                      <a:pt x="138" y="229"/>
                      <a:pt x="138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lnTo>
                      <a:pt x="137" y="207"/>
                    </a:lnTo>
                    <a:close/>
                    <a:moveTo>
                      <a:pt x="178" y="518"/>
                    </a:moveTo>
                    <a:cubicBezTo>
                      <a:pt x="115" y="518"/>
                      <a:pt x="115" y="518"/>
                      <a:pt x="115" y="518"/>
                    </a:cubicBezTo>
                    <a:cubicBezTo>
                      <a:pt x="140" y="497"/>
                      <a:pt x="140" y="497"/>
                      <a:pt x="140" y="497"/>
                    </a:cubicBezTo>
                    <a:cubicBezTo>
                      <a:pt x="177" y="515"/>
                      <a:pt x="177" y="515"/>
                      <a:pt x="177" y="515"/>
                    </a:cubicBezTo>
                    <a:lnTo>
                      <a:pt x="178" y="518"/>
                    </a:lnTo>
                    <a:close/>
                    <a:moveTo>
                      <a:pt x="176" y="510"/>
                    </a:moveTo>
                    <a:cubicBezTo>
                      <a:pt x="152" y="499"/>
                      <a:pt x="152" y="499"/>
                      <a:pt x="152" y="499"/>
                    </a:cubicBezTo>
                    <a:cubicBezTo>
                      <a:pt x="174" y="499"/>
                      <a:pt x="174" y="499"/>
                      <a:pt x="174" y="499"/>
                    </a:cubicBezTo>
                    <a:lnTo>
                      <a:pt x="176" y="510"/>
                    </a:lnTo>
                    <a:close/>
                    <a:moveTo>
                      <a:pt x="173" y="495"/>
                    </a:moveTo>
                    <a:cubicBezTo>
                      <a:pt x="143" y="495"/>
                      <a:pt x="143" y="495"/>
                      <a:pt x="143" y="495"/>
                    </a:cubicBezTo>
                    <a:cubicBezTo>
                      <a:pt x="168" y="474"/>
                      <a:pt x="168" y="474"/>
                      <a:pt x="168" y="474"/>
                    </a:cubicBezTo>
                    <a:lnTo>
                      <a:pt x="173" y="495"/>
                    </a:lnTo>
                    <a:close/>
                    <a:moveTo>
                      <a:pt x="166" y="464"/>
                    </a:moveTo>
                    <a:cubicBezTo>
                      <a:pt x="110" y="464"/>
                      <a:pt x="110" y="464"/>
                      <a:pt x="110" y="464"/>
                    </a:cubicBezTo>
                    <a:cubicBezTo>
                      <a:pt x="110" y="429"/>
                      <a:pt x="110" y="429"/>
                      <a:pt x="110" y="429"/>
                    </a:cubicBezTo>
                    <a:cubicBezTo>
                      <a:pt x="166" y="462"/>
                      <a:pt x="166" y="462"/>
                      <a:pt x="166" y="462"/>
                    </a:cubicBezTo>
                    <a:lnTo>
                      <a:pt x="166" y="464"/>
                    </a:lnTo>
                    <a:close/>
                    <a:moveTo>
                      <a:pt x="113" y="426"/>
                    </a:moveTo>
                    <a:cubicBezTo>
                      <a:pt x="156" y="420"/>
                      <a:pt x="156" y="420"/>
                      <a:pt x="156" y="420"/>
                    </a:cubicBezTo>
                    <a:cubicBezTo>
                      <a:pt x="134" y="439"/>
                      <a:pt x="134" y="439"/>
                      <a:pt x="134" y="439"/>
                    </a:cubicBezTo>
                    <a:lnTo>
                      <a:pt x="113" y="426"/>
                    </a:lnTo>
                    <a:close/>
                    <a:moveTo>
                      <a:pt x="165" y="457"/>
                    </a:moveTo>
                    <a:cubicBezTo>
                      <a:pt x="138" y="441"/>
                      <a:pt x="138" y="441"/>
                      <a:pt x="138" y="441"/>
                    </a:cubicBezTo>
                    <a:cubicBezTo>
                      <a:pt x="161" y="441"/>
                      <a:pt x="161" y="441"/>
                      <a:pt x="161" y="441"/>
                    </a:cubicBezTo>
                    <a:lnTo>
                      <a:pt x="165" y="457"/>
                    </a:lnTo>
                    <a:close/>
                    <a:moveTo>
                      <a:pt x="161" y="437"/>
                    </a:moveTo>
                    <a:cubicBezTo>
                      <a:pt x="143" y="437"/>
                      <a:pt x="143" y="437"/>
                      <a:pt x="143" y="437"/>
                    </a:cubicBezTo>
                    <a:cubicBezTo>
                      <a:pt x="158" y="424"/>
                      <a:pt x="158" y="424"/>
                      <a:pt x="158" y="424"/>
                    </a:cubicBezTo>
                    <a:lnTo>
                      <a:pt x="161" y="437"/>
                    </a:lnTo>
                    <a:close/>
                    <a:moveTo>
                      <a:pt x="156" y="416"/>
                    </a:moveTo>
                    <a:cubicBezTo>
                      <a:pt x="120" y="422"/>
                      <a:pt x="120" y="422"/>
                      <a:pt x="120" y="422"/>
                    </a:cubicBezTo>
                    <a:cubicBezTo>
                      <a:pt x="153" y="402"/>
                      <a:pt x="153" y="402"/>
                      <a:pt x="153" y="402"/>
                    </a:cubicBezTo>
                    <a:lnTo>
                      <a:pt x="156" y="416"/>
                    </a:lnTo>
                    <a:close/>
                    <a:moveTo>
                      <a:pt x="151" y="389"/>
                    </a:moveTo>
                    <a:cubicBezTo>
                      <a:pt x="118" y="382"/>
                      <a:pt x="118" y="382"/>
                      <a:pt x="118" y="382"/>
                    </a:cubicBezTo>
                    <a:cubicBezTo>
                      <a:pt x="148" y="375"/>
                      <a:pt x="148" y="375"/>
                      <a:pt x="148" y="375"/>
                    </a:cubicBezTo>
                    <a:lnTo>
                      <a:pt x="151" y="389"/>
                    </a:lnTo>
                    <a:close/>
                    <a:moveTo>
                      <a:pt x="140" y="391"/>
                    </a:moveTo>
                    <a:cubicBezTo>
                      <a:pt x="77" y="391"/>
                      <a:pt x="77" y="391"/>
                      <a:pt x="77" y="391"/>
                    </a:cubicBezTo>
                    <a:cubicBezTo>
                      <a:pt x="109" y="384"/>
                      <a:pt x="109" y="384"/>
                      <a:pt x="109" y="384"/>
                    </a:cubicBezTo>
                    <a:lnTo>
                      <a:pt x="140" y="391"/>
                    </a:lnTo>
                    <a:close/>
                    <a:moveTo>
                      <a:pt x="146" y="367"/>
                    </a:moveTo>
                    <a:cubicBezTo>
                      <a:pt x="117" y="360"/>
                      <a:pt x="117" y="360"/>
                      <a:pt x="117" y="360"/>
                    </a:cubicBezTo>
                    <a:cubicBezTo>
                      <a:pt x="143" y="354"/>
                      <a:pt x="143" y="354"/>
                      <a:pt x="143" y="354"/>
                    </a:cubicBezTo>
                    <a:lnTo>
                      <a:pt x="146" y="367"/>
                    </a:lnTo>
                    <a:close/>
                    <a:moveTo>
                      <a:pt x="141" y="345"/>
                    </a:moveTo>
                    <a:cubicBezTo>
                      <a:pt x="116" y="339"/>
                      <a:pt x="116" y="339"/>
                      <a:pt x="116" y="339"/>
                    </a:cubicBezTo>
                    <a:cubicBezTo>
                      <a:pt x="139" y="333"/>
                      <a:pt x="139" y="333"/>
                      <a:pt x="139" y="333"/>
                    </a:cubicBezTo>
                    <a:lnTo>
                      <a:pt x="141" y="345"/>
                    </a:lnTo>
                    <a:close/>
                    <a:moveTo>
                      <a:pt x="137" y="323"/>
                    </a:moveTo>
                    <a:cubicBezTo>
                      <a:pt x="115" y="317"/>
                      <a:pt x="115" y="317"/>
                      <a:pt x="115" y="317"/>
                    </a:cubicBezTo>
                    <a:cubicBezTo>
                      <a:pt x="134" y="311"/>
                      <a:pt x="134" y="311"/>
                      <a:pt x="134" y="311"/>
                    </a:cubicBezTo>
                    <a:lnTo>
                      <a:pt x="137" y="323"/>
                    </a:lnTo>
                    <a:close/>
                    <a:moveTo>
                      <a:pt x="132" y="303"/>
                    </a:moveTo>
                    <a:cubicBezTo>
                      <a:pt x="115" y="297"/>
                      <a:pt x="115" y="297"/>
                      <a:pt x="115" y="297"/>
                    </a:cubicBezTo>
                    <a:cubicBezTo>
                      <a:pt x="130" y="291"/>
                      <a:pt x="130" y="291"/>
                      <a:pt x="130" y="291"/>
                    </a:cubicBezTo>
                    <a:lnTo>
                      <a:pt x="132" y="303"/>
                    </a:lnTo>
                    <a:close/>
                    <a:moveTo>
                      <a:pt x="128" y="282"/>
                    </a:moveTo>
                    <a:cubicBezTo>
                      <a:pt x="114" y="276"/>
                      <a:pt x="114" y="276"/>
                      <a:pt x="114" y="276"/>
                    </a:cubicBezTo>
                    <a:cubicBezTo>
                      <a:pt x="126" y="271"/>
                      <a:pt x="126" y="271"/>
                      <a:pt x="126" y="271"/>
                    </a:cubicBezTo>
                    <a:lnTo>
                      <a:pt x="128" y="282"/>
                    </a:lnTo>
                    <a:close/>
                    <a:moveTo>
                      <a:pt x="123" y="34"/>
                    </a:moveTo>
                    <a:cubicBezTo>
                      <a:pt x="111" y="14"/>
                      <a:pt x="111" y="14"/>
                      <a:pt x="111" y="14"/>
                    </a:cubicBezTo>
                    <a:cubicBezTo>
                      <a:pt x="115" y="7"/>
                      <a:pt x="115" y="7"/>
                      <a:pt x="115" y="7"/>
                    </a:cubicBezTo>
                    <a:lnTo>
                      <a:pt x="123" y="34"/>
                    </a:lnTo>
                    <a:close/>
                    <a:moveTo>
                      <a:pt x="112" y="4"/>
                    </a:moveTo>
                    <a:cubicBezTo>
                      <a:pt x="109" y="10"/>
                      <a:pt x="109" y="10"/>
                      <a:pt x="109" y="10"/>
                    </a:cubicBezTo>
                    <a:cubicBezTo>
                      <a:pt x="105" y="4"/>
                      <a:pt x="105" y="4"/>
                      <a:pt x="105" y="4"/>
                    </a:cubicBezTo>
                    <a:lnTo>
                      <a:pt x="112" y="4"/>
                    </a:lnTo>
                    <a:close/>
                    <a:moveTo>
                      <a:pt x="103" y="7"/>
                    </a:moveTo>
                    <a:cubicBezTo>
                      <a:pt x="106" y="14"/>
                      <a:pt x="106" y="14"/>
                      <a:pt x="106" y="14"/>
                    </a:cubicBezTo>
                    <a:cubicBezTo>
                      <a:pt x="95" y="34"/>
                      <a:pt x="95" y="34"/>
                      <a:pt x="95" y="34"/>
                    </a:cubicBezTo>
                    <a:lnTo>
                      <a:pt x="103" y="7"/>
                    </a:lnTo>
                    <a:close/>
                    <a:moveTo>
                      <a:pt x="109" y="18"/>
                    </a:moveTo>
                    <a:cubicBezTo>
                      <a:pt x="124" y="44"/>
                      <a:pt x="124" y="44"/>
                      <a:pt x="124" y="4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2" y="46"/>
                      <a:pt x="122" y="46"/>
                      <a:pt x="122" y="46"/>
                    </a:cubicBezTo>
                    <a:cubicBezTo>
                      <a:pt x="96" y="46"/>
                      <a:pt x="96" y="46"/>
                      <a:pt x="96" y="46"/>
                    </a:cubicBezTo>
                    <a:cubicBezTo>
                      <a:pt x="96" y="42"/>
                      <a:pt x="96" y="42"/>
                      <a:pt x="96" y="42"/>
                    </a:cubicBezTo>
                    <a:cubicBezTo>
                      <a:pt x="94" y="42"/>
                      <a:pt x="94" y="42"/>
                      <a:pt x="94" y="42"/>
                    </a:cubicBezTo>
                    <a:lnTo>
                      <a:pt x="109" y="18"/>
                    </a:lnTo>
                    <a:close/>
                    <a:moveTo>
                      <a:pt x="105" y="243"/>
                    </a:moveTo>
                    <a:cubicBezTo>
                      <a:pt x="96" y="248"/>
                      <a:pt x="96" y="248"/>
                      <a:pt x="96" y="248"/>
                    </a:cubicBezTo>
                    <a:cubicBezTo>
                      <a:pt x="96" y="237"/>
                      <a:pt x="96" y="237"/>
                      <a:pt x="96" y="237"/>
                    </a:cubicBezTo>
                    <a:lnTo>
                      <a:pt x="105" y="243"/>
                    </a:lnTo>
                    <a:close/>
                    <a:moveTo>
                      <a:pt x="97" y="234"/>
                    </a:moveTo>
                    <a:cubicBezTo>
                      <a:pt x="121" y="234"/>
                      <a:pt x="121" y="234"/>
                      <a:pt x="121" y="234"/>
                    </a:cubicBezTo>
                    <a:cubicBezTo>
                      <a:pt x="109" y="241"/>
                      <a:pt x="109" y="241"/>
                      <a:pt x="109" y="241"/>
                    </a:cubicBezTo>
                    <a:lnTo>
                      <a:pt x="97" y="234"/>
                    </a:lnTo>
                    <a:close/>
                    <a:moveTo>
                      <a:pt x="109" y="245"/>
                    </a:moveTo>
                    <a:cubicBezTo>
                      <a:pt x="121" y="252"/>
                      <a:pt x="121" y="252"/>
                      <a:pt x="121" y="252"/>
                    </a:cubicBezTo>
                    <a:cubicBezTo>
                      <a:pt x="96" y="252"/>
                      <a:pt x="96" y="252"/>
                      <a:pt x="96" y="252"/>
                    </a:cubicBezTo>
                    <a:lnTo>
                      <a:pt x="109" y="245"/>
                    </a:lnTo>
                    <a:close/>
                    <a:moveTo>
                      <a:pt x="112" y="243"/>
                    </a:moveTo>
                    <a:cubicBezTo>
                      <a:pt x="122" y="237"/>
                      <a:pt x="122" y="237"/>
                      <a:pt x="122" y="237"/>
                    </a:cubicBezTo>
                    <a:cubicBezTo>
                      <a:pt x="122" y="248"/>
                      <a:pt x="122" y="248"/>
                      <a:pt x="122" y="248"/>
                    </a:cubicBezTo>
                    <a:lnTo>
                      <a:pt x="112" y="243"/>
                    </a:lnTo>
                    <a:close/>
                    <a:moveTo>
                      <a:pt x="96" y="229"/>
                    </a:moveTo>
                    <a:cubicBezTo>
                      <a:pt x="96" y="228"/>
                      <a:pt x="96" y="228"/>
                      <a:pt x="96" y="228"/>
                    </a:cubicBezTo>
                    <a:cubicBezTo>
                      <a:pt x="109" y="219"/>
                      <a:pt x="109" y="219"/>
                      <a:pt x="109" y="219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29"/>
                      <a:pt x="122" y="229"/>
                      <a:pt x="122" y="229"/>
                    </a:cubicBezTo>
                    <a:lnTo>
                      <a:pt x="96" y="229"/>
                    </a:lnTo>
                    <a:close/>
                    <a:moveTo>
                      <a:pt x="96" y="223"/>
                    </a:moveTo>
                    <a:cubicBezTo>
                      <a:pt x="96" y="209"/>
                      <a:pt x="96" y="209"/>
                      <a:pt x="96" y="209"/>
                    </a:cubicBezTo>
                    <a:cubicBezTo>
                      <a:pt x="105" y="216"/>
                      <a:pt x="105" y="216"/>
                      <a:pt x="105" y="216"/>
                    </a:cubicBezTo>
                    <a:lnTo>
                      <a:pt x="96" y="223"/>
                    </a:lnTo>
                    <a:close/>
                    <a:moveTo>
                      <a:pt x="112" y="216"/>
                    </a:moveTo>
                    <a:cubicBezTo>
                      <a:pt x="122" y="209"/>
                      <a:pt x="122" y="209"/>
                      <a:pt x="122" y="209"/>
                    </a:cubicBezTo>
                    <a:cubicBezTo>
                      <a:pt x="122" y="223"/>
                      <a:pt x="122" y="223"/>
                      <a:pt x="122" y="223"/>
                    </a:cubicBezTo>
                    <a:lnTo>
                      <a:pt x="112" y="216"/>
                    </a:lnTo>
                    <a:close/>
                    <a:moveTo>
                      <a:pt x="109" y="214"/>
                    </a:moveTo>
                    <a:cubicBezTo>
                      <a:pt x="96" y="205"/>
                      <a:pt x="96" y="205"/>
                      <a:pt x="96" y="205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122" y="204"/>
                      <a:pt x="122" y="204"/>
                      <a:pt x="122" y="204"/>
                    </a:cubicBezTo>
                    <a:cubicBezTo>
                      <a:pt x="122" y="205"/>
                      <a:pt x="122" y="205"/>
                      <a:pt x="122" y="205"/>
                    </a:cubicBezTo>
                    <a:lnTo>
                      <a:pt x="109" y="214"/>
                    </a:lnTo>
                    <a:close/>
                    <a:moveTo>
                      <a:pt x="96" y="197"/>
                    </a:moveTo>
                    <a:cubicBezTo>
                      <a:pt x="96" y="186"/>
                      <a:pt x="96" y="186"/>
                      <a:pt x="96" y="186"/>
                    </a:cubicBezTo>
                    <a:cubicBezTo>
                      <a:pt x="105" y="192"/>
                      <a:pt x="105" y="192"/>
                      <a:pt x="105" y="192"/>
                    </a:cubicBezTo>
                    <a:lnTo>
                      <a:pt x="96" y="197"/>
                    </a:lnTo>
                    <a:close/>
                    <a:moveTo>
                      <a:pt x="109" y="194"/>
                    </a:moveTo>
                    <a:cubicBezTo>
                      <a:pt x="121" y="201"/>
                      <a:pt x="121" y="201"/>
                      <a:pt x="121" y="201"/>
                    </a:cubicBezTo>
                    <a:cubicBezTo>
                      <a:pt x="97" y="201"/>
                      <a:pt x="97" y="201"/>
                      <a:pt x="97" y="201"/>
                    </a:cubicBezTo>
                    <a:lnTo>
                      <a:pt x="109" y="194"/>
                    </a:lnTo>
                    <a:close/>
                    <a:moveTo>
                      <a:pt x="112" y="192"/>
                    </a:moveTo>
                    <a:cubicBezTo>
                      <a:pt x="122" y="186"/>
                      <a:pt x="122" y="186"/>
                      <a:pt x="122" y="186"/>
                    </a:cubicBezTo>
                    <a:cubicBezTo>
                      <a:pt x="122" y="197"/>
                      <a:pt x="122" y="197"/>
                      <a:pt x="122" y="197"/>
                    </a:cubicBezTo>
                    <a:lnTo>
                      <a:pt x="112" y="192"/>
                    </a:lnTo>
                    <a:close/>
                    <a:moveTo>
                      <a:pt x="109" y="190"/>
                    </a:moveTo>
                    <a:cubicBezTo>
                      <a:pt x="96" y="183"/>
                      <a:pt x="96" y="183"/>
                      <a:pt x="96" y="183"/>
                    </a:cubicBezTo>
                    <a:cubicBezTo>
                      <a:pt x="96" y="181"/>
                      <a:pt x="96" y="181"/>
                      <a:pt x="96" y="181"/>
                    </a:cubicBezTo>
                    <a:cubicBezTo>
                      <a:pt x="109" y="174"/>
                      <a:pt x="109" y="174"/>
                      <a:pt x="109" y="174"/>
                    </a:cubicBezTo>
                    <a:cubicBezTo>
                      <a:pt x="122" y="181"/>
                      <a:pt x="122" y="181"/>
                      <a:pt x="122" y="181"/>
                    </a:cubicBezTo>
                    <a:cubicBezTo>
                      <a:pt x="122" y="183"/>
                      <a:pt x="122" y="183"/>
                      <a:pt x="122" y="183"/>
                    </a:cubicBezTo>
                    <a:lnTo>
                      <a:pt x="109" y="190"/>
                    </a:lnTo>
                    <a:close/>
                    <a:moveTo>
                      <a:pt x="105" y="172"/>
                    </a:moveTo>
                    <a:cubicBezTo>
                      <a:pt x="96" y="177"/>
                      <a:pt x="96" y="177"/>
                      <a:pt x="96" y="177"/>
                    </a:cubicBezTo>
                    <a:cubicBezTo>
                      <a:pt x="96" y="166"/>
                      <a:pt x="96" y="166"/>
                      <a:pt x="96" y="166"/>
                    </a:cubicBezTo>
                    <a:lnTo>
                      <a:pt x="105" y="172"/>
                    </a:lnTo>
                    <a:close/>
                    <a:moveTo>
                      <a:pt x="96" y="163"/>
                    </a:moveTo>
                    <a:cubicBezTo>
                      <a:pt x="121" y="163"/>
                      <a:pt x="121" y="163"/>
                      <a:pt x="121" y="163"/>
                    </a:cubicBezTo>
                    <a:cubicBezTo>
                      <a:pt x="109" y="170"/>
                      <a:pt x="109" y="170"/>
                      <a:pt x="109" y="170"/>
                    </a:cubicBezTo>
                    <a:lnTo>
                      <a:pt x="96" y="163"/>
                    </a:lnTo>
                    <a:close/>
                    <a:moveTo>
                      <a:pt x="112" y="172"/>
                    </a:moveTo>
                    <a:cubicBezTo>
                      <a:pt x="122" y="166"/>
                      <a:pt x="122" y="166"/>
                      <a:pt x="122" y="166"/>
                    </a:cubicBezTo>
                    <a:cubicBezTo>
                      <a:pt x="122" y="177"/>
                      <a:pt x="122" y="177"/>
                      <a:pt x="122" y="177"/>
                    </a:cubicBezTo>
                    <a:lnTo>
                      <a:pt x="112" y="172"/>
                    </a:lnTo>
                    <a:close/>
                    <a:moveTo>
                      <a:pt x="96" y="158"/>
                    </a:moveTo>
                    <a:cubicBezTo>
                      <a:pt x="96" y="157"/>
                      <a:pt x="96" y="157"/>
                      <a:pt x="96" y="157"/>
                    </a:cubicBezTo>
                    <a:cubicBezTo>
                      <a:pt x="109" y="147"/>
                      <a:pt x="109" y="147"/>
                      <a:pt x="109" y="147"/>
                    </a:cubicBezTo>
                    <a:cubicBezTo>
                      <a:pt x="122" y="157"/>
                      <a:pt x="122" y="157"/>
                      <a:pt x="122" y="157"/>
                    </a:cubicBezTo>
                    <a:cubicBezTo>
                      <a:pt x="122" y="158"/>
                      <a:pt x="122" y="158"/>
                      <a:pt x="122" y="158"/>
                    </a:cubicBezTo>
                    <a:lnTo>
                      <a:pt x="96" y="158"/>
                    </a:lnTo>
                    <a:close/>
                    <a:moveTo>
                      <a:pt x="96" y="152"/>
                    </a:moveTo>
                    <a:cubicBezTo>
                      <a:pt x="96" y="138"/>
                      <a:pt x="96" y="138"/>
                      <a:pt x="96" y="138"/>
                    </a:cubicBezTo>
                    <a:cubicBezTo>
                      <a:pt x="105" y="145"/>
                      <a:pt x="105" y="145"/>
                      <a:pt x="105" y="145"/>
                    </a:cubicBezTo>
                    <a:lnTo>
                      <a:pt x="96" y="152"/>
                    </a:lnTo>
                    <a:close/>
                    <a:moveTo>
                      <a:pt x="112" y="145"/>
                    </a:moveTo>
                    <a:cubicBezTo>
                      <a:pt x="122" y="138"/>
                      <a:pt x="122" y="138"/>
                      <a:pt x="122" y="138"/>
                    </a:cubicBezTo>
                    <a:cubicBezTo>
                      <a:pt x="122" y="152"/>
                      <a:pt x="122" y="152"/>
                      <a:pt x="122" y="152"/>
                    </a:cubicBezTo>
                    <a:lnTo>
                      <a:pt x="112" y="145"/>
                    </a:lnTo>
                    <a:close/>
                    <a:moveTo>
                      <a:pt x="109" y="143"/>
                    </a:moveTo>
                    <a:cubicBezTo>
                      <a:pt x="96" y="133"/>
                      <a:pt x="96" y="133"/>
                      <a:pt x="96" y="133"/>
                    </a:cubicBezTo>
                    <a:cubicBezTo>
                      <a:pt x="96" y="132"/>
                      <a:pt x="96" y="132"/>
                      <a:pt x="96" y="132"/>
                    </a:cubicBezTo>
                    <a:cubicBezTo>
                      <a:pt x="122" y="132"/>
                      <a:pt x="122" y="132"/>
                      <a:pt x="122" y="132"/>
                    </a:cubicBezTo>
                    <a:cubicBezTo>
                      <a:pt x="122" y="133"/>
                      <a:pt x="122" y="133"/>
                      <a:pt x="122" y="133"/>
                    </a:cubicBezTo>
                    <a:lnTo>
                      <a:pt x="109" y="143"/>
                    </a:lnTo>
                    <a:close/>
                    <a:moveTo>
                      <a:pt x="96" y="125"/>
                    </a:moveTo>
                    <a:cubicBezTo>
                      <a:pt x="96" y="111"/>
                      <a:pt x="96" y="111"/>
                      <a:pt x="96" y="111"/>
                    </a:cubicBezTo>
                    <a:cubicBezTo>
                      <a:pt x="106" y="118"/>
                      <a:pt x="106" y="118"/>
                      <a:pt x="106" y="118"/>
                    </a:cubicBezTo>
                    <a:lnTo>
                      <a:pt x="96" y="125"/>
                    </a:lnTo>
                    <a:close/>
                    <a:moveTo>
                      <a:pt x="109" y="120"/>
                    </a:moveTo>
                    <a:cubicBezTo>
                      <a:pt x="122" y="129"/>
                      <a:pt x="122" y="129"/>
                      <a:pt x="122" y="129"/>
                    </a:cubicBezTo>
                    <a:cubicBezTo>
                      <a:pt x="96" y="129"/>
                      <a:pt x="96" y="129"/>
                      <a:pt x="96" y="129"/>
                    </a:cubicBezTo>
                    <a:lnTo>
                      <a:pt x="109" y="120"/>
                    </a:lnTo>
                    <a:close/>
                    <a:moveTo>
                      <a:pt x="112" y="118"/>
                    </a:move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2" y="125"/>
                      <a:pt x="122" y="125"/>
                      <a:pt x="122" y="125"/>
                    </a:cubicBezTo>
                    <a:lnTo>
                      <a:pt x="112" y="118"/>
                    </a:lnTo>
                    <a:close/>
                    <a:moveTo>
                      <a:pt x="109" y="116"/>
                    </a:moveTo>
                    <a:cubicBezTo>
                      <a:pt x="96" y="107"/>
                      <a:pt x="96" y="107"/>
                      <a:pt x="96" y="107"/>
                    </a:cubicBezTo>
                    <a:cubicBezTo>
                      <a:pt x="96" y="103"/>
                      <a:pt x="96" y="103"/>
                      <a:pt x="96" y="103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22" y="107"/>
                      <a:pt x="122" y="107"/>
                      <a:pt x="122" y="107"/>
                    </a:cubicBezTo>
                    <a:lnTo>
                      <a:pt x="109" y="116"/>
                    </a:lnTo>
                    <a:close/>
                    <a:moveTo>
                      <a:pt x="96" y="98"/>
                    </a:moveTo>
                    <a:cubicBezTo>
                      <a:pt x="96" y="84"/>
                      <a:pt x="96" y="84"/>
                      <a:pt x="96" y="84"/>
                    </a:cubicBezTo>
                    <a:cubicBezTo>
                      <a:pt x="106" y="91"/>
                      <a:pt x="106" y="91"/>
                      <a:pt x="106" y="91"/>
                    </a:cubicBezTo>
                    <a:lnTo>
                      <a:pt x="96" y="98"/>
                    </a:lnTo>
                    <a:close/>
                    <a:moveTo>
                      <a:pt x="112" y="91"/>
                    </a:moveTo>
                    <a:cubicBezTo>
                      <a:pt x="122" y="84"/>
                      <a:pt x="122" y="84"/>
                      <a:pt x="122" y="84"/>
                    </a:cubicBezTo>
                    <a:cubicBezTo>
                      <a:pt x="122" y="98"/>
                      <a:pt x="122" y="98"/>
                      <a:pt x="122" y="98"/>
                    </a:cubicBezTo>
                    <a:lnTo>
                      <a:pt x="112" y="91"/>
                    </a:lnTo>
                    <a:close/>
                    <a:moveTo>
                      <a:pt x="109" y="89"/>
                    </a:moveTo>
                    <a:cubicBezTo>
                      <a:pt x="96" y="80"/>
                      <a:pt x="96" y="80"/>
                      <a:pt x="96" y="80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122" y="79"/>
                      <a:pt x="122" y="79"/>
                      <a:pt x="122" y="79"/>
                    </a:cubicBezTo>
                    <a:cubicBezTo>
                      <a:pt x="122" y="80"/>
                      <a:pt x="122" y="80"/>
                      <a:pt x="122" y="80"/>
                    </a:cubicBezTo>
                    <a:lnTo>
                      <a:pt x="109" y="89"/>
                    </a:lnTo>
                    <a:close/>
                    <a:moveTo>
                      <a:pt x="96" y="74"/>
                    </a:moveTo>
                    <a:cubicBezTo>
                      <a:pt x="96" y="73"/>
                      <a:pt x="96" y="73"/>
                      <a:pt x="96" y="73"/>
                    </a:cubicBezTo>
                    <a:cubicBezTo>
                      <a:pt x="109" y="64"/>
                      <a:pt x="109" y="64"/>
                      <a:pt x="109" y="64"/>
                    </a:cubicBezTo>
                    <a:cubicBezTo>
                      <a:pt x="122" y="73"/>
                      <a:pt x="122" y="73"/>
                      <a:pt x="122" y="73"/>
                    </a:cubicBezTo>
                    <a:cubicBezTo>
                      <a:pt x="122" y="74"/>
                      <a:pt x="122" y="74"/>
                      <a:pt x="122" y="74"/>
                    </a:cubicBezTo>
                    <a:lnTo>
                      <a:pt x="96" y="74"/>
                    </a:lnTo>
                    <a:close/>
                    <a:moveTo>
                      <a:pt x="96" y="68"/>
                    </a:moveTo>
                    <a:cubicBezTo>
                      <a:pt x="96" y="55"/>
                      <a:pt x="96" y="55"/>
                      <a:pt x="96" y="55"/>
                    </a:cubicBezTo>
                    <a:cubicBezTo>
                      <a:pt x="105" y="61"/>
                      <a:pt x="105" y="61"/>
                      <a:pt x="105" y="61"/>
                    </a:cubicBezTo>
                    <a:lnTo>
                      <a:pt x="96" y="68"/>
                    </a:lnTo>
                    <a:close/>
                    <a:moveTo>
                      <a:pt x="112" y="61"/>
                    </a:moveTo>
                    <a:cubicBezTo>
                      <a:pt x="122" y="55"/>
                      <a:pt x="122" y="55"/>
                      <a:pt x="122" y="55"/>
                    </a:cubicBezTo>
                    <a:cubicBezTo>
                      <a:pt x="122" y="68"/>
                      <a:pt x="122" y="68"/>
                      <a:pt x="122" y="68"/>
                    </a:cubicBezTo>
                    <a:lnTo>
                      <a:pt x="112" y="61"/>
                    </a:lnTo>
                    <a:close/>
                    <a:moveTo>
                      <a:pt x="109" y="59"/>
                    </a:moveTo>
                    <a:cubicBezTo>
                      <a:pt x="96" y="50"/>
                      <a:pt x="96" y="50"/>
                      <a:pt x="96" y="50"/>
                    </a:cubicBezTo>
                    <a:cubicBezTo>
                      <a:pt x="96" y="49"/>
                      <a:pt x="96" y="49"/>
                      <a:pt x="96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50"/>
                      <a:pt x="122" y="50"/>
                      <a:pt x="122" y="50"/>
                    </a:cubicBezTo>
                    <a:lnTo>
                      <a:pt x="109" y="59"/>
                    </a:lnTo>
                    <a:close/>
                    <a:moveTo>
                      <a:pt x="95" y="255"/>
                    </a:moveTo>
                    <a:cubicBezTo>
                      <a:pt x="122" y="255"/>
                      <a:pt x="122" y="255"/>
                      <a:pt x="122" y="255"/>
                    </a:cubicBezTo>
                    <a:cubicBezTo>
                      <a:pt x="125" y="267"/>
                      <a:pt x="125" y="267"/>
                      <a:pt x="125" y="267"/>
                    </a:cubicBezTo>
                    <a:cubicBezTo>
                      <a:pt x="109" y="274"/>
                      <a:pt x="109" y="274"/>
                      <a:pt x="109" y="274"/>
                    </a:cubicBezTo>
                    <a:cubicBezTo>
                      <a:pt x="93" y="267"/>
                      <a:pt x="93" y="267"/>
                      <a:pt x="93" y="267"/>
                    </a:cubicBezTo>
                    <a:lnTo>
                      <a:pt x="95" y="255"/>
                    </a:lnTo>
                    <a:close/>
                    <a:moveTo>
                      <a:pt x="92" y="271"/>
                    </a:moveTo>
                    <a:cubicBezTo>
                      <a:pt x="104" y="276"/>
                      <a:pt x="104" y="276"/>
                      <a:pt x="104" y="276"/>
                    </a:cubicBezTo>
                    <a:cubicBezTo>
                      <a:pt x="89" y="282"/>
                      <a:pt x="89" y="282"/>
                      <a:pt x="89" y="282"/>
                    </a:cubicBezTo>
                    <a:lnTo>
                      <a:pt x="92" y="271"/>
                    </a:lnTo>
                    <a:close/>
                    <a:moveTo>
                      <a:pt x="88" y="287"/>
                    </a:moveTo>
                    <a:cubicBezTo>
                      <a:pt x="109" y="279"/>
                      <a:pt x="109" y="279"/>
                      <a:pt x="109" y="279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09" y="295"/>
                      <a:pt x="109" y="295"/>
                      <a:pt x="109" y="295"/>
                    </a:cubicBezTo>
                    <a:cubicBezTo>
                      <a:pt x="88" y="287"/>
                      <a:pt x="88" y="287"/>
                      <a:pt x="88" y="287"/>
                    </a:cubicBezTo>
                    <a:close/>
                    <a:moveTo>
                      <a:pt x="88" y="291"/>
                    </a:moveTo>
                    <a:cubicBezTo>
                      <a:pt x="103" y="297"/>
                      <a:pt x="103" y="297"/>
                      <a:pt x="103" y="297"/>
                    </a:cubicBezTo>
                    <a:cubicBezTo>
                      <a:pt x="85" y="303"/>
                      <a:pt x="85" y="303"/>
                      <a:pt x="85" y="303"/>
                    </a:cubicBezTo>
                    <a:lnTo>
                      <a:pt x="88" y="291"/>
                    </a:lnTo>
                    <a:close/>
                    <a:moveTo>
                      <a:pt x="109" y="299"/>
                    </a:moveTo>
                    <a:cubicBezTo>
                      <a:pt x="133" y="307"/>
                      <a:pt x="133" y="307"/>
                      <a:pt x="133" y="307"/>
                    </a:cubicBezTo>
                    <a:cubicBezTo>
                      <a:pt x="109" y="315"/>
                      <a:pt x="109" y="315"/>
                      <a:pt x="109" y="315"/>
                    </a:cubicBezTo>
                    <a:cubicBezTo>
                      <a:pt x="85" y="307"/>
                      <a:pt x="85" y="307"/>
                      <a:pt x="85" y="307"/>
                    </a:cubicBezTo>
                    <a:lnTo>
                      <a:pt x="109" y="299"/>
                    </a:lnTo>
                    <a:close/>
                    <a:moveTo>
                      <a:pt x="83" y="311"/>
                    </a:moveTo>
                    <a:cubicBezTo>
                      <a:pt x="102" y="317"/>
                      <a:pt x="102" y="317"/>
                      <a:pt x="102" y="317"/>
                    </a:cubicBezTo>
                    <a:cubicBezTo>
                      <a:pt x="81" y="323"/>
                      <a:pt x="81" y="323"/>
                      <a:pt x="81" y="323"/>
                    </a:cubicBezTo>
                    <a:lnTo>
                      <a:pt x="83" y="311"/>
                    </a:lnTo>
                    <a:close/>
                    <a:moveTo>
                      <a:pt x="39" y="74"/>
                    </a:moveTo>
                    <a:cubicBezTo>
                      <a:pt x="12" y="74"/>
                      <a:pt x="12" y="74"/>
                      <a:pt x="12" y="74"/>
                    </a:cubicBezTo>
                    <a:cubicBezTo>
                      <a:pt x="39" y="65"/>
                      <a:pt x="39" y="65"/>
                      <a:pt x="39" y="65"/>
                    </a:cubicBezTo>
                    <a:lnTo>
                      <a:pt x="39" y="74"/>
                    </a:lnTo>
                    <a:close/>
                    <a:moveTo>
                      <a:pt x="43" y="74"/>
                    </a:moveTo>
                    <a:cubicBezTo>
                      <a:pt x="43" y="66"/>
                      <a:pt x="43" y="66"/>
                      <a:pt x="43" y="66"/>
                    </a:cubicBezTo>
                    <a:cubicBezTo>
                      <a:pt x="74" y="74"/>
                      <a:pt x="74" y="74"/>
                      <a:pt x="74" y="74"/>
                    </a:cubicBezTo>
                    <a:lnTo>
                      <a:pt x="43" y="74"/>
                    </a:lnTo>
                    <a:close/>
                    <a:moveTo>
                      <a:pt x="45" y="63"/>
                    </a:moveTo>
                    <a:cubicBezTo>
                      <a:pt x="80" y="52"/>
                      <a:pt x="80" y="52"/>
                      <a:pt x="80" y="52"/>
                    </a:cubicBezTo>
                    <a:cubicBezTo>
                      <a:pt x="80" y="73"/>
                      <a:pt x="80" y="73"/>
                      <a:pt x="80" y="73"/>
                    </a:cubicBezTo>
                    <a:lnTo>
                      <a:pt x="45" y="63"/>
                    </a:lnTo>
                    <a:close/>
                    <a:moveTo>
                      <a:pt x="39" y="158"/>
                    </a:moveTo>
                    <a:cubicBezTo>
                      <a:pt x="12" y="158"/>
                      <a:pt x="12" y="158"/>
                      <a:pt x="12" y="158"/>
                    </a:cubicBezTo>
                    <a:cubicBezTo>
                      <a:pt x="39" y="149"/>
                      <a:pt x="39" y="149"/>
                      <a:pt x="39" y="149"/>
                    </a:cubicBezTo>
                    <a:lnTo>
                      <a:pt x="39" y="158"/>
                    </a:lnTo>
                    <a:close/>
                    <a:moveTo>
                      <a:pt x="43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77" y="158"/>
                      <a:pt x="77" y="158"/>
                      <a:pt x="77" y="158"/>
                    </a:cubicBezTo>
                    <a:lnTo>
                      <a:pt x="43" y="158"/>
                    </a:lnTo>
                    <a:close/>
                    <a:moveTo>
                      <a:pt x="80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80" y="158"/>
                      <a:pt x="80" y="158"/>
                      <a:pt x="80" y="158"/>
                    </a:cubicBezTo>
                    <a:close/>
                    <a:moveTo>
                      <a:pt x="39" y="229"/>
                    </a:moveTo>
                    <a:cubicBezTo>
                      <a:pt x="12" y="229"/>
                      <a:pt x="12" y="229"/>
                      <a:pt x="12" y="229"/>
                    </a:cubicBezTo>
                    <a:cubicBezTo>
                      <a:pt x="39" y="220"/>
                      <a:pt x="39" y="220"/>
                      <a:pt x="39" y="220"/>
                    </a:cubicBezTo>
                    <a:lnTo>
                      <a:pt x="39" y="229"/>
                    </a:lnTo>
                    <a:close/>
                    <a:moveTo>
                      <a:pt x="43" y="229"/>
                    </a:moveTo>
                    <a:cubicBezTo>
                      <a:pt x="43" y="220"/>
                      <a:pt x="43" y="220"/>
                      <a:pt x="43" y="220"/>
                    </a:cubicBezTo>
                    <a:cubicBezTo>
                      <a:pt x="77" y="229"/>
                      <a:pt x="77" y="229"/>
                      <a:pt x="77" y="229"/>
                    </a:cubicBezTo>
                    <a:lnTo>
                      <a:pt x="43" y="229"/>
                    </a:lnTo>
                    <a:close/>
                    <a:moveTo>
                      <a:pt x="80" y="229"/>
                    </a:moveTo>
                    <a:cubicBezTo>
                      <a:pt x="43" y="219"/>
                      <a:pt x="43" y="219"/>
                      <a:pt x="43" y="219"/>
                    </a:cubicBezTo>
                    <a:cubicBezTo>
                      <a:pt x="80" y="207"/>
                      <a:pt x="80" y="207"/>
                      <a:pt x="80" y="207"/>
                    </a:cubicBezTo>
                    <a:cubicBezTo>
                      <a:pt x="80" y="229"/>
                      <a:pt x="80" y="229"/>
                      <a:pt x="80" y="229"/>
                    </a:cubicBezTo>
                    <a:close/>
                    <a:moveTo>
                      <a:pt x="80" y="328"/>
                    </a:moveTo>
                    <a:cubicBezTo>
                      <a:pt x="109" y="319"/>
                      <a:pt x="109" y="319"/>
                      <a:pt x="109" y="319"/>
                    </a:cubicBezTo>
                    <a:cubicBezTo>
                      <a:pt x="138" y="328"/>
                      <a:pt x="138" y="328"/>
                      <a:pt x="138" y="328"/>
                    </a:cubicBezTo>
                    <a:cubicBezTo>
                      <a:pt x="138" y="329"/>
                      <a:pt x="138" y="329"/>
                      <a:pt x="138" y="329"/>
                    </a:cubicBezTo>
                    <a:cubicBezTo>
                      <a:pt x="109" y="337"/>
                      <a:pt x="109" y="337"/>
                      <a:pt x="109" y="337"/>
                    </a:cubicBezTo>
                    <a:cubicBezTo>
                      <a:pt x="80" y="329"/>
                      <a:pt x="80" y="329"/>
                      <a:pt x="80" y="329"/>
                    </a:cubicBezTo>
                    <a:lnTo>
                      <a:pt x="80" y="328"/>
                    </a:lnTo>
                    <a:close/>
                    <a:moveTo>
                      <a:pt x="79" y="333"/>
                    </a:moveTo>
                    <a:cubicBezTo>
                      <a:pt x="101" y="339"/>
                      <a:pt x="101" y="339"/>
                      <a:pt x="101" y="339"/>
                    </a:cubicBezTo>
                    <a:cubicBezTo>
                      <a:pt x="76" y="345"/>
                      <a:pt x="76" y="345"/>
                      <a:pt x="76" y="345"/>
                    </a:cubicBezTo>
                    <a:lnTo>
                      <a:pt x="79" y="333"/>
                    </a:lnTo>
                    <a:close/>
                    <a:moveTo>
                      <a:pt x="75" y="350"/>
                    </a:moveTo>
                    <a:cubicBezTo>
                      <a:pt x="109" y="341"/>
                      <a:pt x="109" y="341"/>
                      <a:pt x="109" y="341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75" y="350"/>
                      <a:pt x="75" y="350"/>
                      <a:pt x="75" y="350"/>
                    </a:cubicBezTo>
                    <a:close/>
                    <a:moveTo>
                      <a:pt x="74" y="354"/>
                    </a:moveTo>
                    <a:cubicBezTo>
                      <a:pt x="100" y="360"/>
                      <a:pt x="100" y="360"/>
                      <a:pt x="100" y="360"/>
                    </a:cubicBezTo>
                    <a:cubicBezTo>
                      <a:pt x="72" y="367"/>
                      <a:pt x="72" y="367"/>
                      <a:pt x="72" y="367"/>
                    </a:cubicBezTo>
                    <a:lnTo>
                      <a:pt x="74" y="354"/>
                    </a:lnTo>
                    <a:close/>
                    <a:moveTo>
                      <a:pt x="71" y="371"/>
                    </a:moveTo>
                    <a:cubicBezTo>
                      <a:pt x="109" y="362"/>
                      <a:pt x="109" y="362"/>
                      <a:pt x="109" y="362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09" y="380"/>
                      <a:pt x="109" y="380"/>
                      <a:pt x="109" y="380"/>
                    </a:cubicBezTo>
                    <a:cubicBezTo>
                      <a:pt x="71" y="371"/>
                      <a:pt x="71" y="371"/>
                      <a:pt x="71" y="371"/>
                    </a:cubicBezTo>
                    <a:close/>
                    <a:moveTo>
                      <a:pt x="70" y="375"/>
                    </a:moveTo>
                    <a:cubicBezTo>
                      <a:pt x="100" y="382"/>
                      <a:pt x="100" y="382"/>
                      <a:pt x="100" y="382"/>
                    </a:cubicBezTo>
                    <a:cubicBezTo>
                      <a:pt x="67" y="389"/>
                      <a:pt x="67" y="389"/>
                      <a:pt x="67" y="389"/>
                    </a:cubicBezTo>
                    <a:lnTo>
                      <a:pt x="70" y="375"/>
                    </a:lnTo>
                    <a:close/>
                    <a:moveTo>
                      <a:pt x="66" y="394"/>
                    </a:moveTo>
                    <a:cubicBezTo>
                      <a:pt x="152" y="394"/>
                      <a:pt x="152" y="394"/>
                      <a:pt x="152" y="394"/>
                    </a:cubicBezTo>
                    <a:cubicBezTo>
                      <a:pt x="152" y="398"/>
                      <a:pt x="152" y="398"/>
                      <a:pt x="152" y="398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4"/>
                      <a:pt x="109" y="424"/>
                      <a:pt x="109" y="424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65" y="398"/>
                      <a:pt x="65" y="398"/>
                      <a:pt x="65" y="398"/>
                    </a:cubicBezTo>
                    <a:lnTo>
                      <a:pt x="66" y="394"/>
                    </a:lnTo>
                    <a:close/>
                    <a:moveTo>
                      <a:pt x="64" y="402"/>
                    </a:moveTo>
                    <a:cubicBezTo>
                      <a:pt x="98" y="422"/>
                      <a:pt x="98" y="422"/>
                      <a:pt x="98" y="422"/>
                    </a:cubicBezTo>
                    <a:cubicBezTo>
                      <a:pt x="61" y="416"/>
                      <a:pt x="61" y="416"/>
                      <a:pt x="61" y="416"/>
                    </a:cubicBezTo>
                    <a:lnTo>
                      <a:pt x="64" y="402"/>
                    </a:lnTo>
                    <a:close/>
                    <a:moveTo>
                      <a:pt x="104" y="426"/>
                    </a:moveTo>
                    <a:cubicBezTo>
                      <a:pt x="83" y="439"/>
                      <a:pt x="83" y="439"/>
                      <a:pt x="83" y="439"/>
                    </a:cubicBezTo>
                    <a:cubicBezTo>
                      <a:pt x="62" y="420"/>
                      <a:pt x="62" y="420"/>
                      <a:pt x="62" y="420"/>
                    </a:cubicBezTo>
                    <a:lnTo>
                      <a:pt x="104" y="426"/>
                    </a:lnTo>
                    <a:close/>
                    <a:moveTo>
                      <a:pt x="59" y="424"/>
                    </a:moveTo>
                    <a:cubicBezTo>
                      <a:pt x="74" y="437"/>
                      <a:pt x="74" y="437"/>
                      <a:pt x="74" y="437"/>
                    </a:cubicBezTo>
                    <a:cubicBezTo>
                      <a:pt x="57" y="437"/>
                      <a:pt x="57" y="437"/>
                      <a:pt x="57" y="437"/>
                    </a:cubicBezTo>
                    <a:lnTo>
                      <a:pt x="59" y="424"/>
                    </a:lnTo>
                    <a:close/>
                    <a:moveTo>
                      <a:pt x="56" y="441"/>
                    </a:moveTo>
                    <a:cubicBezTo>
                      <a:pt x="80" y="441"/>
                      <a:pt x="80" y="441"/>
                      <a:pt x="80" y="441"/>
                    </a:cubicBezTo>
                    <a:cubicBezTo>
                      <a:pt x="53" y="457"/>
                      <a:pt x="53" y="457"/>
                      <a:pt x="53" y="457"/>
                    </a:cubicBezTo>
                    <a:lnTo>
                      <a:pt x="56" y="441"/>
                    </a:lnTo>
                    <a:close/>
                    <a:moveTo>
                      <a:pt x="51" y="462"/>
                    </a:moveTo>
                    <a:cubicBezTo>
                      <a:pt x="107" y="429"/>
                      <a:pt x="107" y="429"/>
                      <a:pt x="107" y="429"/>
                    </a:cubicBezTo>
                    <a:cubicBezTo>
                      <a:pt x="107" y="464"/>
                      <a:pt x="107" y="464"/>
                      <a:pt x="107" y="464"/>
                    </a:cubicBezTo>
                    <a:cubicBezTo>
                      <a:pt x="51" y="464"/>
                      <a:pt x="51" y="464"/>
                      <a:pt x="51" y="464"/>
                    </a:cubicBezTo>
                    <a:lnTo>
                      <a:pt x="51" y="462"/>
                    </a:lnTo>
                    <a:close/>
                    <a:moveTo>
                      <a:pt x="50" y="467"/>
                    </a:moveTo>
                    <a:cubicBezTo>
                      <a:pt x="167" y="467"/>
                      <a:pt x="167" y="467"/>
                      <a:pt x="167" y="467"/>
                    </a:cubicBezTo>
                    <a:cubicBezTo>
                      <a:pt x="167" y="469"/>
                      <a:pt x="167" y="469"/>
                      <a:pt x="167" y="469"/>
                    </a:cubicBezTo>
                    <a:cubicBezTo>
                      <a:pt x="109" y="517"/>
                      <a:pt x="109" y="517"/>
                      <a:pt x="109" y="517"/>
                    </a:cubicBezTo>
                    <a:cubicBezTo>
                      <a:pt x="50" y="469"/>
                      <a:pt x="50" y="469"/>
                      <a:pt x="50" y="469"/>
                    </a:cubicBezTo>
                    <a:lnTo>
                      <a:pt x="50" y="467"/>
                    </a:lnTo>
                    <a:close/>
                    <a:moveTo>
                      <a:pt x="49" y="474"/>
                    </a:moveTo>
                    <a:cubicBezTo>
                      <a:pt x="75" y="495"/>
                      <a:pt x="75" y="495"/>
                      <a:pt x="75" y="495"/>
                    </a:cubicBezTo>
                    <a:cubicBezTo>
                      <a:pt x="44" y="495"/>
                      <a:pt x="44" y="495"/>
                      <a:pt x="44" y="495"/>
                    </a:cubicBezTo>
                    <a:lnTo>
                      <a:pt x="49" y="474"/>
                    </a:lnTo>
                    <a:close/>
                    <a:moveTo>
                      <a:pt x="44" y="499"/>
                    </a:moveTo>
                    <a:cubicBezTo>
                      <a:pt x="66" y="499"/>
                      <a:pt x="66" y="499"/>
                      <a:pt x="66" y="499"/>
                    </a:cubicBezTo>
                    <a:cubicBezTo>
                      <a:pt x="41" y="510"/>
                      <a:pt x="41" y="510"/>
                      <a:pt x="41" y="510"/>
                    </a:cubicBezTo>
                    <a:lnTo>
                      <a:pt x="44" y="499"/>
                    </a:lnTo>
                    <a:close/>
                    <a:moveTo>
                      <a:pt x="40" y="515"/>
                    </a:moveTo>
                    <a:cubicBezTo>
                      <a:pt x="77" y="497"/>
                      <a:pt x="77" y="497"/>
                      <a:pt x="77" y="497"/>
                    </a:cubicBezTo>
                    <a:cubicBezTo>
                      <a:pt x="102" y="518"/>
                      <a:pt x="102" y="518"/>
                      <a:pt x="102" y="518"/>
                    </a:cubicBezTo>
                    <a:cubicBezTo>
                      <a:pt x="40" y="518"/>
                      <a:pt x="40" y="518"/>
                      <a:pt x="40" y="518"/>
                    </a:cubicBezTo>
                    <a:lnTo>
                      <a:pt x="40" y="51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46" name="Rectangle 147"/>
              <p:cNvSpPr>
                <a:spLocks noChangeArrowheads="1"/>
              </p:cNvSpPr>
              <p:nvPr/>
            </p:nvSpPr>
            <p:spPr bwMode="gray">
              <a:xfrm>
                <a:off x="4548717" y="2493563"/>
                <a:ext cx="1379538" cy="38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20" name="组合 419"/>
            <p:cNvGrpSpPr/>
            <p:nvPr/>
          </p:nvGrpSpPr>
          <p:grpSpPr bwMode="gray">
            <a:xfrm>
              <a:off x="1989611" y="3532396"/>
              <a:ext cx="385974" cy="311276"/>
              <a:chOff x="4548717" y="1188638"/>
              <a:chExt cx="1379538" cy="1343025"/>
            </a:xfrm>
            <a:solidFill>
              <a:schemeClr val="bg1"/>
            </a:solidFill>
          </p:grpSpPr>
          <p:sp>
            <p:nvSpPr>
              <p:cNvPr id="429" name="Freeform 47"/>
              <p:cNvSpPr>
                <a:spLocks/>
              </p:cNvSpPr>
              <p:nvPr/>
            </p:nvSpPr>
            <p:spPr bwMode="gray">
              <a:xfrm>
                <a:off x="4897967" y="1426763"/>
                <a:ext cx="925513" cy="655638"/>
              </a:xfrm>
              <a:custGeom>
                <a:avLst/>
                <a:gdLst>
                  <a:gd name="T0" fmla="*/ 163 w 805"/>
                  <a:gd name="T1" fmla="*/ 570 h 570"/>
                  <a:gd name="T2" fmla="*/ 0 w 805"/>
                  <a:gd name="T3" fmla="*/ 486 h 570"/>
                  <a:gd name="T4" fmla="*/ 2 w 805"/>
                  <a:gd name="T5" fmla="*/ 485 h 570"/>
                  <a:gd name="T6" fmla="*/ 163 w 805"/>
                  <a:gd name="T7" fmla="*/ 568 h 570"/>
                  <a:gd name="T8" fmla="*/ 164 w 805"/>
                  <a:gd name="T9" fmla="*/ 568 h 570"/>
                  <a:gd name="T10" fmla="*/ 413 w 805"/>
                  <a:gd name="T11" fmla="*/ 458 h 570"/>
                  <a:gd name="T12" fmla="*/ 800 w 805"/>
                  <a:gd name="T13" fmla="*/ 1 h 570"/>
                  <a:gd name="T14" fmla="*/ 800 w 805"/>
                  <a:gd name="T15" fmla="*/ 0 h 570"/>
                  <a:gd name="T16" fmla="*/ 805 w 805"/>
                  <a:gd name="T17" fmla="*/ 0 h 570"/>
                  <a:gd name="T18" fmla="*/ 805 w 805"/>
                  <a:gd name="T19" fmla="*/ 1 h 570"/>
                  <a:gd name="T20" fmla="*/ 417 w 805"/>
                  <a:gd name="T21" fmla="*/ 459 h 570"/>
                  <a:gd name="T22" fmla="*/ 164 w 805"/>
                  <a:gd name="T23" fmla="*/ 570 h 570"/>
                  <a:gd name="T24" fmla="*/ 163 w 805"/>
                  <a:gd name="T25" fmla="*/ 57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570">
                    <a:moveTo>
                      <a:pt x="163" y="570"/>
                    </a:moveTo>
                    <a:cubicBezTo>
                      <a:pt x="51" y="570"/>
                      <a:pt x="0" y="486"/>
                      <a:pt x="0" y="486"/>
                    </a:cubicBezTo>
                    <a:cubicBezTo>
                      <a:pt x="2" y="485"/>
                      <a:pt x="2" y="485"/>
                      <a:pt x="2" y="485"/>
                    </a:cubicBezTo>
                    <a:cubicBezTo>
                      <a:pt x="2" y="486"/>
                      <a:pt x="55" y="567"/>
                      <a:pt x="163" y="568"/>
                    </a:cubicBezTo>
                    <a:cubicBezTo>
                      <a:pt x="164" y="568"/>
                      <a:pt x="164" y="568"/>
                      <a:pt x="164" y="568"/>
                    </a:cubicBezTo>
                    <a:cubicBezTo>
                      <a:pt x="238" y="568"/>
                      <a:pt x="322" y="531"/>
                      <a:pt x="413" y="458"/>
                    </a:cubicBezTo>
                    <a:cubicBezTo>
                      <a:pt x="534" y="361"/>
                      <a:pt x="664" y="207"/>
                      <a:pt x="800" y="1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5" y="1"/>
                      <a:pt x="805" y="1"/>
                      <a:pt x="805" y="1"/>
                    </a:cubicBezTo>
                    <a:cubicBezTo>
                      <a:pt x="670" y="206"/>
                      <a:pt x="536" y="364"/>
                      <a:pt x="417" y="459"/>
                    </a:cubicBezTo>
                    <a:cubicBezTo>
                      <a:pt x="325" y="533"/>
                      <a:pt x="240" y="570"/>
                      <a:pt x="164" y="570"/>
                    </a:cubicBezTo>
                    <a:lnTo>
                      <a:pt x="163" y="5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0" name="Freeform 48"/>
              <p:cNvSpPr>
                <a:spLocks/>
              </p:cNvSpPr>
              <p:nvPr/>
            </p:nvSpPr>
            <p:spPr bwMode="gray">
              <a:xfrm>
                <a:off x="4899554" y="1626788"/>
                <a:ext cx="925513" cy="539750"/>
              </a:xfrm>
              <a:custGeom>
                <a:avLst/>
                <a:gdLst>
                  <a:gd name="T0" fmla="*/ 164 w 805"/>
                  <a:gd name="T1" fmla="*/ 469 h 469"/>
                  <a:gd name="T2" fmla="*/ 0 w 805"/>
                  <a:gd name="T3" fmla="*/ 397 h 469"/>
                  <a:gd name="T4" fmla="*/ 2 w 805"/>
                  <a:gd name="T5" fmla="*/ 397 h 469"/>
                  <a:gd name="T6" fmla="*/ 164 w 805"/>
                  <a:gd name="T7" fmla="*/ 466 h 469"/>
                  <a:gd name="T8" fmla="*/ 165 w 805"/>
                  <a:gd name="T9" fmla="*/ 466 h 469"/>
                  <a:gd name="T10" fmla="*/ 415 w 805"/>
                  <a:gd name="T11" fmla="*/ 375 h 469"/>
                  <a:gd name="T12" fmla="*/ 801 w 805"/>
                  <a:gd name="T13" fmla="*/ 1 h 469"/>
                  <a:gd name="T14" fmla="*/ 802 w 805"/>
                  <a:gd name="T15" fmla="*/ 0 h 469"/>
                  <a:gd name="T16" fmla="*/ 805 w 805"/>
                  <a:gd name="T17" fmla="*/ 2 h 469"/>
                  <a:gd name="T18" fmla="*/ 804 w 805"/>
                  <a:gd name="T19" fmla="*/ 2 h 469"/>
                  <a:gd name="T20" fmla="*/ 419 w 805"/>
                  <a:gd name="T21" fmla="*/ 377 h 469"/>
                  <a:gd name="T22" fmla="*/ 165 w 805"/>
                  <a:gd name="T23" fmla="*/ 469 h 469"/>
                  <a:gd name="T24" fmla="*/ 164 w 805"/>
                  <a:gd name="T25" fmla="*/ 469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469">
                    <a:moveTo>
                      <a:pt x="164" y="469"/>
                    </a:moveTo>
                    <a:cubicBezTo>
                      <a:pt x="52" y="468"/>
                      <a:pt x="0" y="398"/>
                      <a:pt x="0" y="397"/>
                    </a:cubicBezTo>
                    <a:cubicBezTo>
                      <a:pt x="2" y="397"/>
                      <a:pt x="2" y="397"/>
                      <a:pt x="2" y="397"/>
                    </a:cubicBezTo>
                    <a:cubicBezTo>
                      <a:pt x="2" y="397"/>
                      <a:pt x="56" y="466"/>
                      <a:pt x="164" y="466"/>
                    </a:cubicBezTo>
                    <a:cubicBezTo>
                      <a:pt x="165" y="466"/>
                      <a:pt x="165" y="466"/>
                      <a:pt x="165" y="466"/>
                    </a:cubicBezTo>
                    <a:cubicBezTo>
                      <a:pt x="239" y="466"/>
                      <a:pt x="323" y="436"/>
                      <a:pt x="415" y="375"/>
                    </a:cubicBezTo>
                    <a:cubicBezTo>
                      <a:pt x="535" y="296"/>
                      <a:pt x="665" y="170"/>
                      <a:pt x="801" y="1"/>
                    </a:cubicBezTo>
                    <a:cubicBezTo>
                      <a:pt x="802" y="0"/>
                      <a:pt x="802" y="0"/>
                      <a:pt x="802" y="0"/>
                    </a:cubicBezTo>
                    <a:cubicBezTo>
                      <a:pt x="805" y="2"/>
                      <a:pt x="805" y="2"/>
                      <a:pt x="805" y="2"/>
                    </a:cubicBezTo>
                    <a:cubicBezTo>
                      <a:pt x="804" y="2"/>
                      <a:pt x="804" y="2"/>
                      <a:pt x="804" y="2"/>
                    </a:cubicBezTo>
                    <a:cubicBezTo>
                      <a:pt x="668" y="172"/>
                      <a:pt x="539" y="298"/>
                      <a:pt x="419" y="377"/>
                    </a:cubicBezTo>
                    <a:cubicBezTo>
                      <a:pt x="326" y="438"/>
                      <a:pt x="241" y="469"/>
                      <a:pt x="165" y="469"/>
                    </a:cubicBezTo>
                    <a:lnTo>
                      <a:pt x="164" y="46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1" name="Freeform 49"/>
              <p:cNvSpPr>
                <a:spLocks/>
              </p:cNvSpPr>
              <p:nvPr/>
            </p:nvSpPr>
            <p:spPr bwMode="gray">
              <a:xfrm>
                <a:off x="4899554" y="1803000"/>
                <a:ext cx="925513" cy="425450"/>
              </a:xfrm>
              <a:custGeom>
                <a:avLst/>
                <a:gdLst>
                  <a:gd name="T0" fmla="*/ 162 w 805"/>
                  <a:gd name="T1" fmla="*/ 370 h 370"/>
                  <a:gd name="T2" fmla="*/ 0 w 805"/>
                  <a:gd name="T3" fmla="*/ 314 h 370"/>
                  <a:gd name="T4" fmla="*/ 2 w 805"/>
                  <a:gd name="T5" fmla="*/ 313 h 370"/>
                  <a:gd name="T6" fmla="*/ 162 w 805"/>
                  <a:gd name="T7" fmla="*/ 368 h 370"/>
                  <a:gd name="T8" fmla="*/ 163 w 805"/>
                  <a:gd name="T9" fmla="*/ 368 h 370"/>
                  <a:gd name="T10" fmla="*/ 413 w 805"/>
                  <a:gd name="T11" fmla="*/ 296 h 370"/>
                  <a:gd name="T12" fmla="*/ 800 w 805"/>
                  <a:gd name="T13" fmla="*/ 0 h 370"/>
                  <a:gd name="T14" fmla="*/ 800 w 805"/>
                  <a:gd name="T15" fmla="*/ 0 h 370"/>
                  <a:gd name="T16" fmla="*/ 805 w 805"/>
                  <a:gd name="T17" fmla="*/ 0 h 370"/>
                  <a:gd name="T18" fmla="*/ 804 w 805"/>
                  <a:gd name="T19" fmla="*/ 1 h 370"/>
                  <a:gd name="T20" fmla="*/ 416 w 805"/>
                  <a:gd name="T21" fmla="*/ 298 h 370"/>
                  <a:gd name="T22" fmla="*/ 163 w 805"/>
                  <a:gd name="T23" fmla="*/ 370 h 370"/>
                  <a:gd name="T24" fmla="*/ 162 w 805"/>
                  <a:gd name="T25" fmla="*/ 37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370">
                    <a:moveTo>
                      <a:pt x="162" y="370"/>
                    </a:moveTo>
                    <a:cubicBezTo>
                      <a:pt x="52" y="370"/>
                      <a:pt x="2" y="316"/>
                      <a:pt x="0" y="314"/>
                    </a:cubicBezTo>
                    <a:cubicBezTo>
                      <a:pt x="2" y="313"/>
                      <a:pt x="2" y="313"/>
                      <a:pt x="2" y="313"/>
                    </a:cubicBezTo>
                    <a:cubicBezTo>
                      <a:pt x="2" y="314"/>
                      <a:pt x="53" y="367"/>
                      <a:pt x="162" y="368"/>
                    </a:cubicBezTo>
                    <a:cubicBezTo>
                      <a:pt x="163" y="368"/>
                      <a:pt x="163" y="368"/>
                      <a:pt x="163" y="368"/>
                    </a:cubicBezTo>
                    <a:cubicBezTo>
                      <a:pt x="237" y="368"/>
                      <a:pt x="321" y="344"/>
                      <a:pt x="413" y="296"/>
                    </a:cubicBezTo>
                    <a:cubicBezTo>
                      <a:pt x="532" y="234"/>
                      <a:pt x="666" y="132"/>
                      <a:pt x="800" y="0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4" y="1"/>
                      <a:pt x="804" y="1"/>
                      <a:pt x="804" y="1"/>
                    </a:cubicBezTo>
                    <a:cubicBezTo>
                      <a:pt x="667" y="135"/>
                      <a:pt x="537" y="235"/>
                      <a:pt x="416" y="298"/>
                    </a:cubicBezTo>
                    <a:cubicBezTo>
                      <a:pt x="324" y="346"/>
                      <a:pt x="239" y="370"/>
                      <a:pt x="163" y="370"/>
                    </a:cubicBezTo>
                    <a:lnTo>
                      <a:pt x="162" y="3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2" name="Freeform 50"/>
              <p:cNvSpPr>
                <a:spLocks/>
              </p:cNvSpPr>
              <p:nvPr/>
            </p:nvSpPr>
            <p:spPr bwMode="gray">
              <a:xfrm>
                <a:off x="4663017" y="1433113"/>
                <a:ext cx="644525" cy="647700"/>
              </a:xfrm>
              <a:custGeom>
                <a:avLst/>
                <a:gdLst>
                  <a:gd name="T0" fmla="*/ 134 w 561"/>
                  <a:gd name="T1" fmla="*/ 564 h 564"/>
                  <a:gd name="T2" fmla="*/ 0 w 561"/>
                  <a:gd name="T3" fmla="*/ 482 h 564"/>
                  <a:gd name="T4" fmla="*/ 2 w 561"/>
                  <a:gd name="T5" fmla="*/ 482 h 564"/>
                  <a:gd name="T6" fmla="*/ 134 w 561"/>
                  <a:gd name="T7" fmla="*/ 561 h 564"/>
                  <a:gd name="T8" fmla="*/ 135 w 561"/>
                  <a:gd name="T9" fmla="*/ 561 h 564"/>
                  <a:gd name="T10" fmla="*/ 554 w 561"/>
                  <a:gd name="T11" fmla="*/ 0 h 564"/>
                  <a:gd name="T12" fmla="*/ 555 w 561"/>
                  <a:gd name="T13" fmla="*/ 0 h 564"/>
                  <a:gd name="T14" fmla="*/ 561 w 561"/>
                  <a:gd name="T15" fmla="*/ 0 h 564"/>
                  <a:gd name="T16" fmla="*/ 561 w 561"/>
                  <a:gd name="T17" fmla="*/ 1 h 564"/>
                  <a:gd name="T18" fmla="*/ 317 w 561"/>
                  <a:gd name="T19" fmla="*/ 452 h 564"/>
                  <a:gd name="T20" fmla="*/ 135 w 561"/>
                  <a:gd name="T21" fmla="*/ 564 h 564"/>
                  <a:gd name="T22" fmla="*/ 134 w 561"/>
                  <a:gd name="T23" fmla="*/ 564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1" h="564">
                    <a:moveTo>
                      <a:pt x="134" y="564"/>
                    </a:moveTo>
                    <a:cubicBezTo>
                      <a:pt x="48" y="564"/>
                      <a:pt x="1" y="483"/>
                      <a:pt x="0" y="482"/>
                    </a:cubicBezTo>
                    <a:cubicBezTo>
                      <a:pt x="2" y="482"/>
                      <a:pt x="2" y="482"/>
                      <a:pt x="2" y="482"/>
                    </a:cubicBezTo>
                    <a:cubicBezTo>
                      <a:pt x="2" y="483"/>
                      <a:pt x="53" y="561"/>
                      <a:pt x="134" y="561"/>
                    </a:cubicBezTo>
                    <a:cubicBezTo>
                      <a:pt x="135" y="561"/>
                      <a:pt x="135" y="561"/>
                      <a:pt x="135" y="561"/>
                    </a:cubicBezTo>
                    <a:cubicBezTo>
                      <a:pt x="225" y="560"/>
                      <a:pt x="370" y="463"/>
                      <a:pt x="554" y="0"/>
                    </a:cubicBezTo>
                    <a:cubicBezTo>
                      <a:pt x="555" y="0"/>
                      <a:pt x="555" y="0"/>
                      <a:pt x="555" y="0"/>
                    </a:cubicBezTo>
                    <a:cubicBezTo>
                      <a:pt x="561" y="0"/>
                      <a:pt x="561" y="0"/>
                      <a:pt x="561" y="0"/>
                    </a:cubicBezTo>
                    <a:cubicBezTo>
                      <a:pt x="561" y="1"/>
                      <a:pt x="561" y="1"/>
                      <a:pt x="561" y="1"/>
                    </a:cubicBezTo>
                    <a:cubicBezTo>
                      <a:pt x="478" y="207"/>
                      <a:pt x="397" y="359"/>
                      <a:pt x="317" y="452"/>
                    </a:cubicBezTo>
                    <a:cubicBezTo>
                      <a:pt x="255" y="526"/>
                      <a:pt x="193" y="563"/>
                      <a:pt x="135" y="564"/>
                    </a:cubicBezTo>
                    <a:lnTo>
                      <a:pt x="134" y="56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3" name="Freeform 51"/>
              <p:cNvSpPr>
                <a:spLocks/>
              </p:cNvSpPr>
              <p:nvPr/>
            </p:nvSpPr>
            <p:spPr bwMode="gray">
              <a:xfrm>
                <a:off x="4663017" y="1609325"/>
                <a:ext cx="652463" cy="550863"/>
              </a:xfrm>
              <a:custGeom>
                <a:avLst/>
                <a:gdLst>
                  <a:gd name="T0" fmla="*/ 136 w 568"/>
                  <a:gd name="T1" fmla="*/ 479 h 479"/>
                  <a:gd name="T2" fmla="*/ 0 w 568"/>
                  <a:gd name="T3" fmla="*/ 410 h 479"/>
                  <a:gd name="T4" fmla="*/ 2 w 568"/>
                  <a:gd name="T5" fmla="*/ 410 h 479"/>
                  <a:gd name="T6" fmla="*/ 136 w 568"/>
                  <a:gd name="T7" fmla="*/ 477 h 479"/>
                  <a:gd name="T8" fmla="*/ 137 w 568"/>
                  <a:gd name="T9" fmla="*/ 477 h 479"/>
                  <a:gd name="T10" fmla="*/ 562 w 568"/>
                  <a:gd name="T11" fmla="*/ 1 h 479"/>
                  <a:gd name="T12" fmla="*/ 562 w 568"/>
                  <a:gd name="T13" fmla="*/ 0 h 479"/>
                  <a:gd name="T14" fmla="*/ 568 w 568"/>
                  <a:gd name="T15" fmla="*/ 0 h 479"/>
                  <a:gd name="T16" fmla="*/ 568 w 568"/>
                  <a:gd name="T17" fmla="*/ 1 h 479"/>
                  <a:gd name="T18" fmla="*/ 321 w 568"/>
                  <a:gd name="T19" fmla="*/ 384 h 479"/>
                  <a:gd name="T20" fmla="*/ 137 w 568"/>
                  <a:gd name="T21" fmla="*/ 479 h 479"/>
                  <a:gd name="T22" fmla="*/ 136 w 568"/>
                  <a:gd name="T23" fmla="*/ 479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8" h="479">
                    <a:moveTo>
                      <a:pt x="136" y="479"/>
                    </a:moveTo>
                    <a:cubicBezTo>
                      <a:pt x="49" y="479"/>
                      <a:pt x="1" y="411"/>
                      <a:pt x="0" y="410"/>
                    </a:cubicBezTo>
                    <a:cubicBezTo>
                      <a:pt x="2" y="410"/>
                      <a:pt x="2" y="410"/>
                      <a:pt x="2" y="410"/>
                    </a:cubicBezTo>
                    <a:cubicBezTo>
                      <a:pt x="2" y="410"/>
                      <a:pt x="55" y="477"/>
                      <a:pt x="136" y="477"/>
                    </a:cubicBezTo>
                    <a:cubicBezTo>
                      <a:pt x="137" y="477"/>
                      <a:pt x="137" y="477"/>
                      <a:pt x="137" y="477"/>
                    </a:cubicBezTo>
                    <a:cubicBezTo>
                      <a:pt x="228" y="476"/>
                      <a:pt x="375" y="393"/>
                      <a:pt x="562" y="1"/>
                    </a:cubicBezTo>
                    <a:cubicBezTo>
                      <a:pt x="562" y="0"/>
                      <a:pt x="562" y="0"/>
                      <a:pt x="562" y="0"/>
                    </a:cubicBezTo>
                    <a:cubicBezTo>
                      <a:pt x="568" y="0"/>
                      <a:pt x="568" y="0"/>
                      <a:pt x="568" y="0"/>
                    </a:cubicBezTo>
                    <a:cubicBezTo>
                      <a:pt x="568" y="1"/>
                      <a:pt x="568" y="1"/>
                      <a:pt x="568" y="1"/>
                    </a:cubicBezTo>
                    <a:cubicBezTo>
                      <a:pt x="485" y="176"/>
                      <a:pt x="402" y="305"/>
                      <a:pt x="321" y="384"/>
                    </a:cubicBezTo>
                    <a:cubicBezTo>
                      <a:pt x="258" y="447"/>
                      <a:pt x="196" y="479"/>
                      <a:pt x="137" y="479"/>
                    </a:cubicBezTo>
                    <a:lnTo>
                      <a:pt x="136" y="47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4" name="Freeform 52"/>
              <p:cNvSpPr>
                <a:spLocks/>
              </p:cNvSpPr>
              <p:nvPr/>
            </p:nvSpPr>
            <p:spPr bwMode="gray">
              <a:xfrm>
                <a:off x="4663017" y="1798238"/>
                <a:ext cx="650875" cy="428625"/>
              </a:xfrm>
              <a:custGeom>
                <a:avLst/>
                <a:gdLst>
                  <a:gd name="T0" fmla="*/ 136 w 567"/>
                  <a:gd name="T1" fmla="*/ 373 h 373"/>
                  <a:gd name="T2" fmla="*/ 0 w 567"/>
                  <a:gd name="T3" fmla="*/ 318 h 373"/>
                  <a:gd name="T4" fmla="*/ 2 w 567"/>
                  <a:gd name="T5" fmla="*/ 317 h 373"/>
                  <a:gd name="T6" fmla="*/ 136 w 567"/>
                  <a:gd name="T7" fmla="*/ 370 h 373"/>
                  <a:gd name="T8" fmla="*/ 137 w 567"/>
                  <a:gd name="T9" fmla="*/ 370 h 373"/>
                  <a:gd name="T10" fmla="*/ 560 w 567"/>
                  <a:gd name="T11" fmla="*/ 1 h 373"/>
                  <a:gd name="T12" fmla="*/ 560 w 567"/>
                  <a:gd name="T13" fmla="*/ 0 h 373"/>
                  <a:gd name="T14" fmla="*/ 567 w 567"/>
                  <a:gd name="T15" fmla="*/ 1 h 373"/>
                  <a:gd name="T16" fmla="*/ 566 w 567"/>
                  <a:gd name="T17" fmla="*/ 2 h 373"/>
                  <a:gd name="T18" fmla="*/ 321 w 567"/>
                  <a:gd name="T19" fmla="*/ 299 h 373"/>
                  <a:gd name="T20" fmla="*/ 137 w 567"/>
                  <a:gd name="T21" fmla="*/ 373 h 373"/>
                  <a:gd name="T22" fmla="*/ 136 w 567"/>
                  <a:gd name="T23" fmla="*/ 37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7" h="373">
                    <a:moveTo>
                      <a:pt x="136" y="373"/>
                    </a:moveTo>
                    <a:cubicBezTo>
                      <a:pt x="50" y="373"/>
                      <a:pt x="1" y="318"/>
                      <a:pt x="0" y="318"/>
                    </a:cubicBezTo>
                    <a:cubicBezTo>
                      <a:pt x="2" y="317"/>
                      <a:pt x="2" y="317"/>
                      <a:pt x="2" y="317"/>
                    </a:cubicBezTo>
                    <a:cubicBezTo>
                      <a:pt x="2" y="318"/>
                      <a:pt x="55" y="370"/>
                      <a:pt x="136" y="370"/>
                    </a:cubicBezTo>
                    <a:cubicBezTo>
                      <a:pt x="137" y="370"/>
                      <a:pt x="137" y="370"/>
                      <a:pt x="137" y="370"/>
                    </a:cubicBezTo>
                    <a:cubicBezTo>
                      <a:pt x="228" y="370"/>
                      <a:pt x="375" y="306"/>
                      <a:pt x="560" y="1"/>
                    </a:cubicBezTo>
                    <a:cubicBezTo>
                      <a:pt x="560" y="0"/>
                      <a:pt x="560" y="0"/>
                      <a:pt x="560" y="0"/>
                    </a:cubicBezTo>
                    <a:cubicBezTo>
                      <a:pt x="567" y="1"/>
                      <a:pt x="567" y="1"/>
                      <a:pt x="567" y="1"/>
                    </a:cubicBezTo>
                    <a:cubicBezTo>
                      <a:pt x="566" y="2"/>
                      <a:pt x="566" y="2"/>
                      <a:pt x="566" y="2"/>
                    </a:cubicBezTo>
                    <a:cubicBezTo>
                      <a:pt x="483" y="137"/>
                      <a:pt x="401" y="238"/>
                      <a:pt x="321" y="299"/>
                    </a:cubicBezTo>
                    <a:cubicBezTo>
                      <a:pt x="258" y="348"/>
                      <a:pt x="196" y="372"/>
                      <a:pt x="137" y="373"/>
                    </a:cubicBezTo>
                    <a:lnTo>
                      <a:pt x="136" y="373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5" name="Freeform 53"/>
              <p:cNvSpPr>
                <a:spLocks noEditPoints="1"/>
              </p:cNvSpPr>
              <p:nvPr/>
            </p:nvSpPr>
            <p:spPr bwMode="gray">
              <a:xfrm>
                <a:off x="5304367" y="1188638"/>
                <a:ext cx="527050" cy="1290638"/>
              </a:xfrm>
              <a:custGeom>
                <a:avLst/>
                <a:gdLst>
                  <a:gd name="T0" fmla="*/ 289 w 458"/>
                  <a:gd name="T1" fmla="*/ 532 h 1123"/>
                  <a:gd name="T2" fmla="*/ 289 w 458"/>
                  <a:gd name="T3" fmla="*/ 429 h 1123"/>
                  <a:gd name="T4" fmla="*/ 289 w 458"/>
                  <a:gd name="T5" fmla="*/ 279 h 1123"/>
                  <a:gd name="T6" fmla="*/ 289 w 458"/>
                  <a:gd name="T7" fmla="*/ 102 h 1123"/>
                  <a:gd name="T8" fmla="*/ 4 w 458"/>
                  <a:gd name="T9" fmla="*/ 157 h 1123"/>
                  <a:gd name="T10" fmla="*/ 4 w 458"/>
                  <a:gd name="T11" fmla="*/ 333 h 1123"/>
                  <a:gd name="T12" fmla="*/ 4 w 458"/>
                  <a:gd name="T13" fmla="*/ 483 h 1123"/>
                  <a:gd name="T14" fmla="*/ 116 w 458"/>
                  <a:gd name="T15" fmla="*/ 783 h 1123"/>
                  <a:gd name="T16" fmla="*/ 376 w 458"/>
                  <a:gd name="T17" fmla="*/ 157 h 1123"/>
                  <a:gd name="T18" fmla="*/ 289 w 458"/>
                  <a:gd name="T19" fmla="*/ 155 h 1123"/>
                  <a:gd name="T20" fmla="*/ 368 w 458"/>
                  <a:gd name="T21" fmla="*/ 313 h 1123"/>
                  <a:gd name="T22" fmla="*/ 433 w 458"/>
                  <a:gd name="T23" fmla="*/ 483 h 1123"/>
                  <a:gd name="T24" fmla="*/ 368 w 458"/>
                  <a:gd name="T25" fmla="*/ 462 h 1123"/>
                  <a:gd name="T26" fmla="*/ 375 w 458"/>
                  <a:gd name="T27" fmla="*/ 1092 h 1123"/>
                  <a:gd name="T28" fmla="*/ 365 w 458"/>
                  <a:gd name="T29" fmla="*/ 1044 h 1123"/>
                  <a:gd name="T30" fmla="*/ 282 w 458"/>
                  <a:gd name="T31" fmla="*/ 925 h 1123"/>
                  <a:gd name="T32" fmla="*/ 333 w 458"/>
                  <a:gd name="T33" fmla="*/ 895 h 1123"/>
                  <a:gd name="T34" fmla="*/ 311 w 458"/>
                  <a:gd name="T35" fmla="*/ 791 h 1123"/>
                  <a:gd name="T36" fmla="*/ 301 w 458"/>
                  <a:gd name="T37" fmla="*/ 746 h 1123"/>
                  <a:gd name="T38" fmla="*/ 283 w 458"/>
                  <a:gd name="T39" fmla="*/ 656 h 1123"/>
                  <a:gd name="T40" fmla="*/ 265 w 458"/>
                  <a:gd name="T41" fmla="*/ 572 h 1123"/>
                  <a:gd name="T42" fmla="*/ 222 w 458"/>
                  <a:gd name="T43" fmla="*/ 9 h 1123"/>
                  <a:gd name="T44" fmla="*/ 257 w 458"/>
                  <a:gd name="T45" fmla="*/ 94 h 1123"/>
                  <a:gd name="T46" fmla="*/ 202 w 458"/>
                  <a:gd name="T47" fmla="*/ 501 h 1123"/>
                  <a:gd name="T48" fmla="*/ 203 w 458"/>
                  <a:gd name="T49" fmla="*/ 531 h 1123"/>
                  <a:gd name="T50" fmla="*/ 229 w 458"/>
                  <a:gd name="T51" fmla="*/ 461 h 1123"/>
                  <a:gd name="T52" fmla="*/ 236 w 458"/>
                  <a:gd name="T53" fmla="*/ 456 h 1123"/>
                  <a:gd name="T54" fmla="*/ 257 w 458"/>
                  <a:gd name="T55" fmla="*/ 432 h 1123"/>
                  <a:gd name="T56" fmla="*/ 204 w 458"/>
                  <a:gd name="T57" fmla="*/ 423 h 1123"/>
                  <a:gd name="T58" fmla="*/ 202 w 458"/>
                  <a:gd name="T59" fmla="*/ 382 h 1123"/>
                  <a:gd name="T60" fmla="*/ 222 w 458"/>
                  <a:gd name="T61" fmla="*/ 363 h 1123"/>
                  <a:gd name="T62" fmla="*/ 236 w 458"/>
                  <a:gd name="T63" fmla="*/ 363 h 1123"/>
                  <a:gd name="T64" fmla="*/ 202 w 458"/>
                  <a:gd name="T65" fmla="*/ 292 h 1123"/>
                  <a:gd name="T66" fmla="*/ 202 w 458"/>
                  <a:gd name="T67" fmla="*/ 282 h 1123"/>
                  <a:gd name="T68" fmla="*/ 202 w 458"/>
                  <a:gd name="T69" fmla="*/ 264 h 1123"/>
                  <a:gd name="T70" fmla="*/ 236 w 458"/>
                  <a:gd name="T71" fmla="*/ 250 h 1123"/>
                  <a:gd name="T72" fmla="*/ 202 w 458"/>
                  <a:gd name="T73" fmla="*/ 208 h 1123"/>
                  <a:gd name="T74" fmla="*/ 229 w 458"/>
                  <a:gd name="T75" fmla="*/ 188 h 1123"/>
                  <a:gd name="T76" fmla="*/ 229 w 458"/>
                  <a:gd name="T77" fmla="*/ 135 h 1123"/>
                  <a:gd name="T78" fmla="*/ 236 w 458"/>
                  <a:gd name="T79" fmla="*/ 130 h 1123"/>
                  <a:gd name="T80" fmla="*/ 257 w 458"/>
                  <a:gd name="T81" fmla="*/ 105 h 1123"/>
                  <a:gd name="T82" fmla="*/ 193 w 458"/>
                  <a:gd name="T83" fmla="*/ 572 h 1123"/>
                  <a:gd name="T84" fmla="*/ 229 w 458"/>
                  <a:gd name="T85" fmla="*/ 622 h 1123"/>
                  <a:gd name="T86" fmla="*/ 229 w 458"/>
                  <a:gd name="T87" fmla="*/ 664 h 1123"/>
                  <a:gd name="T88" fmla="*/ 26 w 458"/>
                  <a:gd name="T89" fmla="*/ 157 h 1123"/>
                  <a:gd name="T90" fmla="*/ 169 w 458"/>
                  <a:gd name="T91" fmla="*/ 110 h 1123"/>
                  <a:gd name="T92" fmla="*/ 90 w 458"/>
                  <a:gd name="T93" fmla="*/ 313 h 1123"/>
                  <a:gd name="T94" fmla="*/ 82 w 458"/>
                  <a:gd name="T95" fmla="*/ 483 h 1123"/>
                  <a:gd name="T96" fmla="*/ 168 w 458"/>
                  <a:gd name="T97" fmla="*/ 483 h 1123"/>
                  <a:gd name="T98" fmla="*/ 290 w 458"/>
                  <a:gd name="T99" fmla="*/ 694 h 1123"/>
                  <a:gd name="T100" fmla="*/ 159 w 458"/>
                  <a:gd name="T101" fmla="*/ 737 h 1123"/>
                  <a:gd name="T102" fmla="*/ 212 w 458"/>
                  <a:gd name="T103" fmla="*/ 759 h 1123"/>
                  <a:gd name="T104" fmla="*/ 149 w 458"/>
                  <a:gd name="T105" fmla="*/ 783 h 1123"/>
                  <a:gd name="T106" fmla="*/ 231 w 458"/>
                  <a:gd name="T107" fmla="*/ 892 h 1123"/>
                  <a:gd name="T108" fmla="*/ 139 w 458"/>
                  <a:gd name="T109" fmla="*/ 832 h 1123"/>
                  <a:gd name="T110" fmla="*/ 219 w 458"/>
                  <a:gd name="T111" fmla="*/ 899 h 1123"/>
                  <a:gd name="T112" fmla="*/ 118 w 458"/>
                  <a:gd name="T113" fmla="*/ 930 h 1123"/>
                  <a:gd name="T114" fmla="*/ 353 w 458"/>
                  <a:gd name="T115" fmla="*/ 988 h 1123"/>
                  <a:gd name="T116" fmla="*/ 92 w 458"/>
                  <a:gd name="T117" fmla="*/ 1051 h 1123"/>
                  <a:gd name="T118" fmla="*/ 85 w 458"/>
                  <a:gd name="T119" fmla="*/ 1087 h 1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8" h="1123">
                    <a:moveTo>
                      <a:pt x="82" y="1099"/>
                    </a:moveTo>
                    <a:cubicBezTo>
                      <a:pt x="376" y="1099"/>
                      <a:pt x="376" y="1099"/>
                      <a:pt x="376" y="1099"/>
                    </a:cubicBezTo>
                    <a:cubicBezTo>
                      <a:pt x="381" y="1123"/>
                      <a:pt x="381" y="1123"/>
                      <a:pt x="381" y="1123"/>
                    </a:cubicBezTo>
                    <a:cubicBezTo>
                      <a:pt x="414" y="1123"/>
                      <a:pt x="414" y="1123"/>
                      <a:pt x="414" y="1123"/>
                    </a:cubicBezTo>
                    <a:cubicBezTo>
                      <a:pt x="343" y="784"/>
                      <a:pt x="343" y="784"/>
                      <a:pt x="343" y="784"/>
                    </a:cubicBezTo>
                    <a:cubicBezTo>
                      <a:pt x="344" y="783"/>
                      <a:pt x="344" y="783"/>
                      <a:pt x="344" y="783"/>
                    </a:cubicBezTo>
                    <a:cubicBezTo>
                      <a:pt x="342" y="783"/>
                      <a:pt x="342" y="783"/>
                      <a:pt x="342" y="783"/>
                    </a:cubicBezTo>
                    <a:cubicBezTo>
                      <a:pt x="289" y="532"/>
                      <a:pt x="289" y="532"/>
                      <a:pt x="289" y="532"/>
                    </a:cubicBezTo>
                    <a:cubicBezTo>
                      <a:pt x="289" y="494"/>
                      <a:pt x="289" y="494"/>
                      <a:pt x="289" y="494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444" y="544"/>
                      <a:pt x="444" y="544"/>
                      <a:pt x="444" y="544"/>
                    </a:cubicBezTo>
                    <a:cubicBezTo>
                      <a:pt x="444" y="546"/>
                      <a:pt x="447" y="549"/>
                      <a:pt x="451" y="549"/>
                    </a:cubicBezTo>
                    <a:cubicBezTo>
                      <a:pt x="455" y="549"/>
                      <a:pt x="458" y="546"/>
                      <a:pt x="458" y="544"/>
                    </a:cubicBezTo>
                    <a:cubicBezTo>
                      <a:pt x="458" y="483"/>
                      <a:pt x="458" y="483"/>
                      <a:pt x="458" y="483"/>
                    </a:cubicBezTo>
                    <a:cubicBezTo>
                      <a:pt x="454" y="483"/>
                      <a:pt x="454" y="483"/>
                      <a:pt x="454" y="483"/>
                    </a:cubicBezTo>
                    <a:cubicBezTo>
                      <a:pt x="289" y="429"/>
                      <a:pt x="289" y="429"/>
                      <a:pt x="289" y="429"/>
                    </a:cubicBezTo>
                    <a:cubicBezTo>
                      <a:pt x="289" y="344"/>
                      <a:pt x="289" y="344"/>
                      <a:pt x="289" y="344"/>
                    </a:cubicBezTo>
                    <a:cubicBezTo>
                      <a:pt x="444" y="344"/>
                      <a:pt x="444" y="344"/>
                      <a:pt x="444" y="344"/>
                    </a:cubicBezTo>
                    <a:cubicBezTo>
                      <a:pt x="444" y="394"/>
                      <a:pt x="444" y="394"/>
                      <a:pt x="444" y="394"/>
                    </a:cubicBezTo>
                    <a:cubicBezTo>
                      <a:pt x="444" y="396"/>
                      <a:pt x="447" y="399"/>
                      <a:pt x="451" y="399"/>
                    </a:cubicBezTo>
                    <a:cubicBezTo>
                      <a:pt x="455" y="399"/>
                      <a:pt x="458" y="396"/>
                      <a:pt x="458" y="394"/>
                    </a:cubicBezTo>
                    <a:cubicBezTo>
                      <a:pt x="458" y="333"/>
                      <a:pt x="458" y="333"/>
                      <a:pt x="458" y="333"/>
                    </a:cubicBezTo>
                    <a:cubicBezTo>
                      <a:pt x="454" y="333"/>
                      <a:pt x="454" y="333"/>
                      <a:pt x="454" y="333"/>
                    </a:cubicBezTo>
                    <a:cubicBezTo>
                      <a:pt x="289" y="279"/>
                      <a:pt x="289" y="279"/>
                      <a:pt x="289" y="279"/>
                    </a:cubicBezTo>
                    <a:cubicBezTo>
                      <a:pt x="289" y="167"/>
                      <a:pt x="289" y="167"/>
                      <a:pt x="289" y="167"/>
                    </a:cubicBezTo>
                    <a:cubicBezTo>
                      <a:pt x="444" y="167"/>
                      <a:pt x="444" y="167"/>
                      <a:pt x="444" y="167"/>
                    </a:cubicBezTo>
                    <a:cubicBezTo>
                      <a:pt x="444" y="217"/>
                      <a:pt x="444" y="217"/>
                      <a:pt x="444" y="217"/>
                    </a:cubicBezTo>
                    <a:cubicBezTo>
                      <a:pt x="444" y="220"/>
                      <a:pt x="447" y="222"/>
                      <a:pt x="451" y="222"/>
                    </a:cubicBezTo>
                    <a:cubicBezTo>
                      <a:pt x="455" y="222"/>
                      <a:pt x="458" y="220"/>
                      <a:pt x="458" y="217"/>
                    </a:cubicBezTo>
                    <a:cubicBezTo>
                      <a:pt x="458" y="157"/>
                      <a:pt x="458" y="157"/>
                      <a:pt x="458" y="157"/>
                    </a:cubicBezTo>
                    <a:cubicBezTo>
                      <a:pt x="454" y="157"/>
                      <a:pt x="454" y="157"/>
                      <a:pt x="454" y="157"/>
                    </a:cubicBezTo>
                    <a:cubicBezTo>
                      <a:pt x="289" y="102"/>
                      <a:pt x="289" y="102"/>
                      <a:pt x="289" y="102"/>
                    </a:cubicBezTo>
                    <a:cubicBezTo>
                      <a:pt x="289" y="94"/>
                      <a:pt x="289" y="94"/>
                      <a:pt x="289" y="94"/>
                    </a:cubicBezTo>
                    <a:cubicBezTo>
                      <a:pt x="278" y="94"/>
                      <a:pt x="278" y="94"/>
                      <a:pt x="278" y="94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180" y="96"/>
                      <a:pt x="180" y="96"/>
                      <a:pt x="180" y="96"/>
                    </a:cubicBezTo>
                    <a:cubicBezTo>
                      <a:pt x="169" y="99"/>
                      <a:pt x="169" y="99"/>
                      <a:pt x="169" y="99"/>
                    </a:cubicBezTo>
                    <a:cubicBezTo>
                      <a:pt x="169" y="102"/>
                      <a:pt x="169" y="102"/>
                      <a:pt x="169" y="102"/>
                    </a:cubicBezTo>
                    <a:cubicBezTo>
                      <a:pt x="4" y="157"/>
                      <a:pt x="4" y="157"/>
                      <a:pt x="4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217"/>
                      <a:pt x="0" y="217"/>
                      <a:pt x="0" y="217"/>
                    </a:cubicBezTo>
                    <a:cubicBezTo>
                      <a:pt x="0" y="220"/>
                      <a:pt x="3" y="222"/>
                      <a:pt x="7" y="222"/>
                    </a:cubicBezTo>
                    <a:cubicBezTo>
                      <a:pt x="11" y="222"/>
                      <a:pt x="14" y="220"/>
                      <a:pt x="14" y="217"/>
                    </a:cubicBezTo>
                    <a:cubicBezTo>
                      <a:pt x="14" y="167"/>
                      <a:pt x="14" y="167"/>
                      <a:pt x="14" y="167"/>
                    </a:cubicBezTo>
                    <a:cubicBezTo>
                      <a:pt x="169" y="167"/>
                      <a:pt x="169" y="167"/>
                      <a:pt x="169" y="167"/>
                    </a:cubicBezTo>
                    <a:cubicBezTo>
                      <a:pt x="169" y="279"/>
                      <a:pt x="169" y="279"/>
                      <a:pt x="169" y="279"/>
                    </a:cubicBezTo>
                    <a:cubicBezTo>
                      <a:pt x="4" y="333"/>
                      <a:pt x="4" y="333"/>
                      <a:pt x="4" y="333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94"/>
                      <a:pt x="0" y="394"/>
                      <a:pt x="0" y="394"/>
                    </a:cubicBezTo>
                    <a:cubicBezTo>
                      <a:pt x="0" y="396"/>
                      <a:pt x="3" y="399"/>
                      <a:pt x="7" y="399"/>
                    </a:cubicBezTo>
                    <a:cubicBezTo>
                      <a:pt x="11" y="399"/>
                      <a:pt x="14" y="396"/>
                      <a:pt x="14" y="394"/>
                    </a:cubicBezTo>
                    <a:cubicBezTo>
                      <a:pt x="14" y="344"/>
                      <a:pt x="14" y="344"/>
                      <a:pt x="14" y="344"/>
                    </a:cubicBezTo>
                    <a:cubicBezTo>
                      <a:pt x="169" y="344"/>
                      <a:pt x="169" y="344"/>
                      <a:pt x="169" y="344"/>
                    </a:cubicBezTo>
                    <a:cubicBezTo>
                      <a:pt x="169" y="429"/>
                      <a:pt x="169" y="429"/>
                      <a:pt x="169" y="429"/>
                    </a:cubicBezTo>
                    <a:cubicBezTo>
                      <a:pt x="4" y="483"/>
                      <a:pt x="4" y="483"/>
                      <a:pt x="4" y="483"/>
                    </a:cubicBezTo>
                    <a:cubicBezTo>
                      <a:pt x="0" y="483"/>
                      <a:pt x="0" y="483"/>
                      <a:pt x="0" y="483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46"/>
                      <a:pt x="3" y="549"/>
                      <a:pt x="7" y="549"/>
                    </a:cubicBezTo>
                    <a:cubicBezTo>
                      <a:pt x="11" y="549"/>
                      <a:pt x="14" y="546"/>
                      <a:pt x="14" y="544"/>
                    </a:cubicBezTo>
                    <a:cubicBezTo>
                      <a:pt x="14" y="494"/>
                      <a:pt x="14" y="494"/>
                      <a:pt x="14" y="494"/>
                    </a:cubicBezTo>
                    <a:cubicBezTo>
                      <a:pt x="169" y="494"/>
                      <a:pt x="169" y="494"/>
                      <a:pt x="169" y="494"/>
                    </a:cubicBezTo>
                    <a:cubicBezTo>
                      <a:pt x="169" y="532"/>
                      <a:pt x="169" y="532"/>
                      <a:pt x="169" y="532"/>
                    </a:cubicBezTo>
                    <a:cubicBezTo>
                      <a:pt x="116" y="783"/>
                      <a:pt x="116" y="783"/>
                      <a:pt x="116" y="783"/>
                    </a:cubicBezTo>
                    <a:cubicBezTo>
                      <a:pt x="114" y="783"/>
                      <a:pt x="114" y="783"/>
                      <a:pt x="114" y="783"/>
                    </a:cubicBezTo>
                    <a:cubicBezTo>
                      <a:pt x="116" y="784"/>
                      <a:pt x="116" y="784"/>
                      <a:pt x="116" y="784"/>
                    </a:cubicBezTo>
                    <a:cubicBezTo>
                      <a:pt x="44" y="1123"/>
                      <a:pt x="44" y="1123"/>
                      <a:pt x="44" y="1123"/>
                    </a:cubicBezTo>
                    <a:cubicBezTo>
                      <a:pt x="77" y="1123"/>
                      <a:pt x="77" y="1123"/>
                      <a:pt x="77" y="1123"/>
                    </a:cubicBezTo>
                    <a:lnTo>
                      <a:pt x="82" y="1099"/>
                    </a:lnTo>
                    <a:close/>
                    <a:moveTo>
                      <a:pt x="376" y="138"/>
                    </a:moveTo>
                    <a:cubicBezTo>
                      <a:pt x="433" y="157"/>
                      <a:pt x="433" y="157"/>
                      <a:pt x="433" y="157"/>
                    </a:cubicBezTo>
                    <a:cubicBezTo>
                      <a:pt x="376" y="157"/>
                      <a:pt x="376" y="157"/>
                      <a:pt x="376" y="157"/>
                    </a:cubicBezTo>
                    <a:lnTo>
                      <a:pt x="376" y="138"/>
                    </a:lnTo>
                    <a:close/>
                    <a:moveTo>
                      <a:pt x="368" y="157"/>
                    </a:moveTo>
                    <a:cubicBezTo>
                      <a:pt x="303" y="157"/>
                      <a:pt x="303" y="157"/>
                      <a:pt x="303" y="157"/>
                    </a:cubicBezTo>
                    <a:cubicBezTo>
                      <a:pt x="368" y="139"/>
                      <a:pt x="368" y="139"/>
                      <a:pt x="368" y="139"/>
                    </a:cubicBezTo>
                    <a:lnTo>
                      <a:pt x="368" y="157"/>
                    </a:lnTo>
                    <a:close/>
                    <a:moveTo>
                      <a:pt x="289" y="110"/>
                    </a:moveTo>
                    <a:cubicBezTo>
                      <a:pt x="363" y="134"/>
                      <a:pt x="363" y="134"/>
                      <a:pt x="363" y="134"/>
                    </a:cubicBezTo>
                    <a:cubicBezTo>
                      <a:pt x="289" y="155"/>
                      <a:pt x="289" y="155"/>
                      <a:pt x="289" y="155"/>
                    </a:cubicBezTo>
                    <a:lnTo>
                      <a:pt x="289" y="110"/>
                    </a:lnTo>
                    <a:close/>
                    <a:moveTo>
                      <a:pt x="376" y="315"/>
                    </a:moveTo>
                    <a:cubicBezTo>
                      <a:pt x="433" y="333"/>
                      <a:pt x="433" y="333"/>
                      <a:pt x="433" y="333"/>
                    </a:cubicBezTo>
                    <a:cubicBezTo>
                      <a:pt x="376" y="333"/>
                      <a:pt x="376" y="333"/>
                      <a:pt x="376" y="333"/>
                    </a:cubicBezTo>
                    <a:lnTo>
                      <a:pt x="376" y="315"/>
                    </a:lnTo>
                    <a:close/>
                    <a:moveTo>
                      <a:pt x="368" y="333"/>
                    </a:moveTo>
                    <a:cubicBezTo>
                      <a:pt x="296" y="333"/>
                      <a:pt x="296" y="333"/>
                      <a:pt x="296" y="333"/>
                    </a:cubicBezTo>
                    <a:cubicBezTo>
                      <a:pt x="368" y="313"/>
                      <a:pt x="368" y="313"/>
                      <a:pt x="368" y="313"/>
                    </a:cubicBezTo>
                    <a:lnTo>
                      <a:pt x="368" y="333"/>
                    </a:lnTo>
                    <a:close/>
                    <a:moveTo>
                      <a:pt x="289" y="286"/>
                    </a:moveTo>
                    <a:cubicBezTo>
                      <a:pt x="368" y="312"/>
                      <a:pt x="368" y="312"/>
                      <a:pt x="368" y="312"/>
                    </a:cubicBezTo>
                    <a:cubicBezTo>
                      <a:pt x="291" y="333"/>
                      <a:pt x="291" y="333"/>
                      <a:pt x="291" y="333"/>
                    </a:cubicBezTo>
                    <a:cubicBezTo>
                      <a:pt x="289" y="333"/>
                      <a:pt x="289" y="333"/>
                      <a:pt x="289" y="333"/>
                    </a:cubicBezTo>
                    <a:lnTo>
                      <a:pt x="289" y="286"/>
                    </a:lnTo>
                    <a:close/>
                    <a:moveTo>
                      <a:pt x="376" y="465"/>
                    </a:moveTo>
                    <a:cubicBezTo>
                      <a:pt x="433" y="483"/>
                      <a:pt x="433" y="483"/>
                      <a:pt x="433" y="483"/>
                    </a:cubicBezTo>
                    <a:cubicBezTo>
                      <a:pt x="376" y="483"/>
                      <a:pt x="376" y="483"/>
                      <a:pt x="376" y="483"/>
                    </a:cubicBezTo>
                    <a:lnTo>
                      <a:pt x="376" y="465"/>
                    </a:lnTo>
                    <a:close/>
                    <a:moveTo>
                      <a:pt x="368" y="483"/>
                    </a:moveTo>
                    <a:cubicBezTo>
                      <a:pt x="296" y="483"/>
                      <a:pt x="296" y="483"/>
                      <a:pt x="296" y="483"/>
                    </a:cubicBezTo>
                    <a:cubicBezTo>
                      <a:pt x="368" y="463"/>
                      <a:pt x="368" y="463"/>
                      <a:pt x="368" y="463"/>
                    </a:cubicBezTo>
                    <a:lnTo>
                      <a:pt x="368" y="483"/>
                    </a:lnTo>
                    <a:close/>
                    <a:moveTo>
                      <a:pt x="289" y="436"/>
                    </a:moveTo>
                    <a:cubicBezTo>
                      <a:pt x="368" y="462"/>
                      <a:pt x="368" y="462"/>
                      <a:pt x="368" y="462"/>
                    </a:cubicBezTo>
                    <a:cubicBezTo>
                      <a:pt x="290" y="483"/>
                      <a:pt x="290" y="483"/>
                      <a:pt x="290" y="483"/>
                    </a:cubicBezTo>
                    <a:cubicBezTo>
                      <a:pt x="289" y="483"/>
                      <a:pt x="289" y="483"/>
                      <a:pt x="289" y="483"/>
                    </a:cubicBezTo>
                    <a:lnTo>
                      <a:pt x="289" y="436"/>
                    </a:lnTo>
                    <a:close/>
                    <a:moveTo>
                      <a:pt x="375" y="1092"/>
                    </a:moveTo>
                    <a:cubicBezTo>
                      <a:pt x="243" y="1092"/>
                      <a:pt x="243" y="1092"/>
                      <a:pt x="243" y="1092"/>
                    </a:cubicBezTo>
                    <a:cubicBezTo>
                      <a:pt x="295" y="1049"/>
                      <a:pt x="295" y="1049"/>
                      <a:pt x="295" y="1049"/>
                    </a:cubicBezTo>
                    <a:cubicBezTo>
                      <a:pt x="374" y="1087"/>
                      <a:pt x="374" y="1087"/>
                      <a:pt x="374" y="1087"/>
                    </a:cubicBezTo>
                    <a:lnTo>
                      <a:pt x="375" y="1092"/>
                    </a:lnTo>
                    <a:close/>
                    <a:moveTo>
                      <a:pt x="371" y="1076"/>
                    </a:moveTo>
                    <a:cubicBezTo>
                      <a:pt x="320" y="1051"/>
                      <a:pt x="320" y="1051"/>
                      <a:pt x="320" y="1051"/>
                    </a:cubicBezTo>
                    <a:cubicBezTo>
                      <a:pt x="366" y="1051"/>
                      <a:pt x="366" y="1051"/>
                      <a:pt x="366" y="1051"/>
                    </a:cubicBezTo>
                    <a:lnTo>
                      <a:pt x="371" y="1076"/>
                    </a:lnTo>
                    <a:close/>
                    <a:moveTo>
                      <a:pt x="365" y="1044"/>
                    </a:moveTo>
                    <a:cubicBezTo>
                      <a:pt x="301" y="1044"/>
                      <a:pt x="301" y="1044"/>
                      <a:pt x="301" y="1044"/>
                    </a:cubicBezTo>
                    <a:cubicBezTo>
                      <a:pt x="355" y="1000"/>
                      <a:pt x="355" y="1000"/>
                      <a:pt x="355" y="1000"/>
                    </a:cubicBezTo>
                    <a:lnTo>
                      <a:pt x="365" y="1044"/>
                    </a:lnTo>
                    <a:close/>
                    <a:moveTo>
                      <a:pt x="351" y="978"/>
                    </a:moveTo>
                    <a:cubicBezTo>
                      <a:pt x="232" y="978"/>
                      <a:pt x="232" y="978"/>
                      <a:pt x="232" y="978"/>
                    </a:cubicBezTo>
                    <a:cubicBezTo>
                      <a:pt x="232" y="905"/>
                      <a:pt x="232" y="905"/>
                      <a:pt x="232" y="905"/>
                    </a:cubicBezTo>
                    <a:cubicBezTo>
                      <a:pt x="350" y="974"/>
                      <a:pt x="350" y="974"/>
                      <a:pt x="350" y="974"/>
                    </a:cubicBezTo>
                    <a:lnTo>
                      <a:pt x="351" y="978"/>
                    </a:lnTo>
                    <a:close/>
                    <a:moveTo>
                      <a:pt x="239" y="899"/>
                    </a:moveTo>
                    <a:cubicBezTo>
                      <a:pt x="328" y="886"/>
                      <a:pt x="328" y="886"/>
                      <a:pt x="328" y="886"/>
                    </a:cubicBezTo>
                    <a:cubicBezTo>
                      <a:pt x="282" y="925"/>
                      <a:pt x="282" y="925"/>
                      <a:pt x="282" y="925"/>
                    </a:cubicBezTo>
                    <a:lnTo>
                      <a:pt x="239" y="899"/>
                    </a:lnTo>
                    <a:close/>
                    <a:moveTo>
                      <a:pt x="348" y="964"/>
                    </a:moveTo>
                    <a:cubicBezTo>
                      <a:pt x="290" y="930"/>
                      <a:pt x="290" y="930"/>
                      <a:pt x="290" y="930"/>
                    </a:cubicBezTo>
                    <a:cubicBezTo>
                      <a:pt x="340" y="930"/>
                      <a:pt x="340" y="930"/>
                      <a:pt x="340" y="930"/>
                    </a:cubicBezTo>
                    <a:lnTo>
                      <a:pt x="348" y="964"/>
                    </a:lnTo>
                    <a:close/>
                    <a:moveTo>
                      <a:pt x="339" y="922"/>
                    </a:moveTo>
                    <a:cubicBezTo>
                      <a:pt x="302" y="922"/>
                      <a:pt x="302" y="922"/>
                      <a:pt x="302" y="922"/>
                    </a:cubicBezTo>
                    <a:cubicBezTo>
                      <a:pt x="333" y="895"/>
                      <a:pt x="333" y="895"/>
                      <a:pt x="333" y="895"/>
                    </a:cubicBezTo>
                    <a:lnTo>
                      <a:pt x="339" y="922"/>
                    </a:lnTo>
                    <a:close/>
                    <a:moveTo>
                      <a:pt x="329" y="877"/>
                    </a:moveTo>
                    <a:cubicBezTo>
                      <a:pt x="252" y="889"/>
                      <a:pt x="252" y="889"/>
                      <a:pt x="252" y="889"/>
                    </a:cubicBezTo>
                    <a:cubicBezTo>
                      <a:pt x="323" y="847"/>
                      <a:pt x="323" y="847"/>
                      <a:pt x="323" y="847"/>
                    </a:cubicBezTo>
                    <a:lnTo>
                      <a:pt x="329" y="877"/>
                    </a:lnTo>
                    <a:close/>
                    <a:moveTo>
                      <a:pt x="317" y="821"/>
                    </a:moveTo>
                    <a:cubicBezTo>
                      <a:pt x="248" y="805"/>
                      <a:pt x="248" y="805"/>
                      <a:pt x="248" y="805"/>
                    </a:cubicBezTo>
                    <a:cubicBezTo>
                      <a:pt x="311" y="791"/>
                      <a:pt x="311" y="791"/>
                      <a:pt x="311" y="791"/>
                    </a:cubicBezTo>
                    <a:lnTo>
                      <a:pt x="317" y="821"/>
                    </a:lnTo>
                    <a:close/>
                    <a:moveTo>
                      <a:pt x="296" y="824"/>
                    </a:moveTo>
                    <a:cubicBezTo>
                      <a:pt x="162" y="824"/>
                      <a:pt x="162" y="824"/>
                      <a:pt x="162" y="824"/>
                    </a:cubicBezTo>
                    <a:cubicBezTo>
                      <a:pt x="229" y="809"/>
                      <a:pt x="229" y="809"/>
                      <a:pt x="229" y="809"/>
                    </a:cubicBezTo>
                    <a:lnTo>
                      <a:pt x="296" y="824"/>
                    </a:lnTo>
                    <a:close/>
                    <a:moveTo>
                      <a:pt x="307" y="774"/>
                    </a:moveTo>
                    <a:cubicBezTo>
                      <a:pt x="247" y="759"/>
                      <a:pt x="247" y="759"/>
                      <a:pt x="247" y="759"/>
                    </a:cubicBezTo>
                    <a:cubicBezTo>
                      <a:pt x="301" y="746"/>
                      <a:pt x="301" y="746"/>
                      <a:pt x="301" y="746"/>
                    </a:cubicBezTo>
                    <a:lnTo>
                      <a:pt x="307" y="774"/>
                    </a:lnTo>
                    <a:close/>
                    <a:moveTo>
                      <a:pt x="298" y="728"/>
                    </a:moveTo>
                    <a:cubicBezTo>
                      <a:pt x="245" y="714"/>
                      <a:pt x="245" y="714"/>
                      <a:pt x="245" y="714"/>
                    </a:cubicBezTo>
                    <a:cubicBezTo>
                      <a:pt x="292" y="702"/>
                      <a:pt x="292" y="702"/>
                      <a:pt x="292" y="702"/>
                    </a:cubicBezTo>
                    <a:lnTo>
                      <a:pt x="298" y="728"/>
                    </a:lnTo>
                    <a:close/>
                    <a:moveTo>
                      <a:pt x="288" y="682"/>
                    </a:moveTo>
                    <a:cubicBezTo>
                      <a:pt x="243" y="668"/>
                      <a:pt x="243" y="668"/>
                      <a:pt x="243" y="668"/>
                    </a:cubicBezTo>
                    <a:cubicBezTo>
                      <a:pt x="283" y="656"/>
                      <a:pt x="283" y="656"/>
                      <a:pt x="283" y="656"/>
                    </a:cubicBezTo>
                    <a:lnTo>
                      <a:pt x="288" y="682"/>
                    </a:lnTo>
                    <a:close/>
                    <a:moveTo>
                      <a:pt x="279" y="639"/>
                    </a:moveTo>
                    <a:cubicBezTo>
                      <a:pt x="242" y="626"/>
                      <a:pt x="242" y="626"/>
                      <a:pt x="242" y="626"/>
                    </a:cubicBezTo>
                    <a:cubicBezTo>
                      <a:pt x="274" y="615"/>
                      <a:pt x="274" y="615"/>
                      <a:pt x="274" y="615"/>
                    </a:cubicBezTo>
                    <a:lnTo>
                      <a:pt x="279" y="639"/>
                    </a:lnTo>
                    <a:close/>
                    <a:moveTo>
                      <a:pt x="270" y="596"/>
                    </a:moveTo>
                    <a:cubicBezTo>
                      <a:pt x="240" y="583"/>
                      <a:pt x="240" y="583"/>
                      <a:pt x="240" y="583"/>
                    </a:cubicBezTo>
                    <a:cubicBezTo>
                      <a:pt x="265" y="572"/>
                      <a:pt x="265" y="572"/>
                      <a:pt x="265" y="572"/>
                    </a:cubicBezTo>
                    <a:lnTo>
                      <a:pt x="270" y="596"/>
                    </a:lnTo>
                    <a:close/>
                    <a:moveTo>
                      <a:pt x="259" y="72"/>
                    </a:moveTo>
                    <a:cubicBezTo>
                      <a:pt x="234" y="30"/>
                      <a:pt x="234" y="30"/>
                      <a:pt x="234" y="30"/>
                    </a:cubicBezTo>
                    <a:cubicBezTo>
                      <a:pt x="242" y="16"/>
                      <a:pt x="242" y="16"/>
                      <a:pt x="242" y="16"/>
                    </a:cubicBezTo>
                    <a:lnTo>
                      <a:pt x="259" y="72"/>
                    </a:lnTo>
                    <a:close/>
                    <a:moveTo>
                      <a:pt x="237" y="9"/>
                    </a:moveTo>
                    <a:cubicBezTo>
                      <a:pt x="229" y="22"/>
                      <a:pt x="229" y="22"/>
                      <a:pt x="229" y="22"/>
                    </a:cubicBezTo>
                    <a:cubicBezTo>
                      <a:pt x="222" y="9"/>
                      <a:pt x="222" y="9"/>
                      <a:pt x="222" y="9"/>
                    </a:cubicBezTo>
                    <a:lnTo>
                      <a:pt x="237" y="9"/>
                    </a:lnTo>
                    <a:close/>
                    <a:moveTo>
                      <a:pt x="216" y="16"/>
                    </a:moveTo>
                    <a:cubicBezTo>
                      <a:pt x="224" y="30"/>
                      <a:pt x="224" y="30"/>
                      <a:pt x="224" y="30"/>
                    </a:cubicBezTo>
                    <a:cubicBezTo>
                      <a:pt x="200" y="72"/>
                      <a:pt x="200" y="72"/>
                      <a:pt x="200" y="72"/>
                    </a:cubicBezTo>
                    <a:lnTo>
                      <a:pt x="216" y="16"/>
                    </a:lnTo>
                    <a:close/>
                    <a:moveTo>
                      <a:pt x="229" y="38"/>
                    </a:moveTo>
                    <a:cubicBezTo>
                      <a:pt x="262" y="94"/>
                      <a:pt x="262" y="94"/>
                      <a:pt x="262" y="94"/>
                    </a:cubicBezTo>
                    <a:cubicBezTo>
                      <a:pt x="257" y="94"/>
                      <a:pt x="257" y="94"/>
                      <a:pt x="257" y="94"/>
                    </a:cubicBezTo>
                    <a:cubicBezTo>
                      <a:pt x="257" y="97"/>
                      <a:pt x="257" y="97"/>
                      <a:pt x="257" y="97"/>
                    </a:cubicBezTo>
                    <a:cubicBezTo>
                      <a:pt x="202" y="97"/>
                      <a:pt x="202" y="97"/>
                      <a:pt x="202" y="97"/>
                    </a:cubicBezTo>
                    <a:cubicBezTo>
                      <a:pt x="202" y="89"/>
                      <a:pt x="202" y="89"/>
                      <a:pt x="202" y="89"/>
                    </a:cubicBezTo>
                    <a:cubicBezTo>
                      <a:pt x="199" y="90"/>
                      <a:pt x="199" y="90"/>
                      <a:pt x="199" y="90"/>
                    </a:cubicBezTo>
                    <a:lnTo>
                      <a:pt x="229" y="38"/>
                    </a:lnTo>
                    <a:close/>
                    <a:moveTo>
                      <a:pt x="222" y="512"/>
                    </a:moveTo>
                    <a:cubicBezTo>
                      <a:pt x="202" y="524"/>
                      <a:pt x="202" y="524"/>
                      <a:pt x="202" y="524"/>
                    </a:cubicBezTo>
                    <a:cubicBezTo>
                      <a:pt x="202" y="501"/>
                      <a:pt x="202" y="501"/>
                      <a:pt x="202" y="501"/>
                    </a:cubicBezTo>
                    <a:lnTo>
                      <a:pt x="222" y="512"/>
                    </a:lnTo>
                    <a:close/>
                    <a:moveTo>
                      <a:pt x="204" y="494"/>
                    </a:moveTo>
                    <a:cubicBezTo>
                      <a:pt x="255" y="494"/>
                      <a:pt x="255" y="494"/>
                      <a:pt x="255" y="494"/>
                    </a:cubicBezTo>
                    <a:cubicBezTo>
                      <a:pt x="229" y="508"/>
                      <a:pt x="229" y="508"/>
                      <a:pt x="229" y="508"/>
                    </a:cubicBezTo>
                    <a:lnTo>
                      <a:pt x="204" y="494"/>
                    </a:lnTo>
                    <a:close/>
                    <a:moveTo>
                      <a:pt x="229" y="516"/>
                    </a:moveTo>
                    <a:cubicBezTo>
                      <a:pt x="255" y="531"/>
                      <a:pt x="255" y="531"/>
                      <a:pt x="255" y="531"/>
                    </a:cubicBezTo>
                    <a:cubicBezTo>
                      <a:pt x="203" y="531"/>
                      <a:pt x="203" y="531"/>
                      <a:pt x="203" y="531"/>
                    </a:cubicBezTo>
                    <a:lnTo>
                      <a:pt x="229" y="516"/>
                    </a:lnTo>
                    <a:close/>
                    <a:moveTo>
                      <a:pt x="236" y="512"/>
                    </a:moveTo>
                    <a:cubicBezTo>
                      <a:pt x="257" y="501"/>
                      <a:pt x="257" y="501"/>
                      <a:pt x="257" y="501"/>
                    </a:cubicBezTo>
                    <a:cubicBezTo>
                      <a:pt x="257" y="524"/>
                      <a:pt x="257" y="524"/>
                      <a:pt x="257" y="524"/>
                    </a:cubicBezTo>
                    <a:lnTo>
                      <a:pt x="236" y="512"/>
                    </a:lnTo>
                    <a:close/>
                    <a:moveTo>
                      <a:pt x="202" y="483"/>
                    </a:moveTo>
                    <a:cubicBezTo>
                      <a:pt x="202" y="480"/>
                      <a:pt x="202" y="480"/>
                      <a:pt x="202" y="480"/>
                    </a:cubicBezTo>
                    <a:cubicBezTo>
                      <a:pt x="229" y="461"/>
                      <a:pt x="229" y="461"/>
                      <a:pt x="229" y="461"/>
                    </a:cubicBezTo>
                    <a:cubicBezTo>
                      <a:pt x="257" y="480"/>
                      <a:pt x="257" y="480"/>
                      <a:pt x="257" y="480"/>
                    </a:cubicBezTo>
                    <a:cubicBezTo>
                      <a:pt x="257" y="483"/>
                      <a:pt x="257" y="483"/>
                      <a:pt x="257" y="483"/>
                    </a:cubicBezTo>
                    <a:lnTo>
                      <a:pt x="202" y="483"/>
                    </a:lnTo>
                    <a:close/>
                    <a:moveTo>
                      <a:pt x="202" y="470"/>
                    </a:moveTo>
                    <a:cubicBezTo>
                      <a:pt x="202" y="442"/>
                      <a:pt x="202" y="442"/>
                      <a:pt x="202" y="442"/>
                    </a:cubicBezTo>
                    <a:cubicBezTo>
                      <a:pt x="222" y="456"/>
                      <a:pt x="222" y="456"/>
                      <a:pt x="222" y="456"/>
                    </a:cubicBezTo>
                    <a:lnTo>
                      <a:pt x="202" y="470"/>
                    </a:lnTo>
                    <a:close/>
                    <a:moveTo>
                      <a:pt x="236" y="456"/>
                    </a:moveTo>
                    <a:cubicBezTo>
                      <a:pt x="257" y="442"/>
                      <a:pt x="257" y="442"/>
                      <a:pt x="257" y="442"/>
                    </a:cubicBezTo>
                    <a:cubicBezTo>
                      <a:pt x="257" y="470"/>
                      <a:pt x="257" y="470"/>
                      <a:pt x="257" y="470"/>
                    </a:cubicBezTo>
                    <a:lnTo>
                      <a:pt x="236" y="456"/>
                    </a:lnTo>
                    <a:close/>
                    <a:moveTo>
                      <a:pt x="229" y="451"/>
                    </a:moveTo>
                    <a:cubicBezTo>
                      <a:pt x="202" y="432"/>
                      <a:pt x="202" y="432"/>
                      <a:pt x="202" y="432"/>
                    </a:cubicBezTo>
                    <a:cubicBezTo>
                      <a:pt x="202" y="430"/>
                      <a:pt x="202" y="430"/>
                      <a:pt x="202" y="430"/>
                    </a:cubicBezTo>
                    <a:cubicBezTo>
                      <a:pt x="257" y="430"/>
                      <a:pt x="257" y="430"/>
                      <a:pt x="257" y="430"/>
                    </a:cubicBezTo>
                    <a:cubicBezTo>
                      <a:pt x="257" y="432"/>
                      <a:pt x="257" y="432"/>
                      <a:pt x="257" y="432"/>
                    </a:cubicBezTo>
                    <a:lnTo>
                      <a:pt x="229" y="451"/>
                    </a:lnTo>
                    <a:close/>
                    <a:moveTo>
                      <a:pt x="202" y="417"/>
                    </a:moveTo>
                    <a:cubicBezTo>
                      <a:pt x="202" y="393"/>
                      <a:pt x="202" y="393"/>
                      <a:pt x="202" y="393"/>
                    </a:cubicBezTo>
                    <a:cubicBezTo>
                      <a:pt x="222" y="405"/>
                      <a:pt x="222" y="405"/>
                      <a:pt x="222" y="405"/>
                    </a:cubicBezTo>
                    <a:lnTo>
                      <a:pt x="202" y="417"/>
                    </a:lnTo>
                    <a:close/>
                    <a:moveTo>
                      <a:pt x="229" y="409"/>
                    </a:moveTo>
                    <a:cubicBezTo>
                      <a:pt x="254" y="423"/>
                      <a:pt x="254" y="423"/>
                      <a:pt x="254" y="423"/>
                    </a:cubicBezTo>
                    <a:cubicBezTo>
                      <a:pt x="204" y="423"/>
                      <a:pt x="204" y="423"/>
                      <a:pt x="204" y="423"/>
                    </a:cubicBezTo>
                    <a:lnTo>
                      <a:pt x="229" y="409"/>
                    </a:lnTo>
                    <a:close/>
                    <a:moveTo>
                      <a:pt x="236" y="405"/>
                    </a:moveTo>
                    <a:cubicBezTo>
                      <a:pt x="257" y="393"/>
                      <a:pt x="257" y="393"/>
                      <a:pt x="257" y="393"/>
                    </a:cubicBezTo>
                    <a:cubicBezTo>
                      <a:pt x="257" y="417"/>
                      <a:pt x="257" y="417"/>
                      <a:pt x="257" y="417"/>
                    </a:cubicBezTo>
                    <a:lnTo>
                      <a:pt x="236" y="405"/>
                    </a:lnTo>
                    <a:close/>
                    <a:moveTo>
                      <a:pt x="229" y="401"/>
                    </a:moveTo>
                    <a:cubicBezTo>
                      <a:pt x="202" y="385"/>
                      <a:pt x="202" y="385"/>
                      <a:pt x="202" y="385"/>
                    </a:cubicBezTo>
                    <a:cubicBezTo>
                      <a:pt x="202" y="382"/>
                      <a:pt x="202" y="382"/>
                      <a:pt x="202" y="382"/>
                    </a:cubicBezTo>
                    <a:cubicBezTo>
                      <a:pt x="229" y="367"/>
                      <a:pt x="229" y="367"/>
                      <a:pt x="229" y="367"/>
                    </a:cubicBezTo>
                    <a:cubicBezTo>
                      <a:pt x="257" y="382"/>
                      <a:pt x="257" y="382"/>
                      <a:pt x="257" y="382"/>
                    </a:cubicBezTo>
                    <a:cubicBezTo>
                      <a:pt x="257" y="385"/>
                      <a:pt x="257" y="385"/>
                      <a:pt x="257" y="385"/>
                    </a:cubicBezTo>
                    <a:lnTo>
                      <a:pt x="229" y="401"/>
                    </a:lnTo>
                    <a:close/>
                    <a:moveTo>
                      <a:pt x="222" y="363"/>
                    </a:moveTo>
                    <a:cubicBezTo>
                      <a:pt x="202" y="374"/>
                      <a:pt x="202" y="374"/>
                      <a:pt x="202" y="374"/>
                    </a:cubicBezTo>
                    <a:cubicBezTo>
                      <a:pt x="202" y="351"/>
                      <a:pt x="202" y="351"/>
                      <a:pt x="202" y="351"/>
                    </a:cubicBezTo>
                    <a:lnTo>
                      <a:pt x="222" y="363"/>
                    </a:lnTo>
                    <a:close/>
                    <a:moveTo>
                      <a:pt x="203" y="344"/>
                    </a:moveTo>
                    <a:cubicBezTo>
                      <a:pt x="255" y="344"/>
                      <a:pt x="255" y="344"/>
                      <a:pt x="255" y="344"/>
                    </a:cubicBezTo>
                    <a:cubicBezTo>
                      <a:pt x="229" y="359"/>
                      <a:pt x="229" y="359"/>
                      <a:pt x="229" y="359"/>
                    </a:cubicBezTo>
                    <a:lnTo>
                      <a:pt x="203" y="344"/>
                    </a:lnTo>
                    <a:close/>
                    <a:moveTo>
                      <a:pt x="236" y="363"/>
                    </a:moveTo>
                    <a:cubicBezTo>
                      <a:pt x="257" y="351"/>
                      <a:pt x="257" y="351"/>
                      <a:pt x="257" y="351"/>
                    </a:cubicBezTo>
                    <a:cubicBezTo>
                      <a:pt x="257" y="374"/>
                      <a:pt x="257" y="374"/>
                      <a:pt x="257" y="374"/>
                    </a:cubicBezTo>
                    <a:lnTo>
                      <a:pt x="236" y="363"/>
                    </a:lnTo>
                    <a:close/>
                    <a:moveTo>
                      <a:pt x="202" y="333"/>
                    </a:moveTo>
                    <a:cubicBezTo>
                      <a:pt x="202" y="330"/>
                      <a:pt x="202" y="330"/>
                      <a:pt x="202" y="330"/>
                    </a:cubicBezTo>
                    <a:cubicBezTo>
                      <a:pt x="229" y="311"/>
                      <a:pt x="229" y="311"/>
                      <a:pt x="229" y="311"/>
                    </a:cubicBezTo>
                    <a:cubicBezTo>
                      <a:pt x="257" y="330"/>
                      <a:pt x="257" y="330"/>
                      <a:pt x="257" y="330"/>
                    </a:cubicBezTo>
                    <a:cubicBezTo>
                      <a:pt x="257" y="333"/>
                      <a:pt x="257" y="333"/>
                      <a:pt x="257" y="333"/>
                    </a:cubicBezTo>
                    <a:lnTo>
                      <a:pt x="202" y="333"/>
                    </a:lnTo>
                    <a:close/>
                    <a:moveTo>
                      <a:pt x="202" y="320"/>
                    </a:moveTo>
                    <a:cubicBezTo>
                      <a:pt x="202" y="292"/>
                      <a:pt x="202" y="292"/>
                      <a:pt x="202" y="292"/>
                    </a:cubicBezTo>
                    <a:cubicBezTo>
                      <a:pt x="222" y="306"/>
                      <a:pt x="222" y="306"/>
                      <a:pt x="222" y="306"/>
                    </a:cubicBezTo>
                    <a:lnTo>
                      <a:pt x="202" y="320"/>
                    </a:lnTo>
                    <a:close/>
                    <a:moveTo>
                      <a:pt x="236" y="306"/>
                    </a:moveTo>
                    <a:cubicBezTo>
                      <a:pt x="257" y="292"/>
                      <a:pt x="257" y="292"/>
                      <a:pt x="257" y="292"/>
                    </a:cubicBezTo>
                    <a:cubicBezTo>
                      <a:pt x="257" y="320"/>
                      <a:pt x="257" y="320"/>
                      <a:pt x="257" y="320"/>
                    </a:cubicBezTo>
                    <a:lnTo>
                      <a:pt x="236" y="306"/>
                    </a:lnTo>
                    <a:close/>
                    <a:moveTo>
                      <a:pt x="229" y="301"/>
                    </a:moveTo>
                    <a:cubicBezTo>
                      <a:pt x="202" y="282"/>
                      <a:pt x="202" y="282"/>
                      <a:pt x="202" y="282"/>
                    </a:cubicBezTo>
                    <a:cubicBezTo>
                      <a:pt x="202" y="280"/>
                      <a:pt x="202" y="280"/>
                      <a:pt x="202" y="280"/>
                    </a:cubicBezTo>
                    <a:cubicBezTo>
                      <a:pt x="257" y="280"/>
                      <a:pt x="257" y="280"/>
                      <a:pt x="257" y="280"/>
                    </a:cubicBezTo>
                    <a:cubicBezTo>
                      <a:pt x="257" y="282"/>
                      <a:pt x="257" y="282"/>
                      <a:pt x="257" y="282"/>
                    </a:cubicBezTo>
                    <a:lnTo>
                      <a:pt x="229" y="301"/>
                    </a:lnTo>
                    <a:close/>
                    <a:moveTo>
                      <a:pt x="202" y="264"/>
                    </a:moveTo>
                    <a:cubicBezTo>
                      <a:pt x="202" y="235"/>
                      <a:pt x="202" y="235"/>
                      <a:pt x="202" y="235"/>
                    </a:cubicBezTo>
                    <a:cubicBezTo>
                      <a:pt x="223" y="250"/>
                      <a:pt x="223" y="250"/>
                      <a:pt x="223" y="250"/>
                    </a:cubicBezTo>
                    <a:lnTo>
                      <a:pt x="202" y="264"/>
                    </a:lnTo>
                    <a:close/>
                    <a:moveTo>
                      <a:pt x="229" y="254"/>
                    </a:moveTo>
                    <a:cubicBezTo>
                      <a:pt x="256" y="273"/>
                      <a:pt x="256" y="273"/>
                      <a:pt x="256" y="273"/>
                    </a:cubicBezTo>
                    <a:cubicBezTo>
                      <a:pt x="202" y="273"/>
                      <a:pt x="202" y="273"/>
                      <a:pt x="202" y="273"/>
                    </a:cubicBezTo>
                    <a:lnTo>
                      <a:pt x="229" y="254"/>
                    </a:lnTo>
                    <a:close/>
                    <a:moveTo>
                      <a:pt x="236" y="250"/>
                    </a:moveTo>
                    <a:cubicBezTo>
                      <a:pt x="257" y="235"/>
                      <a:pt x="257" y="235"/>
                      <a:pt x="257" y="235"/>
                    </a:cubicBezTo>
                    <a:cubicBezTo>
                      <a:pt x="257" y="264"/>
                      <a:pt x="257" y="264"/>
                      <a:pt x="257" y="264"/>
                    </a:cubicBezTo>
                    <a:lnTo>
                      <a:pt x="236" y="250"/>
                    </a:lnTo>
                    <a:close/>
                    <a:moveTo>
                      <a:pt x="229" y="245"/>
                    </a:moveTo>
                    <a:cubicBezTo>
                      <a:pt x="202" y="226"/>
                      <a:pt x="202" y="226"/>
                      <a:pt x="202" y="226"/>
                    </a:cubicBezTo>
                    <a:cubicBezTo>
                      <a:pt x="202" y="217"/>
                      <a:pt x="202" y="217"/>
                      <a:pt x="202" y="217"/>
                    </a:cubicBezTo>
                    <a:cubicBezTo>
                      <a:pt x="229" y="197"/>
                      <a:pt x="229" y="197"/>
                      <a:pt x="229" y="197"/>
                    </a:cubicBezTo>
                    <a:cubicBezTo>
                      <a:pt x="257" y="217"/>
                      <a:pt x="257" y="217"/>
                      <a:pt x="257" y="217"/>
                    </a:cubicBezTo>
                    <a:cubicBezTo>
                      <a:pt x="257" y="226"/>
                      <a:pt x="257" y="226"/>
                      <a:pt x="257" y="226"/>
                    </a:cubicBezTo>
                    <a:lnTo>
                      <a:pt x="229" y="245"/>
                    </a:lnTo>
                    <a:close/>
                    <a:moveTo>
                      <a:pt x="202" y="208"/>
                    </a:moveTo>
                    <a:cubicBezTo>
                      <a:pt x="202" y="178"/>
                      <a:pt x="202" y="178"/>
                      <a:pt x="202" y="178"/>
                    </a:cubicBezTo>
                    <a:cubicBezTo>
                      <a:pt x="223" y="193"/>
                      <a:pt x="223" y="193"/>
                      <a:pt x="223" y="193"/>
                    </a:cubicBezTo>
                    <a:lnTo>
                      <a:pt x="202" y="208"/>
                    </a:lnTo>
                    <a:close/>
                    <a:moveTo>
                      <a:pt x="236" y="193"/>
                    </a:moveTo>
                    <a:cubicBezTo>
                      <a:pt x="257" y="178"/>
                      <a:pt x="257" y="178"/>
                      <a:pt x="257" y="178"/>
                    </a:cubicBezTo>
                    <a:cubicBezTo>
                      <a:pt x="257" y="208"/>
                      <a:pt x="257" y="208"/>
                      <a:pt x="257" y="208"/>
                    </a:cubicBezTo>
                    <a:lnTo>
                      <a:pt x="236" y="193"/>
                    </a:lnTo>
                    <a:close/>
                    <a:moveTo>
                      <a:pt x="229" y="188"/>
                    </a:moveTo>
                    <a:cubicBezTo>
                      <a:pt x="202" y="169"/>
                      <a:pt x="202" y="169"/>
                      <a:pt x="202" y="169"/>
                    </a:cubicBezTo>
                    <a:cubicBezTo>
                      <a:pt x="202" y="167"/>
                      <a:pt x="202" y="167"/>
                      <a:pt x="202" y="167"/>
                    </a:cubicBezTo>
                    <a:cubicBezTo>
                      <a:pt x="257" y="167"/>
                      <a:pt x="257" y="167"/>
                      <a:pt x="257" y="167"/>
                    </a:cubicBezTo>
                    <a:cubicBezTo>
                      <a:pt x="257" y="169"/>
                      <a:pt x="257" y="169"/>
                      <a:pt x="257" y="169"/>
                    </a:cubicBezTo>
                    <a:lnTo>
                      <a:pt x="229" y="188"/>
                    </a:lnTo>
                    <a:close/>
                    <a:moveTo>
                      <a:pt x="202" y="157"/>
                    </a:moveTo>
                    <a:cubicBezTo>
                      <a:pt x="202" y="154"/>
                      <a:pt x="202" y="154"/>
                      <a:pt x="202" y="154"/>
                    </a:cubicBezTo>
                    <a:cubicBezTo>
                      <a:pt x="229" y="135"/>
                      <a:pt x="229" y="135"/>
                      <a:pt x="229" y="135"/>
                    </a:cubicBezTo>
                    <a:cubicBezTo>
                      <a:pt x="257" y="154"/>
                      <a:pt x="257" y="154"/>
                      <a:pt x="257" y="154"/>
                    </a:cubicBezTo>
                    <a:cubicBezTo>
                      <a:pt x="257" y="157"/>
                      <a:pt x="257" y="157"/>
                      <a:pt x="257" y="157"/>
                    </a:cubicBezTo>
                    <a:lnTo>
                      <a:pt x="202" y="157"/>
                    </a:lnTo>
                    <a:close/>
                    <a:moveTo>
                      <a:pt x="202" y="144"/>
                    </a:moveTo>
                    <a:cubicBezTo>
                      <a:pt x="202" y="116"/>
                      <a:pt x="202" y="116"/>
                      <a:pt x="202" y="116"/>
                    </a:cubicBezTo>
                    <a:cubicBezTo>
                      <a:pt x="222" y="130"/>
                      <a:pt x="222" y="130"/>
                      <a:pt x="222" y="130"/>
                    </a:cubicBezTo>
                    <a:lnTo>
                      <a:pt x="202" y="144"/>
                    </a:lnTo>
                    <a:close/>
                    <a:moveTo>
                      <a:pt x="236" y="130"/>
                    </a:moveTo>
                    <a:cubicBezTo>
                      <a:pt x="257" y="116"/>
                      <a:pt x="257" y="116"/>
                      <a:pt x="257" y="116"/>
                    </a:cubicBezTo>
                    <a:cubicBezTo>
                      <a:pt x="257" y="144"/>
                      <a:pt x="257" y="144"/>
                      <a:pt x="257" y="144"/>
                    </a:cubicBezTo>
                    <a:lnTo>
                      <a:pt x="236" y="130"/>
                    </a:lnTo>
                    <a:close/>
                    <a:moveTo>
                      <a:pt x="229" y="125"/>
                    </a:moveTo>
                    <a:cubicBezTo>
                      <a:pt x="202" y="105"/>
                      <a:pt x="202" y="105"/>
                      <a:pt x="202" y="105"/>
                    </a:cubicBezTo>
                    <a:cubicBezTo>
                      <a:pt x="202" y="103"/>
                      <a:pt x="202" y="103"/>
                      <a:pt x="202" y="103"/>
                    </a:cubicBezTo>
                    <a:cubicBezTo>
                      <a:pt x="257" y="103"/>
                      <a:pt x="257" y="103"/>
                      <a:pt x="257" y="103"/>
                    </a:cubicBezTo>
                    <a:cubicBezTo>
                      <a:pt x="257" y="105"/>
                      <a:pt x="257" y="105"/>
                      <a:pt x="257" y="105"/>
                    </a:cubicBezTo>
                    <a:lnTo>
                      <a:pt x="229" y="125"/>
                    </a:lnTo>
                    <a:close/>
                    <a:moveTo>
                      <a:pt x="200" y="539"/>
                    </a:moveTo>
                    <a:cubicBezTo>
                      <a:pt x="258" y="539"/>
                      <a:pt x="258" y="539"/>
                      <a:pt x="258" y="539"/>
                    </a:cubicBezTo>
                    <a:cubicBezTo>
                      <a:pt x="263" y="564"/>
                      <a:pt x="263" y="564"/>
                      <a:pt x="263" y="564"/>
                    </a:cubicBezTo>
                    <a:cubicBezTo>
                      <a:pt x="229" y="578"/>
                      <a:pt x="229" y="578"/>
                      <a:pt x="229" y="578"/>
                    </a:cubicBezTo>
                    <a:cubicBezTo>
                      <a:pt x="195" y="564"/>
                      <a:pt x="195" y="564"/>
                      <a:pt x="195" y="564"/>
                    </a:cubicBezTo>
                    <a:lnTo>
                      <a:pt x="200" y="539"/>
                    </a:lnTo>
                    <a:close/>
                    <a:moveTo>
                      <a:pt x="193" y="572"/>
                    </a:moveTo>
                    <a:cubicBezTo>
                      <a:pt x="218" y="583"/>
                      <a:pt x="218" y="583"/>
                      <a:pt x="218" y="583"/>
                    </a:cubicBezTo>
                    <a:cubicBezTo>
                      <a:pt x="189" y="596"/>
                      <a:pt x="189" y="596"/>
                      <a:pt x="189" y="596"/>
                    </a:cubicBezTo>
                    <a:lnTo>
                      <a:pt x="193" y="572"/>
                    </a:lnTo>
                    <a:close/>
                    <a:moveTo>
                      <a:pt x="186" y="606"/>
                    </a:moveTo>
                    <a:cubicBezTo>
                      <a:pt x="229" y="587"/>
                      <a:pt x="229" y="587"/>
                      <a:pt x="229" y="587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29" y="622"/>
                      <a:pt x="229" y="622"/>
                      <a:pt x="229" y="622"/>
                    </a:cubicBezTo>
                    <a:cubicBezTo>
                      <a:pt x="186" y="606"/>
                      <a:pt x="186" y="606"/>
                      <a:pt x="186" y="606"/>
                    </a:cubicBezTo>
                    <a:close/>
                    <a:moveTo>
                      <a:pt x="184" y="615"/>
                    </a:moveTo>
                    <a:cubicBezTo>
                      <a:pt x="217" y="626"/>
                      <a:pt x="217" y="626"/>
                      <a:pt x="217" y="626"/>
                    </a:cubicBezTo>
                    <a:cubicBezTo>
                      <a:pt x="179" y="639"/>
                      <a:pt x="179" y="639"/>
                      <a:pt x="179" y="639"/>
                    </a:cubicBezTo>
                    <a:lnTo>
                      <a:pt x="184" y="615"/>
                    </a:lnTo>
                    <a:close/>
                    <a:moveTo>
                      <a:pt x="229" y="630"/>
                    </a:moveTo>
                    <a:cubicBezTo>
                      <a:pt x="280" y="648"/>
                      <a:pt x="280" y="648"/>
                      <a:pt x="280" y="648"/>
                    </a:cubicBezTo>
                    <a:cubicBezTo>
                      <a:pt x="229" y="664"/>
                      <a:pt x="229" y="664"/>
                      <a:pt x="229" y="664"/>
                    </a:cubicBezTo>
                    <a:cubicBezTo>
                      <a:pt x="178" y="648"/>
                      <a:pt x="178" y="648"/>
                      <a:pt x="178" y="648"/>
                    </a:cubicBezTo>
                    <a:lnTo>
                      <a:pt x="229" y="630"/>
                    </a:lnTo>
                    <a:close/>
                    <a:moveTo>
                      <a:pt x="176" y="656"/>
                    </a:moveTo>
                    <a:cubicBezTo>
                      <a:pt x="215" y="668"/>
                      <a:pt x="215" y="668"/>
                      <a:pt x="215" y="668"/>
                    </a:cubicBezTo>
                    <a:cubicBezTo>
                      <a:pt x="170" y="682"/>
                      <a:pt x="170" y="682"/>
                      <a:pt x="170" y="682"/>
                    </a:cubicBezTo>
                    <a:lnTo>
                      <a:pt x="176" y="656"/>
                    </a:lnTo>
                    <a:close/>
                    <a:moveTo>
                      <a:pt x="82" y="157"/>
                    </a:moveTo>
                    <a:cubicBezTo>
                      <a:pt x="26" y="157"/>
                      <a:pt x="26" y="157"/>
                      <a:pt x="26" y="157"/>
                    </a:cubicBezTo>
                    <a:cubicBezTo>
                      <a:pt x="82" y="138"/>
                      <a:pt x="82" y="138"/>
                      <a:pt x="82" y="138"/>
                    </a:cubicBezTo>
                    <a:lnTo>
                      <a:pt x="82" y="157"/>
                    </a:lnTo>
                    <a:close/>
                    <a:moveTo>
                      <a:pt x="90" y="157"/>
                    </a:moveTo>
                    <a:cubicBezTo>
                      <a:pt x="90" y="139"/>
                      <a:pt x="90" y="139"/>
                      <a:pt x="90" y="139"/>
                    </a:cubicBezTo>
                    <a:cubicBezTo>
                      <a:pt x="155" y="157"/>
                      <a:pt x="155" y="157"/>
                      <a:pt x="155" y="157"/>
                    </a:cubicBezTo>
                    <a:lnTo>
                      <a:pt x="90" y="157"/>
                    </a:lnTo>
                    <a:close/>
                    <a:moveTo>
                      <a:pt x="95" y="134"/>
                    </a:moveTo>
                    <a:cubicBezTo>
                      <a:pt x="169" y="110"/>
                      <a:pt x="169" y="110"/>
                      <a:pt x="169" y="110"/>
                    </a:cubicBezTo>
                    <a:cubicBezTo>
                      <a:pt x="169" y="155"/>
                      <a:pt x="169" y="155"/>
                      <a:pt x="169" y="155"/>
                    </a:cubicBezTo>
                    <a:lnTo>
                      <a:pt x="95" y="134"/>
                    </a:lnTo>
                    <a:close/>
                    <a:moveTo>
                      <a:pt x="82" y="333"/>
                    </a:moveTo>
                    <a:cubicBezTo>
                      <a:pt x="26" y="333"/>
                      <a:pt x="26" y="333"/>
                      <a:pt x="26" y="333"/>
                    </a:cubicBezTo>
                    <a:cubicBezTo>
                      <a:pt x="82" y="315"/>
                      <a:pt x="82" y="315"/>
                      <a:pt x="82" y="315"/>
                    </a:cubicBezTo>
                    <a:lnTo>
                      <a:pt x="82" y="333"/>
                    </a:lnTo>
                    <a:close/>
                    <a:moveTo>
                      <a:pt x="90" y="333"/>
                    </a:moveTo>
                    <a:cubicBezTo>
                      <a:pt x="90" y="313"/>
                      <a:pt x="90" y="313"/>
                      <a:pt x="90" y="313"/>
                    </a:cubicBezTo>
                    <a:cubicBezTo>
                      <a:pt x="162" y="333"/>
                      <a:pt x="162" y="333"/>
                      <a:pt x="162" y="333"/>
                    </a:cubicBezTo>
                    <a:lnTo>
                      <a:pt x="90" y="333"/>
                    </a:lnTo>
                    <a:close/>
                    <a:moveTo>
                      <a:pt x="168" y="333"/>
                    </a:moveTo>
                    <a:cubicBezTo>
                      <a:pt x="90" y="312"/>
                      <a:pt x="90" y="312"/>
                      <a:pt x="90" y="312"/>
                    </a:cubicBezTo>
                    <a:cubicBezTo>
                      <a:pt x="169" y="286"/>
                      <a:pt x="169" y="286"/>
                      <a:pt x="169" y="286"/>
                    </a:cubicBezTo>
                    <a:cubicBezTo>
                      <a:pt x="169" y="333"/>
                      <a:pt x="169" y="333"/>
                      <a:pt x="169" y="333"/>
                    </a:cubicBezTo>
                    <a:lnTo>
                      <a:pt x="168" y="333"/>
                    </a:lnTo>
                    <a:close/>
                    <a:moveTo>
                      <a:pt x="82" y="483"/>
                    </a:moveTo>
                    <a:cubicBezTo>
                      <a:pt x="26" y="483"/>
                      <a:pt x="26" y="483"/>
                      <a:pt x="26" y="483"/>
                    </a:cubicBezTo>
                    <a:cubicBezTo>
                      <a:pt x="82" y="465"/>
                      <a:pt x="82" y="465"/>
                      <a:pt x="82" y="465"/>
                    </a:cubicBezTo>
                    <a:lnTo>
                      <a:pt x="82" y="483"/>
                    </a:lnTo>
                    <a:close/>
                    <a:moveTo>
                      <a:pt x="90" y="483"/>
                    </a:moveTo>
                    <a:cubicBezTo>
                      <a:pt x="90" y="463"/>
                      <a:pt x="90" y="463"/>
                      <a:pt x="90" y="463"/>
                    </a:cubicBezTo>
                    <a:cubicBezTo>
                      <a:pt x="163" y="483"/>
                      <a:pt x="163" y="483"/>
                      <a:pt x="163" y="483"/>
                    </a:cubicBezTo>
                    <a:lnTo>
                      <a:pt x="90" y="483"/>
                    </a:lnTo>
                    <a:close/>
                    <a:moveTo>
                      <a:pt x="168" y="483"/>
                    </a:moveTo>
                    <a:cubicBezTo>
                      <a:pt x="91" y="462"/>
                      <a:pt x="91" y="462"/>
                      <a:pt x="91" y="462"/>
                    </a:cubicBezTo>
                    <a:cubicBezTo>
                      <a:pt x="169" y="436"/>
                      <a:pt x="169" y="436"/>
                      <a:pt x="169" y="436"/>
                    </a:cubicBezTo>
                    <a:cubicBezTo>
                      <a:pt x="169" y="483"/>
                      <a:pt x="169" y="483"/>
                      <a:pt x="169" y="483"/>
                    </a:cubicBezTo>
                    <a:lnTo>
                      <a:pt x="168" y="483"/>
                    </a:lnTo>
                    <a:close/>
                    <a:moveTo>
                      <a:pt x="168" y="691"/>
                    </a:moveTo>
                    <a:cubicBezTo>
                      <a:pt x="229" y="673"/>
                      <a:pt x="229" y="673"/>
                      <a:pt x="229" y="673"/>
                    </a:cubicBezTo>
                    <a:cubicBezTo>
                      <a:pt x="290" y="691"/>
                      <a:pt x="290" y="691"/>
                      <a:pt x="290" y="691"/>
                    </a:cubicBezTo>
                    <a:cubicBezTo>
                      <a:pt x="290" y="694"/>
                      <a:pt x="290" y="694"/>
                      <a:pt x="290" y="694"/>
                    </a:cubicBezTo>
                    <a:cubicBezTo>
                      <a:pt x="229" y="710"/>
                      <a:pt x="229" y="710"/>
                      <a:pt x="229" y="710"/>
                    </a:cubicBezTo>
                    <a:cubicBezTo>
                      <a:pt x="168" y="694"/>
                      <a:pt x="168" y="694"/>
                      <a:pt x="168" y="694"/>
                    </a:cubicBezTo>
                    <a:lnTo>
                      <a:pt x="168" y="691"/>
                    </a:lnTo>
                    <a:close/>
                    <a:moveTo>
                      <a:pt x="166" y="702"/>
                    </a:moveTo>
                    <a:cubicBezTo>
                      <a:pt x="213" y="714"/>
                      <a:pt x="213" y="714"/>
                      <a:pt x="213" y="714"/>
                    </a:cubicBezTo>
                    <a:cubicBezTo>
                      <a:pt x="160" y="728"/>
                      <a:pt x="160" y="728"/>
                      <a:pt x="160" y="728"/>
                    </a:cubicBezTo>
                    <a:lnTo>
                      <a:pt x="166" y="702"/>
                    </a:lnTo>
                    <a:close/>
                    <a:moveTo>
                      <a:pt x="159" y="737"/>
                    </a:moveTo>
                    <a:cubicBezTo>
                      <a:pt x="229" y="719"/>
                      <a:pt x="229" y="719"/>
                      <a:pt x="229" y="719"/>
                    </a:cubicBezTo>
                    <a:cubicBezTo>
                      <a:pt x="300" y="737"/>
                      <a:pt x="300" y="737"/>
                      <a:pt x="300" y="737"/>
                    </a:cubicBezTo>
                    <a:cubicBezTo>
                      <a:pt x="300" y="738"/>
                      <a:pt x="300" y="738"/>
                      <a:pt x="300" y="738"/>
                    </a:cubicBezTo>
                    <a:cubicBezTo>
                      <a:pt x="229" y="755"/>
                      <a:pt x="229" y="755"/>
                      <a:pt x="229" y="755"/>
                    </a:cubicBezTo>
                    <a:cubicBezTo>
                      <a:pt x="158" y="738"/>
                      <a:pt x="158" y="738"/>
                      <a:pt x="158" y="738"/>
                    </a:cubicBezTo>
                    <a:lnTo>
                      <a:pt x="159" y="737"/>
                    </a:lnTo>
                    <a:close/>
                    <a:moveTo>
                      <a:pt x="157" y="746"/>
                    </a:moveTo>
                    <a:cubicBezTo>
                      <a:pt x="212" y="759"/>
                      <a:pt x="212" y="759"/>
                      <a:pt x="212" y="759"/>
                    </a:cubicBezTo>
                    <a:cubicBezTo>
                      <a:pt x="151" y="774"/>
                      <a:pt x="151" y="774"/>
                      <a:pt x="151" y="774"/>
                    </a:cubicBezTo>
                    <a:lnTo>
                      <a:pt x="157" y="746"/>
                    </a:lnTo>
                    <a:close/>
                    <a:moveTo>
                      <a:pt x="149" y="783"/>
                    </a:moveTo>
                    <a:cubicBezTo>
                      <a:pt x="229" y="763"/>
                      <a:pt x="229" y="763"/>
                      <a:pt x="229" y="76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229" y="801"/>
                      <a:pt x="229" y="801"/>
                      <a:pt x="229" y="801"/>
                    </a:cubicBezTo>
                    <a:cubicBezTo>
                      <a:pt x="149" y="783"/>
                      <a:pt x="149" y="783"/>
                      <a:pt x="149" y="783"/>
                    </a:cubicBezTo>
                    <a:close/>
                    <a:moveTo>
                      <a:pt x="147" y="791"/>
                    </a:moveTo>
                    <a:cubicBezTo>
                      <a:pt x="210" y="805"/>
                      <a:pt x="210" y="805"/>
                      <a:pt x="210" y="805"/>
                    </a:cubicBezTo>
                    <a:cubicBezTo>
                      <a:pt x="141" y="821"/>
                      <a:pt x="141" y="821"/>
                      <a:pt x="141" y="821"/>
                    </a:cubicBezTo>
                    <a:lnTo>
                      <a:pt x="147" y="791"/>
                    </a:lnTo>
                    <a:close/>
                    <a:moveTo>
                      <a:pt x="139" y="832"/>
                    </a:moveTo>
                    <a:cubicBezTo>
                      <a:pt x="320" y="832"/>
                      <a:pt x="320" y="832"/>
                      <a:pt x="320" y="832"/>
                    </a:cubicBezTo>
                    <a:cubicBezTo>
                      <a:pt x="321" y="839"/>
                      <a:pt x="321" y="839"/>
                      <a:pt x="321" y="839"/>
                    </a:cubicBezTo>
                    <a:cubicBezTo>
                      <a:pt x="231" y="892"/>
                      <a:pt x="231" y="892"/>
                      <a:pt x="231" y="892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8" y="893"/>
                      <a:pt x="228" y="893"/>
                      <a:pt x="228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7" y="892"/>
                      <a:pt x="227" y="892"/>
                      <a:pt x="227" y="892"/>
                    </a:cubicBezTo>
                    <a:cubicBezTo>
                      <a:pt x="137" y="839"/>
                      <a:pt x="137" y="839"/>
                      <a:pt x="137" y="839"/>
                    </a:cubicBezTo>
                    <a:lnTo>
                      <a:pt x="139" y="832"/>
                    </a:lnTo>
                    <a:close/>
                    <a:moveTo>
                      <a:pt x="135" y="847"/>
                    </a:moveTo>
                    <a:cubicBezTo>
                      <a:pt x="206" y="889"/>
                      <a:pt x="206" y="889"/>
                      <a:pt x="206" y="889"/>
                    </a:cubicBezTo>
                    <a:cubicBezTo>
                      <a:pt x="129" y="877"/>
                      <a:pt x="129" y="877"/>
                      <a:pt x="129" y="877"/>
                    </a:cubicBezTo>
                    <a:lnTo>
                      <a:pt x="135" y="847"/>
                    </a:lnTo>
                    <a:close/>
                    <a:moveTo>
                      <a:pt x="219" y="899"/>
                    </a:moveTo>
                    <a:cubicBezTo>
                      <a:pt x="176" y="925"/>
                      <a:pt x="176" y="925"/>
                      <a:pt x="176" y="925"/>
                    </a:cubicBezTo>
                    <a:cubicBezTo>
                      <a:pt x="130" y="886"/>
                      <a:pt x="130" y="886"/>
                      <a:pt x="130" y="886"/>
                    </a:cubicBezTo>
                    <a:lnTo>
                      <a:pt x="219" y="899"/>
                    </a:lnTo>
                    <a:close/>
                    <a:moveTo>
                      <a:pt x="125" y="895"/>
                    </a:moveTo>
                    <a:cubicBezTo>
                      <a:pt x="156" y="922"/>
                      <a:pt x="156" y="922"/>
                      <a:pt x="156" y="922"/>
                    </a:cubicBezTo>
                    <a:cubicBezTo>
                      <a:pt x="120" y="922"/>
                      <a:pt x="120" y="922"/>
                      <a:pt x="120" y="922"/>
                    </a:cubicBezTo>
                    <a:lnTo>
                      <a:pt x="125" y="895"/>
                    </a:lnTo>
                    <a:close/>
                    <a:moveTo>
                      <a:pt x="118" y="930"/>
                    </a:moveTo>
                    <a:cubicBezTo>
                      <a:pt x="168" y="930"/>
                      <a:pt x="168" y="930"/>
                      <a:pt x="168" y="930"/>
                    </a:cubicBezTo>
                    <a:cubicBezTo>
                      <a:pt x="111" y="964"/>
                      <a:pt x="111" y="964"/>
                      <a:pt x="111" y="964"/>
                    </a:cubicBezTo>
                    <a:lnTo>
                      <a:pt x="118" y="930"/>
                    </a:lnTo>
                    <a:close/>
                    <a:moveTo>
                      <a:pt x="108" y="974"/>
                    </a:moveTo>
                    <a:cubicBezTo>
                      <a:pt x="226" y="905"/>
                      <a:pt x="226" y="905"/>
                      <a:pt x="226" y="905"/>
                    </a:cubicBezTo>
                    <a:cubicBezTo>
                      <a:pt x="226" y="978"/>
                      <a:pt x="226" y="978"/>
                      <a:pt x="226" y="978"/>
                    </a:cubicBezTo>
                    <a:cubicBezTo>
                      <a:pt x="108" y="978"/>
                      <a:pt x="108" y="978"/>
                      <a:pt x="108" y="978"/>
                    </a:cubicBezTo>
                    <a:lnTo>
                      <a:pt x="108" y="974"/>
                    </a:lnTo>
                    <a:close/>
                    <a:moveTo>
                      <a:pt x="106" y="986"/>
                    </a:moveTo>
                    <a:cubicBezTo>
                      <a:pt x="352" y="986"/>
                      <a:pt x="352" y="986"/>
                      <a:pt x="352" y="986"/>
                    </a:cubicBezTo>
                    <a:cubicBezTo>
                      <a:pt x="353" y="988"/>
                      <a:pt x="353" y="988"/>
                      <a:pt x="353" y="988"/>
                    </a:cubicBezTo>
                    <a:cubicBezTo>
                      <a:pt x="229" y="1089"/>
                      <a:pt x="229" y="1089"/>
                      <a:pt x="229" y="1089"/>
                    </a:cubicBezTo>
                    <a:cubicBezTo>
                      <a:pt x="106" y="988"/>
                      <a:pt x="106" y="988"/>
                      <a:pt x="106" y="988"/>
                    </a:cubicBezTo>
                    <a:lnTo>
                      <a:pt x="106" y="986"/>
                    </a:lnTo>
                    <a:close/>
                    <a:moveTo>
                      <a:pt x="103" y="1000"/>
                    </a:moveTo>
                    <a:cubicBezTo>
                      <a:pt x="157" y="1044"/>
                      <a:pt x="157" y="1044"/>
                      <a:pt x="157" y="1044"/>
                    </a:cubicBezTo>
                    <a:cubicBezTo>
                      <a:pt x="94" y="1044"/>
                      <a:pt x="94" y="1044"/>
                      <a:pt x="94" y="1044"/>
                    </a:cubicBezTo>
                    <a:lnTo>
                      <a:pt x="103" y="1000"/>
                    </a:lnTo>
                    <a:close/>
                    <a:moveTo>
                      <a:pt x="92" y="1051"/>
                    </a:moveTo>
                    <a:cubicBezTo>
                      <a:pt x="138" y="1051"/>
                      <a:pt x="138" y="1051"/>
                      <a:pt x="138" y="1051"/>
                    </a:cubicBezTo>
                    <a:cubicBezTo>
                      <a:pt x="87" y="1076"/>
                      <a:pt x="87" y="1076"/>
                      <a:pt x="87" y="1076"/>
                    </a:cubicBezTo>
                    <a:lnTo>
                      <a:pt x="92" y="1051"/>
                    </a:lnTo>
                    <a:close/>
                    <a:moveTo>
                      <a:pt x="85" y="1087"/>
                    </a:moveTo>
                    <a:cubicBezTo>
                      <a:pt x="163" y="1049"/>
                      <a:pt x="163" y="1049"/>
                      <a:pt x="163" y="1049"/>
                    </a:cubicBezTo>
                    <a:cubicBezTo>
                      <a:pt x="215" y="1092"/>
                      <a:pt x="215" y="1092"/>
                      <a:pt x="215" y="1092"/>
                    </a:cubicBezTo>
                    <a:cubicBezTo>
                      <a:pt x="84" y="1092"/>
                      <a:pt x="84" y="1092"/>
                      <a:pt x="84" y="1092"/>
                    </a:cubicBezTo>
                    <a:lnTo>
                      <a:pt x="85" y="108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6" name="Freeform 54"/>
              <p:cNvSpPr>
                <a:spLocks noEditPoints="1"/>
              </p:cNvSpPr>
              <p:nvPr/>
            </p:nvSpPr>
            <p:spPr bwMode="gray">
              <a:xfrm>
                <a:off x="4658254" y="1871263"/>
                <a:ext cx="250825" cy="608013"/>
              </a:xfrm>
              <a:custGeom>
                <a:avLst/>
                <a:gdLst>
                  <a:gd name="T0" fmla="*/ 137 w 217"/>
                  <a:gd name="T1" fmla="*/ 252 h 528"/>
                  <a:gd name="T2" fmla="*/ 137 w 217"/>
                  <a:gd name="T3" fmla="*/ 203 h 528"/>
                  <a:gd name="T4" fmla="*/ 137 w 217"/>
                  <a:gd name="T5" fmla="*/ 132 h 528"/>
                  <a:gd name="T6" fmla="*/ 137 w 217"/>
                  <a:gd name="T7" fmla="*/ 48 h 528"/>
                  <a:gd name="T8" fmla="*/ 2 w 217"/>
                  <a:gd name="T9" fmla="*/ 74 h 528"/>
                  <a:gd name="T10" fmla="*/ 2 w 217"/>
                  <a:gd name="T11" fmla="*/ 158 h 528"/>
                  <a:gd name="T12" fmla="*/ 2 w 217"/>
                  <a:gd name="T13" fmla="*/ 229 h 528"/>
                  <a:gd name="T14" fmla="*/ 55 w 217"/>
                  <a:gd name="T15" fmla="*/ 371 h 528"/>
                  <a:gd name="T16" fmla="*/ 179 w 217"/>
                  <a:gd name="T17" fmla="*/ 74 h 528"/>
                  <a:gd name="T18" fmla="*/ 137 w 217"/>
                  <a:gd name="T19" fmla="*/ 73 h 528"/>
                  <a:gd name="T20" fmla="*/ 175 w 217"/>
                  <a:gd name="T21" fmla="*/ 148 h 528"/>
                  <a:gd name="T22" fmla="*/ 205 w 217"/>
                  <a:gd name="T23" fmla="*/ 229 h 528"/>
                  <a:gd name="T24" fmla="*/ 174 w 217"/>
                  <a:gd name="T25" fmla="*/ 219 h 528"/>
                  <a:gd name="T26" fmla="*/ 178 w 217"/>
                  <a:gd name="T27" fmla="*/ 518 h 528"/>
                  <a:gd name="T28" fmla="*/ 173 w 217"/>
                  <a:gd name="T29" fmla="*/ 495 h 528"/>
                  <a:gd name="T30" fmla="*/ 134 w 217"/>
                  <a:gd name="T31" fmla="*/ 439 h 528"/>
                  <a:gd name="T32" fmla="*/ 158 w 217"/>
                  <a:gd name="T33" fmla="*/ 424 h 528"/>
                  <a:gd name="T34" fmla="*/ 148 w 217"/>
                  <a:gd name="T35" fmla="*/ 375 h 528"/>
                  <a:gd name="T36" fmla="*/ 143 w 217"/>
                  <a:gd name="T37" fmla="*/ 354 h 528"/>
                  <a:gd name="T38" fmla="*/ 134 w 217"/>
                  <a:gd name="T39" fmla="*/ 311 h 528"/>
                  <a:gd name="T40" fmla="*/ 126 w 217"/>
                  <a:gd name="T41" fmla="*/ 271 h 528"/>
                  <a:gd name="T42" fmla="*/ 105 w 217"/>
                  <a:gd name="T43" fmla="*/ 4 h 528"/>
                  <a:gd name="T44" fmla="*/ 122 w 217"/>
                  <a:gd name="T45" fmla="*/ 44 h 528"/>
                  <a:gd name="T46" fmla="*/ 96 w 217"/>
                  <a:gd name="T47" fmla="*/ 237 h 528"/>
                  <a:gd name="T48" fmla="*/ 96 w 217"/>
                  <a:gd name="T49" fmla="*/ 252 h 528"/>
                  <a:gd name="T50" fmla="*/ 109 w 217"/>
                  <a:gd name="T51" fmla="*/ 219 h 528"/>
                  <a:gd name="T52" fmla="*/ 112 w 217"/>
                  <a:gd name="T53" fmla="*/ 216 h 528"/>
                  <a:gd name="T54" fmla="*/ 122 w 217"/>
                  <a:gd name="T55" fmla="*/ 205 h 528"/>
                  <a:gd name="T56" fmla="*/ 97 w 217"/>
                  <a:gd name="T57" fmla="*/ 201 h 528"/>
                  <a:gd name="T58" fmla="*/ 96 w 217"/>
                  <a:gd name="T59" fmla="*/ 181 h 528"/>
                  <a:gd name="T60" fmla="*/ 105 w 217"/>
                  <a:gd name="T61" fmla="*/ 172 h 528"/>
                  <a:gd name="T62" fmla="*/ 112 w 217"/>
                  <a:gd name="T63" fmla="*/ 172 h 528"/>
                  <a:gd name="T64" fmla="*/ 96 w 217"/>
                  <a:gd name="T65" fmla="*/ 138 h 528"/>
                  <a:gd name="T66" fmla="*/ 96 w 217"/>
                  <a:gd name="T67" fmla="*/ 133 h 528"/>
                  <a:gd name="T68" fmla="*/ 96 w 217"/>
                  <a:gd name="T69" fmla="*/ 125 h 528"/>
                  <a:gd name="T70" fmla="*/ 112 w 217"/>
                  <a:gd name="T71" fmla="*/ 118 h 528"/>
                  <a:gd name="T72" fmla="*/ 96 w 217"/>
                  <a:gd name="T73" fmla="*/ 98 h 528"/>
                  <a:gd name="T74" fmla="*/ 109 w 217"/>
                  <a:gd name="T75" fmla="*/ 89 h 528"/>
                  <a:gd name="T76" fmla="*/ 109 w 217"/>
                  <a:gd name="T77" fmla="*/ 64 h 528"/>
                  <a:gd name="T78" fmla="*/ 112 w 217"/>
                  <a:gd name="T79" fmla="*/ 61 h 528"/>
                  <a:gd name="T80" fmla="*/ 122 w 217"/>
                  <a:gd name="T81" fmla="*/ 50 h 528"/>
                  <a:gd name="T82" fmla="*/ 92 w 217"/>
                  <a:gd name="T83" fmla="*/ 271 h 528"/>
                  <a:gd name="T84" fmla="*/ 109 w 217"/>
                  <a:gd name="T85" fmla="*/ 295 h 528"/>
                  <a:gd name="T86" fmla="*/ 109 w 217"/>
                  <a:gd name="T87" fmla="*/ 315 h 528"/>
                  <a:gd name="T88" fmla="*/ 12 w 217"/>
                  <a:gd name="T89" fmla="*/ 74 h 528"/>
                  <a:gd name="T90" fmla="*/ 80 w 217"/>
                  <a:gd name="T91" fmla="*/ 52 h 528"/>
                  <a:gd name="T92" fmla="*/ 43 w 217"/>
                  <a:gd name="T93" fmla="*/ 148 h 528"/>
                  <a:gd name="T94" fmla="*/ 12 w 217"/>
                  <a:gd name="T95" fmla="*/ 229 h 528"/>
                  <a:gd name="T96" fmla="*/ 43 w 217"/>
                  <a:gd name="T97" fmla="*/ 219 h 528"/>
                  <a:gd name="T98" fmla="*/ 80 w 217"/>
                  <a:gd name="T99" fmla="*/ 329 h 528"/>
                  <a:gd name="T100" fmla="*/ 142 w 217"/>
                  <a:gd name="T101" fmla="*/ 350 h 528"/>
                  <a:gd name="T102" fmla="*/ 71 w 217"/>
                  <a:gd name="T103" fmla="*/ 371 h 528"/>
                  <a:gd name="T104" fmla="*/ 67 w 217"/>
                  <a:gd name="T105" fmla="*/ 389 h 528"/>
                  <a:gd name="T106" fmla="*/ 109 w 217"/>
                  <a:gd name="T107" fmla="*/ 424 h 528"/>
                  <a:gd name="T108" fmla="*/ 61 w 217"/>
                  <a:gd name="T109" fmla="*/ 416 h 528"/>
                  <a:gd name="T110" fmla="*/ 57 w 217"/>
                  <a:gd name="T111" fmla="*/ 437 h 528"/>
                  <a:gd name="T112" fmla="*/ 107 w 217"/>
                  <a:gd name="T113" fmla="*/ 464 h 528"/>
                  <a:gd name="T114" fmla="*/ 50 w 217"/>
                  <a:gd name="T115" fmla="*/ 467 h 528"/>
                  <a:gd name="T116" fmla="*/ 44 w 217"/>
                  <a:gd name="T117" fmla="*/ 499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17" h="528">
                    <a:moveTo>
                      <a:pt x="39" y="521"/>
                    </a:moveTo>
                    <a:cubicBezTo>
                      <a:pt x="178" y="521"/>
                      <a:pt x="178" y="521"/>
                      <a:pt x="178" y="521"/>
                    </a:cubicBezTo>
                    <a:cubicBezTo>
                      <a:pt x="180" y="528"/>
                      <a:pt x="180" y="528"/>
                      <a:pt x="180" y="528"/>
                    </a:cubicBezTo>
                    <a:cubicBezTo>
                      <a:pt x="196" y="528"/>
                      <a:pt x="196" y="528"/>
                      <a:pt x="196" y="528"/>
                    </a:cubicBezTo>
                    <a:cubicBezTo>
                      <a:pt x="163" y="372"/>
                      <a:pt x="163" y="372"/>
                      <a:pt x="163" y="372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2" y="371"/>
                      <a:pt x="162" y="371"/>
                      <a:pt x="162" y="371"/>
                    </a:cubicBezTo>
                    <a:cubicBezTo>
                      <a:pt x="137" y="252"/>
                      <a:pt x="137" y="252"/>
                      <a:pt x="137" y="252"/>
                    </a:cubicBezTo>
                    <a:cubicBezTo>
                      <a:pt x="137" y="234"/>
                      <a:pt x="137" y="234"/>
                      <a:pt x="137" y="234"/>
                    </a:cubicBezTo>
                    <a:cubicBezTo>
                      <a:pt x="211" y="234"/>
                      <a:pt x="211" y="234"/>
                      <a:pt x="211" y="234"/>
                    </a:cubicBezTo>
                    <a:cubicBezTo>
                      <a:pt x="211" y="258"/>
                      <a:pt x="211" y="258"/>
                      <a:pt x="211" y="258"/>
                    </a:cubicBezTo>
                    <a:cubicBezTo>
                      <a:pt x="211" y="259"/>
                      <a:pt x="212" y="260"/>
                      <a:pt x="214" y="260"/>
                    </a:cubicBezTo>
                    <a:cubicBezTo>
                      <a:pt x="216" y="260"/>
                      <a:pt x="217" y="259"/>
                      <a:pt x="217" y="258"/>
                    </a:cubicBezTo>
                    <a:cubicBezTo>
                      <a:pt x="217" y="229"/>
                      <a:pt x="217" y="229"/>
                      <a:pt x="217" y="229"/>
                    </a:cubicBezTo>
                    <a:cubicBezTo>
                      <a:pt x="215" y="229"/>
                      <a:pt x="215" y="229"/>
                      <a:pt x="215" y="229"/>
                    </a:cubicBezTo>
                    <a:cubicBezTo>
                      <a:pt x="137" y="203"/>
                      <a:pt x="137" y="203"/>
                      <a:pt x="137" y="203"/>
                    </a:cubicBezTo>
                    <a:cubicBezTo>
                      <a:pt x="137" y="163"/>
                      <a:pt x="137" y="163"/>
                      <a:pt x="137" y="163"/>
                    </a:cubicBezTo>
                    <a:cubicBezTo>
                      <a:pt x="211" y="163"/>
                      <a:pt x="211" y="163"/>
                      <a:pt x="211" y="163"/>
                    </a:cubicBezTo>
                    <a:cubicBezTo>
                      <a:pt x="211" y="187"/>
                      <a:pt x="211" y="187"/>
                      <a:pt x="211" y="187"/>
                    </a:cubicBezTo>
                    <a:cubicBezTo>
                      <a:pt x="211" y="188"/>
                      <a:pt x="212" y="189"/>
                      <a:pt x="214" y="189"/>
                    </a:cubicBezTo>
                    <a:cubicBezTo>
                      <a:pt x="216" y="189"/>
                      <a:pt x="217" y="188"/>
                      <a:pt x="217" y="187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215" y="158"/>
                      <a:pt x="215" y="158"/>
                      <a:pt x="215" y="158"/>
                    </a:cubicBezTo>
                    <a:cubicBezTo>
                      <a:pt x="137" y="132"/>
                      <a:pt x="137" y="132"/>
                      <a:pt x="137" y="132"/>
                    </a:cubicBezTo>
                    <a:cubicBezTo>
                      <a:pt x="137" y="79"/>
                      <a:pt x="137" y="79"/>
                      <a:pt x="137" y="79"/>
                    </a:cubicBezTo>
                    <a:cubicBezTo>
                      <a:pt x="211" y="79"/>
                      <a:pt x="211" y="79"/>
                      <a:pt x="211" y="79"/>
                    </a:cubicBezTo>
                    <a:cubicBezTo>
                      <a:pt x="211" y="103"/>
                      <a:pt x="211" y="103"/>
                      <a:pt x="211" y="103"/>
                    </a:cubicBezTo>
                    <a:cubicBezTo>
                      <a:pt x="211" y="104"/>
                      <a:pt x="212" y="105"/>
                      <a:pt x="214" y="105"/>
                    </a:cubicBezTo>
                    <a:cubicBezTo>
                      <a:pt x="216" y="105"/>
                      <a:pt x="217" y="104"/>
                      <a:pt x="217" y="103"/>
                    </a:cubicBezTo>
                    <a:cubicBezTo>
                      <a:pt x="217" y="74"/>
                      <a:pt x="217" y="74"/>
                      <a:pt x="217" y="74"/>
                    </a:cubicBezTo>
                    <a:cubicBezTo>
                      <a:pt x="215" y="74"/>
                      <a:pt x="215" y="74"/>
                      <a:pt x="215" y="74"/>
                    </a:cubicBezTo>
                    <a:cubicBezTo>
                      <a:pt x="137" y="48"/>
                      <a:pt x="137" y="48"/>
                      <a:pt x="137" y="48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85" y="45"/>
                      <a:pt x="85" y="45"/>
                      <a:pt x="85" y="45"/>
                    </a:cubicBezTo>
                    <a:cubicBezTo>
                      <a:pt x="80" y="47"/>
                      <a:pt x="80" y="47"/>
                      <a:pt x="80" y="47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2" y="105"/>
                      <a:pt x="3" y="105"/>
                    </a:cubicBezTo>
                    <a:cubicBezTo>
                      <a:pt x="5" y="105"/>
                      <a:pt x="7" y="104"/>
                      <a:pt x="7" y="103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80" y="79"/>
                      <a:pt x="80" y="79"/>
                      <a:pt x="80" y="79"/>
                    </a:cubicBezTo>
                    <a:cubicBezTo>
                      <a:pt x="80" y="132"/>
                      <a:pt x="80" y="132"/>
                      <a:pt x="80" y="132"/>
                    </a:cubicBezTo>
                    <a:cubicBezTo>
                      <a:pt x="2" y="158"/>
                      <a:pt x="2" y="158"/>
                      <a:pt x="2" y="15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88"/>
                      <a:pt x="2" y="189"/>
                      <a:pt x="3" y="189"/>
                    </a:cubicBezTo>
                    <a:cubicBezTo>
                      <a:pt x="5" y="189"/>
                      <a:pt x="7" y="188"/>
                      <a:pt x="7" y="187"/>
                    </a:cubicBezTo>
                    <a:cubicBezTo>
                      <a:pt x="7" y="163"/>
                      <a:pt x="7" y="163"/>
                      <a:pt x="7" y="163"/>
                    </a:cubicBezTo>
                    <a:cubicBezTo>
                      <a:pt x="80" y="163"/>
                      <a:pt x="80" y="163"/>
                      <a:pt x="80" y="163"/>
                    </a:cubicBezTo>
                    <a:cubicBezTo>
                      <a:pt x="80" y="203"/>
                      <a:pt x="80" y="203"/>
                      <a:pt x="80" y="203"/>
                    </a:cubicBezTo>
                    <a:cubicBezTo>
                      <a:pt x="2" y="229"/>
                      <a:pt x="2" y="229"/>
                      <a:pt x="2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9"/>
                      <a:pt x="2" y="260"/>
                      <a:pt x="3" y="260"/>
                    </a:cubicBezTo>
                    <a:cubicBezTo>
                      <a:pt x="5" y="260"/>
                      <a:pt x="7" y="259"/>
                      <a:pt x="7" y="258"/>
                    </a:cubicBezTo>
                    <a:cubicBezTo>
                      <a:pt x="7" y="234"/>
                      <a:pt x="7" y="234"/>
                      <a:pt x="7" y="234"/>
                    </a:cubicBezTo>
                    <a:cubicBezTo>
                      <a:pt x="80" y="234"/>
                      <a:pt x="80" y="234"/>
                      <a:pt x="80" y="234"/>
                    </a:cubicBezTo>
                    <a:cubicBezTo>
                      <a:pt x="80" y="252"/>
                      <a:pt x="80" y="252"/>
                      <a:pt x="80" y="252"/>
                    </a:cubicBezTo>
                    <a:cubicBezTo>
                      <a:pt x="55" y="371"/>
                      <a:pt x="55" y="371"/>
                      <a:pt x="55" y="371"/>
                    </a:cubicBezTo>
                    <a:cubicBezTo>
                      <a:pt x="54" y="371"/>
                      <a:pt x="54" y="371"/>
                      <a:pt x="54" y="371"/>
                    </a:cubicBezTo>
                    <a:cubicBezTo>
                      <a:pt x="55" y="372"/>
                      <a:pt x="55" y="372"/>
                      <a:pt x="55" y="372"/>
                    </a:cubicBezTo>
                    <a:cubicBezTo>
                      <a:pt x="22" y="528"/>
                      <a:pt x="22" y="528"/>
                      <a:pt x="22" y="528"/>
                    </a:cubicBezTo>
                    <a:cubicBezTo>
                      <a:pt x="37" y="528"/>
                      <a:pt x="37" y="528"/>
                      <a:pt x="37" y="528"/>
                    </a:cubicBezTo>
                    <a:lnTo>
                      <a:pt x="39" y="521"/>
                    </a:lnTo>
                    <a:close/>
                    <a:moveTo>
                      <a:pt x="179" y="65"/>
                    </a:moveTo>
                    <a:cubicBezTo>
                      <a:pt x="205" y="74"/>
                      <a:pt x="205" y="74"/>
                      <a:pt x="205" y="74"/>
                    </a:cubicBezTo>
                    <a:cubicBezTo>
                      <a:pt x="179" y="74"/>
                      <a:pt x="179" y="74"/>
                      <a:pt x="179" y="74"/>
                    </a:cubicBezTo>
                    <a:lnTo>
                      <a:pt x="179" y="65"/>
                    </a:lnTo>
                    <a:close/>
                    <a:moveTo>
                      <a:pt x="175" y="74"/>
                    </a:moveTo>
                    <a:cubicBezTo>
                      <a:pt x="144" y="74"/>
                      <a:pt x="144" y="74"/>
                      <a:pt x="144" y="74"/>
                    </a:cubicBezTo>
                    <a:cubicBezTo>
                      <a:pt x="175" y="66"/>
                      <a:pt x="175" y="66"/>
                      <a:pt x="175" y="66"/>
                    </a:cubicBezTo>
                    <a:lnTo>
                      <a:pt x="175" y="74"/>
                    </a:lnTo>
                    <a:close/>
                    <a:moveTo>
                      <a:pt x="137" y="52"/>
                    </a:moveTo>
                    <a:cubicBezTo>
                      <a:pt x="172" y="63"/>
                      <a:pt x="172" y="63"/>
                      <a:pt x="172" y="63"/>
                    </a:cubicBezTo>
                    <a:cubicBezTo>
                      <a:pt x="137" y="73"/>
                      <a:pt x="137" y="73"/>
                      <a:pt x="137" y="73"/>
                    </a:cubicBezTo>
                    <a:lnTo>
                      <a:pt x="137" y="52"/>
                    </a:lnTo>
                    <a:close/>
                    <a:moveTo>
                      <a:pt x="179" y="149"/>
                    </a:moveTo>
                    <a:cubicBezTo>
                      <a:pt x="205" y="158"/>
                      <a:pt x="205" y="158"/>
                      <a:pt x="205" y="158"/>
                    </a:cubicBezTo>
                    <a:cubicBezTo>
                      <a:pt x="179" y="158"/>
                      <a:pt x="179" y="158"/>
                      <a:pt x="179" y="158"/>
                    </a:cubicBezTo>
                    <a:lnTo>
                      <a:pt x="179" y="149"/>
                    </a:lnTo>
                    <a:close/>
                    <a:moveTo>
                      <a:pt x="175" y="158"/>
                    </a:moveTo>
                    <a:cubicBezTo>
                      <a:pt x="140" y="158"/>
                      <a:pt x="140" y="158"/>
                      <a:pt x="140" y="158"/>
                    </a:cubicBezTo>
                    <a:cubicBezTo>
                      <a:pt x="175" y="148"/>
                      <a:pt x="175" y="148"/>
                      <a:pt x="175" y="148"/>
                    </a:cubicBezTo>
                    <a:lnTo>
                      <a:pt x="175" y="158"/>
                    </a:lnTo>
                    <a:close/>
                    <a:moveTo>
                      <a:pt x="137" y="135"/>
                    </a:move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38" y="158"/>
                      <a:pt x="138" y="158"/>
                      <a:pt x="138" y="158"/>
                    </a:cubicBezTo>
                    <a:cubicBezTo>
                      <a:pt x="137" y="158"/>
                      <a:pt x="137" y="158"/>
                      <a:pt x="137" y="158"/>
                    </a:cubicBezTo>
                    <a:lnTo>
                      <a:pt x="137" y="135"/>
                    </a:lnTo>
                    <a:close/>
                    <a:moveTo>
                      <a:pt x="179" y="220"/>
                    </a:moveTo>
                    <a:cubicBezTo>
                      <a:pt x="205" y="229"/>
                      <a:pt x="205" y="229"/>
                      <a:pt x="205" y="229"/>
                    </a:cubicBezTo>
                    <a:cubicBezTo>
                      <a:pt x="179" y="229"/>
                      <a:pt x="179" y="229"/>
                      <a:pt x="179" y="229"/>
                    </a:cubicBezTo>
                    <a:lnTo>
                      <a:pt x="179" y="220"/>
                    </a:lnTo>
                    <a:close/>
                    <a:moveTo>
                      <a:pt x="175" y="229"/>
                    </a:moveTo>
                    <a:cubicBezTo>
                      <a:pt x="140" y="229"/>
                      <a:pt x="140" y="229"/>
                      <a:pt x="140" y="229"/>
                    </a:cubicBezTo>
                    <a:cubicBezTo>
                      <a:pt x="175" y="220"/>
                      <a:pt x="175" y="220"/>
                      <a:pt x="175" y="220"/>
                    </a:cubicBezTo>
                    <a:lnTo>
                      <a:pt x="175" y="229"/>
                    </a:lnTo>
                    <a:close/>
                    <a:moveTo>
                      <a:pt x="137" y="207"/>
                    </a:moveTo>
                    <a:cubicBezTo>
                      <a:pt x="174" y="219"/>
                      <a:pt x="174" y="219"/>
                      <a:pt x="174" y="219"/>
                    </a:cubicBezTo>
                    <a:cubicBezTo>
                      <a:pt x="138" y="229"/>
                      <a:pt x="138" y="229"/>
                      <a:pt x="138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lnTo>
                      <a:pt x="137" y="207"/>
                    </a:lnTo>
                    <a:close/>
                    <a:moveTo>
                      <a:pt x="178" y="518"/>
                    </a:moveTo>
                    <a:cubicBezTo>
                      <a:pt x="115" y="518"/>
                      <a:pt x="115" y="518"/>
                      <a:pt x="115" y="518"/>
                    </a:cubicBezTo>
                    <a:cubicBezTo>
                      <a:pt x="140" y="497"/>
                      <a:pt x="140" y="497"/>
                      <a:pt x="140" y="497"/>
                    </a:cubicBezTo>
                    <a:cubicBezTo>
                      <a:pt x="177" y="515"/>
                      <a:pt x="177" y="515"/>
                      <a:pt x="177" y="515"/>
                    </a:cubicBezTo>
                    <a:lnTo>
                      <a:pt x="178" y="518"/>
                    </a:lnTo>
                    <a:close/>
                    <a:moveTo>
                      <a:pt x="176" y="510"/>
                    </a:moveTo>
                    <a:cubicBezTo>
                      <a:pt x="152" y="499"/>
                      <a:pt x="152" y="499"/>
                      <a:pt x="152" y="499"/>
                    </a:cubicBezTo>
                    <a:cubicBezTo>
                      <a:pt x="174" y="499"/>
                      <a:pt x="174" y="499"/>
                      <a:pt x="174" y="499"/>
                    </a:cubicBezTo>
                    <a:lnTo>
                      <a:pt x="176" y="510"/>
                    </a:lnTo>
                    <a:close/>
                    <a:moveTo>
                      <a:pt x="173" y="495"/>
                    </a:moveTo>
                    <a:cubicBezTo>
                      <a:pt x="143" y="495"/>
                      <a:pt x="143" y="495"/>
                      <a:pt x="143" y="495"/>
                    </a:cubicBezTo>
                    <a:cubicBezTo>
                      <a:pt x="168" y="474"/>
                      <a:pt x="168" y="474"/>
                      <a:pt x="168" y="474"/>
                    </a:cubicBezTo>
                    <a:lnTo>
                      <a:pt x="173" y="495"/>
                    </a:lnTo>
                    <a:close/>
                    <a:moveTo>
                      <a:pt x="166" y="464"/>
                    </a:moveTo>
                    <a:cubicBezTo>
                      <a:pt x="110" y="464"/>
                      <a:pt x="110" y="464"/>
                      <a:pt x="110" y="464"/>
                    </a:cubicBezTo>
                    <a:cubicBezTo>
                      <a:pt x="110" y="429"/>
                      <a:pt x="110" y="429"/>
                      <a:pt x="110" y="429"/>
                    </a:cubicBezTo>
                    <a:cubicBezTo>
                      <a:pt x="166" y="462"/>
                      <a:pt x="166" y="462"/>
                      <a:pt x="166" y="462"/>
                    </a:cubicBezTo>
                    <a:lnTo>
                      <a:pt x="166" y="464"/>
                    </a:lnTo>
                    <a:close/>
                    <a:moveTo>
                      <a:pt x="113" y="426"/>
                    </a:moveTo>
                    <a:cubicBezTo>
                      <a:pt x="156" y="420"/>
                      <a:pt x="156" y="420"/>
                      <a:pt x="156" y="420"/>
                    </a:cubicBezTo>
                    <a:cubicBezTo>
                      <a:pt x="134" y="439"/>
                      <a:pt x="134" y="439"/>
                      <a:pt x="134" y="439"/>
                    </a:cubicBezTo>
                    <a:lnTo>
                      <a:pt x="113" y="426"/>
                    </a:lnTo>
                    <a:close/>
                    <a:moveTo>
                      <a:pt x="165" y="457"/>
                    </a:moveTo>
                    <a:cubicBezTo>
                      <a:pt x="138" y="441"/>
                      <a:pt x="138" y="441"/>
                      <a:pt x="138" y="441"/>
                    </a:cubicBezTo>
                    <a:cubicBezTo>
                      <a:pt x="161" y="441"/>
                      <a:pt x="161" y="441"/>
                      <a:pt x="161" y="441"/>
                    </a:cubicBezTo>
                    <a:lnTo>
                      <a:pt x="165" y="457"/>
                    </a:lnTo>
                    <a:close/>
                    <a:moveTo>
                      <a:pt x="161" y="437"/>
                    </a:moveTo>
                    <a:cubicBezTo>
                      <a:pt x="143" y="437"/>
                      <a:pt x="143" y="437"/>
                      <a:pt x="143" y="437"/>
                    </a:cubicBezTo>
                    <a:cubicBezTo>
                      <a:pt x="158" y="424"/>
                      <a:pt x="158" y="424"/>
                      <a:pt x="158" y="424"/>
                    </a:cubicBezTo>
                    <a:lnTo>
                      <a:pt x="161" y="437"/>
                    </a:lnTo>
                    <a:close/>
                    <a:moveTo>
                      <a:pt x="156" y="416"/>
                    </a:moveTo>
                    <a:cubicBezTo>
                      <a:pt x="120" y="422"/>
                      <a:pt x="120" y="422"/>
                      <a:pt x="120" y="422"/>
                    </a:cubicBezTo>
                    <a:cubicBezTo>
                      <a:pt x="153" y="402"/>
                      <a:pt x="153" y="402"/>
                      <a:pt x="153" y="402"/>
                    </a:cubicBezTo>
                    <a:lnTo>
                      <a:pt x="156" y="416"/>
                    </a:lnTo>
                    <a:close/>
                    <a:moveTo>
                      <a:pt x="151" y="389"/>
                    </a:moveTo>
                    <a:cubicBezTo>
                      <a:pt x="118" y="382"/>
                      <a:pt x="118" y="382"/>
                      <a:pt x="118" y="382"/>
                    </a:cubicBezTo>
                    <a:cubicBezTo>
                      <a:pt x="148" y="375"/>
                      <a:pt x="148" y="375"/>
                      <a:pt x="148" y="375"/>
                    </a:cubicBezTo>
                    <a:lnTo>
                      <a:pt x="151" y="389"/>
                    </a:lnTo>
                    <a:close/>
                    <a:moveTo>
                      <a:pt x="140" y="391"/>
                    </a:moveTo>
                    <a:cubicBezTo>
                      <a:pt x="77" y="391"/>
                      <a:pt x="77" y="391"/>
                      <a:pt x="77" y="391"/>
                    </a:cubicBezTo>
                    <a:cubicBezTo>
                      <a:pt x="109" y="384"/>
                      <a:pt x="109" y="384"/>
                      <a:pt x="109" y="384"/>
                    </a:cubicBezTo>
                    <a:lnTo>
                      <a:pt x="140" y="391"/>
                    </a:lnTo>
                    <a:close/>
                    <a:moveTo>
                      <a:pt x="146" y="367"/>
                    </a:moveTo>
                    <a:cubicBezTo>
                      <a:pt x="117" y="360"/>
                      <a:pt x="117" y="360"/>
                      <a:pt x="117" y="360"/>
                    </a:cubicBezTo>
                    <a:cubicBezTo>
                      <a:pt x="143" y="354"/>
                      <a:pt x="143" y="354"/>
                      <a:pt x="143" y="354"/>
                    </a:cubicBezTo>
                    <a:lnTo>
                      <a:pt x="146" y="367"/>
                    </a:lnTo>
                    <a:close/>
                    <a:moveTo>
                      <a:pt x="141" y="345"/>
                    </a:moveTo>
                    <a:cubicBezTo>
                      <a:pt x="116" y="339"/>
                      <a:pt x="116" y="339"/>
                      <a:pt x="116" y="339"/>
                    </a:cubicBezTo>
                    <a:cubicBezTo>
                      <a:pt x="139" y="333"/>
                      <a:pt x="139" y="333"/>
                      <a:pt x="139" y="333"/>
                    </a:cubicBezTo>
                    <a:lnTo>
                      <a:pt x="141" y="345"/>
                    </a:lnTo>
                    <a:close/>
                    <a:moveTo>
                      <a:pt x="137" y="323"/>
                    </a:moveTo>
                    <a:cubicBezTo>
                      <a:pt x="115" y="317"/>
                      <a:pt x="115" y="317"/>
                      <a:pt x="115" y="317"/>
                    </a:cubicBezTo>
                    <a:cubicBezTo>
                      <a:pt x="134" y="311"/>
                      <a:pt x="134" y="311"/>
                      <a:pt x="134" y="311"/>
                    </a:cubicBezTo>
                    <a:lnTo>
                      <a:pt x="137" y="323"/>
                    </a:lnTo>
                    <a:close/>
                    <a:moveTo>
                      <a:pt x="132" y="303"/>
                    </a:moveTo>
                    <a:cubicBezTo>
                      <a:pt x="115" y="297"/>
                      <a:pt x="115" y="297"/>
                      <a:pt x="115" y="297"/>
                    </a:cubicBezTo>
                    <a:cubicBezTo>
                      <a:pt x="130" y="291"/>
                      <a:pt x="130" y="291"/>
                      <a:pt x="130" y="291"/>
                    </a:cubicBezTo>
                    <a:lnTo>
                      <a:pt x="132" y="303"/>
                    </a:lnTo>
                    <a:close/>
                    <a:moveTo>
                      <a:pt x="128" y="282"/>
                    </a:moveTo>
                    <a:cubicBezTo>
                      <a:pt x="114" y="276"/>
                      <a:pt x="114" y="276"/>
                      <a:pt x="114" y="276"/>
                    </a:cubicBezTo>
                    <a:cubicBezTo>
                      <a:pt x="126" y="271"/>
                      <a:pt x="126" y="271"/>
                      <a:pt x="126" y="271"/>
                    </a:cubicBezTo>
                    <a:lnTo>
                      <a:pt x="128" y="282"/>
                    </a:lnTo>
                    <a:close/>
                    <a:moveTo>
                      <a:pt x="123" y="34"/>
                    </a:moveTo>
                    <a:cubicBezTo>
                      <a:pt x="111" y="14"/>
                      <a:pt x="111" y="14"/>
                      <a:pt x="111" y="14"/>
                    </a:cubicBezTo>
                    <a:cubicBezTo>
                      <a:pt x="115" y="7"/>
                      <a:pt x="115" y="7"/>
                      <a:pt x="115" y="7"/>
                    </a:cubicBezTo>
                    <a:lnTo>
                      <a:pt x="123" y="34"/>
                    </a:lnTo>
                    <a:close/>
                    <a:moveTo>
                      <a:pt x="112" y="4"/>
                    </a:moveTo>
                    <a:cubicBezTo>
                      <a:pt x="109" y="10"/>
                      <a:pt x="109" y="10"/>
                      <a:pt x="109" y="10"/>
                    </a:cubicBezTo>
                    <a:cubicBezTo>
                      <a:pt x="105" y="4"/>
                      <a:pt x="105" y="4"/>
                      <a:pt x="105" y="4"/>
                    </a:cubicBezTo>
                    <a:lnTo>
                      <a:pt x="112" y="4"/>
                    </a:lnTo>
                    <a:close/>
                    <a:moveTo>
                      <a:pt x="103" y="7"/>
                    </a:moveTo>
                    <a:cubicBezTo>
                      <a:pt x="106" y="14"/>
                      <a:pt x="106" y="14"/>
                      <a:pt x="106" y="14"/>
                    </a:cubicBezTo>
                    <a:cubicBezTo>
                      <a:pt x="95" y="34"/>
                      <a:pt x="95" y="34"/>
                      <a:pt x="95" y="34"/>
                    </a:cubicBezTo>
                    <a:lnTo>
                      <a:pt x="103" y="7"/>
                    </a:lnTo>
                    <a:close/>
                    <a:moveTo>
                      <a:pt x="109" y="18"/>
                    </a:moveTo>
                    <a:cubicBezTo>
                      <a:pt x="124" y="44"/>
                      <a:pt x="124" y="44"/>
                      <a:pt x="124" y="4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2" y="46"/>
                      <a:pt x="122" y="46"/>
                      <a:pt x="122" y="46"/>
                    </a:cubicBezTo>
                    <a:cubicBezTo>
                      <a:pt x="96" y="46"/>
                      <a:pt x="96" y="46"/>
                      <a:pt x="96" y="46"/>
                    </a:cubicBezTo>
                    <a:cubicBezTo>
                      <a:pt x="96" y="42"/>
                      <a:pt x="96" y="42"/>
                      <a:pt x="96" y="42"/>
                    </a:cubicBezTo>
                    <a:cubicBezTo>
                      <a:pt x="94" y="42"/>
                      <a:pt x="94" y="42"/>
                      <a:pt x="94" y="42"/>
                    </a:cubicBezTo>
                    <a:lnTo>
                      <a:pt x="109" y="18"/>
                    </a:lnTo>
                    <a:close/>
                    <a:moveTo>
                      <a:pt x="105" y="243"/>
                    </a:moveTo>
                    <a:cubicBezTo>
                      <a:pt x="96" y="248"/>
                      <a:pt x="96" y="248"/>
                      <a:pt x="96" y="248"/>
                    </a:cubicBezTo>
                    <a:cubicBezTo>
                      <a:pt x="96" y="237"/>
                      <a:pt x="96" y="237"/>
                      <a:pt x="96" y="237"/>
                    </a:cubicBezTo>
                    <a:lnTo>
                      <a:pt x="105" y="243"/>
                    </a:lnTo>
                    <a:close/>
                    <a:moveTo>
                      <a:pt x="97" y="234"/>
                    </a:moveTo>
                    <a:cubicBezTo>
                      <a:pt x="121" y="234"/>
                      <a:pt x="121" y="234"/>
                      <a:pt x="121" y="234"/>
                    </a:cubicBezTo>
                    <a:cubicBezTo>
                      <a:pt x="109" y="241"/>
                      <a:pt x="109" y="241"/>
                      <a:pt x="109" y="241"/>
                    </a:cubicBezTo>
                    <a:lnTo>
                      <a:pt x="97" y="234"/>
                    </a:lnTo>
                    <a:close/>
                    <a:moveTo>
                      <a:pt x="109" y="245"/>
                    </a:moveTo>
                    <a:cubicBezTo>
                      <a:pt x="121" y="252"/>
                      <a:pt x="121" y="252"/>
                      <a:pt x="121" y="252"/>
                    </a:cubicBezTo>
                    <a:cubicBezTo>
                      <a:pt x="96" y="252"/>
                      <a:pt x="96" y="252"/>
                      <a:pt x="96" y="252"/>
                    </a:cubicBezTo>
                    <a:lnTo>
                      <a:pt x="109" y="245"/>
                    </a:lnTo>
                    <a:close/>
                    <a:moveTo>
                      <a:pt x="112" y="243"/>
                    </a:moveTo>
                    <a:cubicBezTo>
                      <a:pt x="122" y="237"/>
                      <a:pt x="122" y="237"/>
                      <a:pt x="122" y="237"/>
                    </a:cubicBezTo>
                    <a:cubicBezTo>
                      <a:pt x="122" y="248"/>
                      <a:pt x="122" y="248"/>
                      <a:pt x="122" y="248"/>
                    </a:cubicBezTo>
                    <a:lnTo>
                      <a:pt x="112" y="243"/>
                    </a:lnTo>
                    <a:close/>
                    <a:moveTo>
                      <a:pt x="96" y="229"/>
                    </a:moveTo>
                    <a:cubicBezTo>
                      <a:pt x="96" y="228"/>
                      <a:pt x="96" y="228"/>
                      <a:pt x="96" y="228"/>
                    </a:cubicBezTo>
                    <a:cubicBezTo>
                      <a:pt x="109" y="219"/>
                      <a:pt x="109" y="219"/>
                      <a:pt x="109" y="219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29"/>
                      <a:pt x="122" y="229"/>
                      <a:pt x="122" y="229"/>
                    </a:cubicBezTo>
                    <a:lnTo>
                      <a:pt x="96" y="229"/>
                    </a:lnTo>
                    <a:close/>
                    <a:moveTo>
                      <a:pt x="96" y="223"/>
                    </a:moveTo>
                    <a:cubicBezTo>
                      <a:pt x="96" y="209"/>
                      <a:pt x="96" y="209"/>
                      <a:pt x="96" y="209"/>
                    </a:cubicBezTo>
                    <a:cubicBezTo>
                      <a:pt x="105" y="216"/>
                      <a:pt x="105" y="216"/>
                      <a:pt x="105" y="216"/>
                    </a:cubicBezTo>
                    <a:lnTo>
                      <a:pt x="96" y="223"/>
                    </a:lnTo>
                    <a:close/>
                    <a:moveTo>
                      <a:pt x="112" y="216"/>
                    </a:moveTo>
                    <a:cubicBezTo>
                      <a:pt x="122" y="209"/>
                      <a:pt x="122" y="209"/>
                      <a:pt x="122" y="209"/>
                    </a:cubicBezTo>
                    <a:cubicBezTo>
                      <a:pt x="122" y="223"/>
                      <a:pt x="122" y="223"/>
                      <a:pt x="122" y="223"/>
                    </a:cubicBezTo>
                    <a:lnTo>
                      <a:pt x="112" y="216"/>
                    </a:lnTo>
                    <a:close/>
                    <a:moveTo>
                      <a:pt x="109" y="214"/>
                    </a:moveTo>
                    <a:cubicBezTo>
                      <a:pt x="96" y="205"/>
                      <a:pt x="96" y="205"/>
                      <a:pt x="96" y="205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122" y="204"/>
                      <a:pt x="122" y="204"/>
                      <a:pt x="122" y="204"/>
                    </a:cubicBezTo>
                    <a:cubicBezTo>
                      <a:pt x="122" y="205"/>
                      <a:pt x="122" y="205"/>
                      <a:pt x="122" y="205"/>
                    </a:cubicBezTo>
                    <a:lnTo>
                      <a:pt x="109" y="214"/>
                    </a:lnTo>
                    <a:close/>
                    <a:moveTo>
                      <a:pt x="96" y="197"/>
                    </a:moveTo>
                    <a:cubicBezTo>
                      <a:pt x="96" y="186"/>
                      <a:pt x="96" y="186"/>
                      <a:pt x="96" y="186"/>
                    </a:cubicBezTo>
                    <a:cubicBezTo>
                      <a:pt x="105" y="192"/>
                      <a:pt x="105" y="192"/>
                      <a:pt x="105" y="192"/>
                    </a:cubicBezTo>
                    <a:lnTo>
                      <a:pt x="96" y="197"/>
                    </a:lnTo>
                    <a:close/>
                    <a:moveTo>
                      <a:pt x="109" y="194"/>
                    </a:moveTo>
                    <a:cubicBezTo>
                      <a:pt x="121" y="201"/>
                      <a:pt x="121" y="201"/>
                      <a:pt x="121" y="201"/>
                    </a:cubicBezTo>
                    <a:cubicBezTo>
                      <a:pt x="97" y="201"/>
                      <a:pt x="97" y="201"/>
                      <a:pt x="97" y="201"/>
                    </a:cubicBezTo>
                    <a:lnTo>
                      <a:pt x="109" y="194"/>
                    </a:lnTo>
                    <a:close/>
                    <a:moveTo>
                      <a:pt x="112" y="192"/>
                    </a:moveTo>
                    <a:cubicBezTo>
                      <a:pt x="122" y="186"/>
                      <a:pt x="122" y="186"/>
                      <a:pt x="122" y="186"/>
                    </a:cubicBezTo>
                    <a:cubicBezTo>
                      <a:pt x="122" y="197"/>
                      <a:pt x="122" y="197"/>
                      <a:pt x="122" y="197"/>
                    </a:cubicBezTo>
                    <a:lnTo>
                      <a:pt x="112" y="192"/>
                    </a:lnTo>
                    <a:close/>
                    <a:moveTo>
                      <a:pt x="109" y="190"/>
                    </a:moveTo>
                    <a:cubicBezTo>
                      <a:pt x="96" y="183"/>
                      <a:pt x="96" y="183"/>
                      <a:pt x="96" y="183"/>
                    </a:cubicBezTo>
                    <a:cubicBezTo>
                      <a:pt x="96" y="181"/>
                      <a:pt x="96" y="181"/>
                      <a:pt x="96" y="181"/>
                    </a:cubicBezTo>
                    <a:cubicBezTo>
                      <a:pt x="109" y="174"/>
                      <a:pt x="109" y="174"/>
                      <a:pt x="109" y="174"/>
                    </a:cubicBezTo>
                    <a:cubicBezTo>
                      <a:pt x="122" y="181"/>
                      <a:pt x="122" y="181"/>
                      <a:pt x="122" y="181"/>
                    </a:cubicBezTo>
                    <a:cubicBezTo>
                      <a:pt x="122" y="183"/>
                      <a:pt x="122" y="183"/>
                      <a:pt x="122" y="183"/>
                    </a:cubicBezTo>
                    <a:lnTo>
                      <a:pt x="109" y="190"/>
                    </a:lnTo>
                    <a:close/>
                    <a:moveTo>
                      <a:pt x="105" y="172"/>
                    </a:moveTo>
                    <a:cubicBezTo>
                      <a:pt x="96" y="177"/>
                      <a:pt x="96" y="177"/>
                      <a:pt x="96" y="177"/>
                    </a:cubicBezTo>
                    <a:cubicBezTo>
                      <a:pt x="96" y="166"/>
                      <a:pt x="96" y="166"/>
                      <a:pt x="96" y="166"/>
                    </a:cubicBezTo>
                    <a:lnTo>
                      <a:pt x="105" y="172"/>
                    </a:lnTo>
                    <a:close/>
                    <a:moveTo>
                      <a:pt x="96" y="163"/>
                    </a:moveTo>
                    <a:cubicBezTo>
                      <a:pt x="121" y="163"/>
                      <a:pt x="121" y="163"/>
                      <a:pt x="121" y="163"/>
                    </a:cubicBezTo>
                    <a:cubicBezTo>
                      <a:pt x="109" y="170"/>
                      <a:pt x="109" y="170"/>
                      <a:pt x="109" y="170"/>
                    </a:cubicBezTo>
                    <a:lnTo>
                      <a:pt x="96" y="163"/>
                    </a:lnTo>
                    <a:close/>
                    <a:moveTo>
                      <a:pt x="112" y="172"/>
                    </a:moveTo>
                    <a:cubicBezTo>
                      <a:pt x="122" y="166"/>
                      <a:pt x="122" y="166"/>
                      <a:pt x="122" y="166"/>
                    </a:cubicBezTo>
                    <a:cubicBezTo>
                      <a:pt x="122" y="177"/>
                      <a:pt x="122" y="177"/>
                      <a:pt x="122" y="177"/>
                    </a:cubicBezTo>
                    <a:lnTo>
                      <a:pt x="112" y="172"/>
                    </a:lnTo>
                    <a:close/>
                    <a:moveTo>
                      <a:pt x="96" y="158"/>
                    </a:moveTo>
                    <a:cubicBezTo>
                      <a:pt x="96" y="157"/>
                      <a:pt x="96" y="157"/>
                      <a:pt x="96" y="157"/>
                    </a:cubicBezTo>
                    <a:cubicBezTo>
                      <a:pt x="109" y="147"/>
                      <a:pt x="109" y="147"/>
                      <a:pt x="109" y="147"/>
                    </a:cubicBezTo>
                    <a:cubicBezTo>
                      <a:pt x="122" y="157"/>
                      <a:pt x="122" y="157"/>
                      <a:pt x="122" y="157"/>
                    </a:cubicBezTo>
                    <a:cubicBezTo>
                      <a:pt x="122" y="158"/>
                      <a:pt x="122" y="158"/>
                      <a:pt x="122" y="158"/>
                    </a:cubicBezTo>
                    <a:lnTo>
                      <a:pt x="96" y="158"/>
                    </a:lnTo>
                    <a:close/>
                    <a:moveTo>
                      <a:pt x="96" y="152"/>
                    </a:moveTo>
                    <a:cubicBezTo>
                      <a:pt x="96" y="138"/>
                      <a:pt x="96" y="138"/>
                      <a:pt x="96" y="138"/>
                    </a:cubicBezTo>
                    <a:cubicBezTo>
                      <a:pt x="105" y="145"/>
                      <a:pt x="105" y="145"/>
                      <a:pt x="105" y="145"/>
                    </a:cubicBezTo>
                    <a:lnTo>
                      <a:pt x="96" y="152"/>
                    </a:lnTo>
                    <a:close/>
                    <a:moveTo>
                      <a:pt x="112" y="145"/>
                    </a:moveTo>
                    <a:cubicBezTo>
                      <a:pt x="122" y="138"/>
                      <a:pt x="122" y="138"/>
                      <a:pt x="122" y="138"/>
                    </a:cubicBezTo>
                    <a:cubicBezTo>
                      <a:pt x="122" y="152"/>
                      <a:pt x="122" y="152"/>
                      <a:pt x="122" y="152"/>
                    </a:cubicBezTo>
                    <a:lnTo>
                      <a:pt x="112" y="145"/>
                    </a:lnTo>
                    <a:close/>
                    <a:moveTo>
                      <a:pt x="109" y="143"/>
                    </a:moveTo>
                    <a:cubicBezTo>
                      <a:pt x="96" y="133"/>
                      <a:pt x="96" y="133"/>
                      <a:pt x="96" y="133"/>
                    </a:cubicBezTo>
                    <a:cubicBezTo>
                      <a:pt x="96" y="132"/>
                      <a:pt x="96" y="132"/>
                      <a:pt x="96" y="132"/>
                    </a:cubicBezTo>
                    <a:cubicBezTo>
                      <a:pt x="122" y="132"/>
                      <a:pt x="122" y="132"/>
                      <a:pt x="122" y="132"/>
                    </a:cubicBezTo>
                    <a:cubicBezTo>
                      <a:pt x="122" y="133"/>
                      <a:pt x="122" y="133"/>
                      <a:pt x="122" y="133"/>
                    </a:cubicBezTo>
                    <a:lnTo>
                      <a:pt x="109" y="143"/>
                    </a:lnTo>
                    <a:close/>
                    <a:moveTo>
                      <a:pt x="96" y="125"/>
                    </a:moveTo>
                    <a:cubicBezTo>
                      <a:pt x="96" y="111"/>
                      <a:pt x="96" y="111"/>
                      <a:pt x="96" y="111"/>
                    </a:cubicBezTo>
                    <a:cubicBezTo>
                      <a:pt x="106" y="118"/>
                      <a:pt x="106" y="118"/>
                      <a:pt x="106" y="118"/>
                    </a:cubicBezTo>
                    <a:lnTo>
                      <a:pt x="96" y="125"/>
                    </a:lnTo>
                    <a:close/>
                    <a:moveTo>
                      <a:pt x="109" y="120"/>
                    </a:moveTo>
                    <a:cubicBezTo>
                      <a:pt x="122" y="129"/>
                      <a:pt x="122" y="129"/>
                      <a:pt x="122" y="129"/>
                    </a:cubicBezTo>
                    <a:cubicBezTo>
                      <a:pt x="96" y="129"/>
                      <a:pt x="96" y="129"/>
                      <a:pt x="96" y="129"/>
                    </a:cubicBezTo>
                    <a:lnTo>
                      <a:pt x="109" y="120"/>
                    </a:lnTo>
                    <a:close/>
                    <a:moveTo>
                      <a:pt x="112" y="118"/>
                    </a:move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2" y="125"/>
                      <a:pt x="122" y="125"/>
                      <a:pt x="122" y="125"/>
                    </a:cubicBezTo>
                    <a:lnTo>
                      <a:pt x="112" y="118"/>
                    </a:lnTo>
                    <a:close/>
                    <a:moveTo>
                      <a:pt x="109" y="116"/>
                    </a:moveTo>
                    <a:cubicBezTo>
                      <a:pt x="96" y="107"/>
                      <a:pt x="96" y="107"/>
                      <a:pt x="96" y="107"/>
                    </a:cubicBezTo>
                    <a:cubicBezTo>
                      <a:pt x="96" y="103"/>
                      <a:pt x="96" y="103"/>
                      <a:pt x="96" y="103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22" y="107"/>
                      <a:pt x="122" y="107"/>
                      <a:pt x="122" y="107"/>
                    </a:cubicBezTo>
                    <a:lnTo>
                      <a:pt x="109" y="116"/>
                    </a:lnTo>
                    <a:close/>
                    <a:moveTo>
                      <a:pt x="96" y="98"/>
                    </a:moveTo>
                    <a:cubicBezTo>
                      <a:pt x="96" y="84"/>
                      <a:pt x="96" y="84"/>
                      <a:pt x="96" y="84"/>
                    </a:cubicBezTo>
                    <a:cubicBezTo>
                      <a:pt x="106" y="91"/>
                      <a:pt x="106" y="91"/>
                      <a:pt x="106" y="91"/>
                    </a:cubicBezTo>
                    <a:lnTo>
                      <a:pt x="96" y="98"/>
                    </a:lnTo>
                    <a:close/>
                    <a:moveTo>
                      <a:pt x="112" y="91"/>
                    </a:moveTo>
                    <a:cubicBezTo>
                      <a:pt x="122" y="84"/>
                      <a:pt x="122" y="84"/>
                      <a:pt x="122" y="84"/>
                    </a:cubicBezTo>
                    <a:cubicBezTo>
                      <a:pt x="122" y="98"/>
                      <a:pt x="122" y="98"/>
                      <a:pt x="122" y="98"/>
                    </a:cubicBezTo>
                    <a:lnTo>
                      <a:pt x="112" y="91"/>
                    </a:lnTo>
                    <a:close/>
                    <a:moveTo>
                      <a:pt x="109" y="89"/>
                    </a:moveTo>
                    <a:cubicBezTo>
                      <a:pt x="96" y="80"/>
                      <a:pt x="96" y="80"/>
                      <a:pt x="96" y="80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122" y="79"/>
                      <a:pt x="122" y="79"/>
                      <a:pt x="122" y="79"/>
                    </a:cubicBezTo>
                    <a:cubicBezTo>
                      <a:pt x="122" y="80"/>
                      <a:pt x="122" y="80"/>
                      <a:pt x="122" y="80"/>
                    </a:cubicBezTo>
                    <a:lnTo>
                      <a:pt x="109" y="89"/>
                    </a:lnTo>
                    <a:close/>
                    <a:moveTo>
                      <a:pt x="96" y="74"/>
                    </a:moveTo>
                    <a:cubicBezTo>
                      <a:pt x="96" y="73"/>
                      <a:pt x="96" y="73"/>
                      <a:pt x="96" y="73"/>
                    </a:cubicBezTo>
                    <a:cubicBezTo>
                      <a:pt x="109" y="64"/>
                      <a:pt x="109" y="64"/>
                      <a:pt x="109" y="64"/>
                    </a:cubicBezTo>
                    <a:cubicBezTo>
                      <a:pt x="122" y="73"/>
                      <a:pt x="122" y="73"/>
                      <a:pt x="122" y="73"/>
                    </a:cubicBezTo>
                    <a:cubicBezTo>
                      <a:pt x="122" y="74"/>
                      <a:pt x="122" y="74"/>
                      <a:pt x="122" y="74"/>
                    </a:cubicBezTo>
                    <a:lnTo>
                      <a:pt x="96" y="74"/>
                    </a:lnTo>
                    <a:close/>
                    <a:moveTo>
                      <a:pt x="96" y="68"/>
                    </a:moveTo>
                    <a:cubicBezTo>
                      <a:pt x="96" y="55"/>
                      <a:pt x="96" y="55"/>
                      <a:pt x="96" y="55"/>
                    </a:cubicBezTo>
                    <a:cubicBezTo>
                      <a:pt x="105" y="61"/>
                      <a:pt x="105" y="61"/>
                      <a:pt x="105" y="61"/>
                    </a:cubicBezTo>
                    <a:lnTo>
                      <a:pt x="96" y="68"/>
                    </a:lnTo>
                    <a:close/>
                    <a:moveTo>
                      <a:pt x="112" y="61"/>
                    </a:moveTo>
                    <a:cubicBezTo>
                      <a:pt x="122" y="55"/>
                      <a:pt x="122" y="55"/>
                      <a:pt x="122" y="55"/>
                    </a:cubicBezTo>
                    <a:cubicBezTo>
                      <a:pt x="122" y="68"/>
                      <a:pt x="122" y="68"/>
                      <a:pt x="122" y="68"/>
                    </a:cubicBezTo>
                    <a:lnTo>
                      <a:pt x="112" y="61"/>
                    </a:lnTo>
                    <a:close/>
                    <a:moveTo>
                      <a:pt x="109" y="59"/>
                    </a:moveTo>
                    <a:cubicBezTo>
                      <a:pt x="96" y="50"/>
                      <a:pt x="96" y="50"/>
                      <a:pt x="96" y="50"/>
                    </a:cubicBezTo>
                    <a:cubicBezTo>
                      <a:pt x="96" y="49"/>
                      <a:pt x="96" y="49"/>
                      <a:pt x="96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50"/>
                      <a:pt x="122" y="50"/>
                      <a:pt x="122" y="50"/>
                    </a:cubicBezTo>
                    <a:lnTo>
                      <a:pt x="109" y="59"/>
                    </a:lnTo>
                    <a:close/>
                    <a:moveTo>
                      <a:pt x="95" y="255"/>
                    </a:moveTo>
                    <a:cubicBezTo>
                      <a:pt x="122" y="255"/>
                      <a:pt x="122" y="255"/>
                      <a:pt x="122" y="255"/>
                    </a:cubicBezTo>
                    <a:cubicBezTo>
                      <a:pt x="125" y="267"/>
                      <a:pt x="125" y="267"/>
                      <a:pt x="125" y="267"/>
                    </a:cubicBezTo>
                    <a:cubicBezTo>
                      <a:pt x="109" y="274"/>
                      <a:pt x="109" y="274"/>
                      <a:pt x="109" y="274"/>
                    </a:cubicBezTo>
                    <a:cubicBezTo>
                      <a:pt x="93" y="267"/>
                      <a:pt x="93" y="267"/>
                      <a:pt x="93" y="267"/>
                    </a:cubicBezTo>
                    <a:lnTo>
                      <a:pt x="95" y="255"/>
                    </a:lnTo>
                    <a:close/>
                    <a:moveTo>
                      <a:pt x="92" y="271"/>
                    </a:moveTo>
                    <a:cubicBezTo>
                      <a:pt x="104" y="276"/>
                      <a:pt x="104" y="276"/>
                      <a:pt x="104" y="276"/>
                    </a:cubicBezTo>
                    <a:cubicBezTo>
                      <a:pt x="89" y="282"/>
                      <a:pt x="89" y="282"/>
                      <a:pt x="89" y="282"/>
                    </a:cubicBezTo>
                    <a:lnTo>
                      <a:pt x="92" y="271"/>
                    </a:lnTo>
                    <a:close/>
                    <a:moveTo>
                      <a:pt x="88" y="287"/>
                    </a:moveTo>
                    <a:cubicBezTo>
                      <a:pt x="109" y="279"/>
                      <a:pt x="109" y="279"/>
                      <a:pt x="109" y="279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09" y="295"/>
                      <a:pt x="109" y="295"/>
                      <a:pt x="109" y="295"/>
                    </a:cubicBezTo>
                    <a:cubicBezTo>
                      <a:pt x="88" y="287"/>
                      <a:pt x="88" y="287"/>
                      <a:pt x="88" y="287"/>
                    </a:cubicBezTo>
                    <a:close/>
                    <a:moveTo>
                      <a:pt x="88" y="291"/>
                    </a:moveTo>
                    <a:cubicBezTo>
                      <a:pt x="103" y="297"/>
                      <a:pt x="103" y="297"/>
                      <a:pt x="103" y="297"/>
                    </a:cubicBezTo>
                    <a:cubicBezTo>
                      <a:pt x="85" y="303"/>
                      <a:pt x="85" y="303"/>
                      <a:pt x="85" y="303"/>
                    </a:cubicBezTo>
                    <a:lnTo>
                      <a:pt x="88" y="291"/>
                    </a:lnTo>
                    <a:close/>
                    <a:moveTo>
                      <a:pt x="109" y="299"/>
                    </a:moveTo>
                    <a:cubicBezTo>
                      <a:pt x="133" y="307"/>
                      <a:pt x="133" y="307"/>
                      <a:pt x="133" y="307"/>
                    </a:cubicBezTo>
                    <a:cubicBezTo>
                      <a:pt x="109" y="315"/>
                      <a:pt x="109" y="315"/>
                      <a:pt x="109" y="315"/>
                    </a:cubicBezTo>
                    <a:cubicBezTo>
                      <a:pt x="85" y="307"/>
                      <a:pt x="85" y="307"/>
                      <a:pt x="85" y="307"/>
                    </a:cubicBezTo>
                    <a:lnTo>
                      <a:pt x="109" y="299"/>
                    </a:lnTo>
                    <a:close/>
                    <a:moveTo>
                      <a:pt x="83" y="311"/>
                    </a:moveTo>
                    <a:cubicBezTo>
                      <a:pt x="102" y="317"/>
                      <a:pt x="102" y="317"/>
                      <a:pt x="102" y="317"/>
                    </a:cubicBezTo>
                    <a:cubicBezTo>
                      <a:pt x="81" y="323"/>
                      <a:pt x="81" y="323"/>
                      <a:pt x="81" y="323"/>
                    </a:cubicBezTo>
                    <a:lnTo>
                      <a:pt x="83" y="311"/>
                    </a:lnTo>
                    <a:close/>
                    <a:moveTo>
                      <a:pt x="39" y="74"/>
                    </a:moveTo>
                    <a:cubicBezTo>
                      <a:pt x="12" y="74"/>
                      <a:pt x="12" y="74"/>
                      <a:pt x="12" y="74"/>
                    </a:cubicBezTo>
                    <a:cubicBezTo>
                      <a:pt x="39" y="65"/>
                      <a:pt x="39" y="65"/>
                      <a:pt x="39" y="65"/>
                    </a:cubicBezTo>
                    <a:lnTo>
                      <a:pt x="39" y="74"/>
                    </a:lnTo>
                    <a:close/>
                    <a:moveTo>
                      <a:pt x="43" y="74"/>
                    </a:moveTo>
                    <a:cubicBezTo>
                      <a:pt x="43" y="66"/>
                      <a:pt x="43" y="66"/>
                      <a:pt x="43" y="66"/>
                    </a:cubicBezTo>
                    <a:cubicBezTo>
                      <a:pt x="74" y="74"/>
                      <a:pt x="74" y="74"/>
                      <a:pt x="74" y="74"/>
                    </a:cubicBezTo>
                    <a:lnTo>
                      <a:pt x="43" y="74"/>
                    </a:lnTo>
                    <a:close/>
                    <a:moveTo>
                      <a:pt x="45" y="63"/>
                    </a:moveTo>
                    <a:cubicBezTo>
                      <a:pt x="80" y="52"/>
                      <a:pt x="80" y="52"/>
                      <a:pt x="80" y="52"/>
                    </a:cubicBezTo>
                    <a:cubicBezTo>
                      <a:pt x="80" y="73"/>
                      <a:pt x="80" y="73"/>
                      <a:pt x="80" y="73"/>
                    </a:cubicBezTo>
                    <a:lnTo>
                      <a:pt x="45" y="63"/>
                    </a:lnTo>
                    <a:close/>
                    <a:moveTo>
                      <a:pt x="39" y="158"/>
                    </a:moveTo>
                    <a:cubicBezTo>
                      <a:pt x="12" y="158"/>
                      <a:pt x="12" y="158"/>
                      <a:pt x="12" y="158"/>
                    </a:cubicBezTo>
                    <a:cubicBezTo>
                      <a:pt x="39" y="149"/>
                      <a:pt x="39" y="149"/>
                      <a:pt x="39" y="149"/>
                    </a:cubicBezTo>
                    <a:lnTo>
                      <a:pt x="39" y="158"/>
                    </a:lnTo>
                    <a:close/>
                    <a:moveTo>
                      <a:pt x="43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77" y="158"/>
                      <a:pt x="77" y="158"/>
                      <a:pt x="77" y="158"/>
                    </a:cubicBezTo>
                    <a:lnTo>
                      <a:pt x="43" y="158"/>
                    </a:lnTo>
                    <a:close/>
                    <a:moveTo>
                      <a:pt x="80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80" y="158"/>
                      <a:pt x="80" y="158"/>
                      <a:pt x="80" y="158"/>
                    </a:cubicBezTo>
                    <a:close/>
                    <a:moveTo>
                      <a:pt x="39" y="229"/>
                    </a:moveTo>
                    <a:cubicBezTo>
                      <a:pt x="12" y="229"/>
                      <a:pt x="12" y="229"/>
                      <a:pt x="12" y="229"/>
                    </a:cubicBezTo>
                    <a:cubicBezTo>
                      <a:pt x="39" y="220"/>
                      <a:pt x="39" y="220"/>
                      <a:pt x="39" y="220"/>
                    </a:cubicBezTo>
                    <a:lnTo>
                      <a:pt x="39" y="229"/>
                    </a:lnTo>
                    <a:close/>
                    <a:moveTo>
                      <a:pt x="43" y="229"/>
                    </a:moveTo>
                    <a:cubicBezTo>
                      <a:pt x="43" y="220"/>
                      <a:pt x="43" y="220"/>
                      <a:pt x="43" y="220"/>
                    </a:cubicBezTo>
                    <a:cubicBezTo>
                      <a:pt x="77" y="229"/>
                      <a:pt x="77" y="229"/>
                      <a:pt x="77" y="229"/>
                    </a:cubicBezTo>
                    <a:lnTo>
                      <a:pt x="43" y="229"/>
                    </a:lnTo>
                    <a:close/>
                    <a:moveTo>
                      <a:pt x="80" y="229"/>
                    </a:moveTo>
                    <a:cubicBezTo>
                      <a:pt x="43" y="219"/>
                      <a:pt x="43" y="219"/>
                      <a:pt x="43" y="219"/>
                    </a:cubicBezTo>
                    <a:cubicBezTo>
                      <a:pt x="80" y="207"/>
                      <a:pt x="80" y="207"/>
                      <a:pt x="80" y="207"/>
                    </a:cubicBezTo>
                    <a:cubicBezTo>
                      <a:pt x="80" y="229"/>
                      <a:pt x="80" y="229"/>
                      <a:pt x="80" y="229"/>
                    </a:cubicBezTo>
                    <a:close/>
                    <a:moveTo>
                      <a:pt x="80" y="328"/>
                    </a:moveTo>
                    <a:cubicBezTo>
                      <a:pt x="109" y="319"/>
                      <a:pt x="109" y="319"/>
                      <a:pt x="109" y="319"/>
                    </a:cubicBezTo>
                    <a:cubicBezTo>
                      <a:pt x="138" y="328"/>
                      <a:pt x="138" y="328"/>
                      <a:pt x="138" y="328"/>
                    </a:cubicBezTo>
                    <a:cubicBezTo>
                      <a:pt x="138" y="329"/>
                      <a:pt x="138" y="329"/>
                      <a:pt x="138" y="329"/>
                    </a:cubicBezTo>
                    <a:cubicBezTo>
                      <a:pt x="109" y="337"/>
                      <a:pt x="109" y="337"/>
                      <a:pt x="109" y="337"/>
                    </a:cubicBezTo>
                    <a:cubicBezTo>
                      <a:pt x="80" y="329"/>
                      <a:pt x="80" y="329"/>
                      <a:pt x="80" y="329"/>
                    </a:cubicBezTo>
                    <a:lnTo>
                      <a:pt x="80" y="328"/>
                    </a:lnTo>
                    <a:close/>
                    <a:moveTo>
                      <a:pt x="79" y="333"/>
                    </a:moveTo>
                    <a:cubicBezTo>
                      <a:pt x="101" y="339"/>
                      <a:pt x="101" y="339"/>
                      <a:pt x="101" y="339"/>
                    </a:cubicBezTo>
                    <a:cubicBezTo>
                      <a:pt x="76" y="345"/>
                      <a:pt x="76" y="345"/>
                      <a:pt x="76" y="345"/>
                    </a:cubicBezTo>
                    <a:lnTo>
                      <a:pt x="79" y="333"/>
                    </a:lnTo>
                    <a:close/>
                    <a:moveTo>
                      <a:pt x="75" y="350"/>
                    </a:moveTo>
                    <a:cubicBezTo>
                      <a:pt x="109" y="341"/>
                      <a:pt x="109" y="341"/>
                      <a:pt x="109" y="341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75" y="350"/>
                      <a:pt x="75" y="350"/>
                      <a:pt x="75" y="350"/>
                    </a:cubicBezTo>
                    <a:close/>
                    <a:moveTo>
                      <a:pt x="74" y="354"/>
                    </a:moveTo>
                    <a:cubicBezTo>
                      <a:pt x="100" y="360"/>
                      <a:pt x="100" y="360"/>
                      <a:pt x="100" y="360"/>
                    </a:cubicBezTo>
                    <a:cubicBezTo>
                      <a:pt x="72" y="367"/>
                      <a:pt x="72" y="367"/>
                      <a:pt x="72" y="367"/>
                    </a:cubicBezTo>
                    <a:lnTo>
                      <a:pt x="74" y="354"/>
                    </a:lnTo>
                    <a:close/>
                    <a:moveTo>
                      <a:pt x="71" y="371"/>
                    </a:moveTo>
                    <a:cubicBezTo>
                      <a:pt x="109" y="362"/>
                      <a:pt x="109" y="362"/>
                      <a:pt x="109" y="362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09" y="380"/>
                      <a:pt x="109" y="380"/>
                      <a:pt x="109" y="380"/>
                    </a:cubicBezTo>
                    <a:cubicBezTo>
                      <a:pt x="71" y="371"/>
                      <a:pt x="71" y="371"/>
                      <a:pt x="71" y="371"/>
                    </a:cubicBezTo>
                    <a:close/>
                    <a:moveTo>
                      <a:pt x="70" y="375"/>
                    </a:moveTo>
                    <a:cubicBezTo>
                      <a:pt x="100" y="382"/>
                      <a:pt x="100" y="382"/>
                      <a:pt x="100" y="382"/>
                    </a:cubicBezTo>
                    <a:cubicBezTo>
                      <a:pt x="67" y="389"/>
                      <a:pt x="67" y="389"/>
                      <a:pt x="67" y="389"/>
                    </a:cubicBezTo>
                    <a:lnTo>
                      <a:pt x="70" y="375"/>
                    </a:lnTo>
                    <a:close/>
                    <a:moveTo>
                      <a:pt x="66" y="394"/>
                    </a:moveTo>
                    <a:cubicBezTo>
                      <a:pt x="152" y="394"/>
                      <a:pt x="152" y="394"/>
                      <a:pt x="152" y="394"/>
                    </a:cubicBezTo>
                    <a:cubicBezTo>
                      <a:pt x="152" y="398"/>
                      <a:pt x="152" y="398"/>
                      <a:pt x="152" y="398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4"/>
                      <a:pt x="109" y="424"/>
                      <a:pt x="109" y="424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65" y="398"/>
                      <a:pt x="65" y="398"/>
                      <a:pt x="65" y="398"/>
                    </a:cubicBezTo>
                    <a:lnTo>
                      <a:pt x="66" y="394"/>
                    </a:lnTo>
                    <a:close/>
                    <a:moveTo>
                      <a:pt x="64" y="402"/>
                    </a:moveTo>
                    <a:cubicBezTo>
                      <a:pt x="98" y="422"/>
                      <a:pt x="98" y="422"/>
                      <a:pt x="98" y="422"/>
                    </a:cubicBezTo>
                    <a:cubicBezTo>
                      <a:pt x="61" y="416"/>
                      <a:pt x="61" y="416"/>
                      <a:pt x="61" y="416"/>
                    </a:cubicBezTo>
                    <a:lnTo>
                      <a:pt x="64" y="402"/>
                    </a:lnTo>
                    <a:close/>
                    <a:moveTo>
                      <a:pt x="104" y="426"/>
                    </a:moveTo>
                    <a:cubicBezTo>
                      <a:pt x="83" y="439"/>
                      <a:pt x="83" y="439"/>
                      <a:pt x="83" y="439"/>
                    </a:cubicBezTo>
                    <a:cubicBezTo>
                      <a:pt x="62" y="420"/>
                      <a:pt x="62" y="420"/>
                      <a:pt x="62" y="420"/>
                    </a:cubicBezTo>
                    <a:lnTo>
                      <a:pt x="104" y="426"/>
                    </a:lnTo>
                    <a:close/>
                    <a:moveTo>
                      <a:pt x="59" y="424"/>
                    </a:moveTo>
                    <a:cubicBezTo>
                      <a:pt x="74" y="437"/>
                      <a:pt x="74" y="437"/>
                      <a:pt x="74" y="437"/>
                    </a:cubicBezTo>
                    <a:cubicBezTo>
                      <a:pt x="57" y="437"/>
                      <a:pt x="57" y="437"/>
                      <a:pt x="57" y="437"/>
                    </a:cubicBezTo>
                    <a:lnTo>
                      <a:pt x="59" y="424"/>
                    </a:lnTo>
                    <a:close/>
                    <a:moveTo>
                      <a:pt x="56" y="441"/>
                    </a:moveTo>
                    <a:cubicBezTo>
                      <a:pt x="80" y="441"/>
                      <a:pt x="80" y="441"/>
                      <a:pt x="80" y="441"/>
                    </a:cubicBezTo>
                    <a:cubicBezTo>
                      <a:pt x="53" y="457"/>
                      <a:pt x="53" y="457"/>
                      <a:pt x="53" y="457"/>
                    </a:cubicBezTo>
                    <a:lnTo>
                      <a:pt x="56" y="441"/>
                    </a:lnTo>
                    <a:close/>
                    <a:moveTo>
                      <a:pt x="51" y="462"/>
                    </a:moveTo>
                    <a:cubicBezTo>
                      <a:pt x="107" y="429"/>
                      <a:pt x="107" y="429"/>
                      <a:pt x="107" y="429"/>
                    </a:cubicBezTo>
                    <a:cubicBezTo>
                      <a:pt x="107" y="464"/>
                      <a:pt x="107" y="464"/>
                      <a:pt x="107" y="464"/>
                    </a:cubicBezTo>
                    <a:cubicBezTo>
                      <a:pt x="51" y="464"/>
                      <a:pt x="51" y="464"/>
                      <a:pt x="51" y="464"/>
                    </a:cubicBezTo>
                    <a:lnTo>
                      <a:pt x="51" y="462"/>
                    </a:lnTo>
                    <a:close/>
                    <a:moveTo>
                      <a:pt x="50" y="467"/>
                    </a:moveTo>
                    <a:cubicBezTo>
                      <a:pt x="167" y="467"/>
                      <a:pt x="167" y="467"/>
                      <a:pt x="167" y="467"/>
                    </a:cubicBezTo>
                    <a:cubicBezTo>
                      <a:pt x="167" y="469"/>
                      <a:pt x="167" y="469"/>
                      <a:pt x="167" y="469"/>
                    </a:cubicBezTo>
                    <a:cubicBezTo>
                      <a:pt x="109" y="517"/>
                      <a:pt x="109" y="517"/>
                      <a:pt x="109" y="517"/>
                    </a:cubicBezTo>
                    <a:cubicBezTo>
                      <a:pt x="50" y="469"/>
                      <a:pt x="50" y="469"/>
                      <a:pt x="50" y="469"/>
                    </a:cubicBezTo>
                    <a:lnTo>
                      <a:pt x="50" y="467"/>
                    </a:lnTo>
                    <a:close/>
                    <a:moveTo>
                      <a:pt x="49" y="474"/>
                    </a:moveTo>
                    <a:cubicBezTo>
                      <a:pt x="75" y="495"/>
                      <a:pt x="75" y="495"/>
                      <a:pt x="75" y="495"/>
                    </a:cubicBezTo>
                    <a:cubicBezTo>
                      <a:pt x="44" y="495"/>
                      <a:pt x="44" y="495"/>
                      <a:pt x="44" y="495"/>
                    </a:cubicBezTo>
                    <a:lnTo>
                      <a:pt x="49" y="474"/>
                    </a:lnTo>
                    <a:close/>
                    <a:moveTo>
                      <a:pt x="44" y="499"/>
                    </a:moveTo>
                    <a:cubicBezTo>
                      <a:pt x="66" y="499"/>
                      <a:pt x="66" y="499"/>
                      <a:pt x="66" y="499"/>
                    </a:cubicBezTo>
                    <a:cubicBezTo>
                      <a:pt x="41" y="510"/>
                      <a:pt x="41" y="510"/>
                      <a:pt x="41" y="510"/>
                    </a:cubicBezTo>
                    <a:lnTo>
                      <a:pt x="44" y="499"/>
                    </a:lnTo>
                    <a:close/>
                    <a:moveTo>
                      <a:pt x="40" y="515"/>
                    </a:moveTo>
                    <a:cubicBezTo>
                      <a:pt x="77" y="497"/>
                      <a:pt x="77" y="497"/>
                      <a:pt x="77" y="497"/>
                    </a:cubicBezTo>
                    <a:cubicBezTo>
                      <a:pt x="102" y="518"/>
                      <a:pt x="102" y="518"/>
                      <a:pt x="102" y="518"/>
                    </a:cubicBezTo>
                    <a:cubicBezTo>
                      <a:pt x="40" y="518"/>
                      <a:pt x="40" y="518"/>
                      <a:pt x="40" y="518"/>
                    </a:cubicBezTo>
                    <a:lnTo>
                      <a:pt x="40" y="51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37" name="Rectangle 147"/>
              <p:cNvSpPr>
                <a:spLocks noChangeArrowheads="1"/>
              </p:cNvSpPr>
              <p:nvPr/>
            </p:nvSpPr>
            <p:spPr bwMode="gray">
              <a:xfrm>
                <a:off x="4548717" y="2493563"/>
                <a:ext cx="1379538" cy="38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21" name="组合 420"/>
            <p:cNvGrpSpPr/>
            <p:nvPr/>
          </p:nvGrpSpPr>
          <p:grpSpPr bwMode="gray">
            <a:xfrm>
              <a:off x="2340139" y="3578919"/>
              <a:ext cx="571599" cy="201142"/>
              <a:chOff x="2032000" y="5168900"/>
              <a:chExt cx="762000" cy="268107"/>
            </a:xfrm>
            <a:noFill/>
          </p:grpSpPr>
          <p:sp>
            <p:nvSpPr>
              <p:cNvPr id="426" name="任意多边形 425"/>
              <p:cNvSpPr/>
              <p:nvPr/>
            </p:nvSpPr>
            <p:spPr bwMode="gray">
              <a:xfrm>
                <a:off x="2038350" y="5168900"/>
                <a:ext cx="742950" cy="172178"/>
              </a:xfrm>
              <a:custGeom>
                <a:avLst/>
                <a:gdLst>
                  <a:gd name="connsiteX0" fmla="*/ 0 w 742950"/>
                  <a:gd name="connsiteY0" fmla="*/ 0 h 172178"/>
                  <a:gd name="connsiteX1" fmla="*/ 355600 w 742950"/>
                  <a:gd name="connsiteY1" fmla="*/ 146050 h 172178"/>
                  <a:gd name="connsiteX2" fmla="*/ 742950 w 742950"/>
                  <a:gd name="connsiteY2" fmla="*/ 171450 h 172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2950" h="172178">
                    <a:moveTo>
                      <a:pt x="0" y="0"/>
                    </a:moveTo>
                    <a:cubicBezTo>
                      <a:pt x="115887" y="58737"/>
                      <a:pt x="231775" y="117475"/>
                      <a:pt x="355600" y="146050"/>
                    </a:cubicBezTo>
                    <a:cubicBezTo>
                      <a:pt x="479425" y="174625"/>
                      <a:pt x="611187" y="173037"/>
                      <a:pt x="742950" y="17145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27" name="任意多边形 426"/>
              <p:cNvSpPr/>
              <p:nvPr/>
            </p:nvSpPr>
            <p:spPr bwMode="gray">
              <a:xfrm>
                <a:off x="2032000" y="5219700"/>
                <a:ext cx="762000" cy="172090"/>
              </a:xfrm>
              <a:custGeom>
                <a:avLst/>
                <a:gdLst>
                  <a:gd name="connsiteX0" fmla="*/ 0 w 762000"/>
                  <a:gd name="connsiteY0" fmla="*/ 0 h 172090"/>
                  <a:gd name="connsiteX1" fmla="*/ 393700 w 762000"/>
                  <a:gd name="connsiteY1" fmla="*/ 158750 h 172090"/>
                  <a:gd name="connsiteX2" fmla="*/ 762000 w 762000"/>
                  <a:gd name="connsiteY2" fmla="*/ 152400 h 172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2000" h="172090">
                    <a:moveTo>
                      <a:pt x="0" y="0"/>
                    </a:moveTo>
                    <a:cubicBezTo>
                      <a:pt x="133350" y="66675"/>
                      <a:pt x="266700" y="133350"/>
                      <a:pt x="393700" y="158750"/>
                    </a:cubicBezTo>
                    <a:cubicBezTo>
                      <a:pt x="520700" y="184150"/>
                      <a:pt x="641350" y="168275"/>
                      <a:pt x="762000" y="15240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28" name="任意多边形 427"/>
              <p:cNvSpPr/>
              <p:nvPr/>
            </p:nvSpPr>
            <p:spPr bwMode="gray">
              <a:xfrm>
                <a:off x="2032000" y="5283200"/>
                <a:ext cx="755650" cy="153807"/>
              </a:xfrm>
              <a:custGeom>
                <a:avLst/>
                <a:gdLst>
                  <a:gd name="connsiteX0" fmla="*/ 0 w 755650"/>
                  <a:gd name="connsiteY0" fmla="*/ 0 h 153807"/>
                  <a:gd name="connsiteX1" fmla="*/ 355600 w 755650"/>
                  <a:gd name="connsiteY1" fmla="*/ 146050 h 153807"/>
                  <a:gd name="connsiteX2" fmla="*/ 755650 w 755650"/>
                  <a:gd name="connsiteY2" fmla="*/ 120650 h 153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5650" h="153807">
                    <a:moveTo>
                      <a:pt x="0" y="0"/>
                    </a:moveTo>
                    <a:cubicBezTo>
                      <a:pt x="114829" y="62971"/>
                      <a:pt x="229658" y="125942"/>
                      <a:pt x="355600" y="146050"/>
                    </a:cubicBezTo>
                    <a:cubicBezTo>
                      <a:pt x="481542" y="166158"/>
                      <a:pt x="618596" y="143404"/>
                      <a:pt x="755650" y="12065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422" name="组合 421"/>
            <p:cNvGrpSpPr/>
            <p:nvPr/>
          </p:nvGrpSpPr>
          <p:grpSpPr bwMode="gray">
            <a:xfrm>
              <a:off x="3223261" y="3583248"/>
              <a:ext cx="571599" cy="201142"/>
              <a:chOff x="2032000" y="5168900"/>
              <a:chExt cx="762000" cy="268107"/>
            </a:xfrm>
            <a:noFill/>
          </p:grpSpPr>
          <p:sp>
            <p:nvSpPr>
              <p:cNvPr id="423" name="任意多边形 422"/>
              <p:cNvSpPr/>
              <p:nvPr/>
            </p:nvSpPr>
            <p:spPr bwMode="gray">
              <a:xfrm>
                <a:off x="2038350" y="5168900"/>
                <a:ext cx="742950" cy="172178"/>
              </a:xfrm>
              <a:custGeom>
                <a:avLst/>
                <a:gdLst>
                  <a:gd name="connsiteX0" fmla="*/ 0 w 742950"/>
                  <a:gd name="connsiteY0" fmla="*/ 0 h 172178"/>
                  <a:gd name="connsiteX1" fmla="*/ 355600 w 742950"/>
                  <a:gd name="connsiteY1" fmla="*/ 146050 h 172178"/>
                  <a:gd name="connsiteX2" fmla="*/ 742950 w 742950"/>
                  <a:gd name="connsiteY2" fmla="*/ 171450 h 172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2950" h="172178">
                    <a:moveTo>
                      <a:pt x="0" y="0"/>
                    </a:moveTo>
                    <a:cubicBezTo>
                      <a:pt x="115887" y="58737"/>
                      <a:pt x="231775" y="117475"/>
                      <a:pt x="355600" y="146050"/>
                    </a:cubicBezTo>
                    <a:cubicBezTo>
                      <a:pt x="479425" y="174625"/>
                      <a:pt x="611187" y="173037"/>
                      <a:pt x="742950" y="17145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24" name="任意多边形 423"/>
              <p:cNvSpPr/>
              <p:nvPr/>
            </p:nvSpPr>
            <p:spPr bwMode="gray">
              <a:xfrm>
                <a:off x="2032000" y="5219700"/>
                <a:ext cx="762000" cy="172090"/>
              </a:xfrm>
              <a:custGeom>
                <a:avLst/>
                <a:gdLst>
                  <a:gd name="connsiteX0" fmla="*/ 0 w 762000"/>
                  <a:gd name="connsiteY0" fmla="*/ 0 h 172090"/>
                  <a:gd name="connsiteX1" fmla="*/ 393700 w 762000"/>
                  <a:gd name="connsiteY1" fmla="*/ 158750 h 172090"/>
                  <a:gd name="connsiteX2" fmla="*/ 762000 w 762000"/>
                  <a:gd name="connsiteY2" fmla="*/ 152400 h 172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2000" h="172090">
                    <a:moveTo>
                      <a:pt x="0" y="0"/>
                    </a:moveTo>
                    <a:cubicBezTo>
                      <a:pt x="133350" y="66675"/>
                      <a:pt x="266700" y="133350"/>
                      <a:pt x="393700" y="158750"/>
                    </a:cubicBezTo>
                    <a:cubicBezTo>
                      <a:pt x="520700" y="184150"/>
                      <a:pt x="641350" y="168275"/>
                      <a:pt x="762000" y="15240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425" name="任意多边形 424"/>
              <p:cNvSpPr/>
              <p:nvPr/>
            </p:nvSpPr>
            <p:spPr bwMode="gray">
              <a:xfrm>
                <a:off x="2032000" y="5283200"/>
                <a:ext cx="755650" cy="153807"/>
              </a:xfrm>
              <a:custGeom>
                <a:avLst/>
                <a:gdLst>
                  <a:gd name="connsiteX0" fmla="*/ 0 w 755650"/>
                  <a:gd name="connsiteY0" fmla="*/ 0 h 153807"/>
                  <a:gd name="connsiteX1" fmla="*/ 355600 w 755650"/>
                  <a:gd name="connsiteY1" fmla="*/ 146050 h 153807"/>
                  <a:gd name="connsiteX2" fmla="*/ 755650 w 755650"/>
                  <a:gd name="connsiteY2" fmla="*/ 120650 h 153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5650" h="153807">
                    <a:moveTo>
                      <a:pt x="0" y="0"/>
                    </a:moveTo>
                    <a:cubicBezTo>
                      <a:pt x="114829" y="62971"/>
                      <a:pt x="229658" y="125942"/>
                      <a:pt x="355600" y="146050"/>
                    </a:cubicBezTo>
                    <a:cubicBezTo>
                      <a:pt x="481542" y="166158"/>
                      <a:pt x="618596" y="143404"/>
                      <a:pt x="755650" y="12065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456" name="矩形 455"/>
          <p:cNvSpPr/>
          <p:nvPr/>
        </p:nvSpPr>
        <p:spPr bwMode="gray">
          <a:xfrm>
            <a:off x="6489078" y="4084724"/>
            <a:ext cx="92333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交通列控调度</a:t>
            </a:r>
            <a:endParaRPr lang="en-US" altLang="zh-CN" sz="1200" b="1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grpSp>
        <p:nvGrpSpPr>
          <p:cNvPr id="457" name="组合 456"/>
          <p:cNvGrpSpPr/>
          <p:nvPr/>
        </p:nvGrpSpPr>
        <p:grpSpPr bwMode="gray">
          <a:xfrm>
            <a:off x="8132588" y="5219699"/>
            <a:ext cx="2151824" cy="501566"/>
            <a:chOff x="2080593" y="4242545"/>
            <a:chExt cx="1983464" cy="292103"/>
          </a:xfrm>
        </p:grpSpPr>
        <p:pic>
          <p:nvPicPr>
            <p:cNvPr id="458" name="图片 457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080593" y="4352660"/>
              <a:ext cx="181964" cy="181988"/>
            </a:xfrm>
            <a:prstGeom prst="rect">
              <a:avLst/>
            </a:prstGeom>
          </p:spPr>
        </p:pic>
        <p:pic>
          <p:nvPicPr>
            <p:cNvPr id="459" name="图片 458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 bwMode="gray">
            <a:xfrm>
              <a:off x="2147893" y="4242545"/>
              <a:ext cx="153585" cy="121946"/>
            </a:xfrm>
            <a:prstGeom prst="rect">
              <a:avLst/>
            </a:prstGeom>
          </p:spPr>
        </p:pic>
        <p:pic>
          <p:nvPicPr>
            <p:cNvPr id="460" name="图片 459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970219" y="4352660"/>
              <a:ext cx="181964" cy="181988"/>
            </a:xfrm>
            <a:prstGeom prst="rect">
              <a:avLst/>
            </a:prstGeom>
          </p:spPr>
        </p:pic>
        <p:pic>
          <p:nvPicPr>
            <p:cNvPr id="461" name="图片 460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 bwMode="gray">
            <a:xfrm>
              <a:off x="3037518" y="4242545"/>
              <a:ext cx="153585" cy="121946"/>
            </a:xfrm>
            <a:prstGeom prst="rect">
              <a:avLst/>
            </a:prstGeom>
          </p:spPr>
        </p:pic>
        <p:pic>
          <p:nvPicPr>
            <p:cNvPr id="462" name="图片 461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843172" y="4352660"/>
              <a:ext cx="181964" cy="181988"/>
            </a:xfrm>
            <a:prstGeom prst="rect">
              <a:avLst/>
            </a:prstGeom>
          </p:spPr>
        </p:pic>
        <p:pic>
          <p:nvPicPr>
            <p:cNvPr id="463" name="图片 462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 bwMode="gray">
            <a:xfrm>
              <a:off x="3910472" y="4242545"/>
              <a:ext cx="153585" cy="121946"/>
            </a:xfrm>
            <a:prstGeom prst="rect">
              <a:avLst/>
            </a:prstGeom>
          </p:spPr>
        </p:pic>
        <p:cxnSp>
          <p:nvCxnSpPr>
            <p:cNvPr id="464" name="直接连接符 463"/>
            <p:cNvCxnSpPr/>
            <p:nvPr/>
          </p:nvCxnSpPr>
          <p:spPr bwMode="gray">
            <a:xfrm>
              <a:off x="2268944" y="4495418"/>
              <a:ext cx="702122" cy="0"/>
            </a:xfrm>
            <a:prstGeom prst="line">
              <a:avLst/>
            </a:prstGeom>
            <a:ln w="666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直接连接符 464"/>
            <p:cNvCxnSpPr/>
            <p:nvPr/>
          </p:nvCxnSpPr>
          <p:spPr bwMode="gray">
            <a:xfrm>
              <a:off x="3142774" y="4495418"/>
              <a:ext cx="702122" cy="0"/>
            </a:xfrm>
            <a:prstGeom prst="line">
              <a:avLst/>
            </a:prstGeom>
            <a:ln w="666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6" name="矩形 465"/>
          <p:cNvSpPr/>
          <p:nvPr/>
        </p:nvSpPr>
        <p:spPr bwMode="gray">
          <a:xfrm>
            <a:off x="6489078" y="5111846"/>
            <a:ext cx="92333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油管安全检测</a:t>
            </a:r>
            <a:endParaRPr lang="en-US" altLang="zh-CN" sz="1200" b="1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grpSp>
        <p:nvGrpSpPr>
          <p:cNvPr id="467" name="组合 466"/>
          <p:cNvGrpSpPr/>
          <p:nvPr/>
        </p:nvGrpSpPr>
        <p:grpSpPr bwMode="gray">
          <a:xfrm>
            <a:off x="8143122" y="4219091"/>
            <a:ext cx="2134273" cy="469074"/>
            <a:chOff x="1946088" y="4112661"/>
            <a:chExt cx="2175111" cy="207663"/>
          </a:xfrm>
          <a:solidFill>
            <a:schemeClr val="bg1">
              <a:lumMod val="65000"/>
            </a:schemeClr>
          </a:solidFill>
        </p:grpSpPr>
        <p:pic>
          <p:nvPicPr>
            <p:cNvPr id="468" name="图片 32" descr="地铁站 拷贝"/>
            <p:cNvPicPr>
              <a:picLocks noChangeAspect="1" noChangeArrowheads="1"/>
            </p:cNvPicPr>
            <p:nvPr/>
          </p:nvPicPr>
          <p:blipFill>
            <a:blip r:embed="rId6" cstate="print">
              <a:biLevel thresh="25000"/>
            </a:blip>
            <a:srcRect/>
            <a:stretch>
              <a:fillRect/>
            </a:stretch>
          </p:blipFill>
          <p:spPr bwMode="gray">
            <a:xfrm>
              <a:off x="1998275" y="4112661"/>
              <a:ext cx="338820" cy="11473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  <p:pic>
          <p:nvPicPr>
            <p:cNvPr id="469" name="图片 32" descr="地铁站 拷贝"/>
            <p:cNvPicPr>
              <a:picLocks noChangeAspect="1" noChangeArrowheads="1"/>
            </p:cNvPicPr>
            <p:nvPr/>
          </p:nvPicPr>
          <p:blipFill>
            <a:blip r:embed="rId6" cstate="print">
              <a:biLevel thresh="25000"/>
            </a:blip>
            <a:srcRect/>
            <a:stretch>
              <a:fillRect/>
            </a:stretch>
          </p:blipFill>
          <p:spPr bwMode="gray">
            <a:xfrm>
              <a:off x="2890327" y="4112661"/>
              <a:ext cx="338820" cy="11473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  <p:pic>
          <p:nvPicPr>
            <p:cNvPr id="470" name="图片 32" descr="地铁站 拷贝"/>
            <p:cNvPicPr>
              <a:picLocks noChangeAspect="1" noChangeArrowheads="1"/>
            </p:cNvPicPr>
            <p:nvPr/>
          </p:nvPicPr>
          <p:blipFill>
            <a:blip r:embed="rId6" cstate="print">
              <a:biLevel thresh="25000"/>
            </a:blip>
            <a:srcRect/>
            <a:stretch>
              <a:fillRect/>
            </a:stretch>
          </p:blipFill>
          <p:spPr bwMode="gray">
            <a:xfrm>
              <a:off x="3782379" y="4112661"/>
              <a:ext cx="338820" cy="11473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  <p:grpSp>
          <p:nvGrpSpPr>
            <p:cNvPr id="471" name="组合 470"/>
            <p:cNvGrpSpPr/>
            <p:nvPr/>
          </p:nvGrpSpPr>
          <p:grpSpPr bwMode="gray">
            <a:xfrm>
              <a:off x="1946088" y="4229015"/>
              <a:ext cx="1684533" cy="91308"/>
              <a:chOff x="3568504" y="6213303"/>
              <a:chExt cx="2245654" cy="121707"/>
            </a:xfrm>
            <a:grpFill/>
          </p:grpSpPr>
          <p:grpSp>
            <p:nvGrpSpPr>
              <p:cNvPr id="517" name="组合 516"/>
              <p:cNvGrpSpPr/>
              <p:nvPr/>
            </p:nvGrpSpPr>
            <p:grpSpPr bwMode="gray">
              <a:xfrm>
                <a:off x="3568504" y="6214741"/>
                <a:ext cx="1125940" cy="120269"/>
                <a:chOff x="3568504" y="6214741"/>
                <a:chExt cx="1125940" cy="120269"/>
              </a:xfrm>
              <a:grpFill/>
            </p:grpSpPr>
            <p:grpSp>
              <p:nvGrpSpPr>
                <p:cNvPr id="605" name="组合 604"/>
                <p:cNvGrpSpPr/>
                <p:nvPr/>
              </p:nvGrpSpPr>
              <p:grpSpPr bwMode="gray">
                <a:xfrm>
                  <a:off x="3568504" y="6214741"/>
                  <a:ext cx="592533" cy="120269"/>
                  <a:chOff x="4949032" y="6315323"/>
                  <a:chExt cx="1181764" cy="327089"/>
                </a:xfrm>
                <a:grpFill/>
              </p:grpSpPr>
              <p:sp>
                <p:nvSpPr>
                  <p:cNvPr id="649" name="Freeform 829"/>
                  <p:cNvSpPr>
                    <a:spLocks/>
                  </p:cNvSpPr>
                  <p:nvPr/>
                </p:nvSpPr>
                <p:spPr bwMode="gray">
                  <a:xfrm>
                    <a:off x="5343049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50" name="组合 142"/>
                  <p:cNvGrpSpPr/>
                  <p:nvPr/>
                </p:nvGrpSpPr>
                <p:grpSpPr bwMode="gray">
                  <a:xfrm rot="5400000">
                    <a:off x="5464153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688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89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90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51" name="Freeform 829"/>
                  <p:cNvSpPr>
                    <a:spLocks/>
                  </p:cNvSpPr>
                  <p:nvPr/>
                </p:nvSpPr>
                <p:spPr bwMode="gray">
                  <a:xfrm>
                    <a:off x="5345968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52" name="组合 137"/>
                  <p:cNvGrpSpPr/>
                  <p:nvPr/>
                </p:nvGrpSpPr>
                <p:grpSpPr bwMode="gray">
                  <a:xfrm rot="5400000">
                    <a:off x="5520014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85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86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87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653" name="组合 138"/>
                  <p:cNvGrpSpPr/>
                  <p:nvPr/>
                </p:nvGrpSpPr>
                <p:grpSpPr bwMode="gray">
                  <a:xfrm rot="5400000">
                    <a:off x="5520014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82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83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84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54" name="Freeform 829"/>
                  <p:cNvSpPr>
                    <a:spLocks/>
                  </p:cNvSpPr>
                  <p:nvPr/>
                </p:nvSpPr>
                <p:spPr bwMode="gray">
                  <a:xfrm>
                    <a:off x="5737066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55" name="组合 142"/>
                  <p:cNvGrpSpPr/>
                  <p:nvPr/>
                </p:nvGrpSpPr>
                <p:grpSpPr bwMode="gray">
                  <a:xfrm rot="5400000">
                    <a:off x="5858170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679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80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81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56" name="Freeform 829"/>
                  <p:cNvSpPr>
                    <a:spLocks/>
                  </p:cNvSpPr>
                  <p:nvPr/>
                </p:nvSpPr>
                <p:spPr bwMode="gray">
                  <a:xfrm>
                    <a:off x="5739985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57" name="组合 137"/>
                  <p:cNvGrpSpPr/>
                  <p:nvPr/>
                </p:nvGrpSpPr>
                <p:grpSpPr bwMode="gray">
                  <a:xfrm rot="5400000">
                    <a:off x="5914029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76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77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78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658" name="组合 138"/>
                  <p:cNvGrpSpPr/>
                  <p:nvPr/>
                </p:nvGrpSpPr>
                <p:grpSpPr bwMode="gray">
                  <a:xfrm rot="5400000">
                    <a:off x="5914029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73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74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75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59" name="Freeform 829"/>
                  <p:cNvSpPr>
                    <a:spLocks/>
                  </p:cNvSpPr>
                  <p:nvPr/>
                </p:nvSpPr>
                <p:spPr bwMode="gray">
                  <a:xfrm>
                    <a:off x="4949032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60" name="组合 142"/>
                  <p:cNvGrpSpPr/>
                  <p:nvPr/>
                </p:nvGrpSpPr>
                <p:grpSpPr bwMode="gray">
                  <a:xfrm rot="5400000">
                    <a:off x="5070136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670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71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72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61" name="Freeform 829"/>
                  <p:cNvSpPr>
                    <a:spLocks/>
                  </p:cNvSpPr>
                  <p:nvPr/>
                </p:nvSpPr>
                <p:spPr bwMode="gray">
                  <a:xfrm>
                    <a:off x="4951951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62" name="组合 137"/>
                  <p:cNvGrpSpPr/>
                  <p:nvPr/>
                </p:nvGrpSpPr>
                <p:grpSpPr bwMode="gray">
                  <a:xfrm rot="5400000">
                    <a:off x="5125997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67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68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69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663" name="组合 138"/>
                  <p:cNvGrpSpPr/>
                  <p:nvPr/>
                </p:nvGrpSpPr>
                <p:grpSpPr bwMode="gray">
                  <a:xfrm rot="5400000">
                    <a:off x="5125997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64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65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66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606" name="组合 605"/>
                <p:cNvGrpSpPr/>
                <p:nvPr/>
              </p:nvGrpSpPr>
              <p:grpSpPr bwMode="gray">
                <a:xfrm>
                  <a:off x="4101911" y="6214741"/>
                  <a:ext cx="592533" cy="120269"/>
                  <a:chOff x="4949032" y="6315323"/>
                  <a:chExt cx="1181764" cy="327089"/>
                </a:xfrm>
                <a:grpFill/>
              </p:grpSpPr>
              <p:sp>
                <p:nvSpPr>
                  <p:cNvPr id="607" name="Freeform 829"/>
                  <p:cNvSpPr>
                    <a:spLocks/>
                  </p:cNvSpPr>
                  <p:nvPr/>
                </p:nvSpPr>
                <p:spPr bwMode="gray">
                  <a:xfrm>
                    <a:off x="5343049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08" name="组合 142"/>
                  <p:cNvGrpSpPr/>
                  <p:nvPr/>
                </p:nvGrpSpPr>
                <p:grpSpPr bwMode="gray">
                  <a:xfrm rot="5400000">
                    <a:off x="5464153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646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47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48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09" name="Freeform 829"/>
                  <p:cNvSpPr>
                    <a:spLocks/>
                  </p:cNvSpPr>
                  <p:nvPr/>
                </p:nvSpPr>
                <p:spPr bwMode="gray">
                  <a:xfrm>
                    <a:off x="5345968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10" name="组合 137"/>
                  <p:cNvGrpSpPr/>
                  <p:nvPr/>
                </p:nvGrpSpPr>
                <p:grpSpPr bwMode="gray">
                  <a:xfrm rot="5400000">
                    <a:off x="5520014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43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44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45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611" name="组合 138"/>
                  <p:cNvGrpSpPr/>
                  <p:nvPr/>
                </p:nvGrpSpPr>
                <p:grpSpPr bwMode="gray">
                  <a:xfrm rot="5400000">
                    <a:off x="5520014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40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41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42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12" name="Freeform 829"/>
                  <p:cNvSpPr>
                    <a:spLocks/>
                  </p:cNvSpPr>
                  <p:nvPr/>
                </p:nvSpPr>
                <p:spPr bwMode="gray">
                  <a:xfrm>
                    <a:off x="5737066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13" name="组合 142"/>
                  <p:cNvGrpSpPr/>
                  <p:nvPr/>
                </p:nvGrpSpPr>
                <p:grpSpPr bwMode="gray">
                  <a:xfrm rot="5400000">
                    <a:off x="5858170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637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38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39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14" name="Freeform 829"/>
                  <p:cNvSpPr>
                    <a:spLocks/>
                  </p:cNvSpPr>
                  <p:nvPr/>
                </p:nvSpPr>
                <p:spPr bwMode="gray">
                  <a:xfrm>
                    <a:off x="5739985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15" name="组合 137"/>
                  <p:cNvGrpSpPr/>
                  <p:nvPr/>
                </p:nvGrpSpPr>
                <p:grpSpPr bwMode="gray">
                  <a:xfrm rot="5400000">
                    <a:off x="5914029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34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35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36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616" name="组合 138"/>
                  <p:cNvGrpSpPr/>
                  <p:nvPr/>
                </p:nvGrpSpPr>
                <p:grpSpPr bwMode="gray">
                  <a:xfrm rot="5400000">
                    <a:off x="5914029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31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32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33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17" name="Freeform 829"/>
                  <p:cNvSpPr>
                    <a:spLocks/>
                  </p:cNvSpPr>
                  <p:nvPr/>
                </p:nvSpPr>
                <p:spPr bwMode="gray">
                  <a:xfrm>
                    <a:off x="4949032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18" name="组合 142"/>
                  <p:cNvGrpSpPr/>
                  <p:nvPr/>
                </p:nvGrpSpPr>
                <p:grpSpPr bwMode="gray">
                  <a:xfrm rot="5400000">
                    <a:off x="5070136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628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29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30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619" name="Freeform 829"/>
                  <p:cNvSpPr>
                    <a:spLocks/>
                  </p:cNvSpPr>
                  <p:nvPr/>
                </p:nvSpPr>
                <p:spPr bwMode="gray">
                  <a:xfrm>
                    <a:off x="4951951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620" name="组合 137"/>
                  <p:cNvGrpSpPr/>
                  <p:nvPr/>
                </p:nvGrpSpPr>
                <p:grpSpPr bwMode="gray">
                  <a:xfrm rot="5400000">
                    <a:off x="5125997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25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26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27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621" name="组合 138"/>
                  <p:cNvGrpSpPr/>
                  <p:nvPr/>
                </p:nvGrpSpPr>
                <p:grpSpPr bwMode="gray">
                  <a:xfrm rot="5400000">
                    <a:off x="5125997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622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23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24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518" name="组合 517"/>
              <p:cNvGrpSpPr/>
              <p:nvPr/>
            </p:nvGrpSpPr>
            <p:grpSpPr bwMode="gray">
              <a:xfrm>
                <a:off x="4688218" y="6213303"/>
                <a:ext cx="1125940" cy="120269"/>
                <a:chOff x="3568504" y="6214741"/>
                <a:chExt cx="1125940" cy="120269"/>
              </a:xfrm>
              <a:grpFill/>
            </p:grpSpPr>
            <p:grpSp>
              <p:nvGrpSpPr>
                <p:cNvPr id="519" name="组合 518"/>
                <p:cNvGrpSpPr/>
                <p:nvPr/>
              </p:nvGrpSpPr>
              <p:grpSpPr bwMode="gray">
                <a:xfrm>
                  <a:off x="3568504" y="6214741"/>
                  <a:ext cx="592533" cy="120269"/>
                  <a:chOff x="4949032" y="6315323"/>
                  <a:chExt cx="1181764" cy="327089"/>
                </a:xfrm>
                <a:grpFill/>
              </p:grpSpPr>
              <p:sp>
                <p:nvSpPr>
                  <p:cNvPr id="563" name="Freeform 829"/>
                  <p:cNvSpPr>
                    <a:spLocks/>
                  </p:cNvSpPr>
                  <p:nvPr/>
                </p:nvSpPr>
                <p:spPr bwMode="gray">
                  <a:xfrm>
                    <a:off x="5343049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64" name="组合 142"/>
                  <p:cNvGrpSpPr/>
                  <p:nvPr/>
                </p:nvGrpSpPr>
                <p:grpSpPr bwMode="gray">
                  <a:xfrm rot="5400000">
                    <a:off x="5464153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602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03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04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65" name="Freeform 829"/>
                  <p:cNvSpPr>
                    <a:spLocks/>
                  </p:cNvSpPr>
                  <p:nvPr/>
                </p:nvSpPr>
                <p:spPr bwMode="gray">
                  <a:xfrm>
                    <a:off x="5345968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66" name="组合 137"/>
                  <p:cNvGrpSpPr/>
                  <p:nvPr/>
                </p:nvGrpSpPr>
                <p:grpSpPr bwMode="gray">
                  <a:xfrm rot="5400000">
                    <a:off x="5520014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99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00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601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567" name="组合 138"/>
                  <p:cNvGrpSpPr/>
                  <p:nvPr/>
                </p:nvGrpSpPr>
                <p:grpSpPr bwMode="gray">
                  <a:xfrm rot="5400000">
                    <a:off x="5520014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96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97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98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68" name="Freeform 829"/>
                  <p:cNvSpPr>
                    <a:spLocks/>
                  </p:cNvSpPr>
                  <p:nvPr/>
                </p:nvSpPr>
                <p:spPr bwMode="gray">
                  <a:xfrm>
                    <a:off x="5737066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69" name="组合 142"/>
                  <p:cNvGrpSpPr/>
                  <p:nvPr/>
                </p:nvGrpSpPr>
                <p:grpSpPr bwMode="gray">
                  <a:xfrm rot="5400000">
                    <a:off x="5858170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593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94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95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70" name="Freeform 829"/>
                  <p:cNvSpPr>
                    <a:spLocks/>
                  </p:cNvSpPr>
                  <p:nvPr/>
                </p:nvSpPr>
                <p:spPr bwMode="gray">
                  <a:xfrm>
                    <a:off x="5739985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71" name="组合 137"/>
                  <p:cNvGrpSpPr/>
                  <p:nvPr/>
                </p:nvGrpSpPr>
                <p:grpSpPr bwMode="gray">
                  <a:xfrm rot="5400000">
                    <a:off x="5914029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90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91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92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572" name="组合 138"/>
                  <p:cNvGrpSpPr/>
                  <p:nvPr/>
                </p:nvGrpSpPr>
                <p:grpSpPr bwMode="gray">
                  <a:xfrm rot="5400000">
                    <a:off x="5914029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87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88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89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73" name="Freeform 829"/>
                  <p:cNvSpPr>
                    <a:spLocks/>
                  </p:cNvSpPr>
                  <p:nvPr/>
                </p:nvSpPr>
                <p:spPr bwMode="gray">
                  <a:xfrm>
                    <a:off x="4949032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74" name="组合 142"/>
                  <p:cNvGrpSpPr/>
                  <p:nvPr/>
                </p:nvGrpSpPr>
                <p:grpSpPr bwMode="gray">
                  <a:xfrm rot="5400000">
                    <a:off x="5070136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584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85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86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75" name="Freeform 829"/>
                  <p:cNvSpPr>
                    <a:spLocks/>
                  </p:cNvSpPr>
                  <p:nvPr/>
                </p:nvSpPr>
                <p:spPr bwMode="gray">
                  <a:xfrm>
                    <a:off x="4951951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76" name="组合 137"/>
                  <p:cNvGrpSpPr/>
                  <p:nvPr/>
                </p:nvGrpSpPr>
                <p:grpSpPr bwMode="gray">
                  <a:xfrm rot="5400000">
                    <a:off x="5125997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81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82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83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577" name="组合 138"/>
                  <p:cNvGrpSpPr/>
                  <p:nvPr/>
                </p:nvGrpSpPr>
                <p:grpSpPr bwMode="gray">
                  <a:xfrm rot="5400000">
                    <a:off x="5125997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78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79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80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</p:grpSp>
            <p:grpSp>
              <p:nvGrpSpPr>
                <p:cNvPr id="520" name="组合 519"/>
                <p:cNvGrpSpPr/>
                <p:nvPr/>
              </p:nvGrpSpPr>
              <p:grpSpPr bwMode="gray">
                <a:xfrm>
                  <a:off x="4101911" y="6214741"/>
                  <a:ext cx="592533" cy="120269"/>
                  <a:chOff x="4949032" y="6315323"/>
                  <a:chExt cx="1181764" cy="327089"/>
                </a:xfrm>
                <a:grpFill/>
              </p:grpSpPr>
              <p:sp>
                <p:nvSpPr>
                  <p:cNvPr id="521" name="Freeform 829"/>
                  <p:cNvSpPr>
                    <a:spLocks/>
                  </p:cNvSpPr>
                  <p:nvPr/>
                </p:nvSpPr>
                <p:spPr bwMode="gray">
                  <a:xfrm>
                    <a:off x="5343049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22" name="组合 142"/>
                  <p:cNvGrpSpPr/>
                  <p:nvPr/>
                </p:nvGrpSpPr>
                <p:grpSpPr bwMode="gray">
                  <a:xfrm rot="5400000">
                    <a:off x="5464153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560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61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62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23" name="Freeform 829"/>
                  <p:cNvSpPr>
                    <a:spLocks/>
                  </p:cNvSpPr>
                  <p:nvPr/>
                </p:nvSpPr>
                <p:spPr bwMode="gray">
                  <a:xfrm>
                    <a:off x="5345968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24" name="组合 137"/>
                  <p:cNvGrpSpPr/>
                  <p:nvPr/>
                </p:nvGrpSpPr>
                <p:grpSpPr bwMode="gray">
                  <a:xfrm rot="5400000">
                    <a:off x="5520014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57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58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59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525" name="组合 138"/>
                  <p:cNvGrpSpPr/>
                  <p:nvPr/>
                </p:nvGrpSpPr>
                <p:grpSpPr bwMode="gray">
                  <a:xfrm rot="5400000">
                    <a:off x="5520014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54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55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56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26" name="Freeform 829"/>
                  <p:cNvSpPr>
                    <a:spLocks/>
                  </p:cNvSpPr>
                  <p:nvPr/>
                </p:nvSpPr>
                <p:spPr bwMode="gray">
                  <a:xfrm>
                    <a:off x="5737066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27" name="组合 142"/>
                  <p:cNvGrpSpPr/>
                  <p:nvPr/>
                </p:nvGrpSpPr>
                <p:grpSpPr bwMode="gray">
                  <a:xfrm rot="5400000">
                    <a:off x="5858170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551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52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53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28" name="Freeform 829"/>
                  <p:cNvSpPr>
                    <a:spLocks/>
                  </p:cNvSpPr>
                  <p:nvPr/>
                </p:nvSpPr>
                <p:spPr bwMode="gray">
                  <a:xfrm>
                    <a:off x="5739985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29" name="组合 137"/>
                  <p:cNvGrpSpPr/>
                  <p:nvPr/>
                </p:nvGrpSpPr>
                <p:grpSpPr bwMode="gray">
                  <a:xfrm rot="5400000">
                    <a:off x="5914029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48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49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50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530" name="组合 138"/>
                  <p:cNvGrpSpPr/>
                  <p:nvPr/>
                </p:nvGrpSpPr>
                <p:grpSpPr bwMode="gray">
                  <a:xfrm rot="5400000">
                    <a:off x="5914029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45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46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47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31" name="Freeform 829"/>
                  <p:cNvSpPr>
                    <a:spLocks/>
                  </p:cNvSpPr>
                  <p:nvPr/>
                </p:nvSpPr>
                <p:spPr bwMode="gray">
                  <a:xfrm>
                    <a:off x="4949032" y="6563121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32" name="组合 142"/>
                  <p:cNvGrpSpPr/>
                  <p:nvPr/>
                </p:nvGrpSpPr>
                <p:grpSpPr bwMode="gray">
                  <a:xfrm rot="5400000">
                    <a:off x="5070136" y="6315661"/>
                    <a:ext cx="148964" cy="326412"/>
                    <a:chOff x="7570338" y="549825"/>
                    <a:chExt cx="144001" cy="248262"/>
                  </a:xfrm>
                  <a:grpFill/>
                </p:grpSpPr>
                <p:sp>
                  <p:nvSpPr>
                    <p:cNvPr id="542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702687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43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9" y="603249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44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618938" y="501225"/>
                      <a:ext cx="46800" cy="144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sp>
                <p:nvSpPr>
                  <p:cNvPr id="533" name="Freeform 829"/>
                  <p:cNvSpPr>
                    <a:spLocks/>
                  </p:cNvSpPr>
                  <p:nvPr/>
                </p:nvSpPr>
                <p:spPr bwMode="gray">
                  <a:xfrm>
                    <a:off x="4951951" y="6362336"/>
                    <a:ext cx="390811" cy="32280"/>
                  </a:xfrm>
                  <a:custGeom>
                    <a:avLst/>
                    <a:gdLst/>
                    <a:ahLst/>
                    <a:cxnLst>
                      <a:cxn ang="0">
                        <a:pos x="230" y="10"/>
                      </a:cxn>
                      <a:cxn ang="0">
                        <a:pos x="230" y="10"/>
                      </a:cxn>
                      <a:cxn ang="0">
                        <a:pos x="228" y="16"/>
                      </a:cxn>
                      <a:cxn ang="0">
                        <a:pos x="226" y="18"/>
                      </a:cxn>
                      <a:cxn ang="0">
                        <a:pos x="224" y="18"/>
                      </a:cxn>
                      <a:cxn ang="0">
                        <a:pos x="6" y="18"/>
                      </a:cxn>
                      <a:cxn ang="0">
                        <a:pos x="6" y="18"/>
                      </a:cxn>
                      <a:cxn ang="0">
                        <a:pos x="4" y="18"/>
                      </a:cxn>
                      <a:cxn ang="0">
                        <a:pos x="2" y="16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0" y="10"/>
                      </a:cxn>
                      <a:cxn ang="0">
                        <a:pos x="2" y="4"/>
                      </a:cxn>
                      <a:cxn ang="0">
                        <a:pos x="4" y="2"/>
                      </a:cxn>
                      <a:cxn ang="0">
                        <a:pos x="6" y="0"/>
                      </a:cxn>
                      <a:cxn ang="0">
                        <a:pos x="224" y="0"/>
                      </a:cxn>
                      <a:cxn ang="0">
                        <a:pos x="224" y="0"/>
                      </a:cxn>
                      <a:cxn ang="0">
                        <a:pos x="226" y="2"/>
                      </a:cxn>
                      <a:cxn ang="0">
                        <a:pos x="228" y="4"/>
                      </a:cxn>
                      <a:cxn ang="0">
                        <a:pos x="230" y="10"/>
                      </a:cxn>
                      <a:cxn ang="0">
                        <a:pos x="230" y="10"/>
                      </a:cxn>
                    </a:cxnLst>
                    <a:rect l="0" t="0" r="r" b="b"/>
                    <a:pathLst>
                      <a:path w="230" h="18">
                        <a:moveTo>
                          <a:pt x="230" y="10"/>
                        </a:moveTo>
                        <a:lnTo>
                          <a:pt x="230" y="10"/>
                        </a:lnTo>
                        <a:lnTo>
                          <a:pt x="228" y="16"/>
                        </a:lnTo>
                        <a:lnTo>
                          <a:pt x="226" y="18"/>
                        </a:lnTo>
                        <a:lnTo>
                          <a:pt x="224" y="18"/>
                        </a:lnTo>
                        <a:lnTo>
                          <a:pt x="6" y="18"/>
                        </a:lnTo>
                        <a:lnTo>
                          <a:pt x="6" y="18"/>
                        </a:lnTo>
                        <a:lnTo>
                          <a:pt x="4" y="18"/>
                        </a:lnTo>
                        <a:lnTo>
                          <a:pt x="2" y="16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0" y="10"/>
                        </a:lnTo>
                        <a:lnTo>
                          <a:pt x="2" y="4"/>
                        </a:lnTo>
                        <a:lnTo>
                          <a:pt x="4" y="2"/>
                        </a:lnTo>
                        <a:lnTo>
                          <a:pt x="6" y="0"/>
                        </a:lnTo>
                        <a:lnTo>
                          <a:pt x="224" y="0"/>
                        </a:lnTo>
                        <a:lnTo>
                          <a:pt x="224" y="0"/>
                        </a:lnTo>
                        <a:lnTo>
                          <a:pt x="226" y="2"/>
                        </a:lnTo>
                        <a:lnTo>
                          <a:pt x="228" y="4"/>
                        </a:lnTo>
                        <a:lnTo>
                          <a:pt x="230" y="10"/>
                        </a:lnTo>
                        <a:lnTo>
                          <a:pt x="230" y="10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6722" tIns="48361" rIns="96722" bIns="48361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67543">
                      <a:defRPr/>
                    </a:pPr>
                    <a:endParaRPr lang="zh-CN" altLang="en-US" kern="0">
                      <a:solidFill>
                        <a:prstClr val="black"/>
                      </a:solidFill>
                      <a:latin typeface="Huawei Sans" panose="020C0503030203020204" pitchFamily="34" charset="0"/>
                      <a:ea typeface="方正兰亭黑简体" panose="02000000000000000000" pitchFamily="2" charset="-122"/>
                      <a:cs typeface="Arial" pitchFamily="34" charset="0"/>
                      <a:sym typeface="Huawei Sans" panose="020C0503030203020204" pitchFamily="34" charset="0"/>
                    </a:endParaRPr>
                  </a:p>
                </p:txBody>
              </p:sp>
              <p:grpSp>
                <p:nvGrpSpPr>
                  <p:cNvPr id="534" name="组合 137"/>
                  <p:cNvGrpSpPr/>
                  <p:nvPr/>
                </p:nvGrpSpPr>
                <p:grpSpPr bwMode="gray">
                  <a:xfrm rot="5400000">
                    <a:off x="5125997" y="6170738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39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40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41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  <p:grpSp>
                <p:nvGrpSpPr>
                  <p:cNvPr id="535" name="组合 138"/>
                  <p:cNvGrpSpPr/>
                  <p:nvPr/>
                </p:nvGrpSpPr>
                <p:grpSpPr bwMode="gray">
                  <a:xfrm rot="5400000">
                    <a:off x="5125997" y="6460586"/>
                    <a:ext cx="37241" cy="326412"/>
                    <a:chOff x="7798938" y="354563"/>
                    <a:chExt cx="36001" cy="248262"/>
                  </a:xfrm>
                  <a:grpFill/>
                </p:grpSpPr>
                <p:sp>
                  <p:nvSpPr>
                    <p:cNvPr id="536" name="Freeform 830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561425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120"/>
                        </a:cxn>
                        <a:cxn ang="0">
                          <a:pos x="38" y="120"/>
                        </a:cxn>
                        <a:cxn ang="0">
                          <a:pos x="36" y="122"/>
                        </a:cxn>
                        <a:cxn ang="0">
                          <a:pos x="34" y="124"/>
                        </a:cxn>
                        <a:cxn ang="0">
                          <a:pos x="30" y="126"/>
                        </a:cxn>
                        <a:cxn ang="0">
                          <a:pos x="8" y="126"/>
                        </a:cxn>
                        <a:cxn ang="0">
                          <a:pos x="8" y="126"/>
                        </a:cxn>
                        <a:cxn ang="0">
                          <a:pos x="4" y="124"/>
                        </a:cxn>
                        <a:cxn ang="0">
                          <a:pos x="2" y="122"/>
                        </a:cxn>
                        <a:cxn ang="0">
                          <a:pos x="0" y="12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4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4" y="2"/>
                        </a:cxn>
                        <a:cxn ang="0">
                          <a:pos x="36" y="4"/>
                        </a:cxn>
                        <a:cxn ang="0">
                          <a:pos x="38" y="6"/>
                        </a:cxn>
                        <a:cxn ang="0">
                          <a:pos x="38" y="120"/>
                        </a:cxn>
                      </a:cxnLst>
                      <a:rect l="0" t="0" r="r" b="b"/>
                      <a:pathLst>
                        <a:path w="38" h="126">
                          <a:moveTo>
                            <a:pt x="38" y="120"/>
                          </a:moveTo>
                          <a:lnTo>
                            <a:pt x="38" y="120"/>
                          </a:lnTo>
                          <a:lnTo>
                            <a:pt x="36" y="122"/>
                          </a:lnTo>
                          <a:lnTo>
                            <a:pt x="34" y="124"/>
                          </a:lnTo>
                          <a:lnTo>
                            <a:pt x="30" y="126"/>
                          </a:lnTo>
                          <a:lnTo>
                            <a:pt x="8" y="126"/>
                          </a:lnTo>
                          <a:lnTo>
                            <a:pt x="8" y="126"/>
                          </a:lnTo>
                          <a:lnTo>
                            <a:pt x="4" y="124"/>
                          </a:lnTo>
                          <a:lnTo>
                            <a:pt x="2" y="122"/>
                          </a:lnTo>
                          <a:lnTo>
                            <a:pt x="0" y="12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4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4" y="2"/>
                          </a:lnTo>
                          <a:lnTo>
                            <a:pt x="36" y="4"/>
                          </a:lnTo>
                          <a:lnTo>
                            <a:pt x="38" y="6"/>
                          </a:lnTo>
                          <a:lnTo>
                            <a:pt x="38" y="12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37" name="Freeform 832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9" y="461987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8" y="90"/>
                        </a:cxn>
                        <a:cxn ang="0">
                          <a:pos x="38" y="90"/>
                        </a:cxn>
                        <a:cxn ang="0">
                          <a:pos x="36" y="94"/>
                        </a:cxn>
                        <a:cxn ang="0">
                          <a:pos x="30" y="94"/>
                        </a:cxn>
                        <a:cxn ang="0">
                          <a:pos x="8" y="94"/>
                        </a:cxn>
                        <a:cxn ang="0">
                          <a:pos x="8" y="94"/>
                        </a:cxn>
                        <a:cxn ang="0">
                          <a:pos x="4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4" y="2"/>
                        </a:cxn>
                        <a:cxn ang="0">
                          <a:pos x="8" y="0"/>
                        </a:cxn>
                        <a:cxn ang="0">
                          <a:pos x="30" y="0"/>
                        </a:cxn>
                        <a:cxn ang="0">
                          <a:pos x="30" y="0"/>
                        </a:cxn>
                        <a:cxn ang="0">
                          <a:pos x="36" y="2"/>
                        </a:cxn>
                        <a:cxn ang="0">
                          <a:pos x="38" y="6"/>
                        </a:cxn>
                        <a:cxn ang="0">
                          <a:pos x="38" y="90"/>
                        </a:cxn>
                      </a:cxnLst>
                      <a:rect l="0" t="0" r="r" b="b"/>
                      <a:pathLst>
                        <a:path w="38" h="94">
                          <a:moveTo>
                            <a:pt x="38" y="90"/>
                          </a:moveTo>
                          <a:lnTo>
                            <a:pt x="38" y="90"/>
                          </a:lnTo>
                          <a:lnTo>
                            <a:pt x="36" y="94"/>
                          </a:lnTo>
                          <a:lnTo>
                            <a:pt x="30" y="94"/>
                          </a:lnTo>
                          <a:lnTo>
                            <a:pt x="8" y="94"/>
                          </a:lnTo>
                          <a:lnTo>
                            <a:pt x="8" y="94"/>
                          </a:lnTo>
                          <a:lnTo>
                            <a:pt x="4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4" y="2"/>
                          </a:lnTo>
                          <a:lnTo>
                            <a:pt x="8" y="0"/>
                          </a:lnTo>
                          <a:lnTo>
                            <a:pt x="30" y="0"/>
                          </a:lnTo>
                          <a:lnTo>
                            <a:pt x="30" y="0"/>
                          </a:lnTo>
                          <a:lnTo>
                            <a:pt x="36" y="2"/>
                          </a:lnTo>
                          <a:lnTo>
                            <a:pt x="38" y="6"/>
                          </a:lnTo>
                          <a:lnTo>
                            <a:pt x="38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  <p:sp>
                  <p:nvSpPr>
                    <p:cNvPr id="538" name="Freeform 834"/>
                    <p:cNvSpPr>
                      <a:spLocks/>
                    </p:cNvSpPr>
                    <p:nvPr/>
                  </p:nvSpPr>
                  <p:spPr bwMode="gray">
                    <a:xfrm rot="16200000">
                      <a:off x="7793538" y="359963"/>
                      <a:ext cx="46800" cy="36000"/>
                    </a:xfrm>
                    <a:custGeom>
                      <a:avLst/>
                      <a:gdLst/>
                      <a:ahLst/>
                      <a:cxnLst>
                        <a:cxn ang="0">
                          <a:pos x="36" y="90"/>
                        </a:cxn>
                        <a:cxn ang="0">
                          <a:pos x="36" y="90"/>
                        </a:cxn>
                        <a:cxn ang="0">
                          <a:pos x="34" y="94"/>
                        </a:cxn>
                        <a:cxn ang="0">
                          <a:pos x="28" y="94"/>
                        </a:cxn>
                        <a:cxn ang="0">
                          <a:pos x="6" y="94"/>
                        </a:cxn>
                        <a:cxn ang="0">
                          <a:pos x="6" y="94"/>
                        </a:cxn>
                        <a:cxn ang="0">
                          <a:pos x="2" y="94"/>
                        </a:cxn>
                        <a:cxn ang="0">
                          <a:pos x="0" y="90"/>
                        </a:cxn>
                        <a:cxn ang="0">
                          <a:pos x="0" y="6"/>
                        </a:cxn>
                        <a:cxn ang="0">
                          <a:pos x="0" y="6"/>
                        </a:cxn>
                        <a:cxn ang="0">
                          <a:pos x="2" y="2"/>
                        </a:cxn>
                        <a:cxn ang="0">
                          <a:pos x="6" y="0"/>
                        </a:cxn>
                        <a:cxn ang="0">
                          <a:pos x="28" y="0"/>
                        </a:cxn>
                        <a:cxn ang="0">
                          <a:pos x="28" y="0"/>
                        </a:cxn>
                        <a:cxn ang="0">
                          <a:pos x="34" y="2"/>
                        </a:cxn>
                        <a:cxn ang="0">
                          <a:pos x="36" y="6"/>
                        </a:cxn>
                        <a:cxn ang="0">
                          <a:pos x="36" y="90"/>
                        </a:cxn>
                      </a:cxnLst>
                      <a:rect l="0" t="0" r="r" b="b"/>
                      <a:pathLst>
                        <a:path w="36" h="94">
                          <a:moveTo>
                            <a:pt x="36" y="90"/>
                          </a:moveTo>
                          <a:lnTo>
                            <a:pt x="36" y="90"/>
                          </a:lnTo>
                          <a:lnTo>
                            <a:pt x="34" y="94"/>
                          </a:lnTo>
                          <a:lnTo>
                            <a:pt x="28" y="94"/>
                          </a:lnTo>
                          <a:lnTo>
                            <a:pt x="6" y="94"/>
                          </a:lnTo>
                          <a:lnTo>
                            <a:pt x="6" y="94"/>
                          </a:lnTo>
                          <a:lnTo>
                            <a:pt x="2" y="94"/>
                          </a:lnTo>
                          <a:lnTo>
                            <a:pt x="0" y="90"/>
                          </a:lnTo>
                          <a:lnTo>
                            <a:pt x="0" y="6"/>
                          </a:lnTo>
                          <a:lnTo>
                            <a:pt x="0" y="6"/>
                          </a:lnTo>
                          <a:lnTo>
                            <a:pt x="2" y="2"/>
                          </a:lnTo>
                          <a:lnTo>
                            <a:pt x="6" y="0"/>
                          </a:lnTo>
                          <a:lnTo>
                            <a:pt x="28" y="0"/>
                          </a:lnTo>
                          <a:lnTo>
                            <a:pt x="28" y="0"/>
                          </a:lnTo>
                          <a:lnTo>
                            <a:pt x="34" y="2"/>
                          </a:lnTo>
                          <a:lnTo>
                            <a:pt x="36" y="6"/>
                          </a:lnTo>
                          <a:lnTo>
                            <a:pt x="36" y="9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96722" tIns="48361" rIns="96722" bIns="48361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967543">
                        <a:defRPr/>
                      </a:pPr>
                      <a:endParaRPr lang="zh-CN" altLang="en-US" kern="0">
                        <a:solidFill>
                          <a:prstClr val="black"/>
                        </a:solidFill>
                        <a:latin typeface="Huawei Sans" panose="020C0503030203020204" pitchFamily="34" charset="0"/>
                        <a:ea typeface="方正兰亭黑简体" panose="02000000000000000000" pitchFamily="2" charset="-122"/>
                        <a:cs typeface="Arial" pitchFamily="34" charset="0"/>
                        <a:sym typeface="Huawei Sans" panose="020C0503030203020204" pitchFamily="34" charset="0"/>
                      </a:endParaRPr>
                    </a:p>
                  </p:txBody>
                </p:sp>
              </p:grpSp>
            </p:grpSp>
          </p:grpSp>
        </p:grpSp>
        <p:grpSp>
          <p:nvGrpSpPr>
            <p:cNvPr id="472" name="组合 471"/>
            <p:cNvGrpSpPr/>
            <p:nvPr/>
          </p:nvGrpSpPr>
          <p:grpSpPr bwMode="gray">
            <a:xfrm>
              <a:off x="3624257" y="4230094"/>
              <a:ext cx="444477" cy="90230"/>
              <a:chOff x="4949032" y="6315323"/>
              <a:chExt cx="1181764" cy="327089"/>
            </a:xfrm>
            <a:grpFill/>
          </p:grpSpPr>
          <p:sp>
            <p:nvSpPr>
              <p:cNvPr id="475" name="Freeform 829"/>
              <p:cNvSpPr>
                <a:spLocks/>
              </p:cNvSpPr>
              <p:nvPr/>
            </p:nvSpPr>
            <p:spPr bwMode="gray">
              <a:xfrm>
                <a:off x="5343049" y="6563121"/>
                <a:ext cx="390811" cy="32280"/>
              </a:xfrm>
              <a:custGeom>
                <a:avLst/>
                <a:gdLst/>
                <a:ahLst/>
                <a:cxnLst>
                  <a:cxn ang="0">
                    <a:pos x="230" y="10"/>
                  </a:cxn>
                  <a:cxn ang="0">
                    <a:pos x="230" y="10"/>
                  </a:cxn>
                  <a:cxn ang="0">
                    <a:pos x="228" y="16"/>
                  </a:cxn>
                  <a:cxn ang="0">
                    <a:pos x="226" y="18"/>
                  </a:cxn>
                  <a:cxn ang="0">
                    <a:pos x="224" y="18"/>
                  </a:cxn>
                  <a:cxn ang="0">
                    <a:pos x="6" y="18"/>
                  </a:cxn>
                  <a:cxn ang="0">
                    <a:pos x="6" y="18"/>
                  </a:cxn>
                  <a:cxn ang="0">
                    <a:pos x="4" y="18"/>
                  </a:cxn>
                  <a:cxn ang="0">
                    <a:pos x="2" y="16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2" y="4"/>
                  </a:cxn>
                  <a:cxn ang="0">
                    <a:pos x="4" y="2"/>
                  </a:cxn>
                  <a:cxn ang="0">
                    <a:pos x="6" y="0"/>
                  </a:cxn>
                  <a:cxn ang="0">
                    <a:pos x="224" y="0"/>
                  </a:cxn>
                  <a:cxn ang="0">
                    <a:pos x="224" y="0"/>
                  </a:cxn>
                  <a:cxn ang="0">
                    <a:pos x="226" y="2"/>
                  </a:cxn>
                  <a:cxn ang="0">
                    <a:pos x="228" y="4"/>
                  </a:cxn>
                  <a:cxn ang="0">
                    <a:pos x="230" y="10"/>
                  </a:cxn>
                  <a:cxn ang="0">
                    <a:pos x="230" y="10"/>
                  </a:cxn>
                </a:cxnLst>
                <a:rect l="0" t="0" r="r" b="b"/>
                <a:pathLst>
                  <a:path w="230" h="18">
                    <a:moveTo>
                      <a:pt x="230" y="10"/>
                    </a:moveTo>
                    <a:lnTo>
                      <a:pt x="230" y="10"/>
                    </a:lnTo>
                    <a:lnTo>
                      <a:pt x="228" y="16"/>
                    </a:lnTo>
                    <a:lnTo>
                      <a:pt x="226" y="18"/>
                    </a:lnTo>
                    <a:lnTo>
                      <a:pt x="224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4" y="18"/>
                    </a:lnTo>
                    <a:lnTo>
                      <a:pt x="2" y="1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226" y="2"/>
                    </a:lnTo>
                    <a:lnTo>
                      <a:pt x="228" y="4"/>
                    </a:lnTo>
                    <a:lnTo>
                      <a:pt x="230" y="10"/>
                    </a:lnTo>
                    <a:lnTo>
                      <a:pt x="230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6722" tIns="48361" rIns="96722" bIns="48361" numCol="1" anchor="t" anchorCtr="0" compatLnSpc="1">
                <a:prstTxWarp prst="textNoShape">
                  <a:avLst/>
                </a:prstTxWarp>
              </a:bodyPr>
              <a:lstStyle/>
              <a:p>
                <a:pPr defTabSz="967543">
                  <a:defRPr/>
                </a:pPr>
                <a:endParaRPr lang="zh-CN" altLang="en-US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grpSp>
            <p:nvGrpSpPr>
              <p:cNvPr id="476" name="组合 142"/>
              <p:cNvGrpSpPr/>
              <p:nvPr/>
            </p:nvGrpSpPr>
            <p:grpSpPr bwMode="gray">
              <a:xfrm rot="5400000">
                <a:off x="5464153" y="6315661"/>
                <a:ext cx="148964" cy="326412"/>
                <a:chOff x="7570338" y="549825"/>
                <a:chExt cx="144001" cy="248262"/>
              </a:xfrm>
              <a:grpFill/>
            </p:grpSpPr>
            <p:sp>
              <p:nvSpPr>
                <p:cNvPr id="514" name="Freeform 830"/>
                <p:cNvSpPr>
                  <a:spLocks/>
                </p:cNvSpPr>
                <p:nvPr/>
              </p:nvSpPr>
              <p:spPr bwMode="gray">
                <a:xfrm rot="16200000">
                  <a:off x="7618938" y="702687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15" name="Freeform 832"/>
                <p:cNvSpPr>
                  <a:spLocks/>
                </p:cNvSpPr>
                <p:nvPr/>
              </p:nvSpPr>
              <p:spPr bwMode="gray">
                <a:xfrm rot="16200000">
                  <a:off x="7618939" y="603249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16" name="Freeform 834"/>
                <p:cNvSpPr>
                  <a:spLocks/>
                </p:cNvSpPr>
                <p:nvPr/>
              </p:nvSpPr>
              <p:spPr bwMode="gray">
                <a:xfrm rot="16200000">
                  <a:off x="7618938" y="501225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477" name="Freeform 829"/>
              <p:cNvSpPr>
                <a:spLocks/>
              </p:cNvSpPr>
              <p:nvPr/>
            </p:nvSpPr>
            <p:spPr bwMode="gray">
              <a:xfrm>
                <a:off x="5345968" y="6362336"/>
                <a:ext cx="390811" cy="32280"/>
              </a:xfrm>
              <a:custGeom>
                <a:avLst/>
                <a:gdLst/>
                <a:ahLst/>
                <a:cxnLst>
                  <a:cxn ang="0">
                    <a:pos x="230" y="10"/>
                  </a:cxn>
                  <a:cxn ang="0">
                    <a:pos x="230" y="10"/>
                  </a:cxn>
                  <a:cxn ang="0">
                    <a:pos x="228" y="16"/>
                  </a:cxn>
                  <a:cxn ang="0">
                    <a:pos x="226" y="18"/>
                  </a:cxn>
                  <a:cxn ang="0">
                    <a:pos x="224" y="18"/>
                  </a:cxn>
                  <a:cxn ang="0">
                    <a:pos x="6" y="18"/>
                  </a:cxn>
                  <a:cxn ang="0">
                    <a:pos x="6" y="18"/>
                  </a:cxn>
                  <a:cxn ang="0">
                    <a:pos x="4" y="18"/>
                  </a:cxn>
                  <a:cxn ang="0">
                    <a:pos x="2" y="16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2" y="4"/>
                  </a:cxn>
                  <a:cxn ang="0">
                    <a:pos x="4" y="2"/>
                  </a:cxn>
                  <a:cxn ang="0">
                    <a:pos x="6" y="0"/>
                  </a:cxn>
                  <a:cxn ang="0">
                    <a:pos x="224" y="0"/>
                  </a:cxn>
                  <a:cxn ang="0">
                    <a:pos x="224" y="0"/>
                  </a:cxn>
                  <a:cxn ang="0">
                    <a:pos x="226" y="2"/>
                  </a:cxn>
                  <a:cxn ang="0">
                    <a:pos x="228" y="4"/>
                  </a:cxn>
                  <a:cxn ang="0">
                    <a:pos x="230" y="10"/>
                  </a:cxn>
                  <a:cxn ang="0">
                    <a:pos x="230" y="10"/>
                  </a:cxn>
                </a:cxnLst>
                <a:rect l="0" t="0" r="r" b="b"/>
                <a:pathLst>
                  <a:path w="230" h="18">
                    <a:moveTo>
                      <a:pt x="230" y="10"/>
                    </a:moveTo>
                    <a:lnTo>
                      <a:pt x="230" y="10"/>
                    </a:lnTo>
                    <a:lnTo>
                      <a:pt x="228" y="16"/>
                    </a:lnTo>
                    <a:lnTo>
                      <a:pt x="226" y="18"/>
                    </a:lnTo>
                    <a:lnTo>
                      <a:pt x="224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4" y="18"/>
                    </a:lnTo>
                    <a:lnTo>
                      <a:pt x="2" y="1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226" y="2"/>
                    </a:lnTo>
                    <a:lnTo>
                      <a:pt x="228" y="4"/>
                    </a:lnTo>
                    <a:lnTo>
                      <a:pt x="230" y="10"/>
                    </a:lnTo>
                    <a:lnTo>
                      <a:pt x="230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6722" tIns="48361" rIns="96722" bIns="48361" numCol="1" anchor="t" anchorCtr="0" compatLnSpc="1">
                <a:prstTxWarp prst="textNoShape">
                  <a:avLst/>
                </a:prstTxWarp>
              </a:bodyPr>
              <a:lstStyle/>
              <a:p>
                <a:pPr defTabSz="967543">
                  <a:defRPr/>
                </a:pPr>
                <a:endParaRPr lang="zh-CN" altLang="en-US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grpSp>
            <p:nvGrpSpPr>
              <p:cNvPr id="478" name="组合 137"/>
              <p:cNvGrpSpPr/>
              <p:nvPr/>
            </p:nvGrpSpPr>
            <p:grpSpPr bwMode="gray">
              <a:xfrm rot="5400000">
                <a:off x="5520014" y="6170738"/>
                <a:ext cx="37241" cy="326412"/>
                <a:chOff x="7798938" y="354563"/>
                <a:chExt cx="36001" cy="248262"/>
              </a:xfrm>
              <a:grpFill/>
            </p:grpSpPr>
            <p:sp>
              <p:nvSpPr>
                <p:cNvPr id="511" name="Freeform 830"/>
                <p:cNvSpPr>
                  <a:spLocks/>
                </p:cNvSpPr>
                <p:nvPr/>
              </p:nvSpPr>
              <p:spPr bwMode="gray">
                <a:xfrm rot="16200000">
                  <a:off x="7793538" y="561425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12" name="Freeform 832"/>
                <p:cNvSpPr>
                  <a:spLocks/>
                </p:cNvSpPr>
                <p:nvPr/>
              </p:nvSpPr>
              <p:spPr bwMode="gray">
                <a:xfrm rot="16200000">
                  <a:off x="7793539" y="461987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13" name="Freeform 834"/>
                <p:cNvSpPr>
                  <a:spLocks/>
                </p:cNvSpPr>
                <p:nvPr/>
              </p:nvSpPr>
              <p:spPr bwMode="gray">
                <a:xfrm rot="16200000">
                  <a:off x="7793538" y="359963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479" name="组合 138"/>
              <p:cNvGrpSpPr/>
              <p:nvPr/>
            </p:nvGrpSpPr>
            <p:grpSpPr bwMode="gray">
              <a:xfrm rot="5400000">
                <a:off x="5520014" y="6460586"/>
                <a:ext cx="37241" cy="326412"/>
                <a:chOff x="7798938" y="354563"/>
                <a:chExt cx="36001" cy="248262"/>
              </a:xfrm>
              <a:grpFill/>
            </p:grpSpPr>
            <p:sp>
              <p:nvSpPr>
                <p:cNvPr id="508" name="Freeform 830"/>
                <p:cNvSpPr>
                  <a:spLocks/>
                </p:cNvSpPr>
                <p:nvPr/>
              </p:nvSpPr>
              <p:spPr bwMode="gray">
                <a:xfrm rot="16200000">
                  <a:off x="7793538" y="561425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09" name="Freeform 832"/>
                <p:cNvSpPr>
                  <a:spLocks/>
                </p:cNvSpPr>
                <p:nvPr/>
              </p:nvSpPr>
              <p:spPr bwMode="gray">
                <a:xfrm rot="16200000">
                  <a:off x="7793539" y="461987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10" name="Freeform 834"/>
                <p:cNvSpPr>
                  <a:spLocks/>
                </p:cNvSpPr>
                <p:nvPr/>
              </p:nvSpPr>
              <p:spPr bwMode="gray">
                <a:xfrm rot="16200000">
                  <a:off x="7793538" y="359963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480" name="Freeform 829"/>
              <p:cNvSpPr>
                <a:spLocks/>
              </p:cNvSpPr>
              <p:nvPr/>
            </p:nvSpPr>
            <p:spPr bwMode="gray">
              <a:xfrm>
                <a:off x="5737066" y="6563121"/>
                <a:ext cx="390811" cy="32280"/>
              </a:xfrm>
              <a:custGeom>
                <a:avLst/>
                <a:gdLst/>
                <a:ahLst/>
                <a:cxnLst>
                  <a:cxn ang="0">
                    <a:pos x="230" y="10"/>
                  </a:cxn>
                  <a:cxn ang="0">
                    <a:pos x="230" y="10"/>
                  </a:cxn>
                  <a:cxn ang="0">
                    <a:pos x="228" y="16"/>
                  </a:cxn>
                  <a:cxn ang="0">
                    <a:pos x="226" y="18"/>
                  </a:cxn>
                  <a:cxn ang="0">
                    <a:pos x="224" y="18"/>
                  </a:cxn>
                  <a:cxn ang="0">
                    <a:pos x="6" y="18"/>
                  </a:cxn>
                  <a:cxn ang="0">
                    <a:pos x="6" y="18"/>
                  </a:cxn>
                  <a:cxn ang="0">
                    <a:pos x="4" y="18"/>
                  </a:cxn>
                  <a:cxn ang="0">
                    <a:pos x="2" y="16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2" y="4"/>
                  </a:cxn>
                  <a:cxn ang="0">
                    <a:pos x="4" y="2"/>
                  </a:cxn>
                  <a:cxn ang="0">
                    <a:pos x="6" y="0"/>
                  </a:cxn>
                  <a:cxn ang="0">
                    <a:pos x="224" y="0"/>
                  </a:cxn>
                  <a:cxn ang="0">
                    <a:pos x="224" y="0"/>
                  </a:cxn>
                  <a:cxn ang="0">
                    <a:pos x="226" y="2"/>
                  </a:cxn>
                  <a:cxn ang="0">
                    <a:pos x="228" y="4"/>
                  </a:cxn>
                  <a:cxn ang="0">
                    <a:pos x="230" y="10"/>
                  </a:cxn>
                  <a:cxn ang="0">
                    <a:pos x="230" y="10"/>
                  </a:cxn>
                </a:cxnLst>
                <a:rect l="0" t="0" r="r" b="b"/>
                <a:pathLst>
                  <a:path w="230" h="18">
                    <a:moveTo>
                      <a:pt x="230" y="10"/>
                    </a:moveTo>
                    <a:lnTo>
                      <a:pt x="230" y="10"/>
                    </a:lnTo>
                    <a:lnTo>
                      <a:pt x="228" y="16"/>
                    </a:lnTo>
                    <a:lnTo>
                      <a:pt x="226" y="18"/>
                    </a:lnTo>
                    <a:lnTo>
                      <a:pt x="224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4" y="18"/>
                    </a:lnTo>
                    <a:lnTo>
                      <a:pt x="2" y="1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226" y="2"/>
                    </a:lnTo>
                    <a:lnTo>
                      <a:pt x="228" y="4"/>
                    </a:lnTo>
                    <a:lnTo>
                      <a:pt x="230" y="10"/>
                    </a:lnTo>
                    <a:lnTo>
                      <a:pt x="230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6722" tIns="48361" rIns="96722" bIns="48361" numCol="1" anchor="t" anchorCtr="0" compatLnSpc="1">
                <a:prstTxWarp prst="textNoShape">
                  <a:avLst/>
                </a:prstTxWarp>
              </a:bodyPr>
              <a:lstStyle/>
              <a:p>
                <a:pPr defTabSz="967543">
                  <a:defRPr/>
                </a:pPr>
                <a:endParaRPr lang="zh-CN" altLang="en-US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grpSp>
            <p:nvGrpSpPr>
              <p:cNvPr id="481" name="组合 142"/>
              <p:cNvGrpSpPr/>
              <p:nvPr/>
            </p:nvGrpSpPr>
            <p:grpSpPr bwMode="gray">
              <a:xfrm rot="5400000">
                <a:off x="5858170" y="6315661"/>
                <a:ext cx="148964" cy="326412"/>
                <a:chOff x="7570338" y="549825"/>
                <a:chExt cx="144001" cy="248262"/>
              </a:xfrm>
              <a:grpFill/>
            </p:grpSpPr>
            <p:sp>
              <p:nvSpPr>
                <p:cNvPr id="505" name="Freeform 830"/>
                <p:cNvSpPr>
                  <a:spLocks/>
                </p:cNvSpPr>
                <p:nvPr/>
              </p:nvSpPr>
              <p:spPr bwMode="gray">
                <a:xfrm rot="16200000">
                  <a:off x="7618938" y="702687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06" name="Freeform 832"/>
                <p:cNvSpPr>
                  <a:spLocks/>
                </p:cNvSpPr>
                <p:nvPr/>
              </p:nvSpPr>
              <p:spPr bwMode="gray">
                <a:xfrm rot="16200000">
                  <a:off x="7618939" y="603249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07" name="Freeform 834"/>
                <p:cNvSpPr>
                  <a:spLocks/>
                </p:cNvSpPr>
                <p:nvPr/>
              </p:nvSpPr>
              <p:spPr bwMode="gray">
                <a:xfrm rot="16200000">
                  <a:off x="7618938" y="501225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482" name="Freeform 829"/>
              <p:cNvSpPr>
                <a:spLocks/>
              </p:cNvSpPr>
              <p:nvPr/>
            </p:nvSpPr>
            <p:spPr bwMode="gray">
              <a:xfrm>
                <a:off x="5739985" y="6362336"/>
                <a:ext cx="390811" cy="32280"/>
              </a:xfrm>
              <a:custGeom>
                <a:avLst/>
                <a:gdLst/>
                <a:ahLst/>
                <a:cxnLst>
                  <a:cxn ang="0">
                    <a:pos x="230" y="10"/>
                  </a:cxn>
                  <a:cxn ang="0">
                    <a:pos x="230" y="10"/>
                  </a:cxn>
                  <a:cxn ang="0">
                    <a:pos x="228" y="16"/>
                  </a:cxn>
                  <a:cxn ang="0">
                    <a:pos x="226" y="18"/>
                  </a:cxn>
                  <a:cxn ang="0">
                    <a:pos x="224" y="18"/>
                  </a:cxn>
                  <a:cxn ang="0">
                    <a:pos x="6" y="18"/>
                  </a:cxn>
                  <a:cxn ang="0">
                    <a:pos x="6" y="18"/>
                  </a:cxn>
                  <a:cxn ang="0">
                    <a:pos x="4" y="18"/>
                  </a:cxn>
                  <a:cxn ang="0">
                    <a:pos x="2" y="16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2" y="4"/>
                  </a:cxn>
                  <a:cxn ang="0">
                    <a:pos x="4" y="2"/>
                  </a:cxn>
                  <a:cxn ang="0">
                    <a:pos x="6" y="0"/>
                  </a:cxn>
                  <a:cxn ang="0">
                    <a:pos x="224" y="0"/>
                  </a:cxn>
                  <a:cxn ang="0">
                    <a:pos x="224" y="0"/>
                  </a:cxn>
                  <a:cxn ang="0">
                    <a:pos x="226" y="2"/>
                  </a:cxn>
                  <a:cxn ang="0">
                    <a:pos x="228" y="4"/>
                  </a:cxn>
                  <a:cxn ang="0">
                    <a:pos x="230" y="10"/>
                  </a:cxn>
                  <a:cxn ang="0">
                    <a:pos x="230" y="10"/>
                  </a:cxn>
                </a:cxnLst>
                <a:rect l="0" t="0" r="r" b="b"/>
                <a:pathLst>
                  <a:path w="230" h="18">
                    <a:moveTo>
                      <a:pt x="230" y="10"/>
                    </a:moveTo>
                    <a:lnTo>
                      <a:pt x="230" y="10"/>
                    </a:lnTo>
                    <a:lnTo>
                      <a:pt x="228" y="16"/>
                    </a:lnTo>
                    <a:lnTo>
                      <a:pt x="226" y="18"/>
                    </a:lnTo>
                    <a:lnTo>
                      <a:pt x="224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4" y="18"/>
                    </a:lnTo>
                    <a:lnTo>
                      <a:pt x="2" y="1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226" y="2"/>
                    </a:lnTo>
                    <a:lnTo>
                      <a:pt x="228" y="4"/>
                    </a:lnTo>
                    <a:lnTo>
                      <a:pt x="230" y="10"/>
                    </a:lnTo>
                    <a:lnTo>
                      <a:pt x="230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6722" tIns="48361" rIns="96722" bIns="48361" numCol="1" anchor="t" anchorCtr="0" compatLnSpc="1">
                <a:prstTxWarp prst="textNoShape">
                  <a:avLst/>
                </a:prstTxWarp>
              </a:bodyPr>
              <a:lstStyle/>
              <a:p>
                <a:pPr defTabSz="967543">
                  <a:defRPr/>
                </a:pPr>
                <a:endParaRPr lang="zh-CN" altLang="en-US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grpSp>
            <p:nvGrpSpPr>
              <p:cNvPr id="483" name="组合 137"/>
              <p:cNvGrpSpPr/>
              <p:nvPr/>
            </p:nvGrpSpPr>
            <p:grpSpPr bwMode="gray">
              <a:xfrm rot="5400000">
                <a:off x="5914029" y="6170738"/>
                <a:ext cx="37241" cy="326412"/>
                <a:chOff x="7798938" y="354563"/>
                <a:chExt cx="36001" cy="248262"/>
              </a:xfrm>
              <a:grpFill/>
            </p:grpSpPr>
            <p:sp>
              <p:nvSpPr>
                <p:cNvPr id="502" name="Freeform 830"/>
                <p:cNvSpPr>
                  <a:spLocks/>
                </p:cNvSpPr>
                <p:nvPr/>
              </p:nvSpPr>
              <p:spPr bwMode="gray">
                <a:xfrm rot="16200000">
                  <a:off x="7793538" y="561425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03" name="Freeform 832"/>
                <p:cNvSpPr>
                  <a:spLocks/>
                </p:cNvSpPr>
                <p:nvPr/>
              </p:nvSpPr>
              <p:spPr bwMode="gray">
                <a:xfrm rot="16200000">
                  <a:off x="7793539" y="461987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04" name="Freeform 834"/>
                <p:cNvSpPr>
                  <a:spLocks/>
                </p:cNvSpPr>
                <p:nvPr/>
              </p:nvSpPr>
              <p:spPr bwMode="gray">
                <a:xfrm rot="16200000">
                  <a:off x="7793538" y="359963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484" name="组合 138"/>
              <p:cNvGrpSpPr/>
              <p:nvPr/>
            </p:nvGrpSpPr>
            <p:grpSpPr bwMode="gray">
              <a:xfrm rot="5400000">
                <a:off x="5914029" y="6460586"/>
                <a:ext cx="37241" cy="326412"/>
                <a:chOff x="7798938" y="354563"/>
                <a:chExt cx="36001" cy="248262"/>
              </a:xfrm>
              <a:grpFill/>
            </p:grpSpPr>
            <p:sp>
              <p:nvSpPr>
                <p:cNvPr id="499" name="Freeform 830"/>
                <p:cNvSpPr>
                  <a:spLocks/>
                </p:cNvSpPr>
                <p:nvPr/>
              </p:nvSpPr>
              <p:spPr bwMode="gray">
                <a:xfrm rot="16200000">
                  <a:off x="7793538" y="561425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00" name="Freeform 832"/>
                <p:cNvSpPr>
                  <a:spLocks/>
                </p:cNvSpPr>
                <p:nvPr/>
              </p:nvSpPr>
              <p:spPr bwMode="gray">
                <a:xfrm rot="16200000">
                  <a:off x="7793539" y="461987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501" name="Freeform 834"/>
                <p:cNvSpPr>
                  <a:spLocks/>
                </p:cNvSpPr>
                <p:nvPr/>
              </p:nvSpPr>
              <p:spPr bwMode="gray">
                <a:xfrm rot="16200000">
                  <a:off x="7793538" y="359963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485" name="Freeform 829"/>
              <p:cNvSpPr>
                <a:spLocks/>
              </p:cNvSpPr>
              <p:nvPr/>
            </p:nvSpPr>
            <p:spPr bwMode="gray">
              <a:xfrm>
                <a:off x="4949032" y="6563121"/>
                <a:ext cx="390811" cy="32280"/>
              </a:xfrm>
              <a:custGeom>
                <a:avLst/>
                <a:gdLst/>
                <a:ahLst/>
                <a:cxnLst>
                  <a:cxn ang="0">
                    <a:pos x="230" y="10"/>
                  </a:cxn>
                  <a:cxn ang="0">
                    <a:pos x="230" y="10"/>
                  </a:cxn>
                  <a:cxn ang="0">
                    <a:pos x="228" y="16"/>
                  </a:cxn>
                  <a:cxn ang="0">
                    <a:pos x="226" y="18"/>
                  </a:cxn>
                  <a:cxn ang="0">
                    <a:pos x="224" y="18"/>
                  </a:cxn>
                  <a:cxn ang="0">
                    <a:pos x="6" y="18"/>
                  </a:cxn>
                  <a:cxn ang="0">
                    <a:pos x="6" y="18"/>
                  </a:cxn>
                  <a:cxn ang="0">
                    <a:pos x="4" y="18"/>
                  </a:cxn>
                  <a:cxn ang="0">
                    <a:pos x="2" y="16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2" y="4"/>
                  </a:cxn>
                  <a:cxn ang="0">
                    <a:pos x="4" y="2"/>
                  </a:cxn>
                  <a:cxn ang="0">
                    <a:pos x="6" y="0"/>
                  </a:cxn>
                  <a:cxn ang="0">
                    <a:pos x="224" y="0"/>
                  </a:cxn>
                  <a:cxn ang="0">
                    <a:pos x="224" y="0"/>
                  </a:cxn>
                  <a:cxn ang="0">
                    <a:pos x="226" y="2"/>
                  </a:cxn>
                  <a:cxn ang="0">
                    <a:pos x="228" y="4"/>
                  </a:cxn>
                  <a:cxn ang="0">
                    <a:pos x="230" y="10"/>
                  </a:cxn>
                  <a:cxn ang="0">
                    <a:pos x="230" y="10"/>
                  </a:cxn>
                </a:cxnLst>
                <a:rect l="0" t="0" r="r" b="b"/>
                <a:pathLst>
                  <a:path w="230" h="18">
                    <a:moveTo>
                      <a:pt x="230" y="10"/>
                    </a:moveTo>
                    <a:lnTo>
                      <a:pt x="230" y="10"/>
                    </a:lnTo>
                    <a:lnTo>
                      <a:pt x="228" y="16"/>
                    </a:lnTo>
                    <a:lnTo>
                      <a:pt x="226" y="18"/>
                    </a:lnTo>
                    <a:lnTo>
                      <a:pt x="224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4" y="18"/>
                    </a:lnTo>
                    <a:lnTo>
                      <a:pt x="2" y="1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226" y="2"/>
                    </a:lnTo>
                    <a:lnTo>
                      <a:pt x="228" y="4"/>
                    </a:lnTo>
                    <a:lnTo>
                      <a:pt x="230" y="10"/>
                    </a:lnTo>
                    <a:lnTo>
                      <a:pt x="230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6722" tIns="48361" rIns="96722" bIns="48361" numCol="1" anchor="t" anchorCtr="0" compatLnSpc="1">
                <a:prstTxWarp prst="textNoShape">
                  <a:avLst/>
                </a:prstTxWarp>
              </a:bodyPr>
              <a:lstStyle/>
              <a:p>
                <a:pPr defTabSz="967543">
                  <a:defRPr/>
                </a:pPr>
                <a:endParaRPr lang="zh-CN" altLang="en-US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grpSp>
            <p:nvGrpSpPr>
              <p:cNvPr id="486" name="组合 142"/>
              <p:cNvGrpSpPr/>
              <p:nvPr/>
            </p:nvGrpSpPr>
            <p:grpSpPr bwMode="gray">
              <a:xfrm rot="5400000">
                <a:off x="5070136" y="6315661"/>
                <a:ext cx="148964" cy="326412"/>
                <a:chOff x="7570338" y="549825"/>
                <a:chExt cx="144001" cy="248262"/>
              </a:xfrm>
              <a:grpFill/>
            </p:grpSpPr>
            <p:sp>
              <p:nvSpPr>
                <p:cNvPr id="496" name="Freeform 830"/>
                <p:cNvSpPr>
                  <a:spLocks/>
                </p:cNvSpPr>
                <p:nvPr/>
              </p:nvSpPr>
              <p:spPr bwMode="gray">
                <a:xfrm rot="16200000">
                  <a:off x="7618938" y="702687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97" name="Freeform 832"/>
                <p:cNvSpPr>
                  <a:spLocks/>
                </p:cNvSpPr>
                <p:nvPr/>
              </p:nvSpPr>
              <p:spPr bwMode="gray">
                <a:xfrm rot="16200000">
                  <a:off x="7618939" y="603249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98" name="Freeform 834"/>
                <p:cNvSpPr>
                  <a:spLocks/>
                </p:cNvSpPr>
                <p:nvPr/>
              </p:nvSpPr>
              <p:spPr bwMode="gray">
                <a:xfrm rot="16200000">
                  <a:off x="7618938" y="501225"/>
                  <a:ext cx="46800" cy="144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487" name="Freeform 829"/>
              <p:cNvSpPr>
                <a:spLocks/>
              </p:cNvSpPr>
              <p:nvPr/>
            </p:nvSpPr>
            <p:spPr bwMode="gray">
              <a:xfrm>
                <a:off x="4951951" y="6362336"/>
                <a:ext cx="390811" cy="32280"/>
              </a:xfrm>
              <a:custGeom>
                <a:avLst/>
                <a:gdLst/>
                <a:ahLst/>
                <a:cxnLst>
                  <a:cxn ang="0">
                    <a:pos x="230" y="10"/>
                  </a:cxn>
                  <a:cxn ang="0">
                    <a:pos x="230" y="10"/>
                  </a:cxn>
                  <a:cxn ang="0">
                    <a:pos x="228" y="16"/>
                  </a:cxn>
                  <a:cxn ang="0">
                    <a:pos x="226" y="18"/>
                  </a:cxn>
                  <a:cxn ang="0">
                    <a:pos x="224" y="18"/>
                  </a:cxn>
                  <a:cxn ang="0">
                    <a:pos x="6" y="18"/>
                  </a:cxn>
                  <a:cxn ang="0">
                    <a:pos x="6" y="18"/>
                  </a:cxn>
                  <a:cxn ang="0">
                    <a:pos x="4" y="18"/>
                  </a:cxn>
                  <a:cxn ang="0">
                    <a:pos x="2" y="16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0" y="10"/>
                  </a:cxn>
                  <a:cxn ang="0">
                    <a:pos x="2" y="4"/>
                  </a:cxn>
                  <a:cxn ang="0">
                    <a:pos x="4" y="2"/>
                  </a:cxn>
                  <a:cxn ang="0">
                    <a:pos x="6" y="0"/>
                  </a:cxn>
                  <a:cxn ang="0">
                    <a:pos x="224" y="0"/>
                  </a:cxn>
                  <a:cxn ang="0">
                    <a:pos x="224" y="0"/>
                  </a:cxn>
                  <a:cxn ang="0">
                    <a:pos x="226" y="2"/>
                  </a:cxn>
                  <a:cxn ang="0">
                    <a:pos x="228" y="4"/>
                  </a:cxn>
                  <a:cxn ang="0">
                    <a:pos x="230" y="10"/>
                  </a:cxn>
                  <a:cxn ang="0">
                    <a:pos x="230" y="10"/>
                  </a:cxn>
                </a:cxnLst>
                <a:rect l="0" t="0" r="r" b="b"/>
                <a:pathLst>
                  <a:path w="230" h="18">
                    <a:moveTo>
                      <a:pt x="230" y="10"/>
                    </a:moveTo>
                    <a:lnTo>
                      <a:pt x="230" y="10"/>
                    </a:lnTo>
                    <a:lnTo>
                      <a:pt x="228" y="16"/>
                    </a:lnTo>
                    <a:lnTo>
                      <a:pt x="226" y="18"/>
                    </a:lnTo>
                    <a:lnTo>
                      <a:pt x="224" y="18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4" y="18"/>
                    </a:lnTo>
                    <a:lnTo>
                      <a:pt x="2" y="1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4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226" y="2"/>
                    </a:lnTo>
                    <a:lnTo>
                      <a:pt x="228" y="4"/>
                    </a:lnTo>
                    <a:lnTo>
                      <a:pt x="230" y="10"/>
                    </a:lnTo>
                    <a:lnTo>
                      <a:pt x="230" y="1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6722" tIns="48361" rIns="96722" bIns="48361" numCol="1" anchor="t" anchorCtr="0" compatLnSpc="1">
                <a:prstTxWarp prst="textNoShape">
                  <a:avLst/>
                </a:prstTxWarp>
              </a:bodyPr>
              <a:lstStyle/>
              <a:p>
                <a:pPr defTabSz="967543">
                  <a:defRPr/>
                </a:pPr>
                <a:endParaRPr lang="zh-CN" altLang="en-US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grpSp>
            <p:nvGrpSpPr>
              <p:cNvPr id="488" name="组合 137"/>
              <p:cNvGrpSpPr/>
              <p:nvPr/>
            </p:nvGrpSpPr>
            <p:grpSpPr bwMode="gray">
              <a:xfrm rot="5400000">
                <a:off x="5125997" y="6170738"/>
                <a:ext cx="37241" cy="326412"/>
                <a:chOff x="7798938" y="354563"/>
                <a:chExt cx="36001" cy="248262"/>
              </a:xfrm>
              <a:grpFill/>
            </p:grpSpPr>
            <p:sp>
              <p:nvSpPr>
                <p:cNvPr id="493" name="Freeform 830"/>
                <p:cNvSpPr>
                  <a:spLocks/>
                </p:cNvSpPr>
                <p:nvPr/>
              </p:nvSpPr>
              <p:spPr bwMode="gray">
                <a:xfrm rot="16200000">
                  <a:off x="7793538" y="561425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94" name="Freeform 832"/>
                <p:cNvSpPr>
                  <a:spLocks/>
                </p:cNvSpPr>
                <p:nvPr/>
              </p:nvSpPr>
              <p:spPr bwMode="gray">
                <a:xfrm rot="16200000">
                  <a:off x="7793539" y="461987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95" name="Freeform 834"/>
                <p:cNvSpPr>
                  <a:spLocks/>
                </p:cNvSpPr>
                <p:nvPr/>
              </p:nvSpPr>
              <p:spPr bwMode="gray">
                <a:xfrm rot="16200000">
                  <a:off x="7793538" y="359963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  <p:grpSp>
            <p:nvGrpSpPr>
              <p:cNvPr id="489" name="组合 138"/>
              <p:cNvGrpSpPr/>
              <p:nvPr/>
            </p:nvGrpSpPr>
            <p:grpSpPr bwMode="gray">
              <a:xfrm rot="5400000">
                <a:off x="5125997" y="6460586"/>
                <a:ext cx="37241" cy="326412"/>
                <a:chOff x="7798938" y="354563"/>
                <a:chExt cx="36001" cy="248262"/>
              </a:xfrm>
              <a:grpFill/>
            </p:grpSpPr>
            <p:sp>
              <p:nvSpPr>
                <p:cNvPr id="490" name="Freeform 830"/>
                <p:cNvSpPr>
                  <a:spLocks/>
                </p:cNvSpPr>
                <p:nvPr/>
              </p:nvSpPr>
              <p:spPr bwMode="gray">
                <a:xfrm rot="16200000">
                  <a:off x="7793538" y="561425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120"/>
                    </a:cxn>
                    <a:cxn ang="0">
                      <a:pos x="38" y="120"/>
                    </a:cxn>
                    <a:cxn ang="0">
                      <a:pos x="36" y="122"/>
                    </a:cxn>
                    <a:cxn ang="0">
                      <a:pos x="34" y="124"/>
                    </a:cxn>
                    <a:cxn ang="0">
                      <a:pos x="30" y="126"/>
                    </a:cxn>
                    <a:cxn ang="0">
                      <a:pos x="8" y="126"/>
                    </a:cxn>
                    <a:cxn ang="0">
                      <a:pos x="8" y="126"/>
                    </a:cxn>
                    <a:cxn ang="0">
                      <a:pos x="4" y="124"/>
                    </a:cxn>
                    <a:cxn ang="0">
                      <a:pos x="2" y="122"/>
                    </a:cxn>
                    <a:cxn ang="0">
                      <a:pos x="0" y="12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4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4" y="2"/>
                    </a:cxn>
                    <a:cxn ang="0">
                      <a:pos x="36" y="4"/>
                    </a:cxn>
                    <a:cxn ang="0">
                      <a:pos x="38" y="6"/>
                    </a:cxn>
                    <a:cxn ang="0">
                      <a:pos x="38" y="120"/>
                    </a:cxn>
                  </a:cxnLst>
                  <a:rect l="0" t="0" r="r" b="b"/>
                  <a:pathLst>
                    <a:path w="38" h="126">
                      <a:moveTo>
                        <a:pt x="38" y="120"/>
                      </a:moveTo>
                      <a:lnTo>
                        <a:pt x="38" y="120"/>
                      </a:lnTo>
                      <a:lnTo>
                        <a:pt x="36" y="122"/>
                      </a:lnTo>
                      <a:lnTo>
                        <a:pt x="34" y="124"/>
                      </a:lnTo>
                      <a:lnTo>
                        <a:pt x="30" y="126"/>
                      </a:lnTo>
                      <a:lnTo>
                        <a:pt x="8" y="126"/>
                      </a:lnTo>
                      <a:lnTo>
                        <a:pt x="8" y="126"/>
                      </a:lnTo>
                      <a:lnTo>
                        <a:pt x="4" y="124"/>
                      </a:lnTo>
                      <a:lnTo>
                        <a:pt x="2" y="122"/>
                      </a:lnTo>
                      <a:lnTo>
                        <a:pt x="0" y="12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4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4" y="2"/>
                      </a:lnTo>
                      <a:lnTo>
                        <a:pt x="36" y="4"/>
                      </a:lnTo>
                      <a:lnTo>
                        <a:pt x="38" y="6"/>
                      </a:lnTo>
                      <a:lnTo>
                        <a:pt x="38" y="12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91" name="Freeform 832"/>
                <p:cNvSpPr>
                  <a:spLocks/>
                </p:cNvSpPr>
                <p:nvPr/>
              </p:nvSpPr>
              <p:spPr bwMode="gray">
                <a:xfrm rot="16200000">
                  <a:off x="7793539" y="461987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8" y="90"/>
                    </a:cxn>
                    <a:cxn ang="0">
                      <a:pos x="38" y="90"/>
                    </a:cxn>
                    <a:cxn ang="0">
                      <a:pos x="36" y="94"/>
                    </a:cxn>
                    <a:cxn ang="0">
                      <a:pos x="30" y="94"/>
                    </a:cxn>
                    <a:cxn ang="0">
                      <a:pos x="8" y="94"/>
                    </a:cxn>
                    <a:cxn ang="0">
                      <a:pos x="8" y="94"/>
                    </a:cxn>
                    <a:cxn ang="0">
                      <a:pos x="4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4" y="2"/>
                    </a:cxn>
                    <a:cxn ang="0">
                      <a:pos x="8" y="0"/>
                    </a:cxn>
                    <a:cxn ang="0">
                      <a:pos x="30" y="0"/>
                    </a:cxn>
                    <a:cxn ang="0">
                      <a:pos x="30" y="0"/>
                    </a:cxn>
                    <a:cxn ang="0">
                      <a:pos x="36" y="2"/>
                    </a:cxn>
                    <a:cxn ang="0">
                      <a:pos x="38" y="6"/>
                    </a:cxn>
                    <a:cxn ang="0">
                      <a:pos x="38" y="90"/>
                    </a:cxn>
                  </a:cxnLst>
                  <a:rect l="0" t="0" r="r" b="b"/>
                  <a:pathLst>
                    <a:path w="38" h="94">
                      <a:moveTo>
                        <a:pt x="38" y="90"/>
                      </a:moveTo>
                      <a:lnTo>
                        <a:pt x="38" y="90"/>
                      </a:lnTo>
                      <a:lnTo>
                        <a:pt x="36" y="94"/>
                      </a:lnTo>
                      <a:lnTo>
                        <a:pt x="30" y="94"/>
                      </a:lnTo>
                      <a:lnTo>
                        <a:pt x="8" y="94"/>
                      </a:lnTo>
                      <a:lnTo>
                        <a:pt x="8" y="94"/>
                      </a:lnTo>
                      <a:lnTo>
                        <a:pt x="4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4" y="2"/>
                      </a:lnTo>
                      <a:lnTo>
                        <a:pt x="8" y="0"/>
                      </a:lnTo>
                      <a:lnTo>
                        <a:pt x="30" y="0"/>
                      </a:lnTo>
                      <a:lnTo>
                        <a:pt x="30" y="0"/>
                      </a:lnTo>
                      <a:lnTo>
                        <a:pt x="36" y="2"/>
                      </a:lnTo>
                      <a:lnTo>
                        <a:pt x="38" y="6"/>
                      </a:lnTo>
                      <a:lnTo>
                        <a:pt x="38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92" name="Freeform 834"/>
                <p:cNvSpPr>
                  <a:spLocks/>
                </p:cNvSpPr>
                <p:nvPr/>
              </p:nvSpPr>
              <p:spPr bwMode="gray">
                <a:xfrm rot="16200000">
                  <a:off x="7793538" y="359963"/>
                  <a:ext cx="46800" cy="36000"/>
                </a:xfrm>
                <a:custGeom>
                  <a:avLst/>
                  <a:gdLst/>
                  <a:ahLst/>
                  <a:cxnLst>
                    <a:cxn ang="0">
                      <a:pos x="36" y="90"/>
                    </a:cxn>
                    <a:cxn ang="0">
                      <a:pos x="36" y="90"/>
                    </a:cxn>
                    <a:cxn ang="0">
                      <a:pos x="34" y="94"/>
                    </a:cxn>
                    <a:cxn ang="0">
                      <a:pos x="28" y="94"/>
                    </a:cxn>
                    <a:cxn ang="0">
                      <a:pos x="6" y="94"/>
                    </a:cxn>
                    <a:cxn ang="0">
                      <a:pos x="6" y="94"/>
                    </a:cxn>
                    <a:cxn ang="0">
                      <a:pos x="2" y="94"/>
                    </a:cxn>
                    <a:cxn ang="0">
                      <a:pos x="0" y="90"/>
                    </a:cxn>
                    <a:cxn ang="0">
                      <a:pos x="0" y="6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6" y="0"/>
                    </a:cxn>
                    <a:cxn ang="0">
                      <a:pos x="28" y="0"/>
                    </a:cxn>
                    <a:cxn ang="0">
                      <a:pos x="28" y="0"/>
                    </a:cxn>
                    <a:cxn ang="0">
                      <a:pos x="34" y="2"/>
                    </a:cxn>
                    <a:cxn ang="0">
                      <a:pos x="36" y="6"/>
                    </a:cxn>
                    <a:cxn ang="0">
                      <a:pos x="36" y="90"/>
                    </a:cxn>
                  </a:cxnLst>
                  <a:rect l="0" t="0" r="r" b="b"/>
                  <a:pathLst>
                    <a:path w="36" h="94">
                      <a:moveTo>
                        <a:pt x="36" y="90"/>
                      </a:moveTo>
                      <a:lnTo>
                        <a:pt x="36" y="90"/>
                      </a:lnTo>
                      <a:lnTo>
                        <a:pt x="34" y="94"/>
                      </a:lnTo>
                      <a:lnTo>
                        <a:pt x="28" y="94"/>
                      </a:lnTo>
                      <a:lnTo>
                        <a:pt x="6" y="94"/>
                      </a:lnTo>
                      <a:lnTo>
                        <a:pt x="6" y="94"/>
                      </a:lnTo>
                      <a:lnTo>
                        <a:pt x="2" y="94"/>
                      </a:lnTo>
                      <a:lnTo>
                        <a:pt x="0" y="90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6" y="0"/>
                      </a:lnTo>
                      <a:lnTo>
                        <a:pt x="28" y="0"/>
                      </a:lnTo>
                      <a:lnTo>
                        <a:pt x="28" y="0"/>
                      </a:lnTo>
                      <a:lnTo>
                        <a:pt x="34" y="2"/>
                      </a:lnTo>
                      <a:lnTo>
                        <a:pt x="36" y="6"/>
                      </a:lnTo>
                      <a:lnTo>
                        <a:pt x="36" y="9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6722" tIns="48361" rIns="96722" bIns="48361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67543">
                    <a:defRPr/>
                  </a:pPr>
                  <a:endParaRPr lang="zh-CN" altLang="en-US" kern="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Arial" pitchFamily="34" charset="0"/>
                    <a:sym typeface="Huawei Sans" panose="020C0503030203020204" pitchFamily="34" charset="0"/>
                  </a:endParaRPr>
                </a:p>
              </p:txBody>
            </p:sp>
          </p:grpSp>
        </p:grpSp>
        <p:pic>
          <p:nvPicPr>
            <p:cNvPr id="473" name="图片 472"/>
            <p:cNvPicPr>
              <a:picLocks noChangeAspect="1"/>
            </p:cNvPicPr>
            <p:nvPr/>
          </p:nvPicPr>
          <p:blipFill rotWithShape="1"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601" b="44601"/>
            <a:stretch/>
          </p:blipFill>
          <p:spPr bwMode="gray">
            <a:xfrm>
              <a:off x="2045292" y="4185543"/>
              <a:ext cx="784181" cy="84686"/>
            </a:xfrm>
            <a:prstGeom prst="rect">
              <a:avLst/>
            </a:prstGeom>
            <a:noFill/>
          </p:spPr>
        </p:pic>
        <p:pic>
          <p:nvPicPr>
            <p:cNvPr id="474" name="图片 473"/>
            <p:cNvPicPr>
              <a:picLocks noChangeAspect="1"/>
            </p:cNvPicPr>
            <p:nvPr/>
          </p:nvPicPr>
          <p:blipFill rotWithShape="1">
            <a:blip r:embed="rId8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892" b="42891"/>
            <a:stretch/>
          </p:blipFill>
          <p:spPr bwMode="gray">
            <a:xfrm>
              <a:off x="3139675" y="4172134"/>
              <a:ext cx="784181" cy="111504"/>
            </a:xfrm>
            <a:prstGeom prst="rect">
              <a:avLst/>
            </a:prstGeom>
            <a:noFill/>
          </p:spPr>
        </p:pic>
      </p:grpSp>
      <p:sp>
        <p:nvSpPr>
          <p:cNvPr id="691" name="矩形 690"/>
          <p:cNvSpPr/>
          <p:nvPr/>
        </p:nvSpPr>
        <p:spPr bwMode="gray">
          <a:xfrm>
            <a:off x="6243017" y="3373432"/>
            <a:ext cx="1415452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传统继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保</a:t>
            </a:r>
            <a:r>
              <a:rPr lang="en-US" altLang="zh-CN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 &gt; 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广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域继保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692" name="矩形 691"/>
          <p:cNvSpPr/>
          <p:nvPr/>
        </p:nvSpPr>
        <p:spPr bwMode="gray">
          <a:xfrm>
            <a:off x="6166073" y="4361295"/>
            <a:ext cx="1569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人工监测</a:t>
            </a:r>
            <a:r>
              <a:rPr lang="en-US" altLang="zh-CN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 &gt; 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超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视距监控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693" name="矩形 692"/>
          <p:cNvSpPr/>
          <p:nvPr/>
        </p:nvSpPr>
        <p:spPr bwMode="gray">
          <a:xfrm>
            <a:off x="6166073" y="5393142"/>
            <a:ext cx="1569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人工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巡检</a:t>
            </a:r>
            <a:r>
              <a:rPr lang="en-US" altLang="zh-CN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 &gt; 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无人机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巡检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696" name="矩形 695"/>
          <p:cNvSpPr/>
          <p:nvPr/>
        </p:nvSpPr>
        <p:spPr bwMode="gray">
          <a:xfrm>
            <a:off x="8265503" y="4970165"/>
            <a:ext cx="1558119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任意接入、</a:t>
            </a: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灵活</a:t>
            </a:r>
            <a:r>
              <a:rPr lang="zh-CN" altLang="en-US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联接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697" name="矩形 696"/>
          <p:cNvSpPr/>
          <p:nvPr/>
        </p:nvSpPr>
        <p:spPr bwMode="gray">
          <a:xfrm>
            <a:off x="8265503" y="2904004"/>
            <a:ext cx="1014701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时延 </a:t>
            </a:r>
            <a:r>
              <a:rPr lang="en-US" altLang="zh-CN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&lt; </a:t>
            </a:r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5 </a:t>
            </a:r>
            <a:r>
              <a:rPr lang="en-US" altLang="zh-CN" sz="1200" b="1" dirty="0" err="1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ms</a:t>
            </a:r>
            <a:endParaRPr lang="en-US" altLang="zh-CN" sz="12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698" name="矩形 697"/>
          <p:cNvSpPr/>
          <p:nvPr/>
        </p:nvSpPr>
        <p:spPr bwMode="gray">
          <a:xfrm>
            <a:off x="8265503" y="3900016"/>
            <a:ext cx="1381789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带宽 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&gt; </a:t>
            </a:r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100 Mbps</a:t>
            </a:r>
            <a:endParaRPr lang="en-US" altLang="zh-CN" sz="12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699" name="矩形 698"/>
          <p:cNvSpPr/>
          <p:nvPr/>
        </p:nvSpPr>
        <p:spPr bwMode="gray">
          <a:xfrm>
            <a:off x="9779284" y="2853068"/>
            <a:ext cx="9733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组播技术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700" name="矩形 699"/>
          <p:cNvSpPr/>
          <p:nvPr/>
        </p:nvSpPr>
        <p:spPr bwMode="gray">
          <a:xfrm>
            <a:off x="9779284" y="3864143"/>
            <a:ext cx="145905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时钟精度 </a:t>
            </a:r>
            <a:r>
              <a:rPr lang="en-US" altLang="zh-CN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&lt; </a:t>
            </a:r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3 us</a:t>
            </a:r>
            <a:endParaRPr lang="en-US" altLang="zh-CN" sz="12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196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椭圆 411"/>
          <p:cNvSpPr/>
          <p:nvPr/>
        </p:nvSpPr>
        <p:spPr bwMode="gray">
          <a:xfrm>
            <a:off x="1526989" y="2533745"/>
            <a:ext cx="1658551" cy="328162"/>
          </a:xfrm>
          <a:prstGeom prst="ellipse">
            <a:avLst/>
          </a:prstGeom>
          <a:noFill/>
          <a:ln w="38100">
            <a:gradFill>
              <a:gsLst>
                <a:gs pos="1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云时代广域网面临三大挑战</a:t>
            </a:r>
          </a:p>
        </p:txBody>
      </p:sp>
      <p:sp>
        <p:nvSpPr>
          <p:cNvPr id="30" name="矩形 29"/>
          <p:cNvSpPr/>
          <p:nvPr/>
        </p:nvSpPr>
        <p:spPr bwMode="gray">
          <a:xfrm>
            <a:off x="1029740" y="1288586"/>
            <a:ext cx="2666114" cy="6308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295">
              <a:spcAft>
                <a:spcPts val="600"/>
              </a:spcAft>
            </a:pPr>
            <a:r>
              <a:rPr lang="zh-CN" altLang="en-US" sz="1399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百万企业上云</a:t>
            </a:r>
            <a:endParaRPr lang="en-US" altLang="zh-CN" sz="1399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914295">
              <a:spcAft>
                <a:spcPts val="600"/>
              </a:spcAft>
            </a:pP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如何让网络像云一样敏捷？</a:t>
            </a:r>
            <a:endParaRPr lang="en-US" altLang="zh-CN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5" name="圆角矩形 334"/>
          <p:cNvSpPr/>
          <p:nvPr/>
        </p:nvSpPr>
        <p:spPr bwMode="gray">
          <a:xfrm>
            <a:off x="620955" y="2001520"/>
            <a:ext cx="3483685" cy="4052439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altLang="zh-CN" kern="0" dirty="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矩形 27"/>
          <p:cNvSpPr/>
          <p:nvPr/>
        </p:nvSpPr>
        <p:spPr bwMode="gray">
          <a:xfrm>
            <a:off x="4771758" y="1288586"/>
            <a:ext cx="2648482" cy="6308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295">
              <a:spcAft>
                <a:spcPts val="600"/>
              </a:spcAft>
            </a:pPr>
            <a:r>
              <a:rPr lang="zh-CN" altLang="en-US" sz="1399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承载</a:t>
            </a:r>
            <a:r>
              <a:rPr lang="zh-CN" altLang="en-US" sz="1399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生产业务</a:t>
            </a:r>
            <a:endParaRPr lang="en-US" altLang="zh-CN" sz="1399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 defTabSz="914295">
              <a:spcAft>
                <a:spcPts val="600"/>
              </a:spcAft>
            </a:pPr>
            <a:r>
              <a:rPr lang="en-US" altLang="zh-CN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是否能提供确定性</a:t>
            </a: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体验？</a:t>
            </a:r>
            <a:endParaRPr lang="en-US" altLang="zh-CN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7" name="圆角矩形 336"/>
          <p:cNvSpPr/>
          <p:nvPr/>
        </p:nvSpPr>
        <p:spPr bwMode="gray">
          <a:xfrm>
            <a:off x="4354157" y="2001520"/>
            <a:ext cx="3483685" cy="4052439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altLang="zh-CN" kern="0" dirty="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 bwMode="gray">
          <a:xfrm>
            <a:off x="8390346" y="1303975"/>
            <a:ext cx="2877711" cy="60003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4295">
              <a:spcAft>
                <a:spcPts val="600"/>
              </a:spcAft>
            </a:pPr>
            <a:r>
              <a:rPr lang="zh-CN" altLang="en-US" sz="1399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联接规模</a:t>
            </a:r>
            <a:r>
              <a:rPr lang="en-US" altLang="zh-CN" sz="1399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x100↑</a:t>
            </a:r>
          </a:p>
          <a:p>
            <a:pPr algn="ctr" defTabSz="914295">
              <a:spcAft>
                <a:spcPts val="600"/>
              </a:spcAft>
            </a:pP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如何让运维更简单、网络更可靠</a:t>
            </a:r>
            <a:r>
              <a:rPr lang="zh-CN" altLang="en-US" sz="14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？</a:t>
            </a:r>
            <a:endParaRPr lang="en-US" altLang="zh-CN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8" name="圆角矩形 337"/>
          <p:cNvSpPr/>
          <p:nvPr/>
        </p:nvSpPr>
        <p:spPr bwMode="gray">
          <a:xfrm>
            <a:off x="8087359" y="2001520"/>
            <a:ext cx="3483685" cy="4052439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altLang="zh-CN" kern="0" dirty="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3" name="Freeform 159"/>
          <p:cNvSpPr>
            <a:spLocks noChangeAspect="1"/>
          </p:cNvSpPr>
          <p:nvPr/>
        </p:nvSpPr>
        <p:spPr bwMode="gray">
          <a:xfrm flipH="1">
            <a:off x="1942356" y="2676868"/>
            <a:ext cx="827816" cy="43272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zh-CN" altLang="en-US" sz="14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公有云</a:t>
            </a:r>
            <a:endParaRPr 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4" name="Freeform 159"/>
          <p:cNvSpPr>
            <a:spLocks noChangeAspect="1"/>
          </p:cNvSpPr>
          <p:nvPr/>
        </p:nvSpPr>
        <p:spPr bwMode="gray">
          <a:xfrm flipH="1">
            <a:off x="1226690" y="2198450"/>
            <a:ext cx="827816" cy="43272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en-US" altLang="zh-CN" sz="14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DC1</a:t>
            </a:r>
            <a:endParaRPr 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5" name="Freeform 159"/>
          <p:cNvSpPr>
            <a:spLocks noChangeAspect="1"/>
          </p:cNvSpPr>
          <p:nvPr/>
        </p:nvSpPr>
        <p:spPr bwMode="gray">
          <a:xfrm flipH="1">
            <a:off x="2765985" y="2198450"/>
            <a:ext cx="827816" cy="43272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en-US" altLang="zh-CN" sz="14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DC2</a:t>
            </a:r>
            <a:endParaRPr lang="en-US" sz="14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72" name="组合 402"/>
          <p:cNvGrpSpPr>
            <a:grpSpLocks/>
          </p:cNvGrpSpPr>
          <p:nvPr/>
        </p:nvGrpSpPr>
        <p:grpSpPr bwMode="gray">
          <a:xfrm>
            <a:off x="1319054" y="4208062"/>
            <a:ext cx="406370" cy="423170"/>
            <a:chOff x="3167063" y="1717676"/>
            <a:chExt cx="490538" cy="511175"/>
          </a:xfrm>
          <a:solidFill>
            <a:schemeClr val="bg1">
              <a:lumMod val="50000"/>
            </a:schemeClr>
          </a:solidFill>
        </p:grpSpPr>
        <p:sp>
          <p:nvSpPr>
            <p:cNvPr id="373" name="Freeform 67"/>
            <p:cNvSpPr>
              <a:spLocks noEditPoints="1"/>
            </p:cNvSpPr>
            <p:nvPr/>
          </p:nvSpPr>
          <p:spPr bwMode="gray">
            <a:xfrm>
              <a:off x="3168650" y="1717676"/>
              <a:ext cx="487363" cy="182563"/>
            </a:xfrm>
            <a:custGeom>
              <a:avLst/>
              <a:gdLst>
                <a:gd name="T0" fmla="*/ 2147483646 w 348"/>
                <a:gd name="T1" fmla="*/ 2147483646 h 130"/>
                <a:gd name="T2" fmla="*/ 2147483646 w 348"/>
                <a:gd name="T3" fmla="*/ 2147483646 h 130"/>
                <a:gd name="T4" fmla="*/ 2147483646 w 348"/>
                <a:gd name="T5" fmla="*/ 2147483646 h 130"/>
                <a:gd name="T6" fmla="*/ 2147483646 w 348"/>
                <a:gd name="T7" fmla="*/ 2147483646 h 130"/>
                <a:gd name="T8" fmla="*/ 2147483646 w 348"/>
                <a:gd name="T9" fmla="*/ 2147483646 h 130"/>
                <a:gd name="T10" fmla="*/ 2147483646 w 348"/>
                <a:gd name="T11" fmla="*/ 2147483646 h 130"/>
                <a:gd name="T12" fmla="*/ 2147483646 w 348"/>
                <a:gd name="T13" fmla="*/ 2147483646 h 130"/>
                <a:gd name="T14" fmla="*/ 2147483646 w 348"/>
                <a:gd name="T15" fmla="*/ 2147483646 h 130"/>
                <a:gd name="T16" fmla="*/ 2147483646 w 348"/>
                <a:gd name="T17" fmla="*/ 2147483646 h 130"/>
                <a:gd name="T18" fmla="*/ 2147483646 w 348"/>
                <a:gd name="T19" fmla="*/ 2147483646 h 130"/>
                <a:gd name="T20" fmla="*/ 2147483646 w 348"/>
                <a:gd name="T21" fmla="*/ 2147483646 h 130"/>
                <a:gd name="T22" fmla="*/ 2147483646 w 348"/>
                <a:gd name="T23" fmla="*/ 2147483646 h 130"/>
                <a:gd name="T24" fmla="*/ 2147483646 w 348"/>
                <a:gd name="T25" fmla="*/ 2147483646 h 130"/>
                <a:gd name="T26" fmla="*/ 2147483646 w 348"/>
                <a:gd name="T27" fmla="*/ 2147483646 h 1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8"/>
                <a:gd name="T43" fmla="*/ 0 h 130"/>
                <a:gd name="T44" fmla="*/ 348 w 348"/>
                <a:gd name="T45" fmla="*/ 130 h 13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8" h="130">
                  <a:moveTo>
                    <a:pt x="10" y="130"/>
                  </a:moveTo>
                  <a:cubicBezTo>
                    <a:pt x="6" y="130"/>
                    <a:pt x="2" y="127"/>
                    <a:pt x="1" y="124"/>
                  </a:cubicBezTo>
                  <a:cubicBezTo>
                    <a:pt x="0" y="120"/>
                    <a:pt x="1" y="116"/>
                    <a:pt x="5" y="113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2" y="0"/>
                    <a:pt x="176" y="0"/>
                    <a:pt x="179" y="2"/>
                  </a:cubicBezTo>
                  <a:cubicBezTo>
                    <a:pt x="343" y="111"/>
                    <a:pt x="343" y="111"/>
                    <a:pt x="343" y="111"/>
                  </a:cubicBezTo>
                  <a:cubicBezTo>
                    <a:pt x="347" y="113"/>
                    <a:pt x="348" y="117"/>
                    <a:pt x="347" y="121"/>
                  </a:cubicBezTo>
                  <a:cubicBezTo>
                    <a:pt x="346" y="124"/>
                    <a:pt x="342" y="127"/>
                    <a:pt x="339" y="127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10" y="130"/>
                    <a:pt x="10" y="130"/>
                    <a:pt x="10" y="130"/>
                  </a:cubicBezTo>
                  <a:close/>
                  <a:moveTo>
                    <a:pt x="175" y="20"/>
                  </a:moveTo>
                  <a:cubicBezTo>
                    <a:pt x="39" y="112"/>
                    <a:pt x="39" y="112"/>
                    <a:pt x="39" y="112"/>
                  </a:cubicBezTo>
                  <a:cubicBezTo>
                    <a:pt x="309" y="109"/>
                    <a:pt x="309" y="109"/>
                    <a:pt x="309" y="109"/>
                  </a:cubicBezTo>
                  <a:lnTo>
                    <a:pt x="17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4" name="Oval 68"/>
            <p:cNvSpPr>
              <a:spLocks noChangeArrowheads="1"/>
            </p:cNvSpPr>
            <p:nvPr/>
          </p:nvSpPr>
          <p:spPr bwMode="gray">
            <a:xfrm>
              <a:off x="3527425" y="2171701"/>
              <a:ext cx="55563" cy="571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5" name="Oval 69"/>
            <p:cNvSpPr>
              <a:spLocks noChangeArrowheads="1"/>
            </p:cNvSpPr>
            <p:nvPr/>
          </p:nvSpPr>
          <p:spPr bwMode="gray">
            <a:xfrm>
              <a:off x="3440113" y="2171701"/>
              <a:ext cx="57150" cy="571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6" name="Freeform 70"/>
            <p:cNvSpPr>
              <a:spLocks/>
            </p:cNvSpPr>
            <p:nvPr/>
          </p:nvSpPr>
          <p:spPr bwMode="gray">
            <a:xfrm>
              <a:off x="3541713" y="2187576"/>
              <a:ext cx="115888" cy="25400"/>
            </a:xfrm>
            <a:custGeom>
              <a:avLst/>
              <a:gdLst>
                <a:gd name="T0" fmla="*/ 2147483646 w 82"/>
                <a:gd name="T1" fmla="*/ 2147483646 h 18"/>
                <a:gd name="T2" fmla="*/ 2147483646 w 82"/>
                <a:gd name="T3" fmla="*/ 2147483646 h 18"/>
                <a:gd name="T4" fmla="*/ 0 w 82"/>
                <a:gd name="T5" fmla="*/ 2147483646 h 18"/>
                <a:gd name="T6" fmla="*/ 2147483646 w 82"/>
                <a:gd name="T7" fmla="*/ 0 h 18"/>
                <a:gd name="T8" fmla="*/ 2147483646 w 82"/>
                <a:gd name="T9" fmla="*/ 0 h 18"/>
                <a:gd name="T10" fmla="*/ 2147483646 w 82"/>
                <a:gd name="T11" fmla="*/ 2147483646 h 18"/>
                <a:gd name="T12" fmla="*/ 2147483646 w 8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2"/>
                <a:gd name="T22" fmla="*/ 0 h 18"/>
                <a:gd name="T23" fmla="*/ 82 w 8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2" h="18">
                  <a:moveTo>
                    <a:pt x="7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8" y="0"/>
                    <a:pt x="82" y="4"/>
                    <a:pt x="82" y="9"/>
                  </a:cubicBezTo>
                  <a:cubicBezTo>
                    <a:pt x="82" y="14"/>
                    <a:pt x="78" y="18"/>
                    <a:pt x="7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7" name="Freeform 71"/>
            <p:cNvSpPr>
              <a:spLocks/>
            </p:cNvSpPr>
            <p:nvPr/>
          </p:nvSpPr>
          <p:spPr bwMode="gray">
            <a:xfrm>
              <a:off x="3167063" y="2187576"/>
              <a:ext cx="315913" cy="25400"/>
            </a:xfrm>
            <a:custGeom>
              <a:avLst/>
              <a:gdLst>
                <a:gd name="T0" fmla="*/ 2147483646 w 225"/>
                <a:gd name="T1" fmla="*/ 2147483646 h 18"/>
                <a:gd name="T2" fmla="*/ 2147483646 w 225"/>
                <a:gd name="T3" fmla="*/ 2147483646 h 18"/>
                <a:gd name="T4" fmla="*/ 0 w 225"/>
                <a:gd name="T5" fmla="*/ 2147483646 h 18"/>
                <a:gd name="T6" fmla="*/ 2147483646 w 225"/>
                <a:gd name="T7" fmla="*/ 0 h 18"/>
                <a:gd name="T8" fmla="*/ 2147483646 w 225"/>
                <a:gd name="T9" fmla="*/ 0 h 18"/>
                <a:gd name="T10" fmla="*/ 2147483646 w 225"/>
                <a:gd name="T11" fmla="*/ 2147483646 h 18"/>
                <a:gd name="T12" fmla="*/ 2147483646 w 225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5"/>
                <a:gd name="T22" fmla="*/ 0 h 18"/>
                <a:gd name="T23" fmla="*/ 225 w 225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5" h="18">
                  <a:moveTo>
                    <a:pt x="216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21" y="0"/>
                    <a:pt x="225" y="4"/>
                    <a:pt x="225" y="9"/>
                  </a:cubicBezTo>
                  <a:cubicBezTo>
                    <a:pt x="225" y="14"/>
                    <a:pt x="221" y="18"/>
                    <a:pt x="21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8" name="Freeform 72"/>
            <p:cNvSpPr>
              <a:spLocks/>
            </p:cNvSpPr>
            <p:nvPr/>
          </p:nvSpPr>
          <p:spPr bwMode="gray">
            <a:xfrm>
              <a:off x="3214688" y="2122489"/>
              <a:ext cx="395288" cy="23813"/>
            </a:xfrm>
            <a:custGeom>
              <a:avLst/>
              <a:gdLst>
                <a:gd name="T0" fmla="*/ 2147483646 w 282"/>
                <a:gd name="T1" fmla="*/ 2147483646 h 18"/>
                <a:gd name="T2" fmla="*/ 2147483646 w 282"/>
                <a:gd name="T3" fmla="*/ 2147483646 h 18"/>
                <a:gd name="T4" fmla="*/ 0 w 282"/>
                <a:gd name="T5" fmla="*/ 2147483646 h 18"/>
                <a:gd name="T6" fmla="*/ 2147483646 w 282"/>
                <a:gd name="T7" fmla="*/ 0 h 18"/>
                <a:gd name="T8" fmla="*/ 2147483646 w 282"/>
                <a:gd name="T9" fmla="*/ 0 h 18"/>
                <a:gd name="T10" fmla="*/ 2147483646 w 282"/>
                <a:gd name="T11" fmla="*/ 2147483646 h 18"/>
                <a:gd name="T12" fmla="*/ 2147483646 w 28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2"/>
                <a:gd name="T22" fmla="*/ 0 h 18"/>
                <a:gd name="T23" fmla="*/ 282 w 28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2" h="18">
                  <a:moveTo>
                    <a:pt x="27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8" y="0"/>
                    <a:pt x="282" y="4"/>
                    <a:pt x="282" y="9"/>
                  </a:cubicBezTo>
                  <a:cubicBezTo>
                    <a:pt x="282" y="14"/>
                    <a:pt x="278" y="18"/>
                    <a:pt x="27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9" name="Freeform 209"/>
            <p:cNvSpPr>
              <a:spLocks noEditPoints="1"/>
            </p:cNvSpPr>
            <p:nvPr/>
          </p:nvSpPr>
          <p:spPr bwMode="gray">
            <a:xfrm>
              <a:off x="3232150" y="1912938"/>
              <a:ext cx="101600" cy="187325"/>
            </a:xfrm>
            <a:custGeom>
              <a:avLst/>
              <a:gdLst>
                <a:gd name="T0" fmla="*/ 2147483646 w 73"/>
                <a:gd name="T1" fmla="*/ 2147483646 h 134"/>
                <a:gd name="T2" fmla="*/ 2147483646 w 73"/>
                <a:gd name="T3" fmla="*/ 2147483646 h 134"/>
                <a:gd name="T4" fmla="*/ 0 w 73"/>
                <a:gd name="T5" fmla="*/ 2147483646 h 134"/>
                <a:gd name="T6" fmla="*/ 0 w 73"/>
                <a:gd name="T7" fmla="*/ 2147483646 h 134"/>
                <a:gd name="T8" fmla="*/ 2147483646 w 73"/>
                <a:gd name="T9" fmla="*/ 0 h 134"/>
                <a:gd name="T10" fmla="*/ 2147483646 w 73"/>
                <a:gd name="T11" fmla="*/ 0 h 134"/>
                <a:gd name="T12" fmla="*/ 2147483646 w 73"/>
                <a:gd name="T13" fmla="*/ 2147483646 h 134"/>
                <a:gd name="T14" fmla="*/ 2147483646 w 73"/>
                <a:gd name="T15" fmla="*/ 2147483646 h 134"/>
                <a:gd name="T16" fmla="*/ 2147483646 w 73"/>
                <a:gd name="T17" fmla="*/ 2147483646 h 134"/>
                <a:gd name="T18" fmla="*/ 2147483646 w 73"/>
                <a:gd name="T19" fmla="*/ 2147483646 h 134"/>
                <a:gd name="T20" fmla="*/ 2147483646 w 73"/>
                <a:gd name="T21" fmla="*/ 2147483646 h 134"/>
                <a:gd name="T22" fmla="*/ 2147483646 w 73"/>
                <a:gd name="T23" fmla="*/ 2147483646 h 134"/>
                <a:gd name="T24" fmla="*/ 2147483646 w 73"/>
                <a:gd name="T25" fmla="*/ 2147483646 h 134"/>
                <a:gd name="T26" fmla="*/ 2147483646 w 73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3"/>
                <a:gd name="T43" fmla="*/ 0 h 134"/>
                <a:gd name="T44" fmla="*/ 73 w 73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3" h="134">
                  <a:moveTo>
                    <a:pt x="64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9" y="0"/>
                    <a:pt x="73" y="4"/>
                    <a:pt x="73" y="9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30"/>
                    <a:pt x="69" y="134"/>
                    <a:pt x="64" y="134"/>
                  </a:cubicBezTo>
                  <a:close/>
                  <a:moveTo>
                    <a:pt x="18" y="116"/>
                  </a:moveTo>
                  <a:cubicBezTo>
                    <a:pt x="55" y="116"/>
                    <a:pt x="55" y="116"/>
                    <a:pt x="55" y="116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0" name="Freeform 210"/>
            <p:cNvSpPr>
              <a:spLocks noEditPoints="1"/>
            </p:cNvSpPr>
            <p:nvPr/>
          </p:nvSpPr>
          <p:spPr bwMode="gray">
            <a:xfrm>
              <a:off x="3362325" y="1912938"/>
              <a:ext cx="100013" cy="187325"/>
            </a:xfrm>
            <a:custGeom>
              <a:avLst/>
              <a:gdLst>
                <a:gd name="T0" fmla="*/ 2147483646 w 72"/>
                <a:gd name="T1" fmla="*/ 2147483646 h 134"/>
                <a:gd name="T2" fmla="*/ 2147483646 w 72"/>
                <a:gd name="T3" fmla="*/ 2147483646 h 134"/>
                <a:gd name="T4" fmla="*/ 0 w 72"/>
                <a:gd name="T5" fmla="*/ 2147483646 h 134"/>
                <a:gd name="T6" fmla="*/ 0 w 72"/>
                <a:gd name="T7" fmla="*/ 2147483646 h 134"/>
                <a:gd name="T8" fmla="*/ 2147483646 w 72"/>
                <a:gd name="T9" fmla="*/ 0 h 134"/>
                <a:gd name="T10" fmla="*/ 2147483646 w 72"/>
                <a:gd name="T11" fmla="*/ 0 h 134"/>
                <a:gd name="T12" fmla="*/ 2147483646 w 72"/>
                <a:gd name="T13" fmla="*/ 2147483646 h 134"/>
                <a:gd name="T14" fmla="*/ 2147483646 w 72"/>
                <a:gd name="T15" fmla="*/ 2147483646 h 134"/>
                <a:gd name="T16" fmla="*/ 2147483646 w 72"/>
                <a:gd name="T17" fmla="*/ 2147483646 h 134"/>
                <a:gd name="T18" fmla="*/ 2147483646 w 72"/>
                <a:gd name="T19" fmla="*/ 2147483646 h 134"/>
                <a:gd name="T20" fmla="*/ 2147483646 w 72"/>
                <a:gd name="T21" fmla="*/ 2147483646 h 134"/>
                <a:gd name="T22" fmla="*/ 2147483646 w 72"/>
                <a:gd name="T23" fmla="*/ 2147483646 h 134"/>
                <a:gd name="T24" fmla="*/ 2147483646 w 72"/>
                <a:gd name="T25" fmla="*/ 2147483646 h 134"/>
                <a:gd name="T26" fmla="*/ 2147483646 w 72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2"/>
                <a:gd name="T43" fmla="*/ 0 h 134"/>
                <a:gd name="T44" fmla="*/ 72 w 72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2" h="134">
                  <a:moveTo>
                    <a:pt x="63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30"/>
                    <a:pt x="68" y="134"/>
                    <a:pt x="63" y="134"/>
                  </a:cubicBezTo>
                  <a:close/>
                  <a:moveTo>
                    <a:pt x="18" y="116"/>
                  </a:moveTo>
                  <a:cubicBezTo>
                    <a:pt x="54" y="116"/>
                    <a:pt x="54" y="116"/>
                    <a:pt x="54" y="116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1" name="Freeform 211"/>
            <p:cNvSpPr>
              <a:spLocks noEditPoints="1"/>
            </p:cNvSpPr>
            <p:nvPr/>
          </p:nvSpPr>
          <p:spPr bwMode="gray">
            <a:xfrm>
              <a:off x="3492500" y="1912938"/>
              <a:ext cx="100013" cy="187325"/>
            </a:xfrm>
            <a:custGeom>
              <a:avLst/>
              <a:gdLst>
                <a:gd name="T0" fmla="*/ 2147483646 w 72"/>
                <a:gd name="T1" fmla="*/ 2147483646 h 134"/>
                <a:gd name="T2" fmla="*/ 2147483646 w 72"/>
                <a:gd name="T3" fmla="*/ 2147483646 h 134"/>
                <a:gd name="T4" fmla="*/ 0 w 72"/>
                <a:gd name="T5" fmla="*/ 2147483646 h 134"/>
                <a:gd name="T6" fmla="*/ 0 w 72"/>
                <a:gd name="T7" fmla="*/ 2147483646 h 134"/>
                <a:gd name="T8" fmla="*/ 2147483646 w 72"/>
                <a:gd name="T9" fmla="*/ 0 h 134"/>
                <a:gd name="T10" fmla="*/ 2147483646 w 72"/>
                <a:gd name="T11" fmla="*/ 0 h 134"/>
                <a:gd name="T12" fmla="*/ 2147483646 w 72"/>
                <a:gd name="T13" fmla="*/ 2147483646 h 134"/>
                <a:gd name="T14" fmla="*/ 2147483646 w 72"/>
                <a:gd name="T15" fmla="*/ 2147483646 h 134"/>
                <a:gd name="T16" fmla="*/ 2147483646 w 72"/>
                <a:gd name="T17" fmla="*/ 2147483646 h 134"/>
                <a:gd name="T18" fmla="*/ 2147483646 w 72"/>
                <a:gd name="T19" fmla="*/ 2147483646 h 134"/>
                <a:gd name="T20" fmla="*/ 2147483646 w 72"/>
                <a:gd name="T21" fmla="*/ 2147483646 h 134"/>
                <a:gd name="T22" fmla="*/ 2147483646 w 72"/>
                <a:gd name="T23" fmla="*/ 2147483646 h 134"/>
                <a:gd name="T24" fmla="*/ 2147483646 w 72"/>
                <a:gd name="T25" fmla="*/ 2147483646 h 134"/>
                <a:gd name="T26" fmla="*/ 2147483646 w 72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2"/>
                <a:gd name="T43" fmla="*/ 0 h 134"/>
                <a:gd name="T44" fmla="*/ 72 w 72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2" h="134">
                  <a:moveTo>
                    <a:pt x="63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30"/>
                    <a:pt x="68" y="134"/>
                    <a:pt x="63" y="134"/>
                  </a:cubicBezTo>
                  <a:close/>
                  <a:moveTo>
                    <a:pt x="18" y="116"/>
                  </a:moveTo>
                  <a:cubicBezTo>
                    <a:pt x="54" y="116"/>
                    <a:pt x="54" y="116"/>
                    <a:pt x="54" y="116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382" name="组合 402"/>
          <p:cNvGrpSpPr>
            <a:grpSpLocks/>
          </p:cNvGrpSpPr>
          <p:nvPr/>
        </p:nvGrpSpPr>
        <p:grpSpPr bwMode="gray">
          <a:xfrm>
            <a:off x="2153079" y="4208062"/>
            <a:ext cx="406370" cy="423170"/>
            <a:chOff x="3167063" y="1717676"/>
            <a:chExt cx="490538" cy="511175"/>
          </a:xfrm>
          <a:solidFill>
            <a:schemeClr val="bg1">
              <a:lumMod val="50000"/>
            </a:schemeClr>
          </a:solidFill>
        </p:grpSpPr>
        <p:sp>
          <p:nvSpPr>
            <p:cNvPr id="383" name="Freeform 67"/>
            <p:cNvSpPr>
              <a:spLocks noEditPoints="1"/>
            </p:cNvSpPr>
            <p:nvPr/>
          </p:nvSpPr>
          <p:spPr bwMode="gray">
            <a:xfrm>
              <a:off x="3168650" y="1717676"/>
              <a:ext cx="487363" cy="182563"/>
            </a:xfrm>
            <a:custGeom>
              <a:avLst/>
              <a:gdLst>
                <a:gd name="T0" fmla="*/ 2147483646 w 348"/>
                <a:gd name="T1" fmla="*/ 2147483646 h 130"/>
                <a:gd name="T2" fmla="*/ 2147483646 w 348"/>
                <a:gd name="T3" fmla="*/ 2147483646 h 130"/>
                <a:gd name="T4" fmla="*/ 2147483646 w 348"/>
                <a:gd name="T5" fmla="*/ 2147483646 h 130"/>
                <a:gd name="T6" fmla="*/ 2147483646 w 348"/>
                <a:gd name="T7" fmla="*/ 2147483646 h 130"/>
                <a:gd name="T8" fmla="*/ 2147483646 w 348"/>
                <a:gd name="T9" fmla="*/ 2147483646 h 130"/>
                <a:gd name="T10" fmla="*/ 2147483646 w 348"/>
                <a:gd name="T11" fmla="*/ 2147483646 h 130"/>
                <a:gd name="T12" fmla="*/ 2147483646 w 348"/>
                <a:gd name="T13" fmla="*/ 2147483646 h 130"/>
                <a:gd name="T14" fmla="*/ 2147483646 w 348"/>
                <a:gd name="T15" fmla="*/ 2147483646 h 130"/>
                <a:gd name="T16" fmla="*/ 2147483646 w 348"/>
                <a:gd name="T17" fmla="*/ 2147483646 h 130"/>
                <a:gd name="T18" fmla="*/ 2147483646 w 348"/>
                <a:gd name="T19" fmla="*/ 2147483646 h 130"/>
                <a:gd name="T20" fmla="*/ 2147483646 w 348"/>
                <a:gd name="T21" fmla="*/ 2147483646 h 130"/>
                <a:gd name="T22" fmla="*/ 2147483646 w 348"/>
                <a:gd name="T23" fmla="*/ 2147483646 h 130"/>
                <a:gd name="T24" fmla="*/ 2147483646 w 348"/>
                <a:gd name="T25" fmla="*/ 2147483646 h 130"/>
                <a:gd name="T26" fmla="*/ 2147483646 w 348"/>
                <a:gd name="T27" fmla="*/ 2147483646 h 1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8"/>
                <a:gd name="T43" fmla="*/ 0 h 130"/>
                <a:gd name="T44" fmla="*/ 348 w 348"/>
                <a:gd name="T45" fmla="*/ 130 h 13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8" h="130">
                  <a:moveTo>
                    <a:pt x="10" y="130"/>
                  </a:moveTo>
                  <a:cubicBezTo>
                    <a:pt x="6" y="130"/>
                    <a:pt x="2" y="127"/>
                    <a:pt x="1" y="124"/>
                  </a:cubicBezTo>
                  <a:cubicBezTo>
                    <a:pt x="0" y="120"/>
                    <a:pt x="1" y="116"/>
                    <a:pt x="5" y="113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2" y="0"/>
                    <a:pt x="176" y="0"/>
                    <a:pt x="179" y="2"/>
                  </a:cubicBezTo>
                  <a:cubicBezTo>
                    <a:pt x="343" y="111"/>
                    <a:pt x="343" y="111"/>
                    <a:pt x="343" y="111"/>
                  </a:cubicBezTo>
                  <a:cubicBezTo>
                    <a:pt x="347" y="113"/>
                    <a:pt x="348" y="117"/>
                    <a:pt x="347" y="121"/>
                  </a:cubicBezTo>
                  <a:cubicBezTo>
                    <a:pt x="346" y="124"/>
                    <a:pt x="342" y="127"/>
                    <a:pt x="339" y="127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10" y="130"/>
                    <a:pt x="10" y="130"/>
                    <a:pt x="10" y="130"/>
                  </a:cubicBezTo>
                  <a:close/>
                  <a:moveTo>
                    <a:pt x="175" y="20"/>
                  </a:moveTo>
                  <a:cubicBezTo>
                    <a:pt x="39" y="112"/>
                    <a:pt x="39" y="112"/>
                    <a:pt x="39" y="112"/>
                  </a:cubicBezTo>
                  <a:cubicBezTo>
                    <a:pt x="309" y="109"/>
                    <a:pt x="309" y="109"/>
                    <a:pt x="309" y="109"/>
                  </a:cubicBezTo>
                  <a:lnTo>
                    <a:pt x="17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4" name="Oval 68"/>
            <p:cNvSpPr>
              <a:spLocks noChangeArrowheads="1"/>
            </p:cNvSpPr>
            <p:nvPr/>
          </p:nvSpPr>
          <p:spPr bwMode="gray">
            <a:xfrm>
              <a:off x="3527425" y="2171701"/>
              <a:ext cx="55563" cy="571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5" name="Oval 69"/>
            <p:cNvSpPr>
              <a:spLocks noChangeArrowheads="1"/>
            </p:cNvSpPr>
            <p:nvPr/>
          </p:nvSpPr>
          <p:spPr bwMode="gray">
            <a:xfrm>
              <a:off x="3440113" y="2171701"/>
              <a:ext cx="57150" cy="571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6" name="Freeform 70"/>
            <p:cNvSpPr>
              <a:spLocks/>
            </p:cNvSpPr>
            <p:nvPr/>
          </p:nvSpPr>
          <p:spPr bwMode="gray">
            <a:xfrm>
              <a:off x="3541713" y="2187576"/>
              <a:ext cx="115888" cy="25400"/>
            </a:xfrm>
            <a:custGeom>
              <a:avLst/>
              <a:gdLst>
                <a:gd name="T0" fmla="*/ 2147483646 w 82"/>
                <a:gd name="T1" fmla="*/ 2147483646 h 18"/>
                <a:gd name="T2" fmla="*/ 2147483646 w 82"/>
                <a:gd name="T3" fmla="*/ 2147483646 h 18"/>
                <a:gd name="T4" fmla="*/ 0 w 82"/>
                <a:gd name="T5" fmla="*/ 2147483646 h 18"/>
                <a:gd name="T6" fmla="*/ 2147483646 w 82"/>
                <a:gd name="T7" fmla="*/ 0 h 18"/>
                <a:gd name="T8" fmla="*/ 2147483646 w 82"/>
                <a:gd name="T9" fmla="*/ 0 h 18"/>
                <a:gd name="T10" fmla="*/ 2147483646 w 82"/>
                <a:gd name="T11" fmla="*/ 2147483646 h 18"/>
                <a:gd name="T12" fmla="*/ 2147483646 w 8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2"/>
                <a:gd name="T22" fmla="*/ 0 h 18"/>
                <a:gd name="T23" fmla="*/ 82 w 8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2" h="18">
                  <a:moveTo>
                    <a:pt x="7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8" y="0"/>
                    <a:pt x="82" y="4"/>
                    <a:pt x="82" y="9"/>
                  </a:cubicBezTo>
                  <a:cubicBezTo>
                    <a:pt x="82" y="14"/>
                    <a:pt x="78" y="18"/>
                    <a:pt x="7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7" name="Freeform 71"/>
            <p:cNvSpPr>
              <a:spLocks/>
            </p:cNvSpPr>
            <p:nvPr/>
          </p:nvSpPr>
          <p:spPr bwMode="gray">
            <a:xfrm>
              <a:off x="3167063" y="2187576"/>
              <a:ext cx="315913" cy="25400"/>
            </a:xfrm>
            <a:custGeom>
              <a:avLst/>
              <a:gdLst>
                <a:gd name="T0" fmla="*/ 2147483646 w 225"/>
                <a:gd name="T1" fmla="*/ 2147483646 h 18"/>
                <a:gd name="T2" fmla="*/ 2147483646 w 225"/>
                <a:gd name="T3" fmla="*/ 2147483646 h 18"/>
                <a:gd name="T4" fmla="*/ 0 w 225"/>
                <a:gd name="T5" fmla="*/ 2147483646 h 18"/>
                <a:gd name="T6" fmla="*/ 2147483646 w 225"/>
                <a:gd name="T7" fmla="*/ 0 h 18"/>
                <a:gd name="T8" fmla="*/ 2147483646 w 225"/>
                <a:gd name="T9" fmla="*/ 0 h 18"/>
                <a:gd name="T10" fmla="*/ 2147483646 w 225"/>
                <a:gd name="T11" fmla="*/ 2147483646 h 18"/>
                <a:gd name="T12" fmla="*/ 2147483646 w 225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5"/>
                <a:gd name="T22" fmla="*/ 0 h 18"/>
                <a:gd name="T23" fmla="*/ 225 w 225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5" h="18">
                  <a:moveTo>
                    <a:pt x="216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21" y="0"/>
                    <a:pt x="225" y="4"/>
                    <a:pt x="225" y="9"/>
                  </a:cubicBezTo>
                  <a:cubicBezTo>
                    <a:pt x="225" y="14"/>
                    <a:pt x="221" y="18"/>
                    <a:pt x="21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8" name="Freeform 72"/>
            <p:cNvSpPr>
              <a:spLocks/>
            </p:cNvSpPr>
            <p:nvPr/>
          </p:nvSpPr>
          <p:spPr bwMode="gray">
            <a:xfrm>
              <a:off x="3214688" y="2122489"/>
              <a:ext cx="395288" cy="23813"/>
            </a:xfrm>
            <a:custGeom>
              <a:avLst/>
              <a:gdLst>
                <a:gd name="T0" fmla="*/ 2147483646 w 282"/>
                <a:gd name="T1" fmla="*/ 2147483646 h 18"/>
                <a:gd name="T2" fmla="*/ 2147483646 w 282"/>
                <a:gd name="T3" fmla="*/ 2147483646 h 18"/>
                <a:gd name="T4" fmla="*/ 0 w 282"/>
                <a:gd name="T5" fmla="*/ 2147483646 h 18"/>
                <a:gd name="T6" fmla="*/ 2147483646 w 282"/>
                <a:gd name="T7" fmla="*/ 0 h 18"/>
                <a:gd name="T8" fmla="*/ 2147483646 w 282"/>
                <a:gd name="T9" fmla="*/ 0 h 18"/>
                <a:gd name="T10" fmla="*/ 2147483646 w 282"/>
                <a:gd name="T11" fmla="*/ 2147483646 h 18"/>
                <a:gd name="T12" fmla="*/ 2147483646 w 28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2"/>
                <a:gd name="T22" fmla="*/ 0 h 18"/>
                <a:gd name="T23" fmla="*/ 282 w 28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2" h="18">
                  <a:moveTo>
                    <a:pt x="27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8" y="0"/>
                    <a:pt x="282" y="4"/>
                    <a:pt x="282" y="9"/>
                  </a:cubicBezTo>
                  <a:cubicBezTo>
                    <a:pt x="282" y="14"/>
                    <a:pt x="278" y="18"/>
                    <a:pt x="27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9" name="Freeform 209"/>
            <p:cNvSpPr>
              <a:spLocks noEditPoints="1"/>
            </p:cNvSpPr>
            <p:nvPr/>
          </p:nvSpPr>
          <p:spPr bwMode="gray">
            <a:xfrm>
              <a:off x="3232150" y="1912938"/>
              <a:ext cx="101600" cy="187325"/>
            </a:xfrm>
            <a:custGeom>
              <a:avLst/>
              <a:gdLst>
                <a:gd name="T0" fmla="*/ 2147483646 w 73"/>
                <a:gd name="T1" fmla="*/ 2147483646 h 134"/>
                <a:gd name="T2" fmla="*/ 2147483646 w 73"/>
                <a:gd name="T3" fmla="*/ 2147483646 h 134"/>
                <a:gd name="T4" fmla="*/ 0 w 73"/>
                <a:gd name="T5" fmla="*/ 2147483646 h 134"/>
                <a:gd name="T6" fmla="*/ 0 w 73"/>
                <a:gd name="T7" fmla="*/ 2147483646 h 134"/>
                <a:gd name="T8" fmla="*/ 2147483646 w 73"/>
                <a:gd name="T9" fmla="*/ 0 h 134"/>
                <a:gd name="T10" fmla="*/ 2147483646 w 73"/>
                <a:gd name="T11" fmla="*/ 0 h 134"/>
                <a:gd name="T12" fmla="*/ 2147483646 w 73"/>
                <a:gd name="T13" fmla="*/ 2147483646 h 134"/>
                <a:gd name="T14" fmla="*/ 2147483646 w 73"/>
                <a:gd name="T15" fmla="*/ 2147483646 h 134"/>
                <a:gd name="T16" fmla="*/ 2147483646 w 73"/>
                <a:gd name="T17" fmla="*/ 2147483646 h 134"/>
                <a:gd name="T18" fmla="*/ 2147483646 w 73"/>
                <a:gd name="T19" fmla="*/ 2147483646 h 134"/>
                <a:gd name="T20" fmla="*/ 2147483646 w 73"/>
                <a:gd name="T21" fmla="*/ 2147483646 h 134"/>
                <a:gd name="T22" fmla="*/ 2147483646 w 73"/>
                <a:gd name="T23" fmla="*/ 2147483646 h 134"/>
                <a:gd name="T24" fmla="*/ 2147483646 w 73"/>
                <a:gd name="T25" fmla="*/ 2147483646 h 134"/>
                <a:gd name="T26" fmla="*/ 2147483646 w 73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3"/>
                <a:gd name="T43" fmla="*/ 0 h 134"/>
                <a:gd name="T44" fmla="*/ 73 w 73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3" h="134">
                  <a:moveTo>
                    <a:pt x="64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9" y="0"/>
                    <a:pt x="73" y="4"/>
                    <a:pt x="73" y="9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30"/>
                    <a:pt x="69" y="134"/>
                    <a:pt x="64" y="134"/>
                  </a:cubicBezTo>
                  <a:close/>
                  <a:moveTo>
                    <a:pt x="18" y="116"/>
                  </a:moveTo>
                  <a:cubicBezTo>
                    <a:pt x="55" y="116"/>
                    <a:pt x="55" y="116"/>
                    <a:pt x="55" y="116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0" name="Freeform 210"/>
            <p:cNvSpPr>
              <a:spLocks noEditPoints="1"/>
            </p:cNvSpPr>
            <p:nvPr/>
          </p:nvSpPr>
          <p:spPr bwMode="gray">
            <a:xfrm>
              <a:off x="3362325" y="1912938"/>
              <a:ext cx="100013" cy="187325"/>
            </a:xfrm>
            <a:custGeom>
              <a:avLst/>
              <a:gdLst>
                <a:gd name="T0" fmla="*/ 2147483646 w 72"/>
                <a:gd name="T1" fmla="*/ 2147483646 h 134"/>
                <a:gd name="T2" fmla="*/ 2147483646 w 72"/>
                <a:gd name="T3" fmla="*/ 2147483646 h 134"/>
                <a:gd name="T4" fmla="*/ 0 w 72"/>
                <a:gd name="T5" fmla="*/ 2147483646 h 134"/>
                <a:gd name="T6" fmla="*/ 0 w 72"/>
                <a:gd name="T7" fmla="*/ 2147483646 h 134"/>
                <a:gd name="T8" fmla="*/ 2147483646 w 72"/>
                <a:gd name="T9" fmla="*/ 0 h 134"/>
                <a:gd name="T10" fmla="*/ 2147483646 w 72"/>
                <a:gd name="T11" fmla="*/ 0 h 134"/>
                <a:gd name="T12" fmla="*/ 2147483646 w 72"/>
                <a:gd name="T13" fmla="*/ 2147483646 h 134"/>
                <a:gd name="T14" fmla="*/ 2147483646 w 72"/>
                <a:gd name="T15" fmla="*/ 2147483646 h 134"/>
                <a:gd name="T16" fmla="*/ 2147483646 w 72"/>
                <a:gd name="T17" fmla="*/ 2147483646 h 134"/>
                <a:gd name="T18" fmla="*/ 2147483646 w 72"/>
                <a:gd name="T19" fmla="*/ 2147483646 h 134"/>
                <a:gd name="T20" fmla="*/ 2147483646 w 72"/>
                <a:gd name="T21" fmla="*/ 2147483646 h 134"/>
                <a:gd name="T22" fmla="*/ 2147483646 w 72"/>
                <a:gd name="T23" fmla="*/ 2147483646 h 134"/>
                <a:gd name="T24" fmla="*/ 2147483646 w 72"/>
                <a:gd name="T25" fmla="*/ 2147483646 h 134"/>
                <a:gd name="T26" fmla="*/ 2147483646 w 72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2"/>
                <a:gd name="T43" fmla="*/ 0 h 134"/>
                <a:gd name="T44" fmla="*/ 72 w 72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2" h="134">
                  <a:moveTo>
                    <a:pt x="63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30"/>
                    <a:pt x="68" y="134"/>
                    <a:pt x="63" y="134"/>
                  </a:cubicBezTo>
                  <a:close/>
                  <a:moveTo>
                    <a:pt x="18" y="116"/>
                  </a:moveTo>
                  <a:cubicBezTo>
                    <a:pt x="54" y="116"/>
                    <a:pt x="54" y="116"/>
                    <a:pt x="54" y="116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1" name="Freeform 211"/>
            <p:cNvSpPr>
              <a:spLocks noEditPoints="1"/>
            </p:cNvSpPr>
            <p:nvPr/>
          </p:nvSpPr>
          <p:spPr bwMode="gray">
            <a:xfrm>
              <a:off x="3492500" y="1912938"/>
              <a:ext cx="100013" cy="187325"/>
            </a:xfrm>
            <a:custGeom>
              <a:avLst/>
              <a:gdLst>
                <a:gd name="T0" fmla="*/ 2147483646 w 72"/>
                <a:gd name="T1" fmla="*/ 2147483646 h 134"/>
                <a:gd name="T2" fmla="*/ 2147483646 w 72"/>
                <a:gd name="T3" fmla="*/ 2147483646 h 134"/>
                <a:gd name="T4" fmla="*/ 0 w 72"/>
                <a:gd name="T5" fmla="*/ 2147483646 h 134"/>
                <a:gd name="T6" fmla="*/ 0 w 72"/>
                <a:gd name="T7" fmla="*/ 2147483646 h 134"/>
                <a:gd name="T8" fmla="*/ 2147483646 w 72"/>
                <a:gd name="T9" fmla="*/ 0 h 134"/>
                <a:gd name="T10" fmla="*/ 2147483646 w 72"/>
                <a:gd name="T11" fmla="*/ 0 h 134"/>
                <a:gd name="T12" fmla="*/ 2147483646 w 72"/>
                <a:gd name="T13" fmla="*/ 2147483646 h 134"/>
                <a:gd name="T14" fmla="*/ 2147483646 w 72"/>
                <a:gd name="T15" fmla="*/ 2147483646 h 134"/>
                <a:gd name="T16" fmla="*/ 2147483646 w 72"/>
                <a:gd name="T17" fmla="*/ 2147483646 h 134"/>
                <a:gd name="T18" fmla="*/ 2147483646 w 72"/>
                <a:gd name="T19" fmla="*/ 2147483646 h 134"/>
                <a:gd name="T20" fmla="*/ 2147483646 w 72"/>
                <a:gd name="T21" fmla="*/ 2147483646 h 134"/>
                <a:gd name="T22" fmla="*/ 2147483646 w 72"/>
                <a:gd name="T23" fmla="*/ 2147483646 h 134"/>
                <a:gd name="T24" fmla="*/ 2147483646 w 72"/>
                <a:gd name="T25" fmla="*/ 2147483646 h 134"/>
                <a:gd name="T26" fmla="*/ 2147483646 w 72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2"/>
                <a:gd name="T43" fmla="*/ 0 h 134"/>
                <a:gd name="T44" fmla="*/ 72 w 72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2" h="134">
                  <a:moveTo>
                    <a:pt x="63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30"/>
                    <a:pt x="68" y="134"/>
                    <a:pt x="63" y="134"/>
                  </a:cubicBezTo>
                  <a:close/>
                  <a:moveTo>
                    <a:pt x="18" y="116"/>
                  </a:moveTo>
                  <a:cubicBezTo>
                    <a:pt x="54" y="116"/>
                    <a:pt x="54" y="116"/>
                    <a:pt x="54" y="116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392" name="组合 402"/>
          <p:cNvGrpSpPr>
            <a:grpSpLocks/>
          </p:cNvGrpSpPr>
          <p:nvPr/>
        </p:nvGrpSpPr>
        <p:grpSpPr bwMode="gray">
          <a:xfrm>
            <a:off x="2987104" y="4208062"/>
            <a:ext cx="406370" cy="423170"/>
            <a:chOff x="3167063" y="1717676"/>
            <a:chExt cx="490538" cy="511175"/>
          </a:xfrm>
          <a:solidFill>
            <a:schemeClr val="bg1">
              <a:lumMod val="50000"/>
            </a:schemeClr>
          </a:solidFill>
        </p:grpSpPr>
        <p:sp>
          <p:nvSpPr>
            <p:cNvPr id="393" name="Freeform 67"/>
            <p:cNvSpPr>
              <a:spLocks noEditPoints="1"/>
            </p:cNvSpPr>
            <p:nvPr/>
          </p:nvSpPr>
          <p:spPr bwMode="gray">
            <a:xfrm>
              <a:off x="3168650" y="1717676"/>
              <a:ext cx="487363" cy="182563"/>
            </a:xfrm>
            <a:custGeom>
              <a:avLst/>
              <a:gdLst>
                <a:gd name="T0" fmla="*/ 2147483646 w 348"/>
                <a:gd name="T1" fmla="*/ 2147483646 h 130"/>
                <a:gd name="T2" fmla="*/ 2147483646 w 348"/>
                <a:gd name="T3" fmla="*/ 2147483646 h 130"/>
                <a:gd name="T4" fmla="*/ 2147483646 w 348"/>
                <a:gd name="T5" fmla="*/ 2147483646 h 130"/>
                <a:gd name="T6" fmla="*/ 2147483646 w 348"/>
                <a:gd name="T7" fmla="*/ 2147483646 h 130"/>
                <a:gd name="T8" fmla="*/ 2147483646 w 348"/>
                <a:gd name="T9" fmla="*/ 2147483646 h 130"/>
                <a:gd name="T10" fmla="*/ 2147483646 w 348"/>
                <a:gd name="T11" fmla="*/ 2147483646 h 130"/>
                <a:gd name="T12" fmla="*/ 2147483646 w 348"/>
                <a:gd name="T13" fmla="*/ 2147483646 h 130"/>
                <a:gd name="T14" fmla="*/ 2147483646 w 348"/>
                <a:gd name="T15" fmla="*/ 2147483646 h 130"/>
                <a:gd name="T16" fmla="*/ 2147483646 w 348"/>
                <a:gd name="T17" fmla="*/ 2147483646 h 130"/>
                <a:gd name="T18" fmla="*/ 2147483646 w 348"/>
                <a:gd name="T19" fmla="*/ 2147483646 h 130"/>
                <a:gd name="T20" fmla="*/ 2147483646 w 348"/>
                <a:gd name="T21" fmla="*/ 2147483646 h 130"/>
                <a:gd name="T22" fmla="*/ 2147483646 w 348"/>
                <a:gd name="T23" fmla="*/ 2147483646 h 130"/>
                <a:gd name="T24" fmla="*/ 2147483646 w 348"/>
                <a:gd name="T25" fmla="*/ 2147483646 h 130"/>
                <a:gd name="T26" fmla="*/ 2147483646 w 348"/>
                <a:gd name="T27" fmla="*/ 2147483646 h 1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8"/>
                <a:gd name="T43" fmla="*/ 0 h 130"/>
                <a:gd name="T44" fmla="*/ 348 w 348"/>
                <a:gd name="T45" fmla="*/ 130 h 13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8" h="130">
                  <a:moveTo>
                    <a:pt x="10" y="130"/>
                  </a:moveTo>
                  <a:cubicBezTo>
                    <a:pt x="6" y="130"/>
                    <a:pt x="2" y="127"/>
                    <a:pt x="1" y="124"/>
                  </a:cubicBezTo>
                  <a:cubicBezTo>
                    <a:pt x="0" y="120"/>
                    <a:pt x="1" y="116"/>
                    <a:pt x="5" y="113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2" y="0"/>
                    <a:pt x="176" y="0"/>
                    <a:pt x="179" y="2"/>
                  </a:cubicBezTo>
                  <a:cubicBezTo>
                    <a:pt x="343" y="111"/>
                    <a:pt x="343" y="111"/>
                    <a:pt x="343" y="111"/>
                  </a:cubicBezTo>
                  <a:cubicBezTo>
                    <a:pt x="347" y="113"/>
                    <a:pt x="348" y="117"/>
                    <a:pt x="347" y="121"/>
                  </a:cubicBezTo>
                  <a:cubicBezTo>
                    <a:pt x="346" y="124"/>
                    <a:pt x="342" y="127"/>
                    <a:pt x="339" y="127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10" y="130"/>
                    <a:pt x="10" y="130"/>
                    <a:pt x="10" y="130"/>
                  </a:cubicBezTo>
                  <a:close/>
                  <a:moveTo>
                    <a:pt x="175" y="20"/>
                  </a:moveTo>
                  <a:cubicBezTo>
                    <a:pt x="39" y="112"/>
                    <a:pt x="39" y="112"/>
                    <a:pt x="39" y="112"/>
                  </a:cubicBezTo>
                  <a:cubicBezTo>
                    <a:pt x="309" y="109"/>
                    <a:pt x="309" y="109"/>
                    <a:pt x="309" y="109"/>
                  </a:cubicBezTo>
                  <a:lnTo>
                    <a:pt x="17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4" name="Oval 68"/>
            <p:cNvSpPr>
              <a:spLocks noChangeArrowheads="1"/>
            </p:cNvSpPr>
            <p:nvPr/>
          </p:nvSpPr>
          <p:spPr bwMode="gray">
            <a:xfrm>
              <a:off x="3527425" y="2171701"/>
              <a:ext cx="55563" cy="571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5" name="Oval 69"/>
            <p:cNvSpPr>
              <a:spLocks noChangeArrowheads="1"/>
            </p:cNvSpPr>
            <p:nvPr/>
          </p:nvSpPr>
          <p:spPr bwMode="gray">
            <a:xfrm>
              <a:off x="3440113" y="2171701"/>
              <a:ext cx="57150" cy="571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6" name="Freeform 70"/>
            <p:cNvSpPr>
              <a:spLocks/>
            </p:cNvSpPr>
            <p:nvPr/>
          </p:nvSpPr>
          <p:spPr bwMode="gray">
            <a:xfrm>
              <a:off x="3541713" y="2187576"/>
              <a:ext cx="115888" cy="25400"/>
            </a:xfrm>
            <a:custGeom>
              <a:avLst/>
              <a:gdLst>
                <a:gd name="T0" fmla="*/ 2147483646 w 82"/>
                <a:gd name="T1" fmla="*/ 2147483646 h 18"/>
                <a:gd name="T2" fmla="*/ 2147483646 w 82"/>
                <a:gd name="T3" fmla="*/ 2147483646 h 18"/>
                <a:gd name="T4" fmla="*/ 0 w 82"/>
                <a:gd name="T5" fmla="*/ 2147483646 h 18"/>
                <a:gd name="T6" fmla="*/ 2147483646 w 82"/>
                <a:gd name="T7" fmla="*/ 0 h 18"/>
                <a:gd name="T8" fmla="*/ 2147483646 w 82"/>
                <a:gd name="T9" fmla="*/ 0 h 18"/>
                <a:gd name="T10" fmla="*/ 2147483646 w 82"/>
                <a:gd name="T11" fmla="*/ 2147483646 h 18"/>
                <a:gd name="T12" fmla="*/ 2147483646 w 8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2"/>
                <a:gd name="T22" fmla="*/ 0 h 18"/>
                <a:gd name="T23" fmla="*/ 82 w 8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2" h="18">
                  <a:moveTo>
                    <a:pt x="7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8" y="0"/>
                    <a:pt x="82" y="4"/>
                    <a:pt x="82" y="9"/>
                  </a:cubicBezTo>
                  <a:cubicBezTo>
                    <a:pt x="82" y="14"/>
                    <a:pt x="78" y="18"/>
                    <a:pt x="7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7" name="Freeform 71"/>
            <p:cNvSpPr>
              <a:spLocks/>
            </p:cNvSpPr>
            <p:nvPr/>
          </p:nvSpPr>
          <p:spPr bwMode="gray">
            <a:xfrm>
              <a:off x="3167063" y="2187576"/>
              <a:ext cx="315913" cy="25400"/>
            </a:xfrm>
            <a:custGeom>
              <a:avLst/>
              <a:gdLst>
                <a:gd name="T0" fmla="*/ 2147483646 w 225"/>
                <a:gd name="T1" fmla="*/ 2147483646 h 18"/>
                <a:gd name="T2" fmla="*/ 2147483646 w 225"/>
                <a:gd name="T3" fmla="*/ 2147483646 h 18"/>
                <a:gd name="T4" fmla="*/ 0 w 225"/>
                <a:gd name="T5" fmla="*/ 2147483646 h 18"/>
                <a:gd name="T6" fmla="*/ 2147483646 w 225"/>
                <a:gd name="T7" fmla="*/ 0 h 18"/>
                <a:gd name="T8" fmla="*/ 2147483646 w 225"/>
                <a:gd name="T9" fmla="*/ 0 h 18"/>
                <a:gd name="T10" fmla="*/ 2147483646 w 225"/>
                <a:gd name="T11" fmla="*/ 2147483646 h 18"/>
                <a:gd name="T12" fmla="*/ 2147483646 w 225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5"/>
                <a:gd name="T22" fmla="*/ 0 h 18"/>
                <a:gd name="T23" fmla="*/ 225 w 225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5" h="18">
                  <a:moveTo>
                    <a:pt x="216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21" y="0"/>
                    <a:pt x="225" y="4"/>
                    <a:pt x="225" y="9"/>
                  </a:cubicBezTo>
                  <a:cubicBezTo>
                    <a:pt x="225" y="14"/>
                    <a:pt x="221" y="18"/>
                    <a:pt x="21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8" name="Freeform 72"/>
            <p:cNvSpPr>
              <a:spLocks/>
            </p:cNvSpPr>
            <p:nvPr/>
          </p:nvSpPr>
          <p:spPr bwMode="gray">
            <a:xfrm>
              <a:off x="3214688" y="2122489"/>
              <a:ext cx="395288" cy="23813"/>
            </a:xfrm>
            <a:custGeom>
              <a:avLst/>
              <a:gdLst>
                <a:gd name="T0" fmla="*/ 2147483646 w 282"/>
                <a:gd name="T1" fmla="*/ 2147483646 h 18"/>
                <a:gd name="T2" fmla="*/ 2147483646 w 282"/>
                <a:gd name="T3" fmla="*/ 2147483646 h 18"/>
                <a:gd name="T4" fmla="*/ 0 w 282"/>
                <a:gd name="T5" fmla="*/ 2147483646 h 18"/>
                <a:gd name="T6" fmla="*/ 2147483646 w 282"/>
                <a:gd name="T7" fmla="*/ 0 h 18"/>
                <a:gd name="T8" fmla="*/ 2147483646 w 282"/>
                <a:gd name="T9" fmla="*/ 0 h 18"/>
                <a:gd name="T10" fmla="*/ 2147483646 w 282"/>
                <a:gd name="T11" fmla="*/ 2147483646 h 18"/>
                <a:gd name="T12" fmla="*/ 2147483646 w 28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2"/>
                <a:gd name="T22" fmla="*/ 0 h 18"/>
                <a:gd name="T23" fmla="*/ 282 w 28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2" h="18">
                  <a:moveTo>
                    <a:pt x="27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8" y="0"/>
                    <a:pt x="282" y="4"/>
                    <a:pt x="282" y="9"/>
                  </a:cubicBezTo>
                  <a:cubicBezTo>
                    <a:pt x="282" y="14"/>
                    <a:pt x="278" y="18"/>
                    <a:pt x="27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9" name="Freeform 209"/>
            <p:cNvSpPr>
              <a:spLocks noEditPoints="1"/>
            </p:cNvSpPr>
            <p:nvPr/>
          </p:nvSpPr>
          <p:spPr bwMode="gray">
            <a:xfrm>
              <a:off x="3232150" y="1912938"/>
              <a:ext cx="101600" cy="187325"/>
            </a:xfrm>
            <a:custGeom>
              <a:avLst/>
              <a:gdLst>
                <a:gd name="T0" fmla="*/ 2147483646 w 73"/>
                <a:gd name="T1" fmla="*/ 2147483646 h 134"/>
                <a:gd name="T2" fmla="*/ 2147483646 w 73"/>
                <a:gd name="T3" fmla="*/ 2147483646 h 134"/>
                <a:gd name="T4" fmla="*/ 0 w 73"/>
                <a:gd name="T5" fmla="*/ 2147483646 h 134"/>
                <a:gd name="T6" fmla="*/ 0 w 73"/>
                <a:gd name="T7" fmla="*/ 2147483646 h 134"/>
                <a:gd name="T8" fmla="*/ 2147483646 w 73"/>
                <a:gd name="T9" fmla="*/ 0 h 134"/>
                <a:gd name="T10" fmla="*/ 2147483646 w 73"/>
                <a:gd name="T11" fmla="*/ 0 h 134"/>
                <a:gd name="T12" fmla="*/ 2147483646 w 73"/>
                <a:gd name="T13" fmla="*/ 2147483646 h 134"/>
                <a:gd name="T14" fmla="*/ 2147483646 w 73"/>
                <a:gd name="T15" fmla="*/ 2147483646 h 134"/>
                <a:gd name="T16" fmla="*/ 2147483646 w 73"/>
                <a:gd name="T17" fmla="*/ 2147483646 h 134"/>
                <a:gd name="T18" fmla="*/ 2147483646 w 73"/>
                <a:gd name="T19" fmla="*/ 2147483646 h 134"/>
                <a:gd name="T20" fmla="*/ 2147483646 w 73"/>
                <a:gd name="T21" fmla="*/ 2147483646 h 134"/>
                <a:gd name="T22" fmla="*/ 2147483646 w 73"/>
                <a:gd name="T23" fmla="*/ 2147483646 h 134"/>
                <a:gd name="T24" fmla="*/ 2147483646 w 73"/>
                <a:gd name="T25" fmla="*/ 2147483646 h 134"/>
                <a:gd name="T26" fmla="*/ 2147483646 w 73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3"/>
                <a:gd name="T43" fmla="*/ 0 h 134"/>
                <a:gd name="T44" fmla="*/ 73 w 73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3" h="134">
                  <a:moveTo>
                    <a:pt x="64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9" y="0"/>
                    <a:pt x="73" y="4"/>
                    <a:pt x="73" y="9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30"/>
                    <a:pt x="69" y="134"/>
                    <a:pt x="64" y="134"/>
                  </a:cubicBezTo>
                  <a:close/>
                  <a:moveTo>
                    <a:pt x="18" y="116"/>
                  </a:moveTo>
                  <a:cubicBezTo>
                    <a:pt x="55" y="116"/>
                    <a:pt x="55" y="116"/>
                    <a:pt x="55" y="116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0" name="Freeform 210"/>
            <p:cNvSpPr>
              <a:spLocks noEditPoints="1"/>
            </p:cNvSpPr>
            <p:nvPr/>
          </p:nvSpPr>
          <p:spPr bwMode="gray">
            <a:xfrm>
              <a:off x="3362325" y="1912938"/>
              <a:ext cx="100013" cy="187325"/>
            </a:xfrm>
            <a:custGeom>
              <a:avLst/>
              <a:gdLst>
                <a:gd name="T0" fmla="*/ 2147483646 w 72"/>
                <a:gd name="T1" fmla="*/ 2147483646 h 134"/>
                <a:gd name="T2" fmla="*/ 2147483646 w 72"/>
                <a:gd name="T3" fmla="*/ 2147483646 h 134"/>
                <a:gd name="T4" fmla="*/ 0 w 72"/>
                <a:gd name="T5" fmla="*/ 2147483646 h 134"/>
                <a:gd name="T6" fmla="*/ 0 w 72"/>
                <a:gd name="T7" fmla="*/ 2147483646 h 134"/>
                <a:gd name="T8" fmla="*/ 2147483646 w 72"/>
                <a:gd name="T9" fmla="*/ 0 h 134"/>
                <a:gd name="T10" fmla="*/ 2147483646 w 72"/>
                <a:gd name="T11" fmla="*/ 0 h 134"/>
                <a:gd name="T12" fmla="*/ 2147483646 w 72"/>
                <a:gd name="T13" fmla="*/ 2147483646 h 134"/>
                <a:gd name="T14" fmla="*/ 2147483646 w 72"/>
                <a:gd name="T15" fmla="*/ 2147483646 h 134"/>
                <a:gd name="T16" fmla="*/ 2147483646 w 72"/>
                <a:gd name="T17" fmla="*/ 2147483646 h 134"/>
                <a:gd name="T18" fmla="*/ 2147483646 w 72"/>
                <a:gd name="T19" fmla="*/ 2147483646 h 134"/>
                <a:gd name="T20" fmla="*/ 2147483646 w 72"/>
                <a:gd name="T21" fmla="*/ 2147483646 h 134"/>
                <a:gd name="T22" fmla="*/ 2147483646 w 72"/>
                <a:gd name="T23" fmla="*/ 2147483646 h 134"/>
                <a:gd name="T24" fmla="*/ 2147483646 w 72"/>
                <a:gd name="T25" fmla="*/ 2147483646 h 134"/>
                <a:gd name="T26" fmla="*/ 2147483646 w 72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2"/>
                <a:gd name="T43" fmla="*/ 0 h 134"/>
                <a:gd name="T44" fmla="*/ 72 w 72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2" h="134">
                  <a:moveTo>
                    <a:pt x="63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30"/>
                    <a:pt x="68" y="134"/>
                    <a:pt x="63" y="134"/>
                  </a:cubicBezTo>
                  <a:close/>
                  <a:moveTo>
                    <a:pt x="18" y="116"/>
                  </a:moveTo>
                  <a:cubicBezTo>
                    <a:pt x="54" y="116"/>
                    <a:pt x="54" y="116"/>
                    <a:pt x="54" y="116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1" name="Freeform 211"/>
            <p:cNvSpPr>
              <a:spLocks noEditPoints="1"/>
            </p:cNvSpPr>
            <p:nvPr/>
          </p:nvSpPr>
          <p:spPr bwMode="gray">
            <a:xfrm>
              <a:off x="3492500" y="1912938"/>
              <a:ext cx="100013" cy="187325"/>
            </a:xfrm>
            <a:custGeom>
              <a:avLst/>
              <a:gdLst>
                <a:gd name="T0" fmla="*/ 2147483646 w 72"/>
                <a:gd name="T1" fmla="*/ 2147483646 h 134"/>
                <a:gd name="T2" fmla="*/ 2147483646 w 72"/>
                <a:gd name="T3" fmla="*/ 2147483646 h 134"/>
                <a:gd name="T4" fmla="*/ 0 w 72"/>
                <a:gd name="T5" fmla="*/ 2147483646 h 134"/>
                <a:gd name="T6" fmla="*/ 0 w 72"/>
                <a:gd name="T7" fmla="*/ 2147483646 h 134"/>
                <a:gd name="T8" fmla="*/ 2147483646 w 72"/>
                <a:gd name="T9" fmla="*/ 0 h 134"/>
                <a:gd name="T10" fmla="*/ 2147483646 w 72"/>
                <a:gd name="T11" fmla="*/ 0 h 134"/>
                <a:gd name="T12" fmla="*/ 2147483646 w 72"/>
                <a:gd name="T13" fmla="*/ 2147483646 h 134"/>
                <a:gd name="T14" fmla="*/ 2147483646 w 72"/>
                <a:gd name="T15" fmla="*/ 2147483646 h 134"/>
                <a:gd name="T16" fmla="*/ 2147483646 w 72"/>
                <a:gd name="T17" fmla="*/ 2147483646 h 134"/>
                <a:gd name="T18" fmla="*/ 2147483646 w 72"/>
                <a:gd name="T19" fmla="*/ 2147483646 h 134"/>
                <a:gd name="T20" fmla="*/ 2147483646 w 72"/>
                <a:gd name="T21" fmla="*/ 2147483646 h 134"/>
                <a:gd name="T22" fmla="*/ 2147483646 w 72"/>
                <a:gd name="T23" fmla="*/ 2147483646 h 134"/>
                <a:gd name="T24" fmla="*/ 2147483646 w 72"/>
                <a:gd name="T25" fmla="*/ 2147483646 h 134"/>
                <a:gd name="T26" fmla="*/ 2147483646 w 72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2"/>
                <a:gd name="T43" fmla="*/ 0 h 134"/>
                <a:gd name="T44" fmla="*/ 72 w 72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2" h="134">
                  <a:moveTo>
                    <a:pt x="63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30"/>
                    <a:pt x="68" y="134"/>
                    <a:pt x="63" y="134"/>
                  </a:cubicBezTo>
                  <a:close/>
                  <a:moveTo>
                    <a:pt x="18" y="116"/>
                  </a:moveTo>
                  <a:cubicBezTo>
                    <a:pt x="54" y="116"/>
                    <a:pt x="54" y="116"/>
                    <a:pt x="54" y="116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16" name="任意多边形 415"/>
          <p:cNvSpPr/>
          <p:nvPr/>
        </p:nvSpPr>
        <p:spPr bwMode="gray">
          <a:xfrm>
            <a:off x="1613126" y="3115350"/>
            <a:ext cx="652972" cy="1030331"/>
          </a:xfrm>
          <a:custGeom>
            <a:avLst/>
            <a:gdLst>
              <a:gd name="connsiteX0" fmla="*/ 1087120 w 1087120"/>
              <a:gd name="connsiteY0" fmla="*/ 0 h 2062480"/>
              <a:gd name="connsiteX1" fmla="*/ 1010920 w 1087120"/>
              <a:gd name="connsiteY1" fmla="*/ 0 h 2062480"/>
              <a:gd name="connsiteX2" fmla="*/ 0 w 1087120"/>
              <a:gd name="connsiteY2" fmla="*/ 2062480 h 2062480"/>
              <a:gd name="connsiteX3" fmla="*/ 106680 w 1087120"/>
              <a:gd name="connsiteY3" fmla="*/ 2062480 h 2062480"/>
              <a:gd name="connsiteX4" fmla="*/ 1087120 w 1087120"/>
              <a:gd name="connsiteY4" fmla="*/ 0 h 206248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183005 w 1183005"/>
              <a:gd name="connsiteY0" fmla="*/ 0 h 2067560"/>
              <a:gd name="connsiteX1" fmla="*/ 1127760 w 1183005"/>
              <a:gd name="connsiteY1" fmla="*/ 0 h 2067560"/>
              <a:gd name="connsiteX2" fmla="*/ 0 w 1183005"/>
              <a:gd name="connsiteY2" fmla="*/ 2067560 h 2067560"/>
              <a:gd name="connsiteX3" fmla="*/ 223520 w 1183005"/>
              <a:gd name="connsiteY3" fmla="*/ 2062480 h 2067560"/>
              <a:gd name="connsiteX4" fmla="*/ 1183005 w 1183005"/>
              <a:gd name="connsiteY4" fmla="*/ 0 h 2067560"/>
              <a:gd name="connsiteX0" fmla="*/ 1183005 w 1183005"/>
              <a:gd name="connsiteY0" fmla="*/ 0 h 2067560"/>
              <a:gd name="connsiteX1" fmla="*/ 1127760 w 1183005"/>
              <a:gd name="connsiteY1" fmla="*/ 0 h 2067560"/>
              <a:gd name="connsiteX2" fmla="*/ 0 w 1183005"/>
              <a:gd name="connsiteY2" fmla="*/ 2067560 h 2067560"/>
              <a:gd name="connsiteX3" fmla="*/ 223520 w 1183005"/>
              <a:gd name="connsiteY3" fmla="*/ 2062480 h 2067560"/>
              <a:gd name="connsiteX4" fmla="*/ 1183005 w 1183005"/>
              <a:gd name="connsiteY4" fmla="*/ 0 h 2067560"/>
              <a:gd name="connsiteX0" fmla="*/ 1256309 w 1256309"/>
              <a:gd name="connsiteY0" fmla="*/ 0 h 2062481"/>
              <a:gd name="connsiteX1" fmla="*/ 1201064 w 1256309"/>
              <a:gd name="connsiteY1" fmla="*/ 0 h 2062481"/>
              <a:gd name="connsiteX2" fmla="*/ 0 w 1256309"/>
              <a:gd name="connsiteY2" fmla="*/ 2042502 h 2062481"/>
              <a:gd name="connsiteX3" fmla="*/ 296824 w 1256309"/>
              <a:gd name="connsiteY3" fmla="*/ 2062480 h 2062481"/>
              <a:gd name="connsiteX4" fmla="*/ 1256309 w 1256309"/>
              <a:gd name="connsiteY4" fmla="*/ 0 h 2062481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6309" h="2258766">
                <a:moveTo>
                  <a:pt x="1256309" y="0"/>
                </a:moveTo>
                <a:lnTo>
                  <a:pt x="1201064" y="0"/>
                </a:lnTo>
                <a:cubicBezTo>
                  <a:pt x="930732" y="1032231"/>
                  <a:pt x="792480" y="1363475"/>
                  <a:pt x="0" y="2042502"/>
                </a:cubicBezTo>
                <a:lnTo>
                  <a:pt x="197865" y="2258766"/>
                </a:lnTo>
                <a:cubicBezTo>
                  <a:pt x="687238" y="1794793"/>
                  <a:pt x="1057009" y="1162520"/>
                  <a:pt x="1256309" y="0"/>
                </a:cubicBezTo>
                <a:close/>
              </a:path>
            </a:pathLst>
          </a:custGeom>
          <a:solidFill>
            <a:srgbClr val="ED6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7" name="椭圆 416"/>
          <p:cNvSpPr>
            <a:spLocks noChangeAspect="1"/>
          </p:cNvSpPr>
          <p:nvPr/>
        </p:nvSpPr>
        <p:spPr bwMode="gray">
          <a:xfrm>
            <a:off x="1587908" y="4010719"/>
            <a:ext cx="157660" cy="157660"/>
          </a:xfrm>
          <a:prstGeom prst="ellipse">
            <a:avLst/>
          </a:prstGeom>
          <a:solidFill>
            <a:srgbClr val="ED6D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9" name="任意多边形 418"/>
          <p:cNvSpPr/>
          <p:nvPr/>
        </p:nvSpPr>
        <p:spPr bwMode="gray">
          <a:xfrm flipH="1">
            <a:off x="2450406" y="3115350"/>
            <a:ext cx="652972" cy="1030331"/>
          </a:xfrm>
          <a:custGeom>
            <a:avLst/>
            <a:gdLst>
              <a:gd name="connsiteX0" fmla="*/ 1087120 w 1087120"/>
              <a:gd name="connsiteY0" fmla="*/ 0 h 2062480"/>
              <a:gd name="connsiteX1" fmla="*/ 1010920 w 1087120"/>
              <a:gd name="connsiteY1" fmla="*/ 0 h 2062480"/>
              <a:gd name="connsiteX2" fmla="*/ 0 w 1087120"/>
              <a:gd name="connsiteY2" fmla="*/ 2062480 h 2062480"/>
              <a:gd name="connsiteX3" fmla="*/ 106680 w 1087120"/>
              <a:gd name="connsiteY3" fmla="*/ 2062480 h 2062480"/>
              <a:gd name="connsiteX4" fmla="*/ 1087120 w 1087120"/>
              <a:gd name="connsiteY4" fmla="*/ 0 h 206248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183005 w 1183005"/>
              <a:gd name="connsiteY0" fmla="*/ 0 h 2067560"/>
              <a:gd name="connsiteX1" fmla="*/ 1127760 w 1183005"/>
              <a:gd name="connsiteY1" fmla="*/ 0 h 2067560"/>
              <a:gd name="connsiteX2" fmla="*/ 0 w 1183005"/>
              <a:gd name="connsiteY2" fmla="*/ 2067560 h 2067560"/>
              <a:gd name="connsiteX3" fmla="*/ 223520 w 1183005"/>
              <a:gd name="connsiteY3" fmla="*/ 2062480 h 2067560"/>
              <a:gd name="connsiteX4" fmla="*/ 1183005 w 1183005"/>
              <a:gd name="connsiteY4" fmla="*/ 0 h 2067560"/>
              <a:gd name="connsiteX0" fmla="*/ 1183005 w 1183005"/>
              <a:gd name="connsiteY0" fmla="*/ 0 h 2067560"/>
              <a:gd name="connsiteX1" fmla="*/ 1127760 w 1183005"/>
              <a:gd name="connsiteY1" fmla="*/ 0 h 2067560"/>
              <a:gd name="connsiteX2" fmla="*/ 0 w 1183005"/>
              <a:gd name="connsiteY2" fmla="*/ 2067560 h 2067560"/>
              <a:gd name="connsiteX3" fmla="*/ 223520 w 1183005"/>
              <a:gd name="connsiteY3" fmla="*/ 2062480 h 2067560"/>
              <a:gd name="connsiteX4" fmla="*/ 1183005 w 1183005"/>
              <a:gd name="connsiteY4" fmla="*/ 0 h 2067560"/>
              <a:gd name="connsiteX0" fmla="*/ 1256309 w 1256309"/>
              <a:gd name="connsiteY0" fmla="*/ 0 h 2062481"/>
              <a:gd name="connsiteX1" fmla="*/ 1201064 w 1256309"/>
              <a:gd name="connsiteY1" fmla="*/ 0 h 2062481"/>
              <a:gd name="connsiteX2" fmla="*/ 0 w 1256309"/>
              <a:gd name="connsiteY2" fmla="*/ 2042502 h 2062481"/>
              <a:gd name="connsiteX3" fmla="*/ 296824 w 1256309"/>
              <a:gd name="connsiteY3" fmla="*/ 2062480 h 2062481"/>
              <a:gd name="connsiteX4" fmla="*/ 1256309 w 1256309"/>
              <a:gd name="connsiteY4" fmla="*/ 0 h 2062481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6309" h="2258766">
                <a:moveTo>
                  <a:pt x="1256309" y="0"/>
                </a:moveTo>
                <a:lnTo>
                  <a:pt x="1201064" y="0"/>
                </a:lnTo>
                <a:cubicBezTo>
                  <a:pt x="930732" y="1032231"/>
                  <a:pt x="792480" y="1363475"/>
                  <a:pt x="0" y="2042502"/>
                </a:cubicBezTo>
                <a:lnTo>
                  <a:pt x="197865" y="2258766"/>
                </a:lnTo>
                <a:cubicBezTo>
                  <a:pt x="687238" y="1794793"/>
                  <a:pt x="1057009" y="1162520"/>
                  <a:pt x="1256309" y="0"/>
                </a:cubicBezTo>
                <a:close/>
              </a:path>
            </a:pathLst>
          </a:custGeom>
          <a:solidFill>
            <a:srgbClr val="ED6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1" name="椭圆 420"/>
          <p:cNvSpPr>
            <a:spLocks noChangeAspect="1"/>
          </p:cNvSpPr>
          <p:nvPr/>
        </p:nvSpPr>
        <p:spPr bwMode="gray">
          <a:xfrm>
            <a:off x="2967530" y="4010719"/>
            <a:ext cx="157660" cy="157660"/>
          </a:xfrm>
          <a:prstGeom prst="ellipse">
            <a:avLst/>
          </a:prstGeom>
          <a:solidFill>
            <a:srgbClr val="ED6D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2" name="任意多边形 421"/>
          <p:cNvSpPr/>
          <p:nvPr/>
        </p:nvSpPr>
        <p:spPr bwMode="gray">
          <a:xfrm flipH="1">
            <a:off x="2297692" y="3120102"/>
            <a:ext cx="137748" cy="1034553"/>
          </a:xfrm>
          <a:custGeom>
            <a:avLst/>
            <a:gdLst>
              <a:gd name="connsiteX0" fmla="*/ 1087120 w 1087120"/>
              <a:gd name="connsiteY0" fmla="*/ 0 h 2062480"/>
              <a:gd name="connsiteX1" fmla="*/ 1010920 w 1087120"/>
              <a:gd name="connsiteY1" fmla="*/ 0 h 2062480"/>
              <a:gd name="connsiteX2" fmla="*/ 0 w 1087120"/>
              <a:gd name="connsiteY2" fmla="*/ 2062480 h 2062480"/>
              <a:gd name="connsiteX3" fmla="*/ 106680 w 1087120"/>
              <a:gd name="connsiteY3" fmla="*/ 2062480 h 2062480"/>
              <a:gd name="connsiteX4" fmla="*/ 1087120 w 1087120"/>
              <a:gd name="connsiteY4" fmla="*/ 0 h 206248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203960 w 1203960"/>
              <a:gd name="connsiteY0" fmla="*/ 0 h 2067560"/>
              <a:gd name="connsiteX1" fmla="*/ 1127760 w 1203960"/>
              <a:gd name="connsiteY1" fmla="*/ 0 h 2067560"/>
              <a:gd name="connsiteX2" fmla="*/ 0 w 1203960"/>
              <a:gd name="connsiteY2" fmla="*/ 2067560 h 2067560"/>
              <a:gd name="connsiteX3" fmla="*/ 223520 w 1203960"/>
              <a:gd name="connsiteY3" fmla="*/ 2062480 h 2067560"/>
              <a:gd name="connsiteX4" fmla="*/ 1203960 w 1203960"/>
              <a:gd name="connsiteY4" fmla="*/ 0 h 2067560"/>
              <a:gd name="connsiteX0" fmla="*/ 1183005 w 1183005"/>
              <a:gd name="connsiteY0" fmla="*/ 0 h 2067560"/>
              <a:gd name="connsiteX1" fmla="*/ 1127760 w 1183005"/>
              <a:gd name="connsiteY1" fmla="*/ 0 h 2067560"/>
              <a:gd name="connsiteX2" fmla="*/ 0 w 1183005"/>
              <a:gd name="connsiteY2" fmla="*/ 2067560 h 2067560"/>
              <a:gd name="connsiteX3" fmla="*/ 223520 w 1183005"/>
              <a:gd name="connsiteY3" fmla="*/ 2062480 h 2067560"/>
              <a:gd name="connsiteX4" fmla="*/ 1183005 w 1183005"/>
              <a:gd name="connsiteY4" fmla="*/ 0 h 2067560"/>
              <a:gd name="connsiteX0" fmla="*/ 1183005 w 1183005"/>
              <a:gd name="connsiteY0" fmla="*/ 0 h 2067560"/>
              <a:gd name="connsiteX1" fmla="*/ 1127760 w 1183005"/>
              <a:gd name="connsiteY1" fmla="*/ 0 h 2067560"/>
              <a:gd name="connsiteX2" fmla="*/ 0 w 1183005"/>
              <a:gd name="connsiteY2" fmla="*/ 2067560 h 2067560"/>
              <a:gd name="connsiteX3" fmla="*/ 223520 w 1183005"/>
              <a:gd name="connsiteY3" fmla="*/ 2062480 h 2067560"/>
              <a:gd name="connsiteX4" fmla="*/ 1183005 w 1183005"/>
              <a:gd name="connsiteY4" fmla="*/ 0 h 2067560"/>
              <a:gd name="connsiteX0" fmla="*/ 1256309 w 1256309"/>
              <a:gd name="connsiteY0" fmla="*/ 0 h 2062481"/>
              <a:gd name="connsiteX1" fmla="*/ 1201064 w 1256309"/>
              <a:gd name="connsiteY1" fmla="*/ 0 h 2062481"/>
              <a:gd name="connsiteX2" fmla="*/ 0 w 1256309"/>
              <a:gd name="connsiteY2" fmla="*/ 2042502 h 2062481"/>
              <a:gd name="connsiteX3" fmla="*/ 296824 w 1256309"/>
              <a:gd name="connsiteY3" fmla="*/ 2062480 h 2062481"/>
              <a:gd name="connsiteX4" fmla="*/ 1256309 w 1256309"/>
              <a:gd name="connsiteY4" fmla="*/ 0 h 2062481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256309"/>
              <a:gd name="connsiteY0" fmla="*/ 0 h 2258766"/>
              <a:gd name="connsiteX1" fmla="*/ 1201064 w 1256309"/>
              <a:gd name="connsiteY1" fmla="*/ 0 h 2258766"/>
              <a:gd name="connsiteX2" fmla="*/ 0 w 1256309"/>
              <a:gd name="connsiteY2" fmla="*/ 2042502 h 2258766"/>
              <a:gd name="connsiteX3" fmla="*/ 197865 w 1256309"/>
              <a:gd name="connsiteY3" fmla="*/ 2258766 h 2258766"/>
              <a:gd name="connsiteX4" fmla="*/ 1256309 w 1256309"/>
              <a:gd name="connsiteY4" fmla="*/ 0 h 2258766"/>
              <a:gd name="connsiteX0" fmla="*/ 1256309 w 1525209"/>
              <a:gd name="connsiteY0" fmla="*/ 0 h 2325586"/>
              <a:gd name="connsiteX1" fmla="*/ 1201064 w 1525209"/>
              <a:gd name="connsiteY1" fmla="*/ 0 h 2325586"/>
              <a:gd name="connsiteX2" fmla="*/ 0 w 1525209"/>
              <a:gd name="connsiteY2" fmla="*/ 2042502 h 2325586"/>
              <a:gd name="connsiteX3" fmla="*/ 1363396 w 1525209"/>
              <a:gd name="connsiteY3" fmla="*/ 2325586 h 2325586"/>
              <a:gd name="connsiteX4" fmla="*/ 1256309 w 1525209"/>
              <a:gd name="connsiteY4" fmla="*/ 0 h 2325586"/>
              <a:gd name="connsiteX0" fmla="*/ 178742 w 447644"/>
              <a:gd name="connsiteY0" fmla="*/ 0 h 2325586"/>
              <a:gd name="connsiteX1" fmla="*/ 123497 w 447644"/>
              <a:gd name="connsiteY1" fmla="*/ 0 h 2325586"/>
              <a:gd name="connsiteX2" fmla="*/ 0 w 447644"/>
              <a:gd name="connsiteY2" fmla="*/ 2251316 h 2325586"/>
              <a:gd name="connsiteX3" fmla="*/ 285829 w 447644"/>
              <a:gd name="connsiteY3" fmla="*/ 2325586 h 2325586"/>
              <a:gd name="connsiteX4" fmla="*/ 178742 w 447644"/>
              <a:gd name="connsiteY4" fmla="*/ 0 h 2325586"/>
              <a:gd name="connsiteX0" fmla="*/ 205662 w 474562"/>
              <a:gd name="connsiteY0" fmla="*/ 0 h 2325586"/>
              <a:gd name="connsiteX1" fmla="*/ 150417 w 474562"/>
              <a:gd name="connsiteY1" fmla="*/ 0 h 2325586"/>
              <a:gd name="connsiteX2" fmla="*/ 26920 w 474562"/>
              <a:gd name="connsiteY2" fmla="*/ 2251316 h 2325586"/>
              <a:gd name="connsiteX3" fmla="*/ 312749 w 474562"/>
              <a:gd name="connsiteY3" fmla="*/ 2325586 h 2325586"/>
              <a:gd name="connsiteX4" fmla="*/ 205662 w 474562"/>
              <a:gd name="connsiteY4" fmla="*/ 0 h 2325586"/>
              <a:gd name="connsiteX0" fmla="*/ 205664 w 556905"/>
              <a:gd name="connsiteY0" fmla="*/ 0 h 2300528"/>
              <a:gd name="connsiteX1" fmla="*/ 150419 w 556905"/>
              <a:gd name="connsiteY1" fmla="*/ 0 h 2300528"/>
              <a:gd name="connsiteX2" fmla="*/ 26922 w 556905"/>
              <a:gd name="connsiteY2" fmla="*/ 2251316 h 2300528"/>
              <a:gd name="connsiteX3" fmla="*/ 408046 w 556905"/>
              <a:gd name="connsiteY3" fmla="*/ 2300528 h 2300528"/>
              <a:gd name="connsiteX4" fmla="*/ 205664 w 556905"/>
              <a:gd name="connsiteY4" fmla="*/ 0 h 2300528"/>
              <a:gd name="connsiteX0" fmla="*/ 205664 w 408046"/>
              <a:gd name="connsiteY0" fmla="*/ 0 h 2300528"/>
              <a:gd name="connsiteX1" fmla="*/ 150419 w 408046"/>
              <a:gd name="connsiteY1" fmla="*/ 0 h 2300528"/>
              <a:gd name="connsiteX2" fmla="*/ 26922 w 408046"/>
              <a:gd name="connsiteY2" fmla="*/ 2251316 h 2300528"/>
              <a:gd name="connsiteX3" fmla="*/ 408046 w 408046"/>
              <a:gd name="connsiteY3" fmla="*/ 2300528 h 2300528"/>
              <a:gd name="connsiteX4" fmla="*/ 205664 w 408046"/>
              <a:gd name="connsiteY4" fmla="*/ 0 h 2300528"/>
              <a:gd name="connsiteX0" fmla="*/ 205664 w 745243"/>
              <a:gd name="connsiteY0" fmla="*/ 0 h 2275470"/>
              <a:gd name="connsiteX1" fmla="*/ 150419 w 745243"/>
              <a:gd name="connsiteY1" fmla="*/ 0 h 2275470"/>
              <a:gd name="connsiteX2" fmla="*/ 26922 w 745243"/>
              <a:gd name="connsiteY2" fmla="*/ 2251316 h 2275470"/>
              <a:gd name="connsiteX3" fmla="*/ 745243 w 745243"/>
              <a:gd name="connsiteY3" fmla="*/ 2275470 h 2275470"/>
              <a:gd name="connsiteX4" fmla="*/ 205664 w 745243"/>
              <a:gd name="connsiteY4" fmla="*/ 0 h 2275470"/>
              <a:gd name="connsiteX0" fmla="*/ 144501 w 684080"/>
              <a:gd name="connsiteY0" fmla="*/ 0 h 2275470"/>
              <a:gd name="connsiteX1" fmla="*/ 89256 w 684080"/>
              <a:gd name="connsiteY1" fmla="*/ 0 h 2275470"/>
              <a:gd name="connsiteX2" fmla="*/ 214992 w 684080"/>
              <a:gd name="connsiteY2" fmla="*/ 2259668 h 2275470"/>
              <a:gd name="connsiteX3" fmla="*/ 684080 w 684080"/>
              <a:gd name="connsiteY3" fmla="*/ 2275470 h 2275470"/>
              <a:gd name="connsiteX4" fmla="*/ 144501 w 684080"/>
              <a:gd name="connsiteY4" fmla="*/ 0 h 2275470"/>
              <a:gd name="connsiteX0" fmla="*/ 708938 w 708938"/>
              <a:gd name="connsiteY0" fmla="*/ 0 h 2283823"/>
              <a:gd name="connsiteX1" fmla="*/ 89254 w 708938"/>
              <a:gd name="connsiteY1" fmla="*/ 8353 h 2283823"/>
              <a:gd name="connsiteX2" fmla="*/ 214990 w 708938"/>
              <a:gd name="connsiteY2" fmla="*/ 2268021 h 2283823"/>
              <a:gd name="connsiteX3" fmla="*/ 684078 w 708938"/>
              <a:gd name="connsiteY3" fmla="*/ 2283823 h 2283823"/>
              <a:gd name="connsiteX4" fmla="*/ 708938 w 708938"/>
              <a:gd name="connsiteY4" fmla="*/ 0 h 2283823"/>
              <a:gd name="connsiteX0" fmla="*/ 708938 w 708938"/>
              <a:gd name="connsiteY0" fmla="*/ 0 h 2283823"/>
              <a:gd name="connsiteX1" fmla="*/ 89254 w 708938"/>
              <a:gd name="connsiteY1" fmla="*/ 8353 h 2283823"/>
              <a:gd name="connsiteX2" fmla="*/ 214990 w 708938"/>
              <a:gd name="connsiteY2" fmla="*/ 2268021 h 2283823"/>
              <a:gd name="connsiteX3" fmla="*/ 684078 w 708938"/>
              <a:gd name="connsiteY3" fmla="*/ 2283823 h 2283823"/>
              <a:gd name="connsiteX4" fmla="*/ 708938 w 708938"/>
              <a:gd name="connsiteY4" fmla="*/ 0 h 2283823"/>
              <a:gd name="connsiteX0" fmla="*/ 708938 w 708938"/>
              <a:gd name="connsiteY0" fmla="*/ 0 h 2283823"/>
              <a:gd name="connsiteX1" fmla="*/ 89254 w 708938"/>
              <a:gd name="connsiteY1" fmla="*/ 8353 h 2283823"/>
              <a:gd name="connsiteX2" fmla="*/ 214990 w 708938"/>
              <a:gd name="connsiteY2" fmla="*/ 2268021 h 2283823"/>
              <a:gd name="connsiteX3" fmla="*/ 684078 w 708938"/>
              <a:gd name="connsiteY3" fmla="*/ 2283823 h 2283823"/>
              <a:gd name="connsiteX4" fmla="*/ 708938 w 708938"/>
              <a:gd name="connsiteY4" fmla="*/ 0 h 2283823"/>
              <a:gd name="connsiteX0" fmla="*/ 723995 w 723995"/>
              <a:gd name="connsiteY0" fmla="*/ 0 h 2283823"/>
              <a:gd name="connsiteX1" fmla="*/ 104311 w 723995"/>
              <a:gd name="connsiteY1" fmla="*/ 8353 h 2283823"/>
              <a:gd name="connsiteX2" fmla="*/ 230047 w 723995"/>
              <a:gd name="connsiteY2" fmla="*/ 2268021 h 2283823"/>
              <a:gd name="connsiteX3" fmla="*/ 699135 w 723995"/>
              <a:gd name="connsiteY3" fmla="*/ 2283823 h 2283823"/>
              <a:gd name="connsiteX4" fmla="*/ 723995 w 723995"/>
              <a:gd name="connsiteY4" fmla="*/ 0 h 2283823"/>
              <a:gd name="connsiteX0" fmla="*/ 625096 w 625096"/>
              <a:gd name="connsiteY0" fmla="*/ 0 h 2283823"/>
              <a:gd name="connsiteX1" fmla="*/ 137358 w 625096"/>
              <a:gd name="connsiteY1" fmla="*/ 8353 h 2283823"/>
              <a:gd name="connsiteX2" fmla="*/ 131148 w 625096"/>
              <a:gd name="connsiteY2" fmla="*/ 2268021 h 2283823"/>
              <a:gd name="connsiteX3" fmla="*/ 600236 w 625096"/>
              <a:gd name="connsiteY3" fmla="*/ 2283823 h 2283823"/>
              <a:gd name="connsiteX4" fmla="*/ 625096 w 625096"/>
              <a:gd name="connsiteY4" fmla="*/ 0 h 2283823"/>
              <a:gd name="connsiteX0" fmla="*/ 521005 w 521005"/>
              <a:gd name="connsiteY0" fmla="*/ 0 h 2283823"/>
              <a:gd name="connsiteX1" fmla="*/ 33267 w 521005"/>
              <a:gd name="connsiteY1" fmla="*/ 8353 h 2283823"/>
              <a:gd name="connsiteX2" fmla="*/ 27057 w 521005"/>
              <a:gd name="connsiteY2" fmla="*/ 2268021 h 2283823"/>
              <a:gd name="connsiteX3" fmla="*/ 496145 w 521005"/>
              <a:gd name="connsiteY3" fmla="*/ 2283823 h 2283823"/>
              <a:gd name="connsiteX4" fmla="*/ 521005 w 521005"/>
              <a:gd name="connsiteY4" fmla="*/ 0 h 2283823"/>
              <a:gd name="connsiteX0" fmla="*/ 374395 w 496143"/>
              <a:gd name="connsiteY0" fmla="*/ 0 h 2283823"/>
              <a:gd name="connsiteX1" fmla="*/ 33265 w 496143"/>
              <a:gd name="connsiteY1" fmla="*/ 8353 h 2283823"/>
              <a:gd name="connsiteX2" fmla="*/ 27055 w 496143"/>
              <a:gd name="connsiteY2" fmla="*/ 2268021 h 2283823"/>
              <a:gd name="connsiteX3" fmla="*/ 496143 w 496143"/>
              <a:gd name="connsiteY3" fmla="*/ 2283823 h 2283823"/>
              <a:gd name="connsiteX4" fmla="*/ 374395 w 496143"/>
              <a:gd name="connsiteY4" fmla="*/ 0 h 2283823"/>
              <a:gd name="connsiteX0" fmla="*/ 341195 w 462943"/>
              <a:gd name="connsiteY0" fmla="*/ 0 h 2283823"/>
              <a:gd name="connsiteX1" fmla="*/ 65 w 462943"/>
              <a:gd name="connsiteY1" fmla="*/ 8353 h 2283823"/>
              <a:gd name="connsiteX2" fmla="*/ 169784 w 462943"/>
              <a:gd name="connsiteY2" fmla="*/ 2276374 h 2283823"/>
              <a:gd name="connsiteX3" fmla="*/ 462943 w 462943"/>
              <a:gd name="connsiteY3" fmla="*/ 2283823 h 2283823"/>
              <a:gd name="connsiteX4" fmla="*/ 341195 w 462943"/>
              <a:gd name="connsiteY4" fmla="*/ 0 h 2283823"/>
              <a:gd name="connsiteX0" fmla="*/ 187692 w 309440"/>
              <a:gd name="connsiteY0" fmla="*/ 0 h 2283823"/>
              <a:gd name="connsiteX1" fmla="*/ 95795 w 309440"/>
              <a:gd name="connsiteY1" fmla="*/ 0 h 2283823"/>
              <a:gd name="connsiteX2" fmla="*/ 16281 w 309440"/>
              <a:gd name="connsiteY2" fmla="*/ 2276374 h 2283823"/>
              <a:gd name="connsiteX3" fmla="*/ 309440 w 309440"/>
              <a:gd name="connsiteY3" fmla="*/ 2283823 h 2283823"/>
              <a:gd name="connsiteX4" fmla="*/ 187692 w 309440"/>
              <a:gd name="connsiteY4" fmla="*/ 0 h 2283823"/>
              <a:gd name="connsiteX0" fmla="*/ 191313 w 313061"/>
              <a:gd name="connsiteY0" fmla="*/ 0 h 2283823"/>
              <a:gd name="connsiteX1" fmla="*/ 99416 w 313061"/>
              <a:gd name="connsiteY1" fmla="*/ 0 h 2283823"/>
              <a:gd name="connsiteX2" fmla="*/ 19902 w 313061"/>
              <a:gd name="connsiteY2" fmla="*/ 2276374 h 2283823"/>
              <a:gd name="connsiteX3" fmla="*/ 313061 w 313061"/>
              <a:gd name="connsiteY3" fmla="*/ 2283823 h 2283823"/>
              <a:gd name="connsiteX4" fmla="*/ 191313 w 313061"/>
              <a:gd name="connsiteY4" fmla="*/ 0 h 2283823"/>
              <a:gd name="connsiteX0" fmla="*/ 171411 w 293159"/>
              <a:gd name="connsiteY0" fmla="*/ 0 h 2283823"/>
              <a:gd name="connsiteX1" fmla="*/ 79514 w 293159"/>
              <a:gd name="connsiteY1" fmla="*/ 0 h 2283823"/>
              <a:gd name="connsiteX2" fmla="*/ 0 w 293159"/>
              <a:gd name="connsiteY2" fmla="*/ 2276374 h 2283823"/>
              <a:gd name="connsiteX3" fmla="*/ 293159 w 293159"/>
              <a:gd name="connsiteY3" fmla="*/ 2283823 h 2283823"/>
              <a:gd name="connsiteX4" fmla="*/ 171411 w 293159"/>
              <a:gd name="connsiteY4" fmla="*/ 0 h 2283823"/>
              <a:gd name="connsiteX0" fmla="*/ 171411 w 293159"/>
              <a:gd name="connsiteY0" fmla="*/ 0 h 2283823"/>
              <a:gd name="connsiteX1" fmla="*/ 79514 w 293159"/>
              <a:gd name="connsiteY1" fmla="*/ 0 h 2283823"/>
              <a:gd name="connsiteX2" fmla="*/ 0 w 293159"/>
              <a:gd name="connsiteY2" fmla="*/ 2276374 h 2283823"/>
              <a:gd name="connsiteX3" fmla="*/ 293159 w 293159"/>
              <a:gd name="connsiteY3" fmla="*/ 2283823 h 2283823"/>
              <a:gd name="connsiteX4" fmla="*/ 171411 w 293159"/>
              <a:gd name="connsiteY4" fmla="*/ 0 h 2283823"/>
              <a:gd name="connsiteX0" fmla="*/ 191278 w 293159"/>
              <a:gd name="connsiteY0" fmla="*/ 0 h 2283823"/>
              <a:gd name="connsiteX1" fmla="*/ 79514 w 293159"/>
              <a:gd name="connsiteY1" fmla="*/ 0 h 2283823"/>
              <a:gd name="connsiteX2" fmla="*/ 0 w 293159"/>
              <a:gd name="connsiteY2" fmla="*/ 2276374 h 2283823"/>
              <a:gd name="connsiteX3" fmla="*/ 293159 w 293159"/>
              <a:gd name="connsiteY3" fmla="*/ 2283823 h 2283823"/>
              <a:gd name="connsiteX4" fmla="*/ 191278 w 293159"/>
              <a:gd name="connsiteY4" fmla="*/ 0 h 2283823"/>
              <a:gd name="connsiteX0" fmla="*/ 191278 w 293159"/>
              <a:gd name="connsiteY0" fmla="*/ 0 h 2283823"/>
              <a:gd name="connsiteX1" fmla="*/ 92759 w 293159"/>
              <a:gd name="connsiteY1" fmla="*/ 4176 h 2283823"/>
              <a:gd name="connsiteX2" fmla="*/ 0 w 293159"/>
              <a:gd name="connsiteY2" fmla="*/ 2276374 h 2283823"/>
              <a:gd name="connsiteX3" fmla="*/ 293159 w 293159"/>
              <a:gd name="connsiteY3" fmla="*/ 2283823 h 2283823"/>
              <a:gd name="connsiteX4" fmla="*/ 191278 w 293159"/>
              <a:gd name="connsiteY4" fmla="*/ 0 h 2283823"/>
              <a:gd name="connsiteX0" fmla="*/ 191278 w 324143"/>
              <a:gd name="connsiteY0" fmla="*/ 0 h 2276374"/>
              <a:gd name="connsiteX1" fmla="*/ 92759 w 324143"/>
              <a:gd name="connsiteY1" fmla="*/ 4176 h 2276374"/>
              <a:gd name="connsiteX2" fmla="*/ 0 w 324143"/>
              <a:gd name="connsiteY2" fmla="*/ 2276374 h 2276374"/>
              <a:gd name="connsiteX3" fmla="*/ 324143 w 324143"/>
              <a:gd name="connsiteY3" fmla="*/ 2246237 h 2276374"/>
              <a:gd name="connsiteX4" fmla="*/ 191278 w 324143"/>
              <a:gd name="connsiteY4" fmla="*/ 0 h 2276374"/>
              <a:gd name="connsiteX0" fmla="*/ 271836 w 404701"/>
              <a:gd name="connsiteY0" fmla="*/ 0 h 2255493"/>
              <a:gd name="connsiteX1" fmla="*/ 173317 w 404701"/>
              <a:gd name="connsiteY1" fmla="*/ 4176 h 2255493"/>
              <a:gd name="connsiteX2" fmla="*/ 0 w 404701"/>
              <a:gd name="connsiteY2" fmla="*/ 2255493 h 2255493"/>
              <a:gd name="connsiteX3" fmla="*/ 404701 w 404701"/>
              <a:gd name="connsiteY3" fmla="*/ 2246237 h 2255493"/>
              <a:gd name="connsiteX4" fmla="*/ 271836 w 404701"/>
              <a:gd name="connsiteY4" fmla="*/ 0 h 2255493"/>
              <a:gd name="connsiteX0" fmla="*/ 271836 w 429488"/>
              <a:gd name="connsiteY0" fmla="*/ 0 h 2255493"/>
              <a:gd name="connsiteX1" fmla="*/ 173317 w 429488"/>
              <a:gd name="connsiteY1" fmla="*/ 4176 h 2255493"/>
              <a:gd name="connsiteX2" fmla="*/ 0 w 429488"/>
              <a:gd name="connsiteY2" fmla="*/ 2255493 h 2255493"/>
              <a:gd name="connsiteX3" fmla="*/ 429488 w 429488"/>
              <a:gd name="connsiteY3" fmla="*/ 2242061 h 2255493"/>
              <a:gd name="connsiteX4" fmla="*/ 271836 w 429488"/>
              <a:gd name="connsiteY4" fmla="*/ 0 h 2255493"/>
              <a:gd name="connsiteX0" fmla="*/ 290426 w 448078"/>
              <a:gd name="connsiteY0" fmla="*/ 0 h 2268022"/>
              <a:gd name="connsiteX1" fmla="*/ 191907 w 448078"/>
              <a:gd name="connsiteY1" fmla="*/ 4176 h 2268022"/>
              <a:gd name="connsiteX2" fmla="*/ 0 w 448078"/>
              <a:gd name="connsiteY2" fmla="*/ 2268022 h 2268022"/>
              <a:gd name="connsiteX3" fmla="*/ 448078 w 448078"/>
              <a:gd name="connsiteY3" fmla="*/ 2242061 h 2268022"/>
              <a:gd name="connsiteX4" fmla="*/ 290426 w 448078"/>
              <a:gd name="connsiteY4" fmla="*/ 0 h 2268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8078" h="2268022">
                <a:moveTo>
                  <a:pt x="290426" y="0"/>
                </a:moveTo>
                <a:lnTo>
                  <a:pt x="191907" y="4176"/>
                </a:lnTo>
                <a:lnTo>
                  <a:pt x="0" y="2268022"/>
                </a:lnTo>
                <a:lnTo>
                  <a:pt x="448078" y="2242061"/>
                </a:lnTo>
                <a:lnTo>
                  <a:pt x="290426" y="0"/>
                </a:lnTo>
                <a:close/>
              </a:path>
            </a:pathLst>
          </a:custGeom>
          <a:solidFill>
            <a:srgbClr val="ED6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23" name="椭圆 422"/>
          <p:cNvSpPr>
            <a:spLocks noChangeAspect="1"/>
          </p:cNvSpPr>
          <p:nvPr/>
        </p:nvSpPr>
        <p:spPr bwMode="gray">
          <a:xfrm>
            <a:off x="2285171" y="4035719"/>
            <a:ext cx="157660" cy="157660"/>
          </a:xfrm>
          <a:prstGeom prst="ellipse">
            <a:avLst/>
          </a:prstGeom>
          <a:solidFill>
            <a:srgbClr val="ED6D00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851945" y="43542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分支</a:t>
            </a:r>
          </a:p>
        </p:txBody>
      </p:sp>
      <p:sp>
        <p:nvSpPr>
          <p:cNvPr id="56" name="文本框 55"/>
          <p:cNvSpPr txBox="1"/>
          <p:nvPr/>
        </p:nvSpPr>
        <p:spPr bwMode="gray">
          <a:xfrm>
            <a:off x="1766019" y="43542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分支</a:t>
            </a:r>
          </a:p>
        </p:txBody>
      </p:sp>
      <p:sp>
        <p:nvSpPr>
          <p:cNvPr id="57" name="文本框 56"/>
          <p:cNvSpPr txBox="1"/>
          <p:nvPr/>
        </p:nvSpPr>
        <p:spPr bwMode="gray">
          <a:xfrm>
            <a:off x="2606984" y="43542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分支</a:t>
            </a: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1226689" y="5030161"/>
            <a:ext cx="2304245" cy="271701"/>
          </a:xfrm>
          <a:prstGeom prst="roundRect">
            <a:avLst>
              <a:gd name="adj" fmla="val 36247"/>
            </a:avLst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业务部署时长</a:t>
            </a: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1148947" y="538645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数十天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 bwMode="gray">
          <a:xfrm>
            <a:off x="2891181" y="5386456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&lt; 1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小时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 bwMode="gray">
          <a:xfrm>
            <a:off x="2249890" y="5468014"/>
            <a:ext cx="235117" cy="113883"/>
            <a:chOff x="2249890" y="5292033"/>
            <a:chExt cx="235117" cy="113883"/>
          </a:xfrm>
        </p:grpSpPr>
        <p:sp>
          <p:nvSpPr>
            <p:cNvPr id="64" name="燕尾形 41">
              <a:extLst>
                <a:ext uri="{FF2B5EF4-FFF2-40B4-BE49-F238E27FC236}">
                  <a16:creationId xmlns="" xmlns:a16="http://schemas.microsoft.com/office/drawing/2014/main" id="{3CE1B118-5BB6-422F-B396-7D5F64570262}"/>
                </a:ext>
              </a:extLst>
            </p:cNvPr>
            <p:cNvSpPr/>
            <p:nvPr/>
          </p:nvSpPr>
          <p:spPr bwMode="gray">
            <a:xfrm rot="10800000" flipH="1">
              <a:off x="2249890" y="5292033"/>
              <a:ext cx="128744" cy="113883"/>
            </a:xfrm>
            <a:prstGeom prst="chevron">
              <a:avLst>
                <a:gd name="adj" fmla="val 45908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97042">
                <a:lnSpc>
                  <a:spcPct val="130000"/>
                </a:lnSpc>
              </a:pPr>
              <a:endParaRPr sz="40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6" name="燕尾形 41">
              <a:extLst>
                <a:ext uri="{FF2B5EF4-FFF2-40B4-BE49-F238E27FC236}">
                  <a16:creationId xmlns="" xmlns:a16="http://schemas.microsoft.com/office/drawing/2014/main" id="{3CE1B118-5BB6-422F-B396-7D5F64570262}"/>
                </a:ext>
              </a:extLst>
            </p:cNvPr>
            <p:cNvSpPr/>
            <p:nvPr/>
          </p:nvSpPr>
          <p:spPr bwMode="gray">
            <a:xfrm rot="10800000" flipH="1">
              <a:off x="2356263" y="5292033"/>
              <a:ext cx="128744" cy="113883"/>
            </a:xfrm>
            <a:prstGeom prst="chevron">
              <a:avLst>
                <a:gd name="adj" fmla="val 45908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397042">
                <a:lnSpc>
                  <a:spcPct val="130000"/>
                </a:lnSpc>
              </a:pPr>
              <a:endParaRPr sz="4000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 bwMode="gray">
          <a:xfrm>
            <a:off x="5351489" y="2407896"/>
            <a:ext cx="2169128" cy="439515"/>
            <a:chOff x="1989611" y="3532396"/>
            <a:chExt cx="2144395" cy="311276"/>
          </a:xfrm>
        </p:grpSpPr>
        <p:grpSp>
          <p:nvGrpSpPr>
            <p:cNvPr id="69" name="组合 68"/>
            <p:cNvGrpSpPr/>
            <p:nvPr/>
          </p:nvGrpSpPr>
          <p:grpSpPr bwMode="gray">
            <a:xfrm>
              <a:off x="3748032" y="3532396"/>
              <a:ext cx="385974" cy="311276"/>
              <a:chOff x="4548717" y="1188638"/>
              <a:chExt cx="1379538" cy="1343025"/>
            </a:xfrm>
            <a:solidFill>
              <a:schemeClr val="bg1"/>
            </a:solidFill>
          </p:grpSpPr>
          <p:sp>
            <p:nvSpPr>
              <p:cNvPr id="98" name="Freeform 47"/>
              <p:cNvSpPr>
                <a:spLocks/>
              </p:cNvSpPr>
              <p:nvPr/>
            </p:nvSpPr>
            <p:spPr bwMode="gray">
              <a:xfrm>
                <a:off x="4897967" y="1426763"/>
                <a:ext cx="925513" cy="655638"/>
              </a:xfrm>
              <a:custGeom>
                <a:avLst/>
                <a:gdLst>
                  <a:gd name="T0" fmla="*/ 163 w 805"/>
                  <a:gd name="T1" fmla="*/ 570 h 570"/>
                  <a:gd name="T2" fmla="*/ 0 w 805"/>
                  <a:gd name="T3" fmla="*/ 486 h 570"/>
                  <a:gd name="T4" fmla="*/ 2 w 805"/>
                  <a:gd name="T5" fmla="*/ 485 h 570"/>
                  <a:gd name="T6" fmla="*/ 163 w 805"/>
                  <a:gd name="T7" fmla="*/ 568 h 570"/>
                  <a:gd name="T8" fmla="*/ 164 w 805"/>
                  <a:gd name="T9" fmla="*/ 568 h 570"/>
                  <a:gd name="T10" fmla="*/ 413 w 805"/>
                  <a:gd name="T11" fmla="*/ 458 h 570"/>
                  <a:gd name="T12" fmla="*/ 800 w 805"/>
                  <a:gd name="T13" fmla="*/ 1 h 570"/>
                  <a:gd name="T14" fmla="*/ 800 w 805"/>
                  <a:gd name="T15" fmla="*/ 0 h 570"/>
                  <a:gd name="T16" fmla="*/ 805 w 805"/>
                  <a:gd name="T17" fmla="*/ 0 h 570"/>
                  <a:gd name="T18" fmla="*/ 805 w 805"/>
                  <a:gd name="T19" fmla="*/ 1 h 570"/>
                  <a:gd name="T20" fmla="*/ 417 w 805"/>
                  <a:gd name="T21" fmla="*/ 459 h 570"/>
                  <a:gd name="T22" fmla="*/ 164 w 805"/>
                  <a:gd name="T23" fmla="*/ 570 h 570"/>
                  <a:gd name="T24" fmla="*/ 163 w 805"/>
                  <a:gd name="T25" fmla="*/ 57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570">
                    <a:moveTo>
                      <a:pt x="163" y="570"/>
                    </a:moveTo>
                    <a:cubicBezTo>
                      <a:pt x="51" y="570"/>
                      <a:pt x="0" y="486"/>
                      <a:pt x="0" y="486"/>
                    </a:cubicBezTo>
                    <a:cubicBezTo>
                      <a:pt x="2" y="485"/>
                      <a:pt x="2" y="485"/>
                      <a:pt x="2" y="485"/>
                    </a:cubicBezTo>
                    <a:cubicBezTo>
                      <a:pt x="2" y="486"/>
                      <a:pt x="55" y="567"/>
                      <a:pt x="163" y="568"/>
                    </a:cubicBezTo>
                    <a:cubicBezTo>
                      <a:pt x="164" y="568"/>
                      <a:pt x="164" y="568"/>
                      <a:pt x="164" y="568"/>
                    </a:cubicBezTo>
                    <a:cubicBezTo>
                      <a:pt x="238" y="568"/>
                      <a:pt x="322" y="531"/>
                      <a:pt x="413" y="458"/>
                    </a:cubicBezTo>
                    <a:cubicBezTo>
                      <a:pt x="534" y="361"/>
                      <a:pt x="664" y="207"/>
                      <a:pt x="800" y="1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5" y="1"/>
                      <a:pt x="805" y="1"/>
                      <a:pt x="805" y="1"/>
                    </a:cubicBezTo>
                    <a:cubicBezTo>
                      <a:pt x="670" y="206"/>
                      <a:pt x="536" y="364"/>
                      <a:pt x="417" y="459"/>
                    </a:cubicBezTo>
                    <a:cubicBezTo>
                      <a:pt x="325" y="533"/>
                      <a:pt x="240" y="570"/>
                      <a:pt x="164" y="570"/>
                    </a:cubicBezTo>
                    <a:lnTo>
                      <a:pt x="163" y="5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9" name="Freeform 48"/>
              <p:cNvSpPr>
                <a:spLocks/>
              </p:cNvSpPr>
              <p:nvPr/>
            </p:nvSpPr>
            <p:spPr bwMode="gray">
              <a:xfrm>
                <a:off x="4899554" y="1626788"/>
                <a:ext cx="925513" cy="539750"/>
              </a:xfrm>
              <a:custGeom>
                <a:avLst/>
                <a:gdLst>
                  <a:gd name="T0" fmla="*/ 164 w 805"/>
                  <a:gd name="T1" fmla="*/ 469 h 469"/>
                  <a:gd name="T2" fmla="*/ 0 w 805"/>
                  <a:gd name="T3" fmla="*/ 397 h 469"/>
                  <a:gd name="T4" fmla="*/ 2 w 805"/>
                  <a:gd name="T5" fmla="*/ 397 h 469"/>
                  <a:gd name="T6" fmla="*/ 164 w 805"/>
                  <a:gd name="T7" fmla="*/ 466 h 469"/>
                  <a:gd name="T8" fmla="*/ 165 w 805"/>
                  <a:gd name="T9" fmla="*/ 466 h 469"/>
                  <a:gd name="T10" fmla="*/ 415 w 805"/>
                  <a:gd name="T11" fmla="*/ 375 h 469"/>
                  <a:gd name="T12" fmla="*/ 801 w 805"/>
                  <a:gd name="T13" fmla="*/ 1 h 469"/>
                  <a:gd name="T14" fmla="*/ 802 w 805"/>
                  <a:gd name="T15" fmla="*/ 0 h 469"/>
                  <a:gd name="T16" fmla="*/ 805 w 805"/>
                  <a:gd name="T17" fmla="*/ 2 h 469"/>
                  <a:gd name="T18" fmla="*/ 804 w 805"/>
                  <a:gd name="T19" fmla="*/ 2 h 469"/>
                  <a:gd name="T20" fmla="*/ 419 w 805"/>
                  <a:gd name="T21" fmla="*/ 377 h 469"/>
                  <a:gd name="T22" fmla="*/ 165 w 805"/>
                  <a:gd name="T23" fmla="*/ 469 h 469"/>
                  <a:gd name="T24" fmla="*/ 164 w 805"/>
                  <a:gd name="T25" fmla="*/ 469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469">
                    <a:moveTo>
                      <a:pt x="164" y="469"/>
                    </a:moveTo>
                    <a:cubicBezTo>
                      <a:pt x="52" y="468"/>
                      <a:pt x="0" y="398"/>
                      <a:pt x="0" y="397"/>
                    </a:cubicBezTo>
                    <a:cubicBezTo>
                      <a:pt x="2" y="397"/>
                      <a:pt x="2" y="397"/>
                      <a:pt x="2" y="397"/>
                    </a:cubicBezTo>
                    <a:cubicBezTo>
                      <a:pt x="2" y="397"/>
                      <a:pt x="56" y="466"/>
                      <a:pt x="164" y="466"/>
                    </a:cubicBezTo>
                    <a:cubicBezTo>
                      <a:pt x="165" y="466"/>
                      <a:pt x="165" y="466"/>
                      <a:pt x="165" y="466"/>
                    </a:cubicBezTo>
                    <a:cubicBezTo>
                      <a:pt x="239" y="466"/>
                      <a:pt x="323" y="436"/>
                      <a:pt x="415" y="375"/>
                    </a:cubicBezTo>
                    <a:cubicBezTo>
                      <a:pt x="535" y="296"/>
                      <a:pt x="665" y="170"/>
                      <a:pt x="801" y="1"/>
                    </a:cubicBezTo>
                    <a:cubicBezTo>
                      <a:pt x="802" y="0"/>
                      <a:pt x="802" y="0"/>
                      <a:pt x="802" y="0"/>
                    </a:cubicBezTo>
                    <a:cubicBezTo>
                      <a:pt x="805" y="2"/>
                      <a:pt x="805" y="2"/>
                      <a:pt x="805" y="2"/>
                    </a:cubicBezTo>
                    <a:cubicBezTo>
                      <a:pt x="804" y="2"/>
                      <a:pt x="804" y="2"/>
                      <a:pt x="804" y="2"/>
                    </a:cubicBezTo>
                    <a:cubicBezTo>
                      <a:pt x="668" y="172"/>
                      <a:pt x="539" y="298"/>
                      <a:pt x="419" y="377"/>
                    </a:cubicBezTo>
                    <a:cubicBezTo>
                      <a:pt x="326" y="438"/>
                      <a:pt x="241" y="469"/>
                      <a:pt x="165" y="469"/>
                    </a:cubicBezTo>
                    <a:lnTo>
                      <a:pt x="164" y="46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100" name="Freeform 49"/>
              <p:cNvSpPr>
                <a:spLocks/>
              </p:cNvSpPr>
              <p:nvPr/>
            </p:nvSpPr>
            <p:spPr bwMode="gray">
              <a:xfrm>
                <a:off x="4899554" y="1803000"/>
                <a:ext cx="925513" cy="425450"/>
              </a:xfrm>
              <a:custGeom>
                <a:avLst/>
                <a:gdLst>
                  <a:gd name="T0" fmla="*/ 162 w 805"/>
                  <a:gd name="T1" fmla="*/ 370 h 370"/>
                  <a:gd name="T2" fmla="*/ 0 w 805"/>
                  <a:gd name="T3" fmla="*/ 314 h 370"/>
                  <a:gd name="T4" fmla="*/ 2 w 805"/>
                  <a:gd name="T5" fmla="*/ 313 h 370"/>
                  <a:gd name="T6" fmla="*/ 162 w 805"/>
                  <a:gd name="T7" fmla="*/ 368 h 370"/>
                  <a:gd name="T8" fmla="*/ 163 w 805"/>
                  <a:gd name="T9" fmla="*/ 368 h 370"/>
                  <a:gd name="T10" fmla="*/ 413 w 805"/>
                  <a:gd name="T11" fmla="*/ 296 h 370"/>
                  <a:gd name="T12" fmla="*/ 800 w 805"/>
                  <a:gd name="T13" fmla="*/ 0 h 370"/>
                  <a:gd name="T14" fmla="*/ 800 w 805"/>
                  <a:gd name="T15" fmla="*/ 0 h 370"/>
                  <a:gd name="T16" fmla="*/ 805 w 805"/>
                  <a:gd name="T17" fmla="*/ 0 h 370"/>
                  <a:gd name="T18" fmla="*/ 804 w 805"/>
                  <a:gd name="T19" fmla="*/ 1 h 370"/>
                  <a:gd name="T20" fmla="*/ 416 w 805"/>
                  <a:gd name="T21" fmla="*/ 298 h 370"/>
                  <a:gd name="T22" fmla="*/ 163 w 805"/>
                  <a:gd name="T23" fmla="*/ 370 h 370"/>
                  <a:gd name="T24" fmla="*/ 162 w 805"/>
                  <a:gd name="T25" fmla="*/ 37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370">
                    <a:moveTo>
                      <a:pt x="162" y="370"/>
                    </a:moveTo>
                    <a:cubicBezTo>
                      <a:pt x="52" y="370"/>
                      <a:pt x="2" y="316"/>
                      <a:pt x="0" y="314"/>
                    </a:cubicBezTo>
                    <a:cubicBezTo>
                      <a:pt x="2" y="313"/>
                      <a:pt x="2" y="313"/>
                      <a:pt x="2" y="313"/>
                    </a:cubicBezTo>
                    <a:cubicBezTo>
                      <a:pt x="2" y="314"/>
                      <a:pt x="53" y="367"/>
                      <a:pt x="162" y="368"/>
                    </a:cubicBezTo>
                    <a:cubicBezTo>
                      <a:pt x="163" y="368"/>
                      <a:pt x="163" y="368"/>
                      <a:pt x="163" y="368"/>
                    </a:cubicBezTo>
                    <a:cubicBezTo>
                      <a:pt x="237" y="368"/>
                      <a:pt x="321" y="344"/>
                      <a:pt x="413" y="296"/>
                    </a:cubicBezTo>
                    <a:cubicBezTo>
                      <a:pt x="532" y="234"/>
                      <a:pt x="666" y="132"/>
                      <a:pt x="800" y="0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4" y="1"/>
                      <a:pt x="804" y="1"/>
                      <a:pt x="804" y="1"/>
                    </a:cubicBezTo>
                    <a:cubicBezTo>
                      <a:pt x="667" y="135"/>
                      <a:pt x="537" y="235"/>
                      <a:pt x="416" y="298"/>
                    </a:cubicBezTo>
                    <a:cubicBezTo>
                      <a:pt x="324" y="346"/>
                      <a:pt x="239" y="370"/>
                      <a:pt x="163" y="370"/>
                    </a:cubicBezTo>
                    <a:lnTo>
                      <a:pt x="162" y="3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101" name="Freeform 50"/>
              <p:cNvSpPr>
                <a:spLocks/>
              </p:cNvSpPr>
              <p:nvPr/>
            </p:nvSpPr>
            <p:spPr bwMode="gray">
              <a:xfrm>
                <a:off x="4663017" y="1433113"/>
                <a:ext cx="644525" cy="647700"/>
              </a:xfrm>
              <a:custGeom>
                <a:avLst/>
                <a:gdLst>
                  <a:gd name="T0" fmla="*/ 134 w 561"/>
                  <a:gd name="T1" fmla="*/ 564 h 564"/>
                  <a:gd name="T2" fmla="*/ 0 w 561"/>
                  <a:gd name="T3" fmla="*/ 482 h 564"/>
                  <a:gd name="T4" fmla="*/ 2 w 561"/>
                  <a:gd name="T5" fmla="*/ 482 h 564"/>
                  <a:gd name="T6" fmla="*/ 134 w 561"/>
                  <a:gd name="T7" fmla="*/ 561 h 564"/>
                  <a:gd name="T8" fmla="*/ 135 w 561"/>
                  <a:gd name="T9" fmla="*/ 561 h 564"/>
                  <a:gd name="T10" fmla="*/ 554 w 561"/>
                  <a:gd name="T11" fmla="*/ 0 h 564"/>
                  <a:gd name="T12" fmla="*/ 555 w 561"/>
                  <a:gd name="T13" fmla="*/ 0 h 564"/>
                  <a:gd name="T14" fmla="*/ 561 w 561"/>
                  <a:gd name="T15" fmla="*/ 0 h 564"/>
                  <a:gd name="T16" fmla="*/ 561 w 561"/>
                  <a:gd name="T17" fmla="*/ 1 h 564"/>
                  <a:gd name="T18" fmla="*/ 317 w 561"/>
                  <a:gd name="T19" fmla="*/ 452 h 564"/>
                  <a:gd name="T20" fmla="*/ 135 w 561"/>
                  <a:gd name="T21" fmla="*/ 564 h 564"/>
                  <a:gd name="T22" fmla="*/ 134 w 561"/>
                  <a:gd name="T23" fmla="*/ 564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1" h="564">
                    <a:moveTo>
                      <a:pt x="134" y="564"/>
                    </a:moveTo>
                    <a:cubicBezTo>
                      <a:pt x="48" y="564"/>
                      <a:pt x="1" y="483"/>
                      <a:pt x="0" y="482"/>
                    </a:cubicBezTo>
                    <a:cubicBezTo>
                      <a:pt x="2" y="482"/>
                      <a:pt x="2" y="482"/>
                      <a:pt x="2" y="482"/>
                    </a:cubicBezTo>
                    <a:cubicBezTo>
                      <a:pt x="2" y="483"/>
                      <a:pt x="53" y="561"/>
                      <a:pt x="134" y="561"/>
                    </a:cubicBezTo>
                    <a:cubicBezTo>
                      <a:pt x="135" y="561"/>
                      <a:pt x="135" y="561"/>
                      <a:pt x="135" y="561"/>
                    </a:cubicBezTo>
                    <a:cubicBezTo>
                      <a:pt x="225" y="560"/>
                      <a:pt x="370" y="463"/>
                      <a:pt x="554" y="0"/>
                    </a:cubicBezTo>
                    <a:cubicBezTo>
                      <a:pt x="555" y="0"/>
                      <a:pt x="555" y="0"/>
                      <a:pt x="555" y="0"/>
                    </a:cubicBezTo>
                    <a:cubicBezTo>
                      <a:pt x="561" y="0"/>
                      <a:pt x="561" y="0"/>
                      <a:pt x="561" y="0"/>
                    </a:cubicBezTo>
                    <a:cubicBezTo>
                      <a:pt x="561" y="1"/>
                      <a:pt x="561" y="1"/>
                      <a:pt x="561" y="1"/>
                    </a:cubicBezTo>
                    <a:cubicBezTo>
                      <a:pt x="478" y="207"/>
                      <a:pt x="397" y="359"/>
                      <a:pt x="317" y="452"/>
                    </a:cubicBezTo>
                    <a:cubicBezTo>
                      <a:pt x="255" y="526"/>
                      <a:pt x="193" y="563"/>
                      <a:pt x="135" y="564"/>
                    </a:cubicBezTo>
                    <a:lnTo>
                      <a:pt x="134" y="56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102" name="Freeform 51"/>
              <p:cNvSpPr>
                <a:spLocks/>
              </p:cNvSpPr>
              <p:nvPr/>
            </p:nvSpPr>
            <p:spPr bwMode="gray">
              <a:xfrm>
                <a:off x="4663017" y="1609325"/>
                <a:ext cx="652463" cy="550863"/>
              </a:xfrm>
              <a:custGeom>
                <a:avLst/>
                <a:gdLst>
                  <a:gd name="T0" fmla="*/ 136 w 568"/>
                  <a:gd name="T1" fmla="*/ 479 h 479"/>
                  <a:gd name="T2" fmla="*/ 0 w 568"/>
                  <a:gd name="T3" fmla="*/ 410 h 479"/>
                  <a:gd name="T4" fmla="*/ 2 w 568"/>
                  <a:gd name="T5" fmla="*/ 410 h 479"/>
                  <a:gd name="T6" fmla="*/ 136 w 568"/>
                  <a:gd name="T7" fmla="*/ 477 h 479"/>
                  <a:gd name="T8" fmla="*/ 137 w 568"/>
                  <a:gd name="T9" fmla="*/ 477 h 479"/>
                  <a:gd name="T10" fmla="*/ 562 w 568"/>
                  <a:gd name="T11" fmla="*/ 1 h 479"/>
                  <a:gd name="T12" fmla="*/ 562 w 568"/>
                  <a:gd name="T13" fmla="*/ 0 h 479"/>
                  <a:gd name="T14" fmla="*/ 568 w 568"/>
                  <a:gd name="T15" fmla="*/ 0 h 479"/>
                  <a:gd name="T16" fmla="*/ 568 w 568"/>
                  <a:gd name="T17" fmla="*/ 1 h 479"/>
                  <a:gd name="T18" fmla="*/ 321 w 568"/>
                  <a:gd name="T19" fmla="*/ 384 h 479"/>
                  <a:gd name="T20" fmla="*/ 137 w 568"/>
                  <a:gd name="T21" fmla="*/ 479 h 479"/>
                  <a:gd name="T22" fmla="*/ 136 w 568"/>
                  <a:gd name="T23" fmla="*/ 479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8" h="479">
                    <a:moveTo>
                      <a:pt x="136" y="479"/>
                    </a:moveTo>
                    <a:cubicBezTo>
                      <a:pt x="49" y="479"/>
                      <a:pt x="1" y="411"/>
                      <a:pt x="0" y="410"/>
                    </a:cubicBezTo>
                    <a:cubicBezTo>
                      <a:pt x="2" y="410"/>
                      <a:pt x="2" y="410"/>
                      <a:pt x="2" y="410"/>
                    </a:cubicBezTo>
                    <a:cubicBezTo>
                      <a:pt x="2" y="410"/>
                      <a:pt x="55" y="477"/>
                      <a:pt x="136" y="477"/>
                    </a:cubicBezTo>
                    <a:cubicBezTo>
                      <a:pt x="137" y="477"/>
                      <a:pt x="137" y="477"/>
                      <a:pt x="137" y="477"/>
                    </a:cubicBezTo>
                    <a:cubicBezTo>
                      <a:pt x="228" y="476"/>
                      <a:pt x="375" y="393"/>
                      <a:pt x="562" y="1"/>
                    </a:cubicBezTo>
                    <a:cubicBezTo>
                      <a:pt x="562" y="0"/>
                      <a:pt x="562" y="0"/>
                      <a:pt x="562" y="0"/>
                    </a:cubicBezTo>
                    <a:cubicBezTo>
                      <a:pt x="568" y="0"/>
                      <a:pt x="568" y="0"/>
                      <a:pt x="568" y="0"/>
                    </a:cubicBezTo>
                    <a:cubicBezTo>
                      <a:pt x="568" y="1"/>
                      <a:pt x="568" y="1"/>
                      <a:pt x="568" y="1"/>
                    </a:cubicBezTo>
                    <a:cubicBezTo>
                      <a:pt x="485" y="176"/>
                      <a:pt x="402" y="305"/>
                      <a:pt x="321" y="384"/>
                    </a:cubicBezTo>
                    <a:cubicBezTo>
                      <a:pt x="258" y="447"/>
                      <a:pt x="196" y="479"/>
                      <a:pt x="137" y="479"/>
                    </a:cubicBezTo>
                    <a:lnTo>
                      <a:pt x="136" y="47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103" name="Freeform 52"/>
              <p:cNvSpPr>
                <a:spLocks/>
              </p:cNvSpPr>
              <p:nvPr/>
            </p:nvSpPr>
            <p:spPr bwMode="gray">
              <a:xfrm>
                <a:off x="4663017" y="1798238"/>
                <a:ext cx="650875" cy="428625"/>
              </a:xfrm>
              <a:custGeom>
                <a:avLst/>
                <a:gdLst>
                  <a:gd name="T0" fmla="*/ 136 w 567"/>
                  <a:gd name="T1" fmla="*/ 373 h 373"/>
                  <a:gd name="T2" fmla="*/ 0 w 567"/>
                  <a:gd name="T3" fmla="*/ 318 h 373"/>
                  <a:gd name="T4" fmla="*/ 2 w 567"/>
                  <a:gd name="T5" fmla="*/ 317 h 373"/>
                  <a:gd name="T6" fmla="*/ 136 w 567"/>
                  <a:gd name="T7" fmla="*/ 370 h 373"/>
                  <a:gd name="T8" fmla="*/ 137 w 567"/>
                  <a:gd name="T9" fmla="*/ 370 h 373"/>
                  <a:gd name="T10" fmla="*/ 560 w 567"/>
                  <a:gd name="T11" fmla="*/ 1 h 373"/>
                  <a:gd name="T12" fmla="*/ 560 w 567"/>
                  <a:gd name="T13" fmla="*/ 0 h 373"/>
                  <a:gd name="T14" fmla="*/ 567 w 567"/>
                  <a:gd name="T15" fmla="*/ 1 h 373"/>
                  <a:gd name="T16" fmla="*/ 566 w 567"/>
                  <a:gd name="T17" fmla="*/ 2 h 373"/>
                  <a:gd name="T18" fmla="*/ 321 w 567"/>
                  <a:gd name="T19" fmla="*/ 299 h 373"/>
                  <a:gd name="T20" fmla="*/ 137 w 567"/>
                  <a:gd name="T21" fmla="*/ 373 h 373"/>
                  <a:gd name="T22" fmla="*/ 136 w 567"/>
                  <a:gd name="T23" fmla="*/ 37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7" h="373">
                    <a:moveTo>
                      <a:pt x="136" y="373"/>
                    </a:moveTo>
                    <a:cubicBezTo>
                      <a:pt x="50" y="373"/>
                      <a:pt x="1" y="318"/>
                      <a:pt x="0" y="318"/>
                    </a:cubicBezTo>
                    <a:cubicBezTo>
                      <a:pt x="2" y="317"/>
                      <a:pt x="2" y="317"/>
                      <a:pt x="2" y="317"/>
                    </a:cubicBezTo>
                    <a:cubicBezTo>
                      <a:pt x="2" y="318"/>
                      <a:pt x="55" y="370"/>
                      <a:pt x="136" y="370"/>
                    </a:cubicBezTo>
                    <a:cubicBezTo>
                      <a:pt x="137" y="370"/>
                      <a:pt x="137" y="370"/>
                      <a:pt x="137" y="370"/>
                    </a:cubicBezTo>
                    <a:cubicBezTo>
                      <a:pt x="228" y="370"/>
                      <a:pt x="375" y="306"/>
                      <a:pt x="560" y="1"/>
                    </a:cubicBezTo>
                    <a:cubicBezTo>
                      <a:pt x="560" y="0"/>
                      <a:pt x="560" y="0"/>
                      <a:pt x="560" y="0"/>
                    </a:cubicBezTo>
                    <a:cubicBezTo>
                      <a:pt x="567" y="1"/>
                      <a:pt x="567" y="1"/>
                      <a:pt x="567" y="1"/>
                    </a:cubicBezTo>
                    <a:cubicBezTo>
                      <a:pt x="566" y="2"/>
                      <a:pt x="566" y="2"/>
                      <a:pt x="566" y="2"/>
                    </a:cubicBezTo>
                    <a:cubicBezTo>
                      <a:pt x="483" y="137"/>
                      <a:pt x="401" y="238"/>
                      <a:pt x="321" y="299"/>
                    </a:cubicBezTo>
                    <a:cubicBezTo>
                      <a:pt x="258" y="348"/>
                      <a:pt x="196" y="372"/>
                      <a:pt x="137" y="373"/>
                    </a:cubicBezTo>
                    <a:lnTo>
                      <a:pt x="136" y="373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104" name="Freeform 53"/>
              <p:cNvSpPr>
                <a:spLocks noEditPoints="1"/>
              </p:cNvSpPr>
              <p:nvPr/>
            </p:nvSpPr>
            <p:spPr bwMode="gray">
              <a:xfrm>
                <a:off x="5304367" y="1188638"/>
                <a:ext cx="527050" cy="1290638"/>
              </a:xfrm>
              <a:custGeom>
                <a:avLst/>
                <a:gdLst>
                  <a:gd name="T0" fmla="*/ 289 w 458"/>
                  <a:gd name="T1" fmla="*/ 532 h 1123"/>
                  <a:gd name="T2" fmla="*/ 289 w 458"/>
                  <a:gd name="T3" fmla="*/ 429 h 1123"/>
                  <a:gd name="T4" fmla="*/ 289 w 458"/>
                  <a:gd name="T5" fmla="*/ 279 h 1123"/>
                  <a:gd name="T6" fmla="*/ 289 w 458"/>
                  <a:gd name="T7" fmla="*/ 102 h 1123"/>
                  <a:gd name="T8" fmla="*/ 4 w 458"/>
                  <a:gd name="T9" fmla="*/ 157 h 1123"/>
                  <a:gd name="T10" fmla="*/ 4 w 458"/>
                  <a:gd name="T11" fmla="*/ 333 h 1123"/>
                  <a:gd name="T12" fmla="*/ 4 w 458"/>
                  <a:gd name="T13" fmla="*/ 483 h 1123"/>
                  <a:gd name="T14" fmla="*/ 116 w 458"/>
                  <a:gd name="T15" fmla="*/ 783 h 1123"/>
                  <a:gd name="T16" fmla="*/ 376 w 458"/>
                  <a:gd name="T17" fmla="*/ 157 h 1123"/>
                  <a:gd name="T18" fmla="*/ 289 w 458"/>
                  <a:gd name="T19" fmla="*/ 155 h 1123"/>
                  <a:gd name="T20" fmla="*/ 368 w 458"/>
                  <a:gd name="T21" fmla="*/ 313 h 1123"/>
                  <a:gd name="T22" fmla="*/ 433 w 458"/>
                  <a:gd name="T23" fmla="*/ 483 h 1123"/>
                  <a:gd name="T24" fmla="*/ 368 w 458"/>
                  <a:gd name="T25" fmla="*/ 462 h 1123"/>
                  <a:gd name="T26" fmla="*/ 375 w 458"/>
                  <a:gd name="T27" fmla="*/ 1092 h 1123"/>
                  <a:gd name="T28" fmla="*/ 365 w 458"/>
                  <a:gd name="T29" fmla="*/ 1044 h 1123"/>
                  <a:gd name="T30" fmla="*/ 282 w 458"/>
                  <a:gd name="T31" fmla="*/ 925 h 1123"/>
                  <a:gd name="T32" fmla="*/ 333 w 458"/>
                  <a:gd name="T33" fmla="*/ 895 h 1123"/>
                  <a:gd name="T34" fmla="*/ 311 w 458"/>
                  <a:gd name="T35" fmla="*/ 791 h 1123"/>
                  <a:gd name="T36" fmla="*/ 301 w 458"/>
                  <a:gd name="T37" fmla="*/ 746 h 1123"/>
                  <a:gd name="T38" fmla="*/ 283 w 458"/>
                  <a:gd name="T39" fmla="*/ 656 h 1123"/>
                  <a:gd name="T40" fmla="*/ 265 w 458"/>
                  <a:gd name="T41" fmla="*/ 572 h 1123"/>
                  <a:gd name="T42" fmla="*/ 222 w 458"/>
                  <a:gd name="T43" fmla="*/ 9 h 1123"/>
                  <a:gd name="T44" fmla="*/ 257 w 458"/>
                  <a:gd name="T45" fmla="*/ 94 h 1123"/>
                  <a:gd name="T46" fmla="*/ 202 w 458"/>
                  <a:gd name="T47" fmla="*/ 501 h 1123"/>
                  <a:gd name="T48" fmla="*/ 203 w 458"/>
                  <a:gd name="T49" fmla="*/ 531 h 1123"/>
                  <a:gd name="T50" fmla="*/ 229 w 458"/>
                  <a:gd name="T51" fmla="*/ 461 h 1123"/>
                  <a:gd name="T52" fmla="*/ 236 w 458"/>
                  <a:gd name="T53" fmla="*/ 456 h 1123"/>
                  <a:gd name="T54" fmla="*/ 257 w 458"/>
                  <a:gd name="T55" fmla="*/ 432 h 1123"/>
                  <a:gd name="T56" fmla="*/ 204 w 458"/>
                  <a:gd name="T57" fmla="*/ 423 h 1123"/>
                  <a:gd name="T58" fmla="*/ 202 w 458"/>
                  <a:gd name="T59" fmla="*/ 382 h 1123"/>
                  <a:gd name="T60" fmla="*/ 222 w 458"/>
                  <a:gd name="T61" fmla="*/ 363 h 1123"/>
                  <a:gd name="T62" fmla="*/ 236 w 458"/>
                  <a:gd name="T63" fmla="*/ 363 h 1123"/>
                  <a:gd name="T64" fmla="*/ 202 w 458"/>
                  <a:gd name="T65" fmla="*/ 292 h 1123"/>
                  <a:gd name="T66" fmla="*/ 202 w 458"/>
                  <a:gd name="T67" fmla="*/ 282 h 1123"/>
                  <a:gd name="T68" fmla="*/ 202 w 458"/>
                  <a:gd name="T69" fmla="*/ 264 h 1123"/>
                  <a:gd name="T70" fmla="*/ 236 w 458"/>
                  <a:gd name="T71" fmla="*/ 250 h 1123"/>
                  <a:gd name="T72" fmla="*/ 202 w 458"/>
                  <a:gd name="T73" fmla="*/ 208 h 1123"/>
                  <a:gd name="T74" fmla="*/ 229 w 458"/>
                  <a:gd name="T75" fmla="*/ 188 h 1123"/>
                  <a:gd name="T76" fmla="*/ 229 w 458"/>
                  <a:gd name="T77" fmla="*/ 135 h 1123"/>
                  <a:gd name="T78" fmla="*/ 236 w 458"/>
                  <a:gd name="T79" fmla="*/ 130 h 1123"/>
                  <a:gd name="T80" fmla="*/ 257 w 458"/>
                  <a:gd name="T81" fmla="*/ 105 h 1123"/>
                  <a:gd name="T82" fmla="*/ 193 w 458"/>
                  <a:gd name="T83" fmla="*/ 572 h 1123"/>
                  <a:gd name="T84" fmla="*/ 229 w 458"/>
                  <a:gd name="T85" fmla="*/ 622 h 1123"/>
                  <a:gd name="T86" fmla="*/ 229 w 458"/>
                  <a:gd name="T87" fmla="*/ 664 h 1123"/>
                  <a:gd name="T88" fmla="*/ 26 w 458"/>
                  <a:gd name="T89" fmla="*/ 157 h 1123"/>
                  <a:gd name="T90" fmla="*/ 169 w 458"/>
                  <a:gd name="T91" fmla="*/ 110 h 1123"/>
                  <a:gd name="T92" fmla="*/ 90 w 458"/>
                  <a:gd name="T93" fmla="*/ 313 h 1123"/>
                  <a:gd name="T94" fmla="*/ 82 w 458"/>
                  <a:gd name="T95" fmla="*/ 483 h 1123"/>
                  <a:gd name="T96" fmla="*/ 168 w 458"/>
                  <a:gd name="T97" fmla="*/ 483 h 1123"/>
                  <a:gd name="T98" fmla="*/ 290 w 458"/>
                  <a:gd name="T99" fmla="*/ 694 h 1123"/>
                  <a:gd name="T100" fmla="*/ 159 w 458"/>
                  <a:gd name="T101" fmla="*/ 737 h 1123"/>
                  <a:gd name="T102" fmla="*/ 212 w 458"/>
                  <a:gd name="T103" fmla="*/ 759 h 1123"/>
                  <a:gd name="T104" fmla="*/ 149 w 458"/>
                  <a:gd name="T105" fmla="*/ 783 h 1123"/>
                  <a:gd name="T106" fmla="*/ 231 w 458"/>
                  <a:gd name="T107" fmla="*/ 892 h 1123"/>
                  <a:gd name="T108" fmla="*/ 139 w 458"/>
                  <a:gd name="T109" fmla="*/ 832 h 1123"/>
                  <a:gd name="T110" fmla="*/ 219 w 458"/>
                  <a:gd name="T111" fmla="*/ 899 h 1123"/>
                  <a:gd name="T112" fmla="*/ 118 w 458"/>
                  <a:gd name="T113" fmla="*/ 930 h 1123"/>
                  <a:gd name="T114" fmla="*/ 353 w 458"/>
                  <a:gd name="T115" fmla="*/ 988 h 1123"/>
                  <a:gd name="T116" fmla="*/ 92 w 458"/>
                  <a:gd name="T117" fmla="*/ 1051 h 1123"/>
                  <a:gd name="T118" fmla="*/ 85 w 458"/>
                  <a:gd name="T119" fmla="*/ 1087 h 1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8" h="1123">
                    <a:moveTo>
                      <a:pt x="82" y="1099"/>
                    </a:moveTo>
                    <a:cubicBezTo>
                      <a:pt x="376" y="1099"/>
                      <a:pt x="376" y="1099"/>
                      <a:pt x="376" y="1099"/>
                    </a:cubicBezTo>
                    <a:cubicBezTo>
                      <a:pt x="381" y="1123"/>
                      <a:pt x="381" y="1123"/>
                      <a:pt x="381" y="1123"/>
                    </a:cubicBezTo>
                    <a:cubicBezTo>
                      <a:pt x="414" y="1123"/>
                      <a:pt x="414" y="1123"/>
                      <a:pt x="414" y="1123"/>
                    </a:cubicBezTo>
                    <a:cubicBezTo>
                      <a:pt x="343" y="784"/>
                      <a:pt x="343" y="784"/>
                      <a:pt x="343" y="784"/>
                    </a:cubicBezTo>
                    <a:cubicBezTo>
                      <a:pt x="344" y="783"/>
                      <a:pt x="344" y="783"/>
                      <a:pt x="344" y="783"/>
                    </a:cubicBezTo>
                    <a:cubicBezTo>
                      <a:pt x="342" y="783"/>
                      <a:pt x="342" y="783"/>
                      <a:pt x="342" y="783"/>
                    </a:cubicBezTo>
                    <a:cubicBezTo>
                      <a:pt x="289" y="532"/>
                      <a:pt x="289" y="532"/>
                      <a:pt x="289" y="532"/>
                    </a:cubicBezTo>
                    <a:cubicBezTo>
                      <a:pt x="289" y="494"/>
                      <a:pt x="289" y="494"/>
                      <a:pt x="289" y="494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444" y="544"/>
                      <a:pt x="444" y="544"/>
                      <a:pt x="444" y="544"/>
                    </a:cubicBezTo>
                    <a:cubicBezTo>
                      <a:pt x="444" y="546"/>
                      <a:pt x="447" y="549"/>
                      <a:pt x="451" y="549"/>
                    </a:cubicBezTo>
                    <a:cubicBezTo>
                      <a:pt x="455" y="549"/>
                      <a:pt x="458" y="546"/>
                      <a:pt x="458" y="544"/>
                    </a:cubicBezTo>
                    <a:cubicBezTo>
                      <a:pt x="458" y="483"/>
                      <a:pt x="458" y="483"/>
                      <a:pt x="458" y="483"/>
                    </a:cubicBezTo>
                    <a:cubicBezTo>
                      <a:pt x="454" y="483"/>
                      <a:pt x="454" y="483"/>
                      <a:pt x="454" y="483"/>
                    </a:cubicBezTo>
                    <a:cubicBezTo>
                      <a:pt x="289" y="429"/>
                      <a:pt x="289" y="429"/>
                      <a:pt x="289" y="429"/>
                    </a:cubicBezTo>
                    <a:cubicBezTo>
                      <a:pt x="289" y="344"/>
                      <a:pt x="289" y="344"/>
                      <a:pt x="289" y="344"/>
                    </a:cubicBezTo>
                    <a:cubicBezTo>
                      <a:pt x="444" y="344"/>
                      <a:pt x="444" y="344"/>
                      <a:pt x="444" y="344"/>
                    </a:cubicBezTo>
                    <a:cubicBezTo>
                      <a:pt x="444" y="394"/>
                      <a:pt x="444" y="394"/>
                      <a:pt x="444" y="394"/>
                    </a:cubicBezTo>
                    <a:cubicBezTo>
                      <a:pt x="444" y="396"/>
                      <a:pt x="447" y="399"/>
                      <a:pt x="451" y="399"/>
                    </a:cubicBezTo>
                    <a:cubicBezTo>
                      <a:pt x="455" y="399"/>
                      <a:pt x="458" y="396"/>
                      <a:pt x="458" y="394"/>
                    </a:cubicBezTo>
                    <a:cubicBezTo>
                      <a:pt x="458" y="333"/>
                      <a:pt x="458" y="333"/>
                      <a:pt x="458" y="333"/>
                    </a:cubicBezTo>
                    <a:cubicBezTo>
                      <a:pt x="454" y="333"/>
                      <a:pt x="454" y="333"/>
                      <a:pt x="454" y="333"/>
                    </a:cubicBezTo>
                    <a:cubicBezTo>
                      <a:pt x="289" y="279"/>
                      <a:pt x="289" y="279"/>
                      <a:pt x="289" y="279"/>
                    </a:cubicBezTo>
                    <a:cubicBezTo>
                      <a:pt x="289" y="167"/>
                      <a:pt x="289" y="167"/>
                      <a:pt x="289" y="167"/>
                    </a:cubicBezTo>
                    <a:cubicBezTo>
                      <a:pt x="444" y="167"/>
                      <a:pt x="444" y="167"/>
                      <a:pt x="444" y="167"/>
                    </a:cubicBezTo>
                    <a:cubicBezTo>
                      <a:pt x="444" y="217"/>
                      <a:pt x="444" y="217"/>
                      <a:pt x="444" y="217"/>
                    </a:cubicBezTo>
                    <a:cubicBezTo>
                      <a:pt x="444" y="220"/>
                      <a:pt x="447" y="222"/>
                      <a:pt x="451" y="222"/>
                    </a:cubicBezTo>
                    <a:cubicBezTo>
                      <a:pt x="455" y="222"/>
                      <a:pt x="458" y="220"/>
                      <a:pt x="458" y="217"/>
                    </a:cubicBezTo>
                    <a:cubicBezTo>
                      <a:pt x="458" y="157"/>
                      <a:pt x="458" y="157"/>
                      <a:pt x="458" y="157"/>
                    </a:cubicBezTo>
                    <a:cubicBezTo>
                      <a:pt x="454" y="157"/>
                      <a:pt x="454" y="157"/>
                      <a:pt x="454" y="157"/>
                    </a:cubicBezTo>
                    <a:cubicBezTo>
                      <a:pt x="289" y="102"/>
                      <a:pt x="289" y="102"/>
                      <a:pt x="289" y="102"/>
                    </a:cubicBezTo>
                    <a:cubicBezTo>
                      <a:pt x="289" y="94"/>
                      <a:pt x="289" y="94"/>
                      <a:pt x="289" y="94"/>
                    </a:cubicBezTo>
                    <a:cubicBezTo>
                      <a:pt x="278" y="94"/>
                      <a:pt x="278" y="94"/>
                      <a:pt x="278" y="94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180" y="96"/>
                      <a:pt x="180" y="96"/>
                      <a:pt x="180" y="96"/>
                    </a:cubicBezTo>
                    <a:cubicBezTo>
                      <a:pt x="169" y="99"/>
                      <a:pt x="169" y="99"/>
                      <a:pt x="169" y="99"/>
                    </a:cubicBezTo>
                    <a:cubicBezTo>
                      <a:pt x="169" y="102"/>
                      <a:pt x="169" y="102"/>
                      <a:pt x="169" y="102"/>
                    </a:cubicBezTo>
                    <a:cubicBezTo>
                      <a:pt x="4" y="157"/>
                      <a:pt x="4" y="157"/>
                      <a:pt x="4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217"/>
                      <a:pt x="0" y="217"/>
                      <a:pt x="0" y="217"/>
                    </a:cubicBezTo>
                    <a:cubicBezTo>
                      <a:pt x="0" y="220"/>
                      <a:pt x="3" y="222"/>
                      <a:pt x="7" y="222"/>
                    </a:cubicBezTo>
                    <a:cubicBezTo>
                      <a:pt x="11" y="222"/>
                      <a:pt x="14" y="220"/>
                      <a:pt x="14" y="217"/>
                    </a:cubicBezTo>
                    <a:cubicBezTo>
                      <a:pt x="14" y="167"/>
                      <a:pt x="14" y="167"/>
                      <a:pt x="14" y="167"/>
                    </a:cubicBezTo>
                    <a:cubicBezTo>
                      <a:pt x="169" y="167"/>
                      <a:pt x="169" y="167"/>
                      <a:pt x="169" y="167"/>
                    </a:cubicBezTo>
                    <a:cubicBezTo>
                      <a:pt x="169" y="279"/>
                      <a:pt x="169" y="279"/>
                      <a:pt x="169" y="279"/>
                    </a:cubicBezTo>
                    <a:cubicBezTo>
                      <a:pt x="4" y="333"/>
                      <a:pt x="4" y="333"/>
                      <a:pt x="4" y="333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94"/>
                      <a:pt x="0" y="394"/>
                      <a:pt x="0" y="394"/>
                    </a:cubicBezTo>
                    <a:cubicBezTo>
                      <a:pt x="0" y="396"/>
                      <a:pt x="3" y="399"/>
                      <a:pt x="7" y="399"/>
                    </a:cubicBezTo>
                    <a:cubicBezTo>
                      <a:pt x="11" y="399"/>
                      <a:pt x="14" y="396"/>
                      <a:pt x="14" y="394"/>
                    </a:cubicBezTo>
                    <a:cubicBezTo>
                      <a:pt x="14" y="344"/>
                      <a:pt x="14" y="344"/>
                      <a:pt x="14" y="344"/>
                    </a:cubicBezTo>
                    <a:cubicBezTo>
                      <a:pt x="169" y="344"/>
                      <a:pt x="169" y="344"/>
                      <a:pt x="169" y="344"/>
                    </a:cubicBezTo>
                    <a:cubicBezTo>
                      <a:pt x="169" y="429"/>
                      <a:pt x="169" y="429"/>
                      <a:pt x="169" y="429"/>
                    </a:cubicBezTo>
                    <a:cubicBezTo>
                      <a:pt x="4" y="483"/>
                      <a:pt x="4" y="483"/>
                      <a:pt x="4" y="483"/>
                    </a:cubicBezTo>
                    <a:cubicBezTo>
                      <a:pt x="0" y="483"/>
                      <a:pt x="0" y="483"/>
                      <a:pt x="0" y="483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46"/>
                      <a:pt x="3" y="549"/>
                      <a:pt x="7" y="549"/>
                    </a:cubicBezTo>
                    <a:cubicBezTo>
                      <a:pt x="11" y="549"/>
                      <a:pt x="14" y="546"/>
                      <a:pt x="14" y="544"/>
                    </a:cubicBezTo>
                    <a:cubicBezTo>
                      <a:pt x="14" y="494"/>
                      <a:pt x="14" y="494"/>
                      <a:pt x="14" y="494"/>
                    </a:cubicBezTo>
                    <a:cubicBezTo>
                      <a:pt x="169" y="494"/>
                      <a:pt x="169" y="494"/>
                      <a:pt x="169" y="494"/>
                    </a:cubicBezTo>
                    <a:cubicBezTo>
                      <a:pt x="169" y="532"/>
                      <a:pt x="169" y="532"/>
                      <a:pt x="169" y="532"/>
                    </a:cubicBezTo>
                    <a:cubicBezTo>
                      <a:pt x="116" y="783"/>
                      <a:pt x="116" y="783"/>
                      <a:pt x="116" y="783"/>
                    </a:cubicBezTo>
                    <a:cubicBezTo>
                      <a:pt x="114" y="783"/>
                      <a:pt x="114" y="783"/>
                      <a:pt x="114" y="783"/>
                    </a:cubicBezTo>
                    <a:cubicBezTo>
                      <a:pt x="116" y="784"/>
                      <a:pt x="116" y="784"/>
                      <a:pt x="116" y="784"/>
                    </a:cubicBezTo>
                    <a:cubicBezTo>
                      <a:pt x="44" y="1123"/>
                      <a:pt x="44" y="1123"/>
                      <a:pt x="44" y="1123"/>
                    </a:cubicBezTo>
                    <a:cubicBezTo>
                      <a:pt x="77" y="1123"/>
                      <a:pt x="77" y="1123"/>
                      <a:pt x="77" y="1123"/>
                    </a:cubicBezTo>
                    <a:lnTo>
                      <a:pt x="82" y="1099"/>
                    </a:lnTo>
                    <a:close/>
                    <a:moveTo>
                      <a:pt x="376" y="138"/>
                    </a:moveTo>
                    <a:cubicBezTo>
                      <a:pt x="433" y="157"/>
                      <a:pt x="433" y="157"/>
                      <a:pt x="433" y="157"/>
                    </a:cubicBezTo>
                    <a:cubicBezTo>
                      <a:pt x="376" y="157"/>
                      <a:pt x="376" y="157"/>
                      <a:pt x="376" y="157"/>
                    </a:cubicBezTo>
                    <a:lnTo>
                      <a:pt x="376" y="138"/>
                    </a:lnTo>
                    <a:close/>
                    <a:moveTo>
                      <a:pt x="368" y="157"/>
                    </a:moveTo>
                    <a:cubicBezTo>
                      <a:pt x="303" y="157"/>
                      <a:pt x="303" y="157"/>
                      <a:pt x="303" y="157"/>
                    </a:cubicBezTo>
                    <a:cubicBezTo>
                      <a:pt x="368" y="139"/>
                      <a:pt x="368" y="139"/>
                      <a:pt x="368" y="139"/>
                    </a:cubicBezTo>
                    <a:lnTo>
                      <a:pt x="368" y="157"/>
                    </a:lnTo>
                    <a:close/>
                    <a:moveTo>
                      <a:pt x="289" y="110"/>
                    </a:moveTo>
                    <a:cubicBezTo>
                      <a:pt x="363" y="134"/>
                      <a:pt x="363" y="134"/>
                      <a:pt x="363" y="134"/>
                    </a:cubicBezTo>
                    <a:cubicBezTo>
                      <a:pt x="289" y="155"/>
                      <a:pt x="289" y="155"/>
                      <a:pt x="289" y="155"/>
                    </a:cubicBezTo>
                    <a:lnTo>
                      <a:pt x="289" y="110"/>
                    </a:lnTo>
                    <a:close/>
                    <a:moveTo>
                      <a:pt x="376" y="315"/>
                    </a:moveTo>
                    <a:cubicBezTo>
                      <a:pt x="433" y="333"/>
                      <a:pt x="433" y="333"/>
                      <a:pt x="433" y="333"/>
                    </a:cubicBezTo>
                    <a:cubicBezTo>
                      <a:pt x="376" y="333"/>
                      <a:pt x="376" y="333"/>
                      <a:pt x="376" y="333"/>
                    </a:cubicBezTo>
                    <a:lnTo>
                      <a:pt x="376" y="315"/>
                    </a:lnTo>
                    <a:close/>
                    <a:moveTo>
                      <a:pt x="368" y="333"/>
                    </a:moveTo>
                    <a:cubicBezTo>
                      <a:pt x="296" y="333"/>
                      <a:pt x="296" y="333"/>
                      <a:pt x="296" y="333"/>
                    </a:cubicBezTo>
                    <a:cubicBezTo>
                      <a:pt x="368" y="313"/>
                      <a:pt x="368" y="313"/>
                      <a:pt x="368" y="313"/>
                    </a:cubicBezTo>
                    <a:lnTo>
                      <a:pt x="368" y="333"/>
                    </a:lnTo>
                    <a:close/>
                    <a:moveTo>
                      <a:pt x="289" y="286"/>
                    </a:moveTo>
                    <a:cubicBezTo>
                      <a:pt x="368" y="312"/>
                      <a:pt x="368" y="312"/>
                      <a:pt x="368" y="312"/>
                    </a:cubicBezTo>
                    <a:cubicBezTo>
                      <a:pt x="291" y="333"/>
                      <a:pt x="291" y="333"/>
                      <a:pt x="291" y="333"/>
                    </a:cubicBezTo>
                    <a:cubicBezTo>
                      <a:pt x="289" y="333"/>
                      <a:pt x="289" y="333"/>
                      <a:pt x="289" y="333"/>
                    </a:cubicBezTo>
                    <a:lnTo>
                      <a:pt x="289" y="286"/>
                    </a:lnTo>
                    <a:close/>
                    <a:moveTo>
                      <a:pt x="376" y="465"/>
                    </a:moveTo>
                    <a:cubicBezTo>
                      <a:pt x="433" y="483"/>
                      <a:pt x="433" y="483"/>
                      <a:pt x="433" y="483"/>
                    </a:cubicBezTo>
                    <a:cubicBezTo>
                      <a:pt x="376" y="483"/>
                      <a:pt x="376" y="483"/>
                      <a:pt x="376" y="483"/>
                    </a:cubicBezTo>
                    <a:lnTo>
                      <a:pt x="376" y="465"/>
                    </a:lnTo>
                    <a:close/>
                    <a:moveTo>
                      <a:pt x="368" y="483"/>
                    </a:moveTo>
                    <a:cubicBezTo>
                      <a:pt x="296" y="483"/>
                      <a:pt x="296" y="483"/>
                      <a:pt x="296" y="483"/>
                    </a:cubicBezTo>
                    <a:cubicBezTo>
                      <a:pt x="368" y="463"/>
                      <a:pt x="368" y="463"/>
                      <a:pt x="368" y="463"/>
                    </a:cubicBezTo>
                    <a:lnTo>
                      <a:pt x="368" y="483"/>
                    </a:lnTo>
                    <a:close/>
                    <a:moveTo>
                      <a:pt x="289" y="436"/>
                    </a:moveTo>
                    <a:cubicBezTo>
                      <a:pt x="368" y="462"/>
                      <a:pt x="368" y="462"/>
                      <a:pt x="368" y="462"/>
                    </a:cubicBezTo>
                    <a:cubicBezTo>
                      <a:pt x="290" y="483"/>
                      <a:pt x="290" y="483"/>
                      <a:pt x="290" y="483"/>
                    </a:cubicBezTo>
                    <a:cubicBezTo>
                      <a:pt x="289" y="483"/>
                      <a:pt x="289" y="483"/>
                      <a:pt x="289" y="483"/>
                    </a:cubicBezTo>
                    <a:lnTo>
                      <a:pt x="289" y="436"/>
                    </a:lnTo>
                    <a:close/>
                    <a:moveTo>
                      <a:pt x="375" y="1092"/>
                    </a:moveTo>
                    <a:cubicBezTo>
                      <a:pt x="243" y="1092"/>
                      <a:pt x="243" y="1092"/>
                      <a:pt x="243" y="1092"/>
                    </a:cubicBezTo>
                    <a:cubicBezTo>
                      <a:pt x="295" y="1049"/>
                      <a:pt x="295" y="1049"/>
                      <a:pt x="295" y="1049"/>
                    </a:cubicBezTo>
                    <a:cubicBezTo>
                      <a:pt x="374" y="1087"/>
                      <a:pt x="374" y="1087"/>
                      <a:pt x="374" y="1087"/>
                    </a:cubicBezTo>
                    <a:lnTo>
                      <a:pt x="375" y="1092"/>
                    </a:lnTo>
                    <a:close/>
                    <a:moveTo>
                      <a:pt x="371" y="1076"/>
                    </a:moveTo>
                    <a:cubicBezTo>
                      <a:pt x="320" y="1051"/>
                      <a:pt x="320" y="1051"/>
                      <a:pt x="320" y="1051"/>
                    </a:cubicBezTo>
                    <a:cubicBezTo>
                      <a:pt x="366" y="1051"/>
                      <a:pt x="366" y="1051"/>
                      <a:pt x="366" y="1051"/>
                    </a:cubicBezTo>
                    <a:lnTo>
                      <a:pt x="371" y="1076"/>
                    </a:lnTo>
                    <a:close/>
                    <a:moveTo>
                      <a:pt x="365" y="1044"/>
                    </a:moveTo>
                    <a:cubicBezTo>
                      <a:pt x="301" y="1044"/>
                      <a:pt x="301" y="1044"/>
                      <a:pt x="301" y="1044"/>
                    </a:cubicBezTo>
                    <a:cubicBezTo>
                      <a:pt x="355" y="1000"/>
                      <a:pt x="355" y="1000"/>
                      <a:pt x="355" y="1000"/>
                    </a:cubicBezTo>
                    <a:lnTo>
                      <a:pt x="365" y="1044"/>
                    </a:lnTo>
                    <a:close/>
                    <a:moveTo>
                      <a:pt x="351" y="978"/>
                    </a:moveTo>
                    <a:cubicBezTo>
                      <a:pt x="232" y="978"/>
                      <a:pt x="232" y="978"/>
                      <a:pt x="232" y="978"/>
                    </a:cubicBezTo>
                    <a:cubicBezTo>
                      <a:pt x="232" y="905"/>
                      <a:pt x="232" y="905"/>
                      <a:pt x="232" y="905"/>
                    </a:cubicBezTo>
                    <a:cubicBezTo>
                      <a:pt x="350" y="974"/>
                      <a:pt x="350" y="974"/>
                      <a:pt x="350" y="974"/>
                    </a:cubicBezTo>
                    <a:lnTo>
                      <a:pt x="351" y="978"/>
                    </a:lnTo>
                    <a:close/>
                    <a:moveTo>
                      <a:pt x="239" y="899"/>
                    </a:moveTo>
                    <a:cubicBezTo>
                      <a:pt x="328" y="886"/>
                      <a:pt x="328" y="886"/>
                      <a:pt x="328" y="886"/>
                    </a:cubicBezTo>
                    <a:cubicBezTo>
                      <a:pt x="282" y="925"/>
                      <a:pt x="282" y="925"/>
                      <a:pt x="282" y="925"/>
                    </a:cubicBezTo>
                    <a:lnTo>
                      <a:pt x="239" y="899"/>
                    </a:lnTo>
                    <a:close/>
                    <a:moveTo>
                      <a:pt x="348" y="964"/>
                    </a:moveTo>
                    <a:cubicBezTo>
                      <a:pt x="290" y="930"/>
                      <a:pt x="290" y="930"/>
                      <a:pt x="290" y="930"/>
                    </a:cubicBezTo>
                    <a:cubicBezTo>
                      <a:pt x="340" y="930"/>
                      <a:pt x="340" y="930"/>
                      <a:pt x="340" y="930"/>
                    </a:cubicBezTo>
                    <a:lnTo>
                      <a:pt x="348" y="964"/>
                    </a:lnTo>
                    <a:close/>
                    <a:moveTo>
                      <a:pt x="339" y="922"/>
                    </a:moveTo>
                    <a:cubicBezTo>
                      <a:pt x="302" y="922"/>
                      <a:pt x="302" y="922"/>
                      <a:pt x="302" y="922"/>
                    </a:cubicBezTo>
                    <a:cubicBezTo>
                      <a:pt x="333" y="895"/>
                      <a:pt x="333" y="895"/>
                      <a:pt x="333" y="895"/>
                    </a:cubicBezTo>
                    <a:lnTo>
                      <a:pt x="339" y="922"/>
                    </a:lnTo>
                    <a:close/>
                    <a:moveTo>
                      <a:pt x="329" y="877"/>
                    </a:moveTo>
                    <a:cubicBezTo>
                      <a:pt x="252" y="889"/>
                      <a:pt x="252" y="889"/>
                      <a:pt x="252" y="889"/>
                    </a:cubicBezTo>
                    <a:cubicBezTo>
                      <a:pt x="323" y="847"/>
                      <a:pt x="323" y="847"/>
                      <a:pt x="323" y="847"/>
                    </a:cubicBezTo>
                    <a:lnTo>
                      <a:pt x="329" y="877"/>
                    </a:lnTo>
                    <a:close/>
                    <a:moveTo>
                      <a:pt x="317" y="821"/>
                    </a:moveTo>
                    <a:cubicBezTo>
                      <a:pt x="248" y="805"/>
                      <a:pt x="248" y="805"/>
                      <a:pt x="248" y="805"/>
                    </a:cubicBezTo>
                    <a:cubicBezTo>
                      <a:pt x="311" y="791"/>
                      <a:pt x="311" y="791"/>
                      <a:pt x="311" y="791"/>
                    </a:cubicBezTo>
                    <a:lnTo>
                      <a:pt x="317" y="821"/>
                    </a:lnTo>
                    <a:close/>
                    <a:moveTo>
                      <a:pt x="296" y="824"/>
                    </a:moveTo>
                    <a:cubicBezTo>
                      <a:pt x="162" y="824"/>
                      <a:pt x="162" y="824"/>
                      <a:pt x="162" y="824"/>
                    </a:cubicBezTo>
                    <a:cubicBezTo>
                      <a:pt x="229" y="809"/>
                      <a:pt x="229" y="809"/>
                      <a:pt x="229" y="809"/>
                    </a:cubicBezTo>
                    <a:lnTo>
                      <a:pt x="296" y="824"/>
                    </a:lnTo>
                    <a:close/>
                    <a:moveTo>
                      <a:pt x="307" y="774"/>
                    </a:moveTo>
                    <a:cubicBezTo>
                      <a:pt x="247" y="759"/>
                      <a:pt x="247" y="759"/>
                      <a:pt x="247" y="759"/>
                    </a:cubicBezTo>
                    <a:cubicBezTo>
                      <a:pt x="301" y="746"/>
                      <a:pt x="301" y="746"/>
                      <a:pt x="301" y="746"/>
                    </a:cubicBezTo>
                    <a:lnTo>
                      <a:pt x="307" y="774"/>
                    </a:lnTo>
                    <a:close/>
                    <a:moveTo>
                      <a:pt x="298" y="728"/>
                    </a:moveTo>
                    <a:cubicBezTo>
                      <a:pt x="245" y="714"/>
                      <a:pt x="245" y="714"/>
                      <a:pt x="245" y="714"/>
                    </a:cubicBezTo>
                    <a:cubicBezTo>
                      <a:pt x="292" y="702"/>
                      <a:pt x="292" y="702"/>
                      <a:pt x="292" y="702"/>
                    </a:cubicBezTo>
                    <a:lnTo>
                      <a:pt x="298" y="728"/>
                    </a:lnTo>
                    <a:close/>
                    <a:moveTo>
                      <a:pt x="288" y="682"/>
                    </a:moveTo>
                    <a:cubicBezTo>
                      <a:pt x="243" y="668"/>
                      <a:pt x="243" y="668"/>
                      <a:pt x="243" y="668"/>
                    </a:cubicBezTo>
                    <a:cubicBezTo>
                      <a:pt x="283" y="656"/>
                      <a:pt x="283" y="656"/>
                      <a:pt x="283" y="656"/>
                    </a:cubicBezTo>
                    <a:lnTo>
                      <a:pt x="288" y="682"/>
                    </a:lnTo>
                    <a:close/>
                    <a:moveTo>
                      <a:pt x="279" y="639"/>
                    </a:moveTo>
                    <a:cubicBezTo>
                      <a:pt x="242" y="626"/>
                      <a:pt x="242" y="626"/>
                      <a:pt x="242" y="626"/>
                    </a:cubicBezTo>
                    <a:cubicBezTo>
                      <a:pt x="274" y="615"/>
                      <a:pt x="274" y="615"/>
                      <a:pt x="274" y="615"/>
                    </a:cubicBezTo>
                    <a:lnTo>
                      <a:pt x="279" y="639"/>
                    </a:lnTo>
                    <a:close/>
                    <a:moveTo>
                      <a:pt x="270" y="596"/>
                    </a:moveTo>
                    <a:cubicBezTo>
                      <a:pt x="240" y="583"/>
                      <a:pt x="240" y="583"/>
                      <a:pt x="240" y="583"/>
                    </a:cubicBezTo>
                    <a:cubicBezTo>
                      <a:pt x="265" y="572"/>
                      <a:pt x="265" y="572"/>
                      <a:pt x="265" y="572"/>
                    </a:cubicBezTo>
                    <a:lnTo>
                      <a:pt x="270" y="596"/>
                    </a:lnTo>
                    <a:close/>
                    <a:moveTo>
                      <a:pt x="259" y="72"/>
                    </a:moveTo>
                    <a:cubicBezTo>
                      <a:pt x="234" y="30"/>
                      <a:pt x="234" y="30"/>
                      <a:pt x="234" y="30"/>
                    </a:cubicBezTo>
                    <a:cubicBezTo>
                      <a:pt x="242" y="16"/>
                      <a:pt x="242" y="16"/>
                      <a:pt x="242" y="16"/>
                    </a:cubicBezTo>
                    <a:lnTo>
                      <a:pt x="259" y="72"/>
                    </a:lnTo>
                    <a:close/>
                    <a:moveTo>
                      <a:pt x="237" y="9"/>
                    </a:moveTo>
                    <a:cubicBezTo>
                      <a:pt x="229" y="22"/>
                      <a:pt x="229" y="22"/>
                      <a:pt x="229" y="22"/>
                    </a:cubicBezTo>
                    <a:cubicBezTo>
                      <a:pt x="222" y="9"/>
                      <a:pt x="222" y="9"/>
                      <a:pt x="222" y="9"/>
                    </a:cubicBezTo>
                    <a:lnTo>
                      <a:pt x="237" y="9"/>
                    </a:lnTo>
                    <a:close/>
                    <a:moveTo>
                      <a:pt x="216" y="16"/>
                    </a:moveTo>
                    <a:cubicBezTo>
                      <a:pt x="224" y="30"/>
                      <a:pt x="224" y="30"/>
                      <a:pt x="224" y="30"/>
                    </a:cubicBezTo>
                    <a:cubicBezTo>
                      <a:pt x="200" y="72"/>
                      <a:pt x="200" y="72"/>
                      <a:pt x="200" y="72"/>
                    </a:cubicBezTo>
                    <a:lnTo>
                      <a:pt x="216" y="16"/>
                    </a:lnTo>
                    <a:close/>
                    <a:moveTo>
                      <a:pt x="229" y="38"/>
                    </a:moveTo>
                    <a:cubicBezTo>
                      <a:pt x="262" y="94"/>
                      <a:pt x="262" y="94"/>
                      <a:pt x="262" y="94"/>
                    </a:cubicBezTo>
                    <a:cubicBezTo>
                      <a:pt x="257" y="94"/>
                      <a:pt x="257" y="94"/>
                      <a:pt x="257" y="94"/>
                    </a:cubicBezTo>
                    <a:cubicBezTo>
                      <a:pt x="257" y="97"/>
                      <a:pt x="257" y="97"/>
                      <a:pt x="257" y="97"/>
                    </a:cubicBezTo>
                    <a:cubicBezTo>
                      <a:pt x="202" y="97"/>
                      <a:pt x="202" y="97"/>
                      <a:pt x="202" y="97"/>
                    </a:cubicBezTo>
                    <a:cubicBezTo>
                      <a:pt x="202" y="89"/>
                      <a:pt x="202" y="89"/>
                      <a:pt x="202" y="89"/>
                    </a:cubicBezTo>
                    <a:cubicBezTo>
                      <a:pt x="199" y="90"/>
                      <a:pt x="199" y="90"/>
                      <a:pt x="199" y="90"/>
                    </a:cubicBezTo>
                    <a:lnTo>
                      <a:pt x="229" y="38"/>
                    </a:lnTo>
                    <a:close/>
                    <a:moveTo>
                      <a:pt x="222" y="512"/>
                    </a:moveTo>
                    <a:cubicBezTo>
                      <a:pt x="202" y="524"/>
                      <a:pt x="202" y="524"/>
                      <a:pt x="202" y="524"/>
                    </a:cubicBezTo>
                    <a:cubicBezTo>
                      <a:pt x="202" y="501"/>
                      <a:pt x="202" y="501"/>
                      <a:pt x="202" y="501"/>
                    </a:cubicBezTo>
                    <a:lnTo>
                      <a:pt x="222" y="512"/>
                    </a:lnTo>
                    <a:close/>
                    <a:moveTo>
                      <a:pt x="204" y="494"/>
                    </a:moveTo>
                    <a:cubicBezTo>
                      <a:pt x="255" y="494"/>
                      <a:pt x="255" y="494"/>
                      <a:pt x="255" y="494"/>
                    </a:cubicBezTo>
                    <a:cubicBezTo>
                      <a:pt x="229" y="508"/>
                      <a:pt x="229" y="508"/>
                      <a:pt x="229" y="508"/>
                    </a:cubicBezTo>
                    <a:lnTo>
                      <a:pt x="204" y="494"/>
                    </a:lnTo>
                    <a:close/>
                    <a:moveTo>
                      <a:pt x="229" y="516"/>
                    </a:moveTo>
                    <a:cubicBezTo>
                      <a:pt x="255" y="531"/>
                      <a:pt x="255" y="531"/>
                      <a:pt x="255" y="531"/>
                    </a:cubicBezTo>
                    <a:cubicBezTo>
                      <a:pt x="203" y="531"/>
                      <a:pt x="203" y="531"/>
                      <a:pt x="203" y="531"/>
                    </a:cubicBezTo>
                    <a:lnTo>
                      <a:pt x="229" y="516"/>
                    </a:lnTo>
                    <a:close/>
                    <a:moveTo>
                      <a:pt x="236" y="512"/>
                    </a:moveTo>
                    <a:cubicBezTo>
                      <a:pt x="257" y="501"/>
                      <a:pt x="257" y="501"/>
                      <a:pt x="257" y="501"/>
                    </a:cubicBezTo>
                    <a:cubicBezTo>
                      <a:pt x="257" y="524"/>
                      <a:pt x="257" y="524"/>
                      <a:pt x="257" y="524"/>
                    </a:cubicBezTo>
                    <a:lnTo>
                      <a:pt x="236" y="512"/>
                    </a:lnTo>
                    <a:close/>
                    <a:moveTo>
                      <a:pt x="202" y="483"/>
                    </a:moveTo>
                    <a:cubicBezTo>
                      <a:pt x="202" y="480"/>
                      <a:pt x="202" y="480"/>
                      <a:pt x="202" y="480"/>
                    </a:cubicBezTo>
                    <a:cubicBezTo>
                      <a:pt x="229" y="461"/>
                      <a:pt x="229" y="461"/>
                      <a:pt x="229" y="461"/>
                    </a:cubicBezTo>
                    <a:cubicBezTo>
                      <a:pt x="257" y="480"/>
                      <a:pt x="257" y="480"/>
                      <a:pt x="257" y="480"/>
                    </a:cubicBezTo>
                    <a:cubicBezTo>
                      <a:pt x="257" y="483"/>
                      <a:pt x="257" y="483"/>
                      <a:pt x="257" y="483"/>
                    </a:cubicBezTo>
                    <a:lnTo>
                      <a:pt x="202" y="483"/>
                    </a:lnTo>
                    <a:close/>
                    <a:moveTo>
                      <a:pt x="202" y="470"/>
                    </a:moveTo>
                    <a:cubicBezTo>
                      <a:pt x="202" y="442"/>
                      <a:pt x="202" y="442"/>
                      <a:pt x="202" y="442"/>
                    </a:cubicBezTo>
                    <a:cubicBezTo>
                      <a:pt x="222" y="456"/>
                      <a:pt x="222" y="456"/>
                      <a:pt x="222" y="456"/>
                    </a:cubicBezTo>
                    <a:lnTo>
                      <a:pt x="202" y="470"/>
                    </a:lnTo>
                    <a:close/>
                    <a:moveTo>
                      <a:pt x="236" y="456"/>
                    </a:moveTo>
                    <a:cubicBezTo>
                      <a:pt x="257" y="442"/>
                      <a:pt x="257" y="442"/>
                      <a:pt x="257" y="442"/>
                    </a:cubicBezTo>
                    <a:cubicBezTo>
                      <a:pt x="257" y="470"/>
                      <a:pt x="257" y="470"/>
                      <a:pt x="257" y="470"/>
                    </a:cubicBezTo>
                    <a:lnTo>
                      <a:pt x="236" y="456"/>
                    </a:lnTo>
                    <a:close/>
                    <a:moveTo>
                      <a:pt x="229" y="451"/>
                    </a:moveTo>
                    <a:cubicBezTo>
                      <a:pt x="202" y="432"/>
                      <a:pt x="202" y="432"/>
                      <a:pt x="202" y="432"/>
                    </a:cubicBezTo>
                    <a:cubicBezTo>
                      <a:pt x="202" y="430"/>
                      <a:pt x="202" y="430"/>
                      <a:pt x="202" y="430"/>
                    </a:cubicBezTo>
                    <a:cubicBezTo>
                      <a:pt x="257" y="430"/>
                      <a:pt x="257" y="430"/>
                      <a:pt x="257" y="430"/>
                    </a:cubicBezTo>
                    <a:cubicBezTo>
                      <a:pt x="257" y="432"/>
                      <a:pt x="257" y="432"/>
                      <a:pt x="257" y="432"/>
                    </a:cubicBezTo>
                    <a:lnTo>
                      <a:pt x="229" y="451"/>
                    </a:lnTo>
                    <a:close/>
                    <a:moveTo>
                      <a:pt x="202" y="417"/>
                    </a:moveTo>
                    <a:cubicBezTo>
                      <a:pt x="202" y="393"/>
                      <a:pt x="202" y="393"/>
                      <a:pt x="202" y="393"/>
                    </a:cubicBezTo>
                    <a:cubicBezTo>
                      <a:pt x="222" y="405"/>
                      <a:pt x="222" y="405"/>
                      <a:pt x="222" y="405"/>
                    </a:cubicBezTo>
                    <a:lnTo>
                      <a:pt x="202" y="417"/>
                    </a:lnTo>
                    <a:close/>
                    <a:moveTo>
                      <a:pt x="229" y="409"/>
                    </a:moveTo>
                    <a:cubicBezTo>
                      <a:pt x="254" y="423"/>
                      <a:pt x="254" y="423"/>
                      <a:pt x="254" y="423"/>
                    </a:cubicBezTo>
                    <a:cubicBezTo>
                      <a:pt x="204" y="423"/>
                      <a:pt x="204" y="423"/>
                      <a:pt x="204" y="423"/>
                    </a:cubicBezTo>
                    <a:lnTo>
                      <a:pt x="229" y="409"/>
                    </a:lnTo>
                    <a:close/>
                    <a:moveTo>
                      <a:pt x="236" y="405"/>
                    </a:moveTo>
                    <a:cubicBezTo>
                      <a:pt x="257" y="393"/>
                      <a:pt x="257" y="393"/>
                      <a:pt x="257" y="393"/>
                    </a:cubicBezTo>
                    <a:cubicBezTo>
                      <a:pt x="257" y="417"/>
                      <a:pt x="257" y="417"/>
                      <a:pt x="257" y="417"/>
                    </a:cubicBezTo>
                    <a:lnTo>
                      <a:pt x="236" y="405"/>
                    </a:lnTo>
                    <a:close/>
                    <a:moveTo>
                      <a:pt x="229" y="401"/>
                    </a:moveTo>
                    <a:cubicBezTo>
                      <a:pt x="202" y="385"/>
                      <a:pt x="202" y="385"/>
                      <a:pt x="202" y="385"/>
                    </a:cubicBezTo>
                    <a:cubicBezTo>
                      <a:pt x="202" y="382"/>
                      <a:pt x="202" y="382"/>
                      <a:pt x="202" y="382"/>
                    </a:cubicBezTo>
                    <a:cubicBezTo>
                      <a:pt x="229" y="367"/>
                      <a:pt x="229" y="367"/>
                      <a:pt x="229" y="367"/>
                    </a:cubicBezTo>
                    <a:cubicBezTo>
                      <a:pt x="257" y="382"/>
                      <a:pt x="257" y="382"/>
                      <a:pt x="257" y="382"/>
                    </a:cubicBezTo>
                    <a:cubicBezTo>
                      <a:pt x="257" y="385"/>
                      <a:pt x="257" y="385"/>
                      <a:pt x="257" y="385"/>
                    </a:cubicBezTo>
                    <a:lnTo>
                      <a:pt x="229" y="401"/>
                    </a:lnTo>
                    <a:close/>
                    <a:moveTo>
                      <a:pt x="222" y="363"/>
                    </a:moveTo>
                    <a:cubicBezTo>
                      <a:pt x="202" y="374"/>
                      <a:pt x="202" y="374"/>
                      <a:pt x="202" y="374"/>
                    </a:cubicBezTo>
                    <a:cubicBezTo>
                      <a:pt x="202" y="351"/>
                      <a:pt x="202" y="351"/>
                      <a:pt x="202" y="351"/>
                    </a:cubicBezTo>
                    <a:lnTo>
                      <a:pt x="222" y="363"/>
                    </a:lnTo>
                    <a:close/>
                    <a:moveTo>
                      <a:pt x="203" y="344"/>
                    </a:moveTo>
                    <a:cubicBezTo>
                      <a:pt x="255" y="344"/>
                      <a:pt x="255" y="344"/>
                      <a:pt x="255" y="344"/>
                    </a:cubicBezTo>
                    <a:cubicBezTo>
                      <a:pt x="229" y="359"/>
                      <a:pt x="229" y="359"/>
                      <a:pt x="229" y="359"/>
                    </a:cubicBezTo>
                    <a:lnTo>
                      <a:pt x="203" y="344"/>
                    </a:lnTo>
                    <a:close/>
                    <a:moveTo>
                      <a:pt x="236" y="363"/>
                    </a:moveTo>
                    <a:cubicBezTo>
                      <a:pt x="257" y="351"/>
                      <a:pt x="257" y="351"/>
                      <a:pt x="257" y="351"/>
                    </a:cubicBezTo>
                    <a:cubicBezTo>
                      <a:pt x="257" y="374"/>
                      <a:pt x="257" y="374"/>
                      <a:pt x="257" y="374"/>
                    </a:cubicBezTo>
                    <a:lnTo>
                      <a:pt x="236" y="363"/>
                    </a:lnTo>
                    <a:close/>
                    <a:moveTo>
                      <a:pt x="202" y="333"/>
                    </a:moveTo>
                    <a:cubicBezTo>
                      <a:pt x="202" y="330"/>
                      <a:pt x="202" y="330"/>
                      <a:pt x="202" y="330"/>
                    </a:cubicBezTo>
                    <a:cubicBezTo>
                      <a:pt x="229" y="311"/>
                      <a:pt x="229" y="311"/>
                      <a:pt x="229" y="311"/>
                    </a:cubicBezTo>
                    <a:cubicBezTo>
                      <a:pt x="257" y="330"/>
                      <a:pt x="257" y="330"/>
                      <a:pt x="257" y="330"/>
                    </a:cubicBezTo>
                    <a:cubicBezTo>
                      <a:pt x="257" y="333"/>
                      <a:pt x="257" y="333"/>
                      <a:pt x="257" y="333"/>
                    </a:cubicBezTo>
                    <a:lnTo>
                      <a:pt x="202" y="333"/>
                    </a:lnTo>
                    <a:close/>
                    <a:moveTo>
                      <a:pt x="202" y="320"/>
                    </a:moveTo>
                    <a:cubicBezTo>
                      <a:pt x="202" y="292"/>
                      <a:pt x="202" y="292"/>
                      <a:pt x="202" y="292"/>
                    </a:cubicBezTo>
                    <a:cubicBezTo>
                      <a:pt x="222" y="306"/>
                      <a:pt x="222" y="306"/>
                      <a:pt x="222" y="306"/>
                    </a:cubicBezTo>
                    <a:lnTo>
                      <a:pt x="202" y="320"/>
                    </a:lnTo>
                    <a:close/>
                    <a:moveTo>
                      <a:pt x="236" y="306"/>
                    </a:moveTo>
                    <a:cubicBezTo>
                      <a:pt x="257" y="292"/>
                      <a:pt x="257" y="292"/>
                      <a:pt x="257" y="292"/>
                    </a:cubicBezTo>
                    <a:cubicBezTo>
                      <a:pt x="257" y="320"/>
                      <a:pt x="257" y="320"/>
                      <a:pt x="257" y="320"/>
                    </a:cubicBezTo>
                    <a:lnTo>
                      <a:pt x="236" y="306"/>
                    </a:lnTo>
                    <a:close/>
                    <a:moveTo>
                      <a:pt x="229" y="301"/>
                    </a:moveTo>
                    <a:cubicBezTo>
                      <a:pt x="202" y="282"/>
                      <a:pt x="202" y="282"/>
                      <a:pt x="202" y="282"/>
                    </a:cubicBezTo>
                    <a:cubicBezTo>
                      <a:pt x="202" y="280"/>
                      <a:pt x="202" y="280"/>
                      <a:pt x="202" y="280"/>
                    </a:cubicBezTo>
                    <a:cubicBezTo>
                      <a:pt x="257" y="280"/>
                      <a:pt x="257" y="280"/>
                      <a:pt x="257" y="280"/>
                    </a:cubicBezTo>
                    <a:cubicBezTo>
                      <a:pt x="257" y="282"/>
                      <a:pt x="257" y="282"/>
                      <a:pt x="257" y="282"/>
                    </a:cubicBezTo>
                    <a:lnTo>
                      <a:pt x="229" y="301"/>
                    </a:lnTo>
                    <a:close/>
                    <a:moveTo>
                      <a:pt x="202" y="264"/>
                    </a:moveTo>
                    <a:cubicBezTo>
                      <a:pt x="202" y="235"/>
                      <a:pt x="202" y="235"/>
                      <a:pt x="202" y="235"/>
                    </a:cubicBezTo>
                    <a:cubicBezTo>
                      <a:pt x="223" y="250"/>
                      <a:pt x="223" y="250"/>
                      <a:pt x="223" y="250"/>
                    </a:cubicBezTo>
                    <a:lnTo>
                      <a:pt x="202" y="264"/>
                    </a:lnTo>
                    <a:close/>
                    <a:moveTo>
                      <a:pt x="229" y="254"/>
                    </a:moveTo>
                    <a:cubicBezTo>
                      <a:pt x="256" y="273"/>
                      <a:pt x="256" y="273"/>
                      <a:pt x="256" y="273"/>
                    </a:cubicBezTo>
                    <a:cubicBezTo>
                      <a:pt x="202" y="273"/>
                      <a:pt x="202" y="273"/>
                      <a:pt x="202" y="273"/>
                    </a:cubicBezTo>
                    <a:lnTo>
                      <a:pt x="229" y="254"/>
                    </a:lnTo>
                    <a:close/>
                    <a:moveTo>
                      <a:pt x="236" y="250"/>
                    </a:moveTo>
                    <a:cubicBezTo>
                      <a:pt x="257" y="235"/>
                      <a:pt x="257" y="235"/>
                      <a:pt x="257" y="235"/>
                    </a:cubicBezTo>
                    <a:cubicBezTo>
                      <a:pt x="257" y="264"/>
                      <a:pt x="257" y="264"/>
                      <a:pt x="257" y="264"/>
                    </a:cubicBezTo>
                    <a:lnTo>
                      <a:pt x="236" y="250"/>
                    </a:lnTo>
                    <a:close/>
                    <a:moveTo>
                      <a:pt x="229" y="245"/>
                    </a:moveTo>
                    <a:cubicBezTo>
                      <a:pt x="202" y="226"/>
                      <a:pt x="202" y="226"/>
                      <a:pt x="202" y="226"/>
                    </a:cubicBezTo>
                    <a:cubicBezTo>
                      <a:pt x="202" y="217"/>
                      <a:pt x="202" y="217"/>
                      <a:pt x="202" y="217"/>
                    </a:cubicBezTo>
                    <a:cubicBezTo>
                      <a:pt x="229" y="197"/>
                      <a:pt x="229" y="197"/>
                      <a:pt x="229" y="197"/>
                    </a:cubicBezTo>
                    <a:cubicBezTo>
                      <a:pt x="257" y="217"/>
                      <a:pt x="257" y="217"/>
                      <a:pt x="257" y="217"/>
                    </a:cubicBezTo>
                    <a:cubicBezTo>
                      <a:pt x="257" y="226"/>
                      <a:pt x="257" y="226"/>
                      <a:pt x="257" y="226"/>
                    </a:cubicBezTo>
                    <a:lnTo>
                      <a:pt x="229" y="245"/>
                    </a:lnTo>
                    <a:close/>
                    <a:moveTo>
                      <a:pt x="202" y="208"/>
                    </a:moveTo>
                    <a:cubicBezTo>
                      <a:pt x="202" y="178"/>
                      <a:pt x="202" y="178"/>
                      <a:pt x="202" y="178"/>
                    </a:cubicBezTo>
                    <a:cubicBezTo>
                      <a:pt x="223" y="193"/>
                      <a:pt x="223" y="193"/>
                      <a:pt x="223" y="193"/>
                    </a:cubicBezTo>
                    <a:lnTo>
                      <a:pt x="202" y="208"/>
                    </a:lnTo>
                    <a:close/>
                    <a:moveTo>
                      <a:pt x="236" y="193"/>
                    </a:moveTo>
                    <a:cubicBezTo>
                      <a:pt x="257" y="178"/>
                      <a:pt x="257" y="178"/>
                      <a:pt x="257" y="178"/>
                    </a:cubicBezTo>
                    <a:cubicBezTo>
                      <a:pt x="257" y="208"/>
                      <a:pt x="257" y="208"/>
                      <a:pt x="257" y="208"/>
                    </a:cubicBezTo>
                    <a:lnTo>
                      <a:pt x="236" y="193"/>
                    </a:lnTo>
                    <a:close/>
                    <a:moveTo>
                      <a:pt x="229" y="188"/>
                    </a:moveTo>
                    <a:cubicBezTo>
                      <a:pt x="202" y="169"/>
                      <a:pt x="202" y="169"/>
                      <a:pt x="202" y="169"/>
                    </a:cubicBezTo>
                    <a:cubicBezTo>
                      <a:pt x="202" y="167"/>
                      <a:pt x="202" y="167"/>
                      <a:pt x="202" y="167"/>
                    </a:cubicBezTo>
                    <a:cubicBezTo>
                      <a:pt x="257" y="167"/>
                      <a:pt x="257" y="167"/>
                      <a:pt x="257" y="167"/>
                    </a:cubicBezTo>
                    <a:cubicBezTo>
                      <a:pt x="257" y="169"/>
                      <a:pt x="257" y="169"/>
                      <a:pt x="257" y="169"/>
                    </a:cubicBezTo>
                    <a:lnTo>
                      <a:pt x="229" y="188"/>
                    </a:lnTo>
                    <a:close/>
                    <a:moveTo>
                      <a:pt x="202" y="157"/>
                    </a:moveTo>
                    <a:cubicBezTo>
                      <a:pt x="202" y="154"/>
                      <a:pt x="202" y="154"/>
                      <a:pt x="202" y="154"/>
                    </a:cubicBezTo>
                    <a:cubicBezTo>
                      <a:pt x="229" y="135"/>
                      <a:pt x="229" y="135"/>
                      <a:pt x="229" y="135"/>
                    </a:cubicBezTo>
                    <a:cubicBezTo>
                      <a:pt x="257" y="154"/>
                      <a:pt x="257" y="154"/>
                      <a:pt x="257" y="154"/>
                    </a:cubicBezTo>
                    <a:cubicBezTo>
                      <a:pt x="257" y="157"/>
                      <a:pt x="257" y="157"/>
                      <a:pt x="257" y="157"/>
                    </a:cubicBezTo>
                    <a:lnTo>
                      <a:pt x="202" y="157"/>
                    </a:lnTo>
                    <a:close/>
                    <a:moveTo>
                      <a:pt x="202" y="144"/>
                    </a:moveTo>
                    <a:cubicBezTo>
                      <a:pt x="202" y="116"/>
                      <a:pt x="202" y="116"/>
                      <a:pt x="202" y="116"/>
                    </a:cubicBezTo>
                    <a:cubicBezTo>
                      <a:pt x="222" y="130"/>
                      <a:pt x="222" y="130"/>
                      <a:pt x="222" y="130"/>
                    </a:cubicBezTo>
                    <a:lnTo>
                      <a:pt x="202" y="144"/>
                    </a:lnTo>
                    <a:close/>
                    <a:moveTo>
                      <a:pt x="236" y="130"/>
                    </a:moveTo>
                    <a:cubicBezTo>
                      <a:pt x="257" y="116"/>
                      <a:pt x="257" y="116"/>
                      <a:pt x="257" y="116"/>
                    </a:cubicBezTo>
                    <a:cubicBezTo>
                      <a:pt x="257" y="144"/>
                      <a:pt x="257" y="144"/>
                      <a:pt x="257" y="144"/>
                    </a:cubicBezTo>
                    <a:lnTo>
                      <a:pt x="236" y="130"/>
                    </a:lnTo>
                    <a:close/>
                    <a:moveTo>
                      <a:pt x="229" y="125"/>
                    </a:moveTo>
                    <a:cubicBezTo>
                      <a:pt x="202" y="105"/>
                      <a:pt x="202" y="105"/>
                      <a:pt x="202" y="105"/>
                    </a:cubicBezTo>
                    <a:cubicBezTo>
                      <a:pt x="202" y="103"/>
                      <a:pt x="202" y="103"/>
                      <a:pt x="202" y="103"/>
                    </a:cubicBezTo>
                    <a:cubicBezTo>
                      <a:pt x="257" y="103"/>
                      <a:pt x="257" y="103"/>
                      <a:pt x="257" y="103"/>
                    </a:cubicBezTo>
                    <a:cubicBezTo>
                      <a:pt x="257" y="105"/>
                      <a:pt x="257" y="105"/>
                      <a:pt x="257" y="105"/>
                    </a:cubicBezTo>
                    <a:lnTo>
                      <a:pt x="229" y="125"/>
                    </a:lnTo>
                    <a:close/>
                    <a:moveTo>
                      <a:pt x="200" y="539"/>
                    </a:moveTo>
                    <a:cubicBezTo>
                      <a:pt x="258" y="539"/>
                      <a:pt x="258" y="539"/>
                      <a:pt x="258" y="539"/>
                    </a:cubicBezTo>
                    <a:cubicBezTo>
                      <a:pt x="263" y="564"/>
                      <a:pt x="263" y="564"/>
                      <a:pt x="263" y="564"/>
                    </a:cubicBezTo>
                    <a:cubicBezTo>
                      <a:pt x="229" y="578"/>
                      <a:pt x="229" y="578"/>
                      <a:pt x="229" y="578"/>
                    </a:cubicBezTo>
                    <a:cubicBezTo>
                      <a:pt x="195" y="564"/>
                      <a:pt x="195" y="564"/>
                      <a:pt x="195" y="564"/>
                    </a:cubicBezTo>
                    <a:lnTo>
                      <a:pt x="200" y="539"/>
                    </a:lnTo>
                    <a:close/>
                    <a:moveTo>
                      <a:pt x="193" y="572"/>
                    </a:moveTo>
                    <a:cubicBezTo>
                      <a:pt x="218" y="583"/>
                      <a:pt x="218" y="583"/>
                      <a:pt x="218" y="583"/>
                    </a:cubicBezTo>
                    <a:cubicBezTo>
                      <a:pt x="189" y="596"/>
                      <a:pt x="189" y="596"/>
                      <a:pt x="189" y="596"/>
                    </a:cubicBezTo>
                    <a:lnTo>
                      <a:pt x="193" y="572"/>
                    </a:lnTo>
                    <a:close/>
                    <a:moveTo>
                      <a:pt x="186" y="606"/>
                    </a:moveTo>
                    <a:cubicBezTo>
                      <a:pt x="229" y="587"/>
                      <a:pt x="229" y="587"/>
                      <a:pt x="229" y="587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29" y="622"/>
                      <a:pt x="229" y="622"/>
                      <a:pt x="229" y="622"/>
                    </a:cubicBezTo>
                    <a:cubicBezTo>
                      <a:pt x="186" y="606"/>
                      <a:pt x="186" y="606"/>
                      <a:pt x="186" y="606"/>
                    </a:cubicBezTo>
                    <a:close/>
                    <a:moveTo>
                      <a:pt x="184" y="615"/>
                    </a:moveTo>
                    <a:cubicBezTo>
                      <a:pt x="217" y="626"/>
                      <a:pt x="217" y="626"/>
                      <a:pt x="217" y="626"/>
                    </a:cubicBezTo>
                    <a:cubicBezTo>
                      <a:pt x="179" y="639"/>
                      <a:pt x="179" y="639"/>
                      <a:pt x="179" y="639"/>
                    </a:cubicBezTo>
                    <a:lnTo>
                      <a:pt x="184" y="615"/>
                    </a:lnTo>
                    <a:close/>
                    <a:moveTo>
                      <a:pt x="229" y="630"/>
                    </a:moveTo>
                    <a:cubicBezTo>
                      <a:pt x="280" y="648"/>
                      <a:pt x="280" y="648"/>
                      <a:pt x="280" y="648"/>
                    </a:cubicBezTo>
                    <a:cubicBezTo>
                      <a:pt x="229" y="664"/>
                      <a:pt x="229" y="664"/>
                      <a:pt x="229" y="664"/>
                    </a:cubicBezTo>
                    <a:cubicBezTo>
                      <a:pt x="178" y="648"/>
                      <a:pt x="178" y="648"/>
                      <a:pt x="178" y="648"/>
                    </a:cubicBezTo>
                    <a:lnTo>
                      <a:pt x="229" y="630"/>
                    </a:lnTo>
                    <a:close/>
                    <a:moveTo>
                      <a:pt x="176" y="656"/>
                    </a:moveTo>
                    <a:cubicBezTo>
                      <a:pt x="215" y="668"/>
                      <a:pt x="215" y="668"/>
                      <a:pt x="215" y="668"/>
                    </a:cubicBezTo>
                    <a:cubicBezTo>
                      <a:pt x="170" y="682"/>
                      <a:pt x="170" y="682"/>
                      <a:pt x="170" y="682"/>
                    </a:cubicBezTo>
                    <a:lnTo>
                      <a:pt x="176" y="656"/>
                    </a:lnTo>
                    <a:close/>
                    <a:moveTo>
                      <a:pt x="82" y="157"/>
                    </a:moveTo>
                    <a:cubicBezTo>
                      <a:pt x="26" y="157"/>
                      <a:pt x="26" y="157"/>
                      <a:pt x="26" y="157"/>
                    </a:cubicBezTo>
                    <a:cubicBezTo>
                      <a:pt x="82" y="138"/>
                      <a:pt x="82" y="138"/>
                      <a:pt x="82" y="138"/>
                    </a:cubicBezTo>
                    <a:lnTo>
                      <a:pt x="82" y="157"/>
                    </a:lnTo>
                    <a:close/>
                    <a:moveTo>
                      <a:pt x="90" y="157"/>
                    </a:moveTo>
                    <a:cubicBezTo>
                      <a:pt x="90" y="139"/>
                      <a:pt x="90" y="139"/>
                      <a:pt x="90" y="139"/>
                    </a:cubicBezTo>
                    <a:cubicBezTo>
                      <a:pt x="155" y="157"/>
                      <a:pt x="155" y="157"/>
                      <a:pt x="155" y="157"/>
                    </a:cubicBezTo>
                    <a:lnTo>
                      <a:pt x="90" y="157"/>
                    </a:lnTo>
                    <a:close/>
                    <a:moveTo>
                      <a:pt x="95" y="134"/>
                    </a:moveTo>
                    <a:cubicBezTo>
                      <a:pt x="169" y="110"/>
                      <a:pt x="169" y="110"/>
                      <a:pt x="169" y="110"/>
                    </a:cubicBezTo>
                    <a:cubicBezTo>
                      <a:pt x="169" y="155"/>
                      <a:pt x="169" y="155"/>
                      <a:pt x="169" y="155"/>
                    </a:cubicBezTo>
                    <a:lnTo>
                      <a:pt x="95" y="134"/>
                    </a:lnTo>
                    <a:close/>
                    <a:moveTo>
                      <a:pt x="82" y="333"/>
                    </a:moveTo>
                    <a:cubicBezTo>
                      <a:pt x="26" y="333"/>
                      <a:pt x="26" y="333"/>
                      <a:pt x="26" y="333"/>
                    </a:cubicBezTo>
                    <a:cubicBezTo>
                      <a:pt x="82" y="315"/>
                      <a:pt x="82" y="315"/>
                      <a:pt x="82" y="315"/>
                    </a:cubicBezTo>
                    <a:lnTo>
                      <a:pt x="82" y="333"/>
                    </a:lnTo>
                    <a:close/>
                    <a:moveTo>
                      <a:pt x="90" y="333"/>
                    </a:moveTo>
                    <a:cubicBezTo>
                      <a:pt x="90" y="313"/>
                      <a:pt x="90" y="313"/>
                      <a:pt x="90" y="313"/>
                    </a:cubicBezTo>
                    <a:cubicBezTo>
                      <a:pt x="162" y="333"/>
                      <a:pt x="162" y="333"/>
                      <a:pt x="162" y="333"/>
                    </a:cubicBezTo>
                    <a:lnTo>
                      <a:pt x="90" y="333"/>
                    </a:lnTo>
                    <a:close/>
                    <a:moveTo>
                      <a:pt x="168" y="333"/>
                    </a:moveTo>
                    <a:cubicBezTo>
                      <a:pt x="90" y="312"/>
                      <a:pt x="90" y="312"/>
                      <a:pt x="90" y="312"/>
                    </a:cubicBezTo>
                    <a:cubicBezTo>
                      <a:pt x="169" y="286"/>
                      <a:pt x="169" y="286"/>
                      <a:pt x="169" y="286"/>
                    </a:cubicBezTo>
                    <a:cubicBezTo>
                      <a:pt x="169" y="333"/>
                      <a:pt x="169" y="333"/>
                      <a:pt x="169" y="333"/>
                    </a:cubicBezTo>
                    <a:lnTo>
                      <a:pt x="168" y="333"/>
                    </a:lnTo>
                    <a:close/>
                    <a:moveTo>
                      <a:pt x="82" y="483"/>
                    </a:moveTo>
                    <a:cubicBezTo>
                      <a:pt x="26" y="483"/>
                      <a:pt x="26" y="483"/>
                      <a:pt x="26" y="483"/>
                    </a:cubicBezTo>
                    <a:cubicBezTo>
                      <a:pt x="82" y="465"/>
                      <a:pt x="82" y="465"/>
                      <a:pt x="82" y="465"/>
                    </a:cubicBezTo>
                    <a:lnTo>
                      <a:pt x="82" y="483"/>
                    </a:lnTo>
                    <a:close/>
                    <a:moveTo>
                      <a:pt x="90" y="483"/>
                    </a:moveTo>
                    <a:cubicBezTo>
                      <a:pt x="90" y="463"/>
                      <a:pt x="90" y="463"/>
                      <a:pt x="90" y="463"/>
                    </a:cubicBezTo>
                    <a:cubicBezTo>
                      <a:pt x="163" y="483"/>
                      <a:pt x="163" y="483"/>
                      <a:pt x="163" y="483"/>
                    </a:cubicBezTo>
                    <a:lnTo>
                      <a:pt x="90" y="483"/>
                    </a:lnTo>
                    <a:close/>
                    <a:moveTo>
                      <a:pt x="168" y="483"/>
                    </a:moveTo>
                    <a:cubicBezTo>
                      <a:pt x="91" y="462"/>
                      <a:pt x="91" y="462"/>
                      <a:pt x="91" y="462"/>
                    </a:cubicBezTo>
                    <a:cubicBezTo>
                      <a:pt x="169" y="436"/>
                      <a:pt x="169" y="436"/>
                      <a:pt x="169" y="436"/>
                    </a:cubicBezTo>
                    <a:cubicBezTo>
                      <a:pt x="169" y="483"/>
                      <a:pt x="169" y="483"/>
                      <a:pt x="169" y="483"/>
                    </a:cubicBezTo>
                    <a:lnTo>
                      <a:pt x="168" y="483"/>
                    </a:lnTo>
                    <a:close/>
                    <a:moveTo>
                      <a:pt x="168" y="691"/>
                    </a:moveTo>
                    <a:cubicBezTo>
                      <a:pt x="229" y="673"/>
                      <a:pt x="229" y="673"/>
                      <a:pt x="229" y="673"/>
                    </a:cubicBezTo>
                    <a:cubicBezTo>
                      <a:pt x="290" y="691"/>
                      <a:pt x="290" y="691"/>
                      <a:pt x="290" y="691"/>
                    </a:cubicBezTo>
                    <a:cubicBezTo>
                      <a:pt x="290" y="694"/>
                      <a:pt x="290" y="694"/>
                      <a:pt x="290" y="694"/>
                    </a:cubicBezTo>
                    <a:cubicBezTo>
                      <a:pt x="229" y="710"/>
                      <a:pt x="229" y="710"/>
                      <a:pt x="229" y="710"/>
                    </a:cubicBezTo>
                    <a:cubicBezTo>
                      <a:pt x="168" y="694"/>
                      <a:pt x="168" y="694"/>
                      <a:pt x="168" y="694"/>
                    </a:cubicBezTo>
                    <a:lnTo>
                      <a:pt x="168" y="691"/>
                    </a:lnTo>
                    <a:close/>
                    <a:moveTo>
                      <a:pt x="166" y="702"/>
                    </a:moveTo>
                    <a:cubicBezTo>
                      <a:pt x="213" y="714"/>
                      <a:pt x="213" y="714"/>
                      <a:pt x="213" y="714"/>
                    </a:cubicBezTo>
                    <a:cubicBezTo>
                      <a:pt x="160" y="728"/>
                      <a:pt x="160" y="728"/>
                      <a:pt x="160" y="728"/>
                    </a:cubicBezTo>
                    <a:lnTo>
                      <a:pt x="166" y="702"/>
                    </a:lnTo>
                    <a:close/>
                    <a:moveTo>
                      <a:pt x="159" y="737"/>
                    </a:moveTo>
                    <a:cubicBezTo>
                      <a:pt x="229" y="719"/>
                      <a:pt x="229" y="719"/>
                      <a:pt x="229" y="719"/>
                    </a:cubicBezTo>
                    <a:cubicBezTo>
                      <a:pt x="300" y="737"/>
                      <a:pt x="300" y="737"/>
                      <a:pt x="300" y="737"/>
                    </a:cubicBezTo>
                    <a:cubicBezTo>
                      <a:pt x="300" y="738"/>
                      <a:pt x="300" y="738"/>
                      <a:pt x="300" y="738"/>
                    </a:cubicBezTo>
                    <a:cubicBezTo>
                      <a:pt x="229" y="755"/>
                      <a:pt x="229" y="755"/>
                      <a:pt x="229" y="755"/>
                    </a:cubicBezTo>
                    <a:cubicBezTo>
                      <a:pt x="158" y="738"/>
                      <a:pt x="158" y="738"/>
                      <a:pt x="158" y="738"/>
                    </a:cubicBezTo>
                    <a:lnTo>
                      <a:pt x="159" y="737"/>
                    </a:lnTo>
                    <a:close/>
                    <a:moveTo>
                      <a:pt x="157" y="746"/>
                    </a:moveTo>
                    <a:cubicBezTo>
                      <a:pt x="212" y="759"/>
                      <a:pt x="212" y="759"/>
                      <a:pt x="212" y="759"/>
                    </a:cubicBezTo>
                    <a:cubicBezTo>
                      <a:pt x="151" y="774"/>
                      <a:pt x="151" y="774"/>
                      <a:pt x="151" y="774"/>
                    </a:cubicBezTo>
                    <a:lnTo>
                      <a:pt x="157" y="746"/>
                    </a:lnTo>
                    <a:close/>
                    <a:moveTo>
                      <a:pt x="149" y="783"/>
                    </a:moveTo>
                    <a:cubicBezTo>
                      <a:pt x="229" y="763"/>
                      <a:pt x="229" y="763"/>
                      <a:pt x="229" y="76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229" y="801"/>
                      <a:pt x="229" y="801"/>
                      <a:pt x="229" y="801"/>
                    </a:cubicBezTo>
                    <a:cubicBezTo>
                      <a:pt x="149" y="783"/>
                      <a:pt x="149" y="783"/>
                      <a:pt x="149" y="783"/>
                    </a:cubicBezTo>
                    <a:close/>
                    <a:moveTo>
                      <a:pt x="147" y="791"/>
                    </a:moveTo>
                    <a:cubicBezTo>
                      <a:pt x="210" y="805"/>
                      <a:pt x="210" y="805"/>
                      <a:pt x="210" y="805"/>
                    </a:cubicBezTo>
                    <a:cubicBezTo>
                      <a:pt x="141" y="821"/>
                      <a:pt x="141" y="821"/>
                      <a:pt x="141" y="821"/>
                    </a:cubicBezTo>
                    <a:lnTo>
                      <a:pt x="147" y="791"/>
                    </a:lnTo>
                    <a:close/>
                    <a:moveTo>
                      <a:pt x="139" y="832"/>
                    </a:moveTo>
                    <a:cubicBezTo>
                      <a:pt x="320" y="832"/>
                      <a:pt x="320" y="832"/>
                      <a:pt x="320" y="832"/>
                    </a:cubicBezTo>
                    <a:cubicBezTo>
                      <a:pt x="321" y="839"/>
                      <a:pt x="321" y="839"/>
                      <a:pt x="321" y="839"/>
                    </a:cubicBezTo>
                    <a:cubicBezTo>
                      <a:pt x="231" y="892"/>
                      <a:pt x="231" y="892"/>
                      <a:pt x="231" y="892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8" y="893"/>
                      <a:pt x="228" y="893"/>
                      <a:pt x="228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7" y="892"/>
                      <a:pt x="227" y="892"/>
                      <a:pt x="227" y="892"/>
                    </a:cubicBezTo>
                    <a:cubicBezTo>
                      <a:pt x="137" y="839"/>
                      <a:pt x="137" y="839"/>
                      <a:pt x="137" y="839"/>
                    </a:cubicBezTo>
                    <a:lnTo>
                      <a:pt x="139" y="832"/>
                    </a:lnTo>
                    <a:close/>
                    <a:moveTo>
                      <a:pt x="135" y="847"/>
                    </a:moveTo>
                    <a:cubicBezTo>
                      <a:pt x="206" y="889"/>
                      <a:pt x="206" y="889"/>
                      <a:pt x="206" y="889"/>
                    </a:cubicBezTo>
                    <a:cubicBezTo>
                      <a:pt x="129" y="877"/>
                      <a:pt x="129" y="877"/>
                      <a:pt x="129" y="877"/>
                    </a:cubicBezTo>
                    <a:lnTo>
                      <a:pt x="135" y="847"/>
                    </a:lnTo>
                    <a:close/>
                    <a:moveTo>
                      <a:pt x="219" y="899"/>
                    </a:moveTo>
                    <a:cubicBezTo>
                      <a:pt x="176" y="925"/>
                      <a:pt x="176" y="925"/>
                      <a:pt x="176" y="925"/>
                    </a:cubicBezTo>
                    <a:cubicBezTo>
                      <a:pt x="130" y="886"/>
                      <a:pt x="130" y="886"/>
                      <a:pt x="130" y="886"/>
                    </a:cubicBezTo>
                    <a:lnTo>
                      <a:pt x="219" y="899"/>
                    </a:lnTo>
                    <a:close/>
                    <a:moveTo>
                      <a:pt x="125" y="895"/>
                    </a:moveTo>
                    <a:cubicBezTo>
                      <a:pt x="156" y="922"/>
                      <a:pt x="156" y="922"/>
                      <a:pt x="156" y="922"/>
                    </a:cubicBezTo>
                    <a:cubicBezTo>
                      <a:pt x="120" y="922"/>
                      <a:pt x="120" y="922"/>
                      <a:pt x="120" y="922"/>
                    </a:cubicBezTo>
                    <a:lnTo>
                      <a:pt x="125" y="895"/>
                    </a:lnTo>
                    <a:close/>
                    <a:moveTo>
                      <a:pt x="118" y="930"/>
                    </a:moveTo>
                    <a:cubicBezTo>
                      <a:pt x="168" y="930"/>
                      <a:pt x="168" y="930"/>
                      <a:pt x="168" y="930"/>
                    </a:cubicBezTo>
                    <a:cubicBezTo>
                      <a:pt x="111" y="964"/>
                      <a:pt x="111" y="964"/>
                      <a:pt x="111" y="964"/>
                    </a:cubicBezTo>
                    <a:lnTo>
                      <a:pt x="118" y="930"/>
                    </a:lnTo>
                    <a:close/>
                    <a:moveTo>
                      <a:pt x="108" y="974"/>
                    </a:moveTo>
                    <a:cubicBezTo>
                      <a:pt x="226" y="905"/>
                      <a:pt x="226" y="905"/>
                      <a:pt x="226" y="905"/>
                    </a:cubicBezTo>
                    <a:cubicBezTo>
                      <a:pt x="226" y="978"/>
                      <a:pt x="226" y="978"/>
                      <a:pt x="226" y="978"/>
                    </a:cubicBezTo>
                    <a:cubicBezTo>
                      <a:pt x="108" y="978"/>
                      <a:pt x="108" y="978"/>
                      <a:pt x="108" y="978"/>
                    </a:cubicBezTo>
                    <a:lnTo>
                      <a:pt x="108" y="974"/>
                    </a:lnTo>
                    <a:close/>
                    <a:moveTo>
                      <a:pt x="106" y="986"/>
                    </a:moveTo>
                    <a:cubicBezTo>
                      <a:pt x="352" y="986"/>
                      <a:pt x="352" y="986"/>
                      <a:pt x="352" y="986"/>
                    </a:cubicBezTo>
                    <a:cubicBezTo>
                      <a:pt x="353" y="988"/>
                      <a:pt x="353" y="988"/>
                      <a:pt x="353" y="988"/>
                    </a:cubicBezTo>
                    <a:cubicBezTo>
                      <a:pt x="229" y="1089"/>
                      <a:pt x="229" y="1089"/>
                      <a:pt x="229" y="1089"/>
                    </a:cubicBezTo>
                    <a:cubicBezTo>
                      <a:pt x="106" y="988"/>
                      <a:pt x="106" y="988"/>
                      <a:pt x="106" y="988"/>
                    </a:cubicBezTo>
                    <a:lnTo>
                      <a:pt x="106" y="986"/>
                    </a:lnTo>
                    <a:close/>
                    <a:moveTo>
                      <a:pt x="103" y="1000"/>
                    </a:moveTo>
                    <a:cubicBezTo>
                      <a:pt x="157" y="1044"/>
                      <a:pt x="157" y="1044"/>
                      <a:pt x="157" y="1044"/>
                    </a:cubicBezTo>
                    <a:cubicBezTo>
                      <a:pt x="94" y="1044"/>
                      <a:pt x="94" y="1044"/>
                      <a:pt x="94" y="1044"/>
                    </a:cubicBezTo>
                    <a:lnTo>
                      <a:pt x="103" y="1000"/>
                    </a:lnTo>
                    <a:close/>
                    <a:moveTo>
                      <a:pt x="92" y="1051"/>
                    </a:moveTo>
                    <a:cubicBezTo>
                      <a:pt x="138" y="1051"/>
                      <a:pt x="138" y="1051"/>
                      <a:pt x="138" y="1051"/>
                    </a:cubicBezTo>
                    <a:cubicBezTo>
                      <a:pt x="87" y="1076"/>
                      <a:pt x="87" y="1076"/>
                      <a:pt x="87" y="1076"/>
                    </a:cubicBezTo>
                    <a:lnTo>
                      <a:pt x="92" y="1051"/>
                    </a:lnTo>
                    <a:close/>
                    <a:moveTo>
                      <a:pt x="85" y="1087"/>
                    </a:moveTo>
                    <a:cubicBezTo>
                      <a:pt x="163" y="1049"/>
                      <a:pt x="163" y="1049"/>
                      <a:pt x="163" y="1049"/>
                    </a:cubicBezTo>
                    <a:cubicBezTo>
                      <a:pt x="215" y="1092"/>
                      <a:pt x="215" y="1092"/>
                      <a:pt x="215" y="1092"/>
                    </a:cubicBezTo>
                    <a:cubicBezTo>
                      <a:pt x="84" y="1092"/>
                      <a:pt x="84" y="1092"/>
                      <a:pt x="84" y="1092"/>
                    </a:cubicBezTo>
                    <a:lnTo>
                      <a:pt x="85" y="108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105" name="Freeform 54"/>
              <p:cNvSpPr>
                <a:spLocks noEditPoints="1"/>
              </p:cNvSpPr>
              <p:nvPr/>
            </p:nvSpPr>
            <p:spPr bwMode="gray">
              <a:xfrm>
                <a:off x="4658254" y="1871263"/>
                <a:ext cx="250825" cy="608013"/>
              </a:xfrm>
              <a:custGeom>
                <a:avLst/>
                <a:gdLst>
                  <a:gd name="T0" fmla="*/ 137 w 217"/>
                  <a:gd name="T1" fmla="*/ 252 h 528"/>
                  <a:gd name="T2" fmla="*/ 137 w 217"/>
                  <a:gd name="T3" fmla="*/ 203 h 528"/>
                  <a:gd name="T4" fmla="*/ 137 w 217"/>
                  <a:gd name="T5" fmla="*/ 132 h 528"/>
                  <a:gd name="T6" fmla="*/ 137 w 217"/>
                  <a:gd name="T7" fmla="*/ 48 h 528"/>
                  <a:gd name="T8" fmla="*/ 2 w 217"/>
                  <a:gd name="T9" fmla="*/ 74 h 528"/>
                  <a:gd name="T10" fmla="*/ 2 w 217"/>
                  <a:gd name="T11" fmla="*/ 158 h 528"/>
                  <a:gd name="T12" fmla="*/ 2 w 217"/>
                  <a:gd name="T13" fmla="*/ 229 h 528"/>
                  <a:gd name="T14" fmla="*/ 55 w 217"/>
                  <a:gd name="T15" fmla="*/ 371 h 528"/>
                  <a:gd name="T16" fmla="*/ 179 w 217"/>
                  <a:gd name="T17" fmla="*/ 74 h 528"/>
                  <a:gd name="T18" fmla="*/ 137 w 217"/>
                  <a:gd name="T19" fmla="*/ 73 h 528"/>
                  <a:gd name="T20" fmla="*/ 175 w 217"/>
                  <a:gd name="T21" fmla="*/ 148 h 528"/>
                  <a:gd name="T22" fmla="*/ 205 w 217"/>
                  <a:gd name="T23" fmla="*/ 229 h 528"/>
                  <a:gd name="T24" fmla="*/ 174 w 217"/>
                  <a:gd name="T25" fmla="*/ 219 h 528"/>
                  <a:gd name="T26" fmla="*/ 178 w 217"/>
                  <a:gd name="T27" fmla="*/ 518 h 528"/>
                  <a:gd name="T28" fmla="*/ 173 w 217"/>
                  <a:gd name="T29" fmla="*/ 495 h 528"/>
                  <a:gd name="T30" fmla="*/ 134 w 217"/>
                  <a:gd name="T31" fmla="*/ 439 h 528"/>
                  <a:gd name="T32" fmla="*/ 158 w 217"/>
                  <a:gd name="T33" fmla="*/ 424 h 528"/>
                  <a:gd name="T34" fmla="*/ 148 w 217"/>
                  <a:gd name="T35" fmla="*/ 375 h 528"/>
                  <a:gd name="T36" fmla="*/ 143 w 217"/>
                  <a:gd name="T37" fmla="*/ 354 h 528"/>
                  <a:gd name="T38" fmla="*/ 134 w 217"/>
                  <a:gd name="T39" fmla="*/ 311 h 528"/>
                  <a:gd name="T40" fmla="*/ 126 w 217"/>
                  <a:gd name="T41" fmla="*/ 271 h 528"/>
                  <a:gd name="T42" fmla="*/ 105 w 217"/>
                  <a:gd name="T43" fmla="*/ 4 h 528"/>
                  <a:gd name="T44" fmla="*/ 122 w 217"/>
                  <a:gd name="T45" fmla="*/ 44 h 528"/>
                  <a:gd name="T46" fmla="*/ 96 w 217"/>
                  <a:gd name="T47" fmla="*/ 237 h 528"/>
                  <a:gd name="T48" fmla="*/ 96 w 217"/>
                  <a:gd name="T49" fmla="*/ 252 h 528"/>
                  <a:gd name="T50" fmla="*/ 109 w 217"/>
                  <a:gd name="T51" fmla="*/ 219 h 528"/>
                  <a:gd name="T52" fmla="*/ 112 w 217"/>
                  <a:gd name="T53" fmla="*/ 216 h 528"/>
                  <a:gd name="T54" fmla="*/ 122 w 217"/>
                  <a:gd name="T55" fmla="*/ 205 h 528"/>
                  <a:gd name="T56" fmla="*/ 97 w 217"/>
                  <a:gd name="T57" fmla="*/ 201 h 528"/>
                  <a:gd name="T58" fmla="*/ 96 w 217"/>
                  <a:gd name="T59" fmla="*/ 181 h 528"/>
                  <a:gd name="T60" fmla="*/ 105 w 217"/>
                  <a:gd name="T61" fmla="*/ 172 h 528"/>
                  <a:gd name="T62" fmla="*/ 112 w 217"/>
                  <a:gd name="T63" fmla="*/ 172 h 528"/>
                  <a:gd name="T64" fmla="*/ 96 w 217"/>
                  <a:gd name="T65" fmla="*/ 138 h 528"/>
                  <a:gd name="T66" fmla="*/ 96 w 217"/>
                  <a:gd name="T67" fmla="*/ 133 h 528"/>
                  <a:gd name="T68" fmla="*/ 96 w 217"/>
                  <a:gd name="T69" fmla="*/ 125 h 528"/>
                  <a:gd name="T70" fmla="*/ 112 w 217"/>
                  <a:gd name="T71" fmla="*/ 118 h 528"/>
                  <a:gd name="T72" fmla="*/ 96 w 217"/>
                  <a:gd name="T73" fmla="*/ 98 h 528"/>
                  <a:gd name="T74" fmla="*/ 109 w 217"/>
                  <a:gd name="T75" fmla="*/ 89 h 528"/>
                  <a:gd name="T76" fmla="*/ 109 w 217"/>
                  <a:gd name="T77" fmla="*/ 64 h 528"/>
                  <a:gd name="T78" fmla="*/ 112 w 217"/>
                  <a:gd name="T79" fmla="*/ 61 h 528"/>
                  <a:gd name="T80" fmla="*/ 122 w 217"/>
                  <a:gd name="T81" fmla="*/ 50 h 528"/>
                  <a:gd name="T82" fmla="*/ 92 w 217"/>
                  <a:gd name="T83" fmla="*/ 271 h 528"/>
                  <a:gd name="T84" fmla="*/ 109 w 217"/>
                  <a:gd name="T85" fmla="*/ 295 h 528"/>
                  <a:gd name="T86" fmla="*/ 109 w 217"/>
                  <a:gd name="T87" fmla="*/ 315 h 528"/>
                  <a:gd name="T88" fmla="*/ 12 w 217"/>
                  <a:gd name="T89" fmla="*/ 74 h 528"/>
                  <a:gd name="T90" fmla="*/ 80 w 217"/>
                  <a:gd name="T91" fmla="*/ 52 h 528"/>
                  <a:gd name="T92" fmla="*/ 43 w 217"/>
                  <a:gd name="T93" fmla="*/ 148 h 528"/>
                  <a:gd name="T94" fmla="*/ 12 w 217"/>
                  <a:gd name="T95" fmla="*/ 229 h 528"/>
                  <a:gd name="T96" fmla="*/ 43 w 217"/>
                  <a:gd name="T97" fmla="*/ 219 h 528"/>
                  <a:gd name="T98" fmla="*/ 80 w 217"/>
                  <a:gd name="T99" fmla="*/ 329 h 528"/>
                  <a:gd name="T100" fmla="*/ 142 w 217"/>
                  <a:gd name="T101" fmla="*/ 350 h 528"/>
                  <a:gd name="T102" fmla="*/ 71 w 217"/>
                  <a:gd name="T103" fmla="*/ 371 h 528"/>
                  <a:gd name="T104" fmla="*/ 67 w 217"/>
                  <a:gd name="T105" fmla="*/ 389 h 528"/>
                  <a:gd name="T106" fmla="*/ 109 w 217"/>
                  <a:gd name="T107" fmla="*/ 424 h 528"/>
                  <a:gd name="T108" fmla="*/ 61 w 217"/>
                  <a:gd name="T109" fmla="*/ 416 h 528"/>
                  <a:gd name="T110" fmla="*/ 57 w 217"/>
                  <a:gd name="T111" fmla="*/ 437 h 528"/>
                  <a:gd name="T112" fmla="*/ 107 w 217"/>
                  <a:gd name="T113" fmla="*/ 464 h 528"/>
                  <a:gd name="T114" fmla="*/ 50 w 217"/>
                  <a:gd name="T115" fmla="*/ 467 h 528"/>
                  <a:gd name="T116" fmla="*/ 44 w 217"/>
                  <a:gd name="T117" fmla="*/ 499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17" h="528">
                    <a:moveTo>
                      <a:pt x="39" y="521"/>
                    </a:moveTo>
                    <a:cubicBezTo>
                      <a:pt x="178" y="521"/>
                      <a:pt x="178" y="521"/>
                      <a:pt x="178" y="521"/>
                    </a:cubicBezTo>
                    <a:cubicBezTo>
                      <a:pt x="180" y="528"/>
                      <a:pt x="180" y="528"/>
                      <a:pt x="180" y="528"/>
                    </a:cubicBezTo>
                    <a:cubicBezTo>
                      <a:pt x="196" y="528"/>
                      <a:pt x="196" y="528"/>
                      <a:pt x="196" y="528"/>
                    </a:cubicBezTo>
                    <a:cubicBezTo>
                      <a:pt x="163" y="372"/>
                      <a:pt x="163" y="372"/>
                      <a:pt x="163" y="372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2" y="371"/>
                      <a:pt x="162" y="371"/>
                      <a:pt x="162" y="371"/>
                    </a:cubicBezTo>
                    <a:cubicBezTo>
                      <a:pt x="137" y="252"/>
                      <a:pt x="137" y="252"/>
                      <a:pt x="137" y="252"/>
                    </a:cubicBezTo>
                    <a:cubicBezTo>
                      <a:pt x="137" y="234"/>
                      <a:pt x="137" y="234"/>
                      <a:pt x="137" y="234"/>
                    </a:cubicBezTo>
                    <a:cubicBezTo>
                      <a:pt x="211" y="234"/>
                      <a:pt x="211" y="234"/>
                      <a:pt x="211" y="234"/>
                    </a:cubicBezTo>
                    <a:cubicBezTo>
                      <a:pt x="211" y="258"/>
                      <a:pt x="211" y="258"/>
                      <a:pt x="211" y="258"/>
                    </a:cubicBezTo>
                    <a:cubicBezTo>
                      <a:pt x="211" y="259"/>
                      <a:pt x="212" y="260"/>
                      <a:pt x="214" y="260"/>
                    </a:cubicBezTo>
                    <a:cubicBezTo>
                      <a:pt x="216" y="260"/>
                      <a:pt x="217" y="259"/>
                      <a:pt x="217" y="258"/>
                    </a:cubicBezTo>
                    <a:cubicBezTo>
                      <a:pt x="217" y="229"/>
                      <a:pt x="217" y="229"/>
                      <a:pt x="217" y="229"/>
                    </a:cubicBezTo>
                    <a:cubicBezTo>
                      <a:pt x="215" y="229"/>
                      <a:pt x="215" y="229"/>
                      <a:pt x="215" y="229"/>
                    </a:cubicBezTo>
                    <a:cubicBezTo>
                      <a:pt x="137" y="203"/>
                      <a:pt x="137" y="203"/>
                      <a:pt x="137" y="203"/>
                    </a:cubicBezTo>
                    <a:cubicBezTo>
                      <a:pt x="137" y="163"/>
                      <a:pt x="137" y="163"/>
                      <a:pt x="137" y="163"/>
                    </a:cubicBezTo>
                    <a:cubicBezTo>
                      <a:pt x="211" y="163"/>
                      <a:pt x="211" y="163"/>
                      <a:pt x="211" y="163"/>
                    </a:cubicBezTo>
                    <a:cubicBezTo>
                      <a:pt x="211" y="187"/>
                      <a:pt x="211" y="187"/>
                      <a:pt x="211" y="187"/>
                    </a:cubicBezTo>
                    <a:cubicBezTo>
                      <a:pt x="211" y="188"/>
                      <a:pt x="212" y="189"/>
                      <a:pt x="214" y="189"/>
                    </a:cubicBezTo>
                    <a:cubicBezTo>
                      <a:pt x="216" y="189"/>
                      <a:pt x="217" y="188"/>
                      <a:pt x="217" y="187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215" y="158"/>
                      <a:pt x="215" y="158"/>
                      <a:pt x="215" y="158"/>
                    </a:cubicBezTo>
                    <a:cubicBezTo>
                      <a:pt x="137" y="132"/>
                      <a:pt x="137" y="132"/>
                      <a:pt x="137" y="132"/>
                    </a:cubicBezTo>
                    <a:cubicBezTo>
                      <a:pt x="137" y="79"/>
                      <a:pt x="137" y="79"/>
                      <a:pt x="137" y="79"/>
                    </a:cubicBezTo>
                    <a:cubicBezTo>
                      <a:pt x="211" y="79"/>
                      <a:pt x="211" y="79"/>
                      <a:pt x="211" y="79"/>
                    </a:cubicBezTo>
                    <a:cubicBezTo>
                      <a:pt x="211" y="103"/>
                      <a:pt x="211" y="103"/>
                      <a:pt x="211" y="103"/>
                    </a:cubicBezTo>
                    <a:cubicBezTo>
                      <a:pt x="211" y="104"/>
                      <a:pt x="212" y="105"/>
                      <a:pt x="214" y="105"/>
                    </a:cubicBezTo>
                    <a:cubicBezTo>
                      <a:pt x="216" y="105"/>
                      <a:pt x="217" y="104"/>
                      <a:pt x="217" y="103"/>
                    </a:cubicBezTo>
                    <a:cubicBezTo>
                      <a:pt x="217" y="74"/>
                      <a:pt x="217" y="74"/>
                      <a:pt x="217" y="74"/>
                    </a:cubicBezTo>
                    <a:cubicBezTo>
                      <a:pt x="215" y="74"/>
                      <a:pt x="215" y="74"/>
                      <a:pt x="215" y="74"/>
                    </a:cubicBezTo>
                    <a:cubicBezTo>
                      <a:pt x="137" y="48"/>
                      <a:pt x="137" y="48"/>
                      <a:pt x="137" y="48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85" y="45"/>
                      <a:pt x="85" y="45"/>
                      <a:pt x="85" y="45"/>
                    </a:cubicBezTo>
                    <a:cubicBezTo>
                      <a:pt x="80" y="47"/>
                      <a:pt x="80" y="47"/>
                      <a:pt x="80" y="47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2" y="105"/>
                      <a:pt x="3" y="105"/>
                    </a:cubicBezTo>
                    <a:cubicBezTo>
                      <a:pt x="5" y="105"/>
                      <a:pt x="7" y="104"/>
                      <a:pt x="7" y="103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80" y="79"/>
                      <a:pt x="80" y="79"/>
                      <a:pt x="80" y="79"/>
                    </a:cubicBezTo>
                    <a:cubicBezTo>
                      <a:pt x="80" y="132"/>
                      <a:pt x="80" y="132"/>
                      <a:pt x="80" y="132"/>
                    </a:cubicBezTo>
                    <a:cubicBezTo>
                      <a:pt x="2" y="158"/>
                      <a:pt x="2" y="158"/>
                      <a:pt x="2" y="15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88"/>
                      <a:pt x="2" y="189"/>
                      <a:pt x="3" y="189"/>
                    </a:cubicBezTo>
                    <a:cubicBezTo>
                      <a:pt x="5" y="189"/>
                      <a:pt x="7" y="188"/>
                      <a:pt x="7" y="187"/>
                    </a:cubicBezTo>
                    <a:cubicBezTo>
                      <a:pt x="7" y="163"/>
                      <a:pt x="7" y="163"/>
                      <a:pt x="7" y="163"/>
                    </a:cubicBezTo>
                    <a:cubicBezTo>
                      <a:pt x="80" y="163"/>
                      <a:pt x="80" y="163"/>
                      <a:pt x="80" y="163"/>
                    </a:cubicBezTo>
                    <a:cubicBezTo>
                      <a:pt x="80" y="203"/>
                      <a:pt x="80" y="203"/>
                      <a:pt x="80" y="203"/>
                    </a:cubicBezTo>
                    <a:cubicBezTo>
                      <a:pt x="2" y="229"/>
                      <a:pt x="2" y="229"/>
                      <a:pt x="2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9"/>
                      <a:pt x="2" y="260"/>
                      <a:pt x="3" y="260"/>
                    </a:cubicBezTo>
                    <a:cubicBezTo>
                      <a:pt x="5" y="260"/>
                      <a:pt x="7" y="259"/>
                      <a:pt x="7" y="258"/>
                    </a:cubicBezTo>
                    <a:cubicBezTo>
                      <a:pt x="7" y="234"/>
                      <a:pt x="7" y="234"/>
                      <a:pt x="7" y="234"/>
                    </a:cubicBezTo>
                    <a:cubicBezTo>
                      <a:pt x="80" y="234"/>
                      <a:pt x="80" y="234"/>
                      <a:pt x="80" y="234"/>
                    </a:cubicBezTo>
                    <a:cubicBezTo>
                      <a:pt x="80" y="252"/>
                      <a:pt x="80" y="252"/>
                      <a:pt x="80" y="252"/>
                    </a:cubicBezTo>
                    <a:cubicBezTo>
                      <a:pt x="55" y="371"/>
                      <a:pt x="55" y="371"/>
                      <a:pt x="55" y="371"/>
                    </a:cubicBezTo>
                    <a:cubicBezTo>
                      <a:pt x="54" y="371"/>
                      <a:pt x="54" y="371"/>
                      <a:pt x="54" y="371"/>
                    </a:cubicBezTo>
                    <a:cubicBezTo>
                      <a:pt x="55" y="372"/>
                      <a:pt x="55" y="372"/>
                      <a:pt x="55" y="372"/>
                    </a:cubicBezTo>
                    <a:cubicBezTo>
                      <a:pt x="22" y="528"/>
                      <a:pt x="22" y="528"/>
                      <a:pt x="22" y="528"/>
                    </a:cubicBezTo>
                    <a:cubicBezTo>
                      <a:pt x="37" y="528"/>
                      <a:pt x="37" y="528"/>
                      <a:pt x="37" y="528"/>
                    </a:cubicBezTo>
                    <a:lnTo>
                      <a:pt x="39" y="521"/>
                    </a:lnTo>
                    <a:close/>
                    <a:moveTo>
                      <a:pt x="179" y="65"/>
                    </a:moveTo>
                    <a:cubicBezTo>
                      <a:pt x="205" y="74"/>
                      <a:pt x="205" y="74"/>
                      <a:pt x="205" y="74"/>
                    </a:cubicBezTo>
                    <a:cubicBezTo>
                      <a:pt x="179" y="74"/>
                      <a:pt x="179" y="74"/>
                      <a:pt x="179" y="74"/>
                    </a:cubicBezTo>
                    <a:lnTo>
                      <a:pt x="179" y="65"/>
                    </a:lnTo>
                    <a:close/>
                    <a:moveTo>
                      <a:pt x="175" y="74"/>
                    </a:moveTo>
                    <a:cubicBezTo>
                      <a:pt x="144" y="74"/>
                      <a:pt x="144" y="74"/>
                      <a:pt x="144" y="74"/>
                    </a:cubicBezTo>
                    <a:cubicBezTo>
                      <a:pt x="175" y="66"/>
                      <a:pt x="175" y="66"/>
                      <a:pt x="175" y="66"/>
                    </a:cubicBezTo>
                    <a:lnTo>
                      <a:pt x="175" y="74"/>
                    </a:lnTo>
                    <a:close/>
                    <a:moveTo>
                      <a:pt x="137" y="52"/>
                    </a:moveTo>
                    <a:cubicBezTo>
                      <a:pt x="172" y="63"/>
                      <a:pt x="172" y="63"/>
                      <a:pt x="172" y="63"/>
                    </a:cubicBezTo>
                    <a:cubicBezTo>
                      <a:pt x="137" y="73"/>
                      <a:pt x="137" y="73"/>
                      <a:pt x="137" y="73"/>
                    </a:cubicBezTo>
                    <a:lnTo>
                      <a:pt x="137" y="52"/>
                    </a:lnTo>
                    <a:close/>
                    <a:moveTo>
                      <a:pt x="179" y="149"/>
                    </a:moveTo>
                    <a:cubicBezTo>
                      <a:pt x="205" y="158"/>
                      <a:pt x="205" y="158"/>
                      <a:pt x="205" y="158"/>
                    </a:cubicBezTo>
                    <a:cubicBezTo>
                      <a:pt x="179" y="158"/>
                      <a:pt x="179" y="158"/>
                      <a:pt x="179" y="158"/>
                    </a:cubicBezTo>
                    <a:lnTo>
                      <a:pt x="179" y="149"/>
                    </a:lnTo>
                    <a:close/>
                    <a:moveTo>
                      <a:pt x="175" y="158"/>
                    </a:moveTo>
                    <a:cubicBezTo>
                      <a:pt x="140" y="158"/>
                      <a:pt x="140" y="158"/>
                      <a:pt x="140" y="158"/>
                    </a:cubicBezTo>
                    <a:cubicBezTo>
                      <a:pt x="175" y="148"/>
                      <a:pt x="175" y="148"/>
                      <a:pt x="175" y="148"/>
                    </a:cubicBezTo>
                    <a:lnTo>
                      <a:pt x="175" y="158"/>
                    </a:lnTo>
                    <a:close/>
                    <a:moveTo>
                      <a:pt x="137" y="135"/>
                    </a:move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38" y="158"/>
                      <a:pt x="138" y="158"/>
                      <a:pt x="138" y="158"/>
                    </a:cubicBezTo>
                    <a:cubicBezTo>
                      <a:pt x="137" y="158"/>
                      <a:pt x="137" y="158"/>
                      <a:pt x="137" y="158"/>
                    </a:cubicBezTo>
                    <a:lnTo>
                      <a:pt x="137" y="135"/>
                    </a:lnTo>
                    <a:close/>
                    <a:moveTo>
                      <a:pt x="179" y="220"/>
                    </a:moveTo>
                    <a:cubicBezTo>
                      <a:pt x="205" y="229"/>
                      <a:pt x="205" y="229"/>
                      <a:pt x="205" y="229"/>
                    </a:cubicBezTo>
                    <a:cubicBezTo>
                      <a:pt x="179" y="229"/>
                      <a:pt x="179" y="229"/>
                      <a:pt x="179" y="229"/>
                    </a:cubicBezTo>
                    <a:lnTo>
                      <a:pt x="179" y="220"/>
                    </a:lnTo>
                    <a:close/>
                    <a:moveTo>
                      <a:pt x="175" y="229"/>
                    </a:moveTo>
                    <a:cubicBezTo>
                      <a:pt x="140" y="229"/>
                      <a:pt x="140" y="229"/>
                      <a:pt x="140" y="229"/>
                    </a:cubicBezTo>
                    <a:cubicBezTo>
                      <a:pt x="175" y="220"/>
                      <a:pt x="175" y="220"/>
                      <a:pt x="175" y="220"/>
                    </a:cubicBezTo>
                    <a:lnTo>
                      <a:pt x="175" y="229"/>
                    </a:lnTo>
                    <a:close/>
                    <a:moveTo>
                      <a:pt x="137" y="207"/>
                    </a:moveTo>
                    <a:cubicBezTo>
                      <a:pt x="174" y="219"/>
                      <a:pt x="174" y="219"/>
                      <a:pt x="174" y="219"/>
                    </a:cubicBezTo>
                    <a:cubicBezTo>
                      <a:pt x="138" y="229"/>
                      <a:pt x="138" y="229"/>
                      <a:pt x="138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lnTo>
                      <a:pt x="137" y="207"/>
                    </a:lnTo>
                    <a:close/>
                    <a:moveTo>
                      <a:pt x="178" y="518"/>
                    </a:moveTo>
                    <a:cubicBezTo>
                      <a:pt x="115" y="518"/>
                      <a:pt x="115" y="518"/>
                      <a:pt x="115" y="518"/>
                    </a:cubicBezTo>
                    <a:cubicBezTo>
                      <a:pt x="140" y="497"/>
                      <a:pt x="140" y="497"/>
                      <a:pt x="140" y="497"/>
                    </a:cubicBezTo>
                    <a:cubicBezTo>
                      <a:pt x="177" y="515"/>
                      <a:pt x="177" y="515"/>
                      <a:pt x="177" y="515"/>
                    </a:cubicBezTo>
                    <a:lnTo>
                      <a:pt x="178" y="518"/>
                    </a:lnTo>
                    <a:close/>
                    <a:moveTo>
                      <a:pt x="176" y="510"/>
                    </a:moveTo>
                    <a:cubicBezTo>
                      <a:pt x="152" y="499"/>
                      <a:pt x="152" y="499"/>
                      <a:pt x="152" y="499"/>
                    </a:cubicBezTo>
                    <a:cubicBezTo>
                      <a:pt x="174" y="499"/>
                      <a:pt x="174" y="499"/>
                      <a:pt x="174" y="499"/>
                    </a:cubicBezTo>
                    <a:lnTo>
                      <a:pt x="176" y="510"/>
                    </a:lnTo>
                    <a:close/>
                    <a:moveTo>
                      <a:pt x="173" y="495"/>
                    </a:moveTo>
                    <a:cubicBezTo>
                      <a:pt x="143" y="495"/>
                      <a:pt x="143" y="495"/>
                      <a:pt x="143" y="495"/>
                    </a:cubicBezTo>
                    <a:cubicBezTo>
                      <a:pt x="168" y="474"/>
                      <a:pt x="168" y="474"/>
                      <a:pt x="168" y="474"/>
                    </a:cubicBezTo>
                    <a:lnTo>
                      <a:pt x="173" y="495"/>
                    </a:lnTo>
                    <a:close/>
                    <a:moveTo>
                      <a:pt x="166" y="464"/>
                    </a:moveTo>
                    <a:cubicBezTo>
                      <a:pt x="110" y="464"/>
                      <a:pt x="110" y="464"/>
                      <a:pt x="110" y="464"/>
                    </a:cubicBezTo>
                    <a:cubicBezTo>
                      <a:pt x="110" y="429"/>
                      <a:pt x="110" y="429"/>
                      <a:pt x="110" y="429"/>
                    </a:cubicBezTo>
                    <a:cubicBezTo>
                      <a:pt x="166" y="462"/>
                      <a:pt x="166" y="462"/>
                      <a:pt x="166" y="462"/>
                    </a:cubicBezTo>
                    <a:lnTo>
                      <a:pt x="166" y="464"/>
                    </a:lnTo>
                    <a:close/>
                    <a:moveTo>
                      <a:pt x="113" y="426"/>
                    </a:moveTo>
                    <a:cubicBezTo>
                      <a:pt x="156" y="420"/>
                      <a:pt x="156" y="420"/>
                      <a:pt x="156" y="420"/>
                    </a:cubicBezTo>
                    <a:cubicBezTo>
                      <a:pt x="134" y="439"/>
                      <a:pt x="134" y="439"/>
                      <a:pt x="134" y="439"/>
                    </a:cubicBezTo>
                    <a:lnTo>
                      <a:pt x="113" y="426"/>
                    </a:lnTo>
                    <a:close/>
                    <a:moveTo>
                      <a:pt x="165" y="457"/>
                    </a:moveTo>
                    <a:cubicBezTo>
                      <a:pt x="138" y="441"/>
                      <a:pt x="138" y="441"/>
                      <a:pt x="138" y="441"/>
                    </a:cubicBezTo>
                    <a:cubicBezTo>
                      <a:pt x="161" y="441"/>
                      <a:pt x="161" y="441"/>
                      <a:pt x="161" y="441"/>
                    </a:cubicBezTo>
                    <a:lnTo>
                      <a:pt x="165" y="457"/>
                    </a:lnTo>
                    <a:close/>
                    <a:moveTo>
                      <a:pt x="161" y="437"/>
                    </a:moveTo>
                    <a:cubicBezTo>
                      <a:pt x="143" y="437"/>
                      <a:pt x="143" y="437"/>
                      <a:pt x="143" y="437"/>
                    </a:cubicBezTo>
                    <a:cubicBezTo>
                      <a:pt x="158" y="424"/>
                      <a:pt x="158" y="424"/>
                      <a:pt x="158" y="424"/>
                    </a:cubicBezTo>
                    <a:lnTo>
                      <a:pt x="161" y="437"/>
                    </a:lnTo>
                    <a:close/>
                    <a:moveTo>
                      <a:pt x="156" y="416"/>
                    </a:moveTo>
                    <a:cubicBezTo>
                      <a:pt x="120" y="422"/>
                      <a:pt x="120" y="422"/>
                      <a:pt x="120" y="422"/>
                    </a:cubicBezTo>
                    <a:cubicBezTo>
                      <a:pt x="153" y="402"/>
                      <a:pt x="153" y="402"/>
                      <a:pt x="153" y="402"/>
                    </a:cubicBezTo>
                    <a:lnTo>
                      <a:pt x="156" y="416"/>
                    </a:lnTo>
                    <a:close/>
                    <a:moveTo>
                      <a:pt x="151" y="389"/>
                    </a:moveTo>
                    <a:cubicBezTo>
                      <a:pt x="118" y="382"/>
                      <a:pt x="118" y="382"/>
                      <a:pt x="118" y="382"/>
                    </a:cubicBezTo>
                    <a:cubicBezTo>
                      <a:pt x="148" y="375"/>
                      <a:pt x="148" y="375"/>
                      <a:pt x="148" y="375"/>
                    </a:cubicBezTo>
                    <a:lnTo>
                      <a:pt x="151" y="389"/>
                    </a:lnTo>
                    <a:close/>
                    <a:moveTo>
                      <a:pt x="140" y="391"/>
                    </a:moveTo>
                    <a:cubicBezTo>
                      <a:pt x="77" y="391"/>
                      <a:pt x="77" y="391"/>
                      <a:pt x="77" y="391"/>
                    </a:cubicBezTo>
                    <a:cubicBezTo>
                      <a:pt x="109" y="384"/>
                      <a:pt x="109" y="384"/>
                      <a:pt x="109" y="384"/>
                    </a:cubicBezTo>
                    <a:lnTo>
                      <a:pt x="140" y="391"/>
                    </a:lnTo>
                    <a:close/>
                    <a:moveTo>
                      <a:pt x="146" y="367"/>
                    </a:moveTo>
                    <a:cubicBezTo>
                      <a:pt x="117" y="360"/>
                      <a:pt x="117" y="360"/>
                      <a:pt x="117" y="360"/>
                    </a:cubicBezTo>
                    <a:cubicBezTo>
                      <a:pt x="143" y="354"/>
                      <a:pt x="143" y="354"/>
                      <a:pt x="143" y="354"/>
                    </a:cubicBezTo>
                    <a:lnTo>
                      <a:pt x="146" y="367"/>
                    </a:lnTo>
                    <a:close/>
                    <a:moveTo>
                      <a:pt x="141" y="345"/>
                    </a:moveTo>
                    <a:cubicBezTo>
                      <a:pt x="116" y="339"/>
                      <a:pt x="116" y="339"/>
                      <a:pt x="116" y="339"/>
                    </a:cubicBezTo>
                    <a:cubicBezTo>
                      <a:pt x="139" y="333"/>
                      <a:pt x="139" y="333"/>
                      <a:pt x="139" y="333"/>
                    </a:cubicBezTo>
                    <a:lnTo>
                      <a:pt x="141" y="345"/>
                    </a:lnTo>
                    <a:close/>
                    <a:moveTo>
                      <a:pt x="137" y="323"/>
                    </a:moveTo>
                    <a:cubicBezTo>
                      <a:pt x="115" y="317"/>
                      <a:pt x="115" y="317"/>
                      <a:pt x="115" y="317"/>
                    </a:cubicBezTo>
                    <a:cubicBezTo>
                      <a:pt x="134" y="311"/>
                      <a:pt x="134" y="311"/>
                      <a:pt x="134" y="311"/>
                    </a:cubicBezTo>
                    <a:lnTo>
                      <a:pt x="137" y="323"/>
                    </a:lnTo>
                    <a:close/>
                    <a:moveTo>
                      <a:pt x="132" y="303"/>
                    </a:moveTo>
                    <a:cubicBezTo>
                      <a:pt x="115" y="297"/>
                      <a:pt x="115" y="297"/>
                      <a:pt x="115" y="297"/>
                    </a:cubicBezTo>
                    <a:cubicBezTo>
                      <a:pt x="130" y="291"/>
                      <a:pt x="130" y="291"/>
                      <a:pt x="130" y="291"/>
                    </a:cubicBezTo>
                    <a:lnTo>
                      <a:pt x="132" y="303"/>
                    </a:lnTo>
                    <a:close/>
                    <a:moveTo>
                      <a:pt x="128" y="282"/>
                    </a:moveTo>
                    <a:cubicBezTo>
                      <a:pt x="114" y="276"/>
                      <a:pt x="114" y="276"/>
                      <a:pt x="114" y="276"/>
                    </a:cubicBezTo>
                    <a:cubicBezTo>
                      <a:pt x="126" y="271"/>
                      <a:pt x="126" y="271"/>
                      <a:pt x="126" y="271"/>
                    </a:cubicBezTo>
                    <a:lnTo>
                      <a:pt x="128" y="282"/>
                    </a:lnTo>
                    <a:close/>
                    <a:moveTo>
                      <a:pt x="123" y="34"/>
                    </a:moveTo>
                    <a:cubicBezTo>
                      <a:pt x="111" y="14"/>
                      <a:pt x="111" y="14"/>
                      <a:pt x="111" y="14"/>
                    </a:cubicBezTo>
                    <a:cubicBezTo>
                      <a:pt x="115" y="7"/>
                      <a:pt x="115" y="7"/>
                      <a:pt x="115" y="7"/>
                    </a:cubicBezTo>
                    <a:lnTo>
                      <a:pt x="123" y="34"/>
                    </a:lnTo>
                    <a:close/>
                    <a:moveTo>
                      <a:pt x="112" y="4"/>
                    </a:moveTo>
                    <a:cubicBezTo>
                      <a:pt x="109" y="10"/>
                      <a:pt x="109" y="10"/>
                      <a:pt x="109" y="10"/>
                    </a:cubicBezTo>
                    <a:cubicBezTo>
                      <a:pt x="105" y="4"/>
                      <a:pt x="105" y="4"/>
                      <a:pt x="105" y="4"/>
                    </a:cubicBezTo>
                    <a:lnTo>
                      <a:pt x="112" y="4"/>
                    </a:lnTo>
                    <a:close/>
                    <a:moveTo>
                      <a:pt x="103" y="7"/>
                    </a:moveTo>
                    <a:cubicBezTo>
                      <a:pt x="106" y="14"/>
                      <a:pt x="106" y="14"/>
                      <a:pt x="106" y="14"/>
                    </a:cubicBezTo>
                    <a:cubicBezTo>
                      <a:pt x="95" y="34"/>
                      <a:pt x="95" y="34"/>
                      <a:pt x="95" y="34"/>
                    </a:cubicBezTo>
                    <a:lnTo>
                      <a:pt x="103" y="7"/>
                    </a:lnTo>
                    <a:close/>
                    <a:moveTo>
                      <a:pt x="109" y="18"/>
                    </a:moveTo>
                    <a:cubicBezTo>
                      <a:pt x="124" y="44"/>
                      <a:pt x="124" y="44"/>
                      <a:pt x="124" y="4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2" y="46"/>
                      <a:pt x="122" y="46"/>
                      <a:pt x="122" y="46"/>
                    </a:cubicBezTo>
                    <a:cubicBezTo>
                      <a:pt x="96" y="46"/>
                      <a:pt x="96" y="46"/>
                      <a:pt x="96" y="46"/>
                    </a:cubicBezTo>
                    <a:cubicBezTo>
                      <a:pt x="96" y="42"/>
                      <a:pt x="96" y="42"/>
                      <a:pt x="96" y="42"/>
                    </a:cubicBezTo>
                    <a:cubicBezTo>
                      <a:pt x="94" y="42"/>
                      <a:pt x="94" y="42"/>
                      <a:pt x="94" y="42"/>
                    </a:cubicBezTo>
                    <a:lnTo>
                      <a:pt x="109" y="18"/>
                    </a:lnTo>
                    <a:close/>
                    <a:moveTo>
                      <a:pt x="105" y="243"/>
                    </a:moveTo>
                    <a:cubicBezTo>
                      <a:pt x="96" y="248"/>
                      <a:pt x="96" y="248"/>
                      <a:pt x="96" y="248"/>
                    </a:cubicBezTo>
                    <a:cubicBezTo>
                      <a:pt x="96" y="237"/>
                      <a:pt x="96" y="237"/>
                      <a:pt x="96" y="237"/>
                    </a:cubicBezTo>
                    <a:lnTo>
                      <a:pt x="105" y="243"/>
                    </a:lnTo>
                    <a:close/>
                    <a:moveTo>
                      <a:pt x="97" y="234"/>
                    </a:moveTo>
                    <a:cubicBezTo>
                      <a:pt x="121" y="234"/>
                      <a:pt x="121" y="234"/>
                      <a:pt x="121" y="234"/>
                    </a:cubicBezTo>
                    <a:cubicBezTo>
                      <a:pt x="109" y="241"/>
                      <a:pt x="109" y="241"/>
                      <a:pt x="109" y="241"/>
                    </a:cubicBezTo>
                    <a:lnTo>
                      <a:pt x="97" y="234"/>
                    </a:lnTo>
                    <a:close/>
                    <a:moveTo>
                      <a:pt x="109" y="245"/>
                    </a:moveTo>
                    <a:cubicBezTo>
                      <a:pt x="121" y="252"/>
                      <a:pt x="121" y="252"/>
                      <a:pt x="121" y="252"/>
                    </a:cubicBezTo>
                    <a:cubicBezTo>
                      <a:pt x="96" y="252"/>
                      <a:pt x="96" y="252"/>
                      <a:pt x="96" y="252"/>
                    </a:cubicBezTo>
                    <a:lnTo>
                      <a:pt x="109" y="245"/>
                    </a:lnTo>
                    <a:close/>
                    <a:moveTo>
                      <a:pt x="112" y="243"/>
                    </a:moveTo>
                    <a:cubicBezTo>
                      <a:pt x="122" y="237"/>
                      <a:pt x="122" y="237"/>
                      <a:pt x="122" y="237"/>
                    </a:cubicBezTo>
                    <a:cubicBezTo>
                      <a:pt x="122" y="248"/>
                      <a:pt x="122" y="248"/>
                      <a:pt x="122" y="248"/>
                    </a:cubicBezTo>
                    <a:lnTo>
                      <a:pt x="112" y="243"/>
                    </a:lnTo>
                    <a:close/>
                    <a:moveTo>
                      <a:pt x="96" y="229"/>
                    </a:moveTo>
                    <a:cubicBezTo>
                      <a:pt x="96" y="228"/>
                      <a:pt x="96" y="228"/>
                      <a:pt x="96" y="228"/>
                    </a:cubicBezTo>
                    <a:cubicBezTo>
                      <a:pt x="109" y="219"/>
                      <a:pt x="109" y="219"/>
                      <a:pt x="109" y="219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29"/>
                      <a:pt x="122" y="229"/>
                      <a:pt x="122" y="229"/>
                    </a:cubicBezTo>
                    <a:lnTo>
                      <a:pt x="96" y="229"/>
                    </a:lnTo>
                    <a:close/>
                    <a:moveTo>
                      <a:pt x="96" y="223"/>
                    </a:moveTo>
                    <a:cubicBezTo>
                      <a:pt x="96" y="209"/>
                      <a:pt x="96" y="209"/>
                      <a:pt x="96" y="209"/>
                    </a:cubicBezTo>
                    <a:cubicBezTo>
                      <a:pt x="105" y="216"/>
                      <a:pt x="105" y="216"/>
                      <a:pt x="105" y="216"/>
                    </a:cubicBezTo>
                    <a:lnTo>
                      <a:pt x="96" y="223"/>
                    </a:lnTo>
                    <a:close/>
                    <a:moveTo>
                      <a:pt x="112" y="216"/>
                    </a:moveTo>
                    <a:cubicBezTo>
                      <a:pt x="122" y="209"/>
                      <a:pt x="122" y="209"/>
                      <a:pt x="122" y="209"/>
                    </a:cubicBezTo>
                    <a:cubicBezTo>
                      <a:pt x="122" y="223"/>
                      <a:pt x="122" y="223"/>
                      <a:pt x="122" y="223"/>
                    </a:cubicBezTo>
                    <a:lnTo>
                      <a:pt x="112" y="216"/>
                    </a:lnTo>
                    <a:close/>
                    <a:moveTo>
                      <a:pt x="109" y="214"/>
                    </a:moveTo>
                    <a:cubicBezTo>
                      <a:pt x="96" y="205"/>
                      <a:pt x="96" y="205"/>
                      <a:pt x="96" y="205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122" y="204"/>
                      <a:pt x="122" y="204"/>
                      <a:pt x="122" y="204"/>
                    </a:cubicBezTo>
                    <a:cubicBezTo>
                      <a:pt x="122" y="205"/>
                      <a:pt x="122" y="205"/>
                      <a:pt x="122" y="205"/>
                    </a:cubicBezTo>
                    <a:lnTo>
                      <a:pt x="109" y="214"/>
                    </a:lnTo>
                    <a:close/>
                    <a:moveTo>
                      <a:pt x="96" y="197"/>
                    </a:moveTo>
                    <a:cubicBezTo>
                      <a:pt x="96" y="186"/>
                      <a:pt x="96" y="186"/>
                      <a:pt x="96" y="186"/>
                    </a:cubicBezTo>
                    <a:cubicBezTo>
                      <a:pt x="105" y="192"/>
                      <a:pt x="105" y="192"/>
                      <a:pt x="105" y="192"/>
                    </a:cubicBezTo>
                    <a:lnTo>
                      <a:pt x="96" y="197"/>
                    </a:lnTo>
                    <a:close/>
                    <a:moveTo>
                      <a:pt x="109" y="194"/>
                    </a:moveTo>
                    <a:cubicBezTo>
                      <a:pt x="121" y="201"/>
                      <a:pt x="121" y="201"/>
                      <a:pt x="121" y="201"/>
                    </a:cubicBezTo>
                    <a:cubicBezTo>
                      <a:pt x="97" y="201"/>
                      <a:pt x="97" y="201"/>
                      <a:pt x="97" y="201"/>
                    </a:cubicBezTo>
                    <a:lnTo>
                      <a:pt x="109" y="194"/>
                    </a:lnTo>
                    <a:close/>
                    <a:moveTo>
                      <a:pt x="112" y="192"/>
                    </a:moveTo>
                    <a:cubicBezTo>
                      <a:pt x="122" y="186"/>
                      <a:pt x="122" y="186"/>
                      <a:pt x="122" y="186"/>
                    </a:cubicBezTo>
                    <a:cubicBezTo>
                      <a:pt x="122" y="197"/>
                      <a:pt x="122" y="197"/>
                      <a:pt x="122" y="197"/>
                    </a:cubicBezTo>
                    <a:lnTo>
                      <a:pt x="112" y="192"/>
                    </a:lnTo>
                    <a:close/>
                    <a:moveTo>
                      <a:pt x="109" y="190"/>
                    </a:moveTo>
                    <a:cubicBezTo>
                      <a:pt x="96" y="183"/>
                      <a:pt x="96" y="183"/>
                      <a:pt x="96" y="183"/>
                    </a:cubicBezTo>
                    <a:cubicBezTo>
                      <a:pt x="96" y="181"/>
                      <a:pt x="96" y="181"/>
                      <a:pt x="96" y="181"/>
                    </a:cubicBezTo>
                    <a:cubicBezTo>
                      <a:pt x="109" y="174"/>
                      <a:pt x="109" y="174"/>
                      <a:pt x="109" y="174"/>
                    </a:cubicBezTo>
                    <a:cubicBezTo>
                      <a:pt x="122" y="181"/>
                      <a:pt x="122" y="181"/>
                      <a:pt x="122" y="181"/>
                    </a:cubicBezTo>
                    <a:cubicBezTo>
                      <a:pt x="122" y="183"/>
                      <a:pt x="122" y="183"/>
                      <a:pt x="122" y="183"/>
                    </a:cubicBezTo>
                    <a:lnTo>
                      <a:pt x="109" y="190"/>
                    </a:lnTo>
                    <a:close/>
                    <a:moveTo>
                      <a:pt x="105" y="172"/>
                    </a:moveTo>
                    <a:cubicBezTo>
                      <a:pt x="96" y="177"/>
                      <a:pt x="96" y="177"/>
                      <a:pt x="96" y="177"/>
                    </a:cubicBezTo>
                    <a:cubicBezTo>
                      <a:pt x="96" y="166"/>
                      <a:pt x="96" y="166"/>
                      <a:pt x="96" y="166"/>
                    </a:cubicBezTo>
                    <a:lnTo>
                      <a:pt x="105" y="172"/>
                    </a:lnTo>
                    <a:close/>
                    <a:moveTo>
                      <a:pt x="96" y="163"/>
                    </a:moveTo>
                    <a:cubicBezTo>
                      <a:pt x="121" y="163"/>
                      <a:pt x="121" y="163"/>
                      <a:pt x="121" y="163"/>
                    </a:cubicBezTo>
                    <a:cubicBezTo>
                      <a:pt x="109" y="170"/>
                      <a:pt x="109" y="170"/>
                      <a:pt x="109" y="170"/>
                    </a:cubicBezTo>
                    <a:lnTo>
                      <a:pt x="96" y="163"/>
                    </a:lnTo>
                    <a:close/>
                    <a:moveTo>
                      <a:pt x="112" y="172"/>
                    </a:moveTo>
                    <a:cubicBezTo>
                      <a:pt x="122" y="166"/>
                      <a:pt x="122" y="166"/>
                      <a:pt x="122" y="166"/>
                    </a:cubicBezTo>
                    <a:cubicBezTo>
                      <a:pt x="122" y="177"/>
                      <a:pt x="122" y="177"/>
                      <a:pt x="122" y="177"/>
                    </a:cubicBezTo>
                    <a:lnTo>
                      <a:pt x="112" y="172"/>
                    </a:lnTo>
                    <a:close/>
                    <a:moveTo>
                      <a:pt x="96" y="158"/>
                    </a:moveTo>
                    <a:cubicBezTo>
                      <a:pt x="96" y="157"/>
                      <a:pt x="96" y="157"/>
                      <a:pt x="96" y="157"/>
                    </a:cubicBezTo>
                    <a:cubicBezTo>
                      <a:pt x="109" y="147"/>
                      <a:pt x="109" y="147"/>
                      <a:pt x="109" y="147"/>
                    </a:cubicBezTo>
                    <a:cubicBezTo>
                      <a:pt x="122" y="157"/>
                      <a:pt x="122" y="157"/>
                      <a:pt x="122" y="157"/>
                    </a:cubicBezTo>
                    <a:cubicBezTo>
                      <a:pt x="122" y="158"/>
                      <a:pt x="122" y="158"/>
                      <a:pt x="122" y="158"/>
                    </a:cubicBezTo>
                    <a:lnTo>
                      <a:pt x="96" y="158"/>
                    </a:lnTo>
                    <a:close/>
                    <a:moveTo>
                      <a:pt x="96" y="152"/>
                    </a:moveTo>
                    <a:cubicBezTo>
                      <a:pt x="96" y="138"/>
                      <a:pt x="96" y="138"/>
                      <a:pt x="96" y="138"/>
                    </a:cubicBezTo>
                    <a:cubicBezTo>
                      <a:pt x="105" y="145"/>
                      <a:pt x="105" y="145"/>
                      <a:pt x="105" y="145"/>
                    </a:cubicBezTo>
                    <a:lnTo>
                      <a:pt x="96" y="152"/>
                    </a:lnTo>
                    <a:close/>
                    <a:moveTo>
                      <a:pt x="112" y="145"/>
                    </a:moveTo>
                    <a:cubicBezTo>
                      <a:pt x="122" y="138"/>
                      <a:pt x="122" y="138"/>
                      <a:pt x="122" y="138"/>
                    </a:cubicBezTo>
                    <a:cubicBezTo>
                      <a:pt x="122" y="152"/>
                      <a:pt x="122" y="152"/>
                      <a:pt x="122" y="152"/>
                    </a:cubicBezTo>
                    <a:lnTo>
                      <a:pt x="112" y="145"/>
                    </a:lnTo>
                    <a:close/>
                    <a:moveTo>
                      <a:pt x="109" y="143"/>
                    </a:moveTo>
                    <a:cubicBezTo>
                      <a:pt x="96" y="133"/>
                      <a:pt x="96" y="133"/>
                      <a:pt x="96" y="133"/>
                    </a:cubicBezTo>
                    <a:cubicBezTo>
                      <a:pt x="96" y="132"/>
                      <a:pt x="96" y="132"/>
                      <a:pt x="96" y="132"/>
                    </a:cubicBezTo>
                    <a:cubicBezTo>
                      <a:pt x="122" y="132"/>
                      <a:pt x="122" y="132"/>
                      <a:pt x="122" y="132"/>
                    </a:cubicBezTo>
                    <a:cubicBezTo>
                      <a:pt x="122" y="133"/>
                      <a:pt x="122" y="133"/>
                      <a:pt x="122" y="133"/>
                    </a:cubicBezTo>
                    <a:lnTo>
                      <a:pt x="109" y="143"/>
                    </a:lnTo>
                    <a:close/>
                    <a:moveTo>
                      <a:pt x="96" y="125"/>
                    </a:moveTo>
                    <a:cubicBezTo>
                      <a:pt x="96" y="111"/>
                      <a:pt x="96" y="111"/>
                      <a:pt x="96" y="111"/>
                    </a:cubicBezTo>
                    <a:cubicBezTo>
                      <a:pt x="106" y="118"/>
                      <a:pt x="106" y="118"/>
                      <a:pt x="106" y="118"/>
                    </a:cubicBezTo>
                    <a:lnTo>
                      <a:pt x="96" y="125"/>
                    </a:lnTo>
                    <a:close/>
                    <a:moveTo>
                      <a:pt x="109" y="120"/>
                    </a:moveTo>
                    <a:cubicBezTo>
                      <a:pt x="122" y="129"/>
                      <a:pt x="122" y="129"/>
                      <a:pt x="122" y="129"/>
                    </a:cubicBezTo>
                    <a:cubicBezTo>
                      <a:pt x="96" y="129"/>
                      <a:pt x="96" y="129"/>
                      <a:pt x="96" y="129"/>
                    </a:cubicBezTo>
                    <a:lnTo>
                      <a:pt x="109" y="120"/>
                    </a:lnTo>
                    <a:close/>
                    <a:moveTo>
                      <a:pt x="112" y="118"/>
                    </a:move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2" y="125"/>
                      <a:pt x="122" y="125"/>
                      <a:pt x="122" y="125"/>
                    </a:cubicBezTo>
                    <a:lnTo>
                      <a:pt x="112" y="118"/>
                    </a:lnTo>
                    <a:close/>
                    <a:moveTo>
                      <a:pt x="109" y="116"/>
                    </a:moveTo>
                    <a:cubicBezTo>
                      <a:pt x="96" y="107"/>
                      <a:pt x="96" y="107"/>
                      <a:pt x="96" y="107"/>
                    </a:cubicBezTo>
                    <a:cubicBezTo>
                      <a:pt x="96" y="103"/>
                      <a:pt x="96" y="103"/>
                      <a:pt x="96" y="103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22" y="107"/>
                      <a:pt x="122" y="107"/>
                      <a:pt x="122" y="107"/>
                    </a:cubicBezTo>
                    <a:lnTo>
                      <a:pt x="109" y="116"/>
                    </a:lnTo>
                    <a:close/>
                    <a:moveTo>
                      <a:pt x="96" y="98"/>
                    </a:moveTo>
                    <a:cubicBezTo>
                      <a:pt x="96" y="84"/>
                      <a:pt x="96" y="84"/>
                      <a:pt x="96" y="84"/>
                    </a:cubicBezTo>
                    <a:cubicBezTo>
                      <a:pt x="106" y="91"/>
                      <a:pt x="106" y="91"/>
                      <a:pt x="106" y="91"/>
                    </a:cubicBezTo>
                    <a:lnTo>
                      <a:pt x="96" y="98"/>
                    </a:lnTo>
                    <a:close/>
                    <a:moveTo>
                      <a:pt x="112" y="91"/>
                    </a:moveTo>
                    <a:cubicBezTo>
                      <a:pt x="122" y="84"/>
                      <a:pt x="122" y="84"/>
                      <a:pt x="122" y="84"/>
                    </a:cubicBezTo>
                    <a:cubicBezTo>
                      <a:pt x="122" y="98"/>
                      <a:pt x="122" y="98"/>
                      <a:pt x="122" y="98"/>
                    </a:cubicBezTo>
                    <a:lnTo>
                      <a:pt x="112" y="91"/>
                    </a:lnTo>
                    <a:close/>
                    <a:moveTo>
                      <a:pt x="109" y="89"/>
                    </a:moveTo>
                    <a:cubicBezTo>
                      <a:pt x="96" y="80"/>
                      <a:pt x="96" y="80"/>
                      <a:pt x="96" y="80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122" y="79"/>
                      <a:pt x="122" y="79"/>
                      <a:pt x="122" y="79"/>
                    </a:cubicBezTo>
                    <a:cubicBezTo>
                      <a:pt x="122" y="80"/>
                      <a:pt x="122" y="80"/>
                      <a:pt x="122" y="80"/>
                    </a:cubicBezTo>
                    <a:lnTo>
                      <a:pt x="109" y="89"/>
                    </a:lnTo>
                    <a:close/>
                    <a:moveTo>
                      <a:pt x="96" y="74"/>
                    </a:moveTo>
                    <a:cubicBezTo>
                      <a:pt x="96" y="73"/>
                      <a:pt x="96" y="73"/>
                      <a:pt x="96" y="73"/>
                    </a:cubicBezTo>
                    <a:cubicBezTo>
                      <a:pt x="109" y="64"/>
                      <a:pt x="109" y="64"/>
                      <a:pt x="109" y="64"/>
                    </a:cubicBezTo>
                    <a:cubicBezTo>
                      <a:pt x="122" y="73"/>
                      <a:pt x="122" y="73"/>
                      <a:pt x="122" y="73"/>
                    </a:cubicBezTo>
                    <a:cubicBezTo>
                      <a:pt x="122" y="74"/>
                      <a:pt x="122" y="74"/>
                      <a:pt x="122" y="74"/>
                    </a:cubicBezTo>
                    <a:lnTo>
                      <a:pt x="96" y="74"/>
                    </a:lnTo>
                    <a:close/>
                    <a:moveTo>
                      <a:pt x="96" y="68"/>
                    </a:moveTo>
                    <a:cubicBezTo>
                      <a:pt x="96" y="55"/>
                      <a:pt x="96" y="55"/>
                      <a:pt x="96" y="55"/>
                    </a:cubicBezTo>
                    <a:cubicBezTo>
                      <a:pt x="105" y="61"/>
                      <a:pt x="105" y="61"/>
                      <a:pt x="105" y="61"/>
                    </a:cubicBezTo>
                    <a:lnTo>
                      <a:pt x="96" y="68"/>
                    </a:lnTo>
                    <a:close/>
                    <a:moveTo>
                      <a:pt x="112" y="61"/>
                    </a:moveTo>
                    <a:cubicBezTo>
                      <a:pt x="122" y="55"/>
                      <a:pt x="122" y="55"/>
                      <a:pt x="122" y="55"/>
                    </a:cubicBezTo>
                    <a:cubicBezTo>
                      <a:pt x="122" y="68"/>
                      <a:pt x="122" y="68"/>
                      <a:pt x="122" y="68"/>
                    </a:cubicBezTo>
                    <a:lnTo>
                      <a:pt x="112" y="61"/>
                    </a:lnTo>
                    <a:close/>
                    <a:moveTo>
                      <a:pt x="109" y="59"/>
                    </a:moveTo>
                    <a:cubicBezTo>
                      <a:pt x="96" y="50"/>
                      <a:pt x="96" y="50"/>
                      <a:pt x="96" y="50"/>
                    </a:cubicBezTo>
                    <a:cubicBezTo>
                      <a:pt x="96" y="49"/>
                      <a:pt x="96" y="49"/>
                      <a:pt x="96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50"/>
                      <a:pt x="122" y="50"/>
                      <a:pt x="122" y="50"/>
                    </a:cubicBezTo>
                    <a:lnTo>
                      <a:pt x="109" y="59"/>
                    </a:lnTo>
                    <a:close/>
                    <a:moveTo>
                      <a:pt x="95" y="255"/>
                    </a:moveTo>
                    <a:cubicBezTo>
                      <a:pt x="122" y="255"/>
                      <a:pt x="122" y="255"/>
                      <a:pt x="122" y="255"/>
                    </a:cubicBezTo>
                    <a:cubicBezTo>
                      <a:pt x="125" y="267"/>
                      <a:pt x="125" y="267"/>
                      <a:pt x="125" y="267"/>
                    </a:cubicBezTo>
                    <a:cubicBezTo>
                      <a:pt x="109" y="274"/>
                      <a:pt x="109" y="274"/>
                      <a:pt x="109" y="274"/>
                    </a:cubicBezTo>
                    <a:cubicBezTo>
                      <a:pt x="93" y="267"/>
                      <a:pt x="93" y="267"/>
                      <a:pt x="93" y="267"/>
                    </a:cubicBezTo>
                    <a:lnTo>
                      <a:pt x="95" y="255"/>
                    </a:lnTo>
                    <a:close/>
                    <a:moveTo>
                      <a:pt x="92" y="271"/>
                    </a:moveTo>
                    <a:cubicBezTo>
                      <a:pt x="104" y="276"/>
                      <a:pt x="104" y="276"/>
                      <a:pt x="104" y="276"/>
                    </a:cubicBezTo>
                    <a:cubicBezTo>
                      <a:pt x="89" y="282"/>
                      <a:pt x="89" y="282"/>
                      <a:pt x="89" y="282"/>
                    </a:cubicBezTo>
                    <a:lnTo>
                      <a:pt x="92" y="271"/>
                    </a:lnTo>
                    <a:close/>
                    <a:moveTo>
                      <a:pt x="88" y="287"/>
                    </a:moveTo>
                    <a:cubicBezTo>
                      <a:pt x="109" y="279"/>
                      <a:pt x="109" y="279"/>
                      <a:pt x="109" y="279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09" y="295"/>
                      <a:pt x="109" y="295"/>
                      <a:pt x="109" y="295"/>
                    </a:cubicBezTo>
                    <a:cubicBezTo>
                      <a:pt x="88" y="287"/>
                      <a:pt x="88" y="287"/>
                      <a:pt x="88" y="287"/>
                    </a:cubicBezTo>
                    <a:close/>
                    <a:moveTo>
                      <a:pt x="88" y="291"/>
                    </a:moveTo>
                    <a:cubicBezTo>
                      <a:pt x="103" y="297"/>
                      <a:pt x="103" y="297"/>
                      <a:pt x="103" y="297"/>
                    </a:cubicBezTo>
                    <a:cubicBezTo>
                      <a:pt x="85" y="303"/>
                      <a:pt x="85" y="303"/>
                      <a:pt x="85" y="303"/>
                    </a:cubicBezTo>
                    <a:lnTo>
                      <a:pt x="88" y="291"/>
                    </a:lnTo>
                    <a:close/>
                    <a:moveTo>
                      <a:pt x="109" y="299"/>
                    </a:moveTo>
                    <a:cubicBezTo>
                      <a:pt x="133" y="307"/>
                      <a:pt x="133" y="307"/>
                      <a:pt x="133" y="307"/>
                    </a:cubicBezTo>
                    <a:cubicBezTo>
                      <a:pt x="109" y="315"/>
                      <a:pt x="109" y="315"/>
                      <a:pt x="109" y="315"/>
                    </a:cubicBezTo>
                    <a:cubicBezTo>
                      <a:pt x="85" y="307"/>
                      <a:pt x="85" y="307"/>
                      <a:pt x="85" y="307"/>
                    </a:cubicBezTo>
                    <a:lnTo>
                      <a:pt x="109" y="299"/>
                    </a:lnTo>
                    <a:close/>
                    <a:moveTo>
                      <a:pt x="83" y="311"/>
                    </a:moveTo>
                    <a:cubicBezTo>
                      <a:pt x="102" y="317"/>
                      <a:pt x="102" y="317"/>
                      <a:pt x="102" y="317"/>
                    </a:cubicBezTo>
                    <a:cubicBezTo>
                      <a:pt x="81" y="323"/>
                      <a:pt x="81" y="323"/>
                      <a:pt x="81" y="323"/>
                    </a:cubicBezTo>
                    <a:lnTo>
                      <a:pt x="83" y="311"/>
                    </a:lnTo>
                    <a:close/>
                    <a:moveTo>
                      <a:pt x="39" y="74"/>
                    </a:moveTo>
                    <a:cubicBezTo>
                      <a:pt x="12" y="74"/>
                      <a:pt x="12" y="74"/>
                      <a:pt x="12" y="74"/>
                    </a:cubicBezTo>
                    <a:cubicBezTo>
                      <a:pt x="39" y="65"/>
                      <a:pt x="39" y="65"/>
                      <a:pt x="39" y="65"/>
                    </a:cubicBezTo>
                    <a:lnTo>
                      <a:pt x="39" y="74"/>
                    </a:lnTo>
                    <a:close/>
                    <a:moveTo>
                      <a:pt x="43" y="74"/>
                    </a:moveTo>
                    <a:cubicBezTo>
                      <a:pt x="43" y="66"/>
                      <a:pt x="43" y="66"/>
                      <a:pt x="43" y="66"/>
                    </a:cubicBezTo>
                    <a:cubicBezTo>
                      <a:pt x="74" y="74"/>
                      <a:pt x="74" y="74"/>
                      <a:pt x="74" y="74"/>
                    </a:cubicBezTo>
                    <a:lnTo>
                      <a:pt x="43" y="74"/>
                    </a:lnTo>
                    <a:close/>
                    <a:moveTo>
                      <a:pt x="45" y="63"/>
                    </a:moveTo>
                    <a:cubicBezTo>
                      <a:pt x="80" y="52"/>
                      <a:pt x="80" y="52"/>
                      <a:pt x="80" y="52"/>
                    </a:cubicBezTo>
                    <a:cubicBezTo>
                      <a:pt x="80" y="73"/>
                      <a:pt x="80" y="73"/>
                      <a:pt x="80" y="73"/>
                    </a:cubicBezTo>
                    <a:lnTo>
                      <a:pt x="45" y="63"/>
                    </a:lnTo>
                    <a:close/>
                    <a:moveTo>
                      <a:pt x="39" y="158"/>
                    </a:moveTo>
                    <a:cubicBezTo>
                      <a:pt x="12" y="158"/>
                      <a:pt x="12" y="158"/>
                      <a:pt x="12" y="158"/>
                    </a:cubicBezTo>
                    <a:cubicBezTo>
                      <a:pt x="39" y="149"/>
                      <a:pt x="39" y="149"/>
                      <a:pt x="39" y="149"/>
                    </a:cubicBezTo>
                    <a:lnTo>
                      <a:pt x="39" y="158"/>
                    </a:lnTo>
                    <a:close/>
                    <a:moveTo>
                      <a:pt x="43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77" y="158"/>
                      <a:pt x="77" y="158"/>
                      <a:pt x="77" y="158"/>
                    </a:cubicBezTo>
                    <a:lnTo>
                      <a:pt x="43" y="158"/>
                    </a:lnTo>
                    <a:close/>
                    <a:moveTo>
                      <a:pt x="80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80" y="158"/>
                      <a:pt x="80" y="158"/>
                      <a:pt x="80" y="158"/>
                    </a:cubicBezTo>
                    <a:close/>
                    <a:moveTo>
                      <a:pt x="39" y="229"/>
                    </a:moveTo>
                    <a:cubicBezTo>
                      <a:pt x="12" y="229"/>
                      <a:pt x="12" y="229"/>
                      <a:pt x="12" y="229"/>
                    </a:cubicBezTo>
                    <a:cubicBezTo>
                      <a:pt x="39" y="220"/>
                      <a:pt x="39" y="220"/>
                      <a:pt x="39" y="220"/>
                    </a:cubicBezTo>
                    <a:lnTo>
                      <a:pt x="39" y="229"/>
                    </a:lnTo>
                    <a:close/>
                    <a:moveTo>
                      <a:pt x="43" y="229"/>
                    </a:moveTo>
                    <a:cubicBezTo>
                      <a:pt x="43" y="220"/>
                      <a:pt x="43" y="220"/>
                      <a:pt x="43" y="220"/>
                    </a:cubicBezTo>
                    <a:cubicBezTo>
                      <a:pt x="77" y="229"/>
                      <a:pt x="77" y="229"/>
                      <a:pt x="77" y="229"/>
                    </a:cubicBezTo>
                    <a:lnTo>
                      <a:pt x="43" y="229"/>
                    </a:lnTo>
                    <a:close/>
                    <a:moveTo>
                      <a:pt x="80" y="229"/>
                    </a:moveTo>
                    <a:cubicBezTo>
                      <a:pt x="43" y="219"/>
                      <a:pt x="43" y="219"/>
                      <a:pt x="43" y="219"/>
                    </a:cubicBezTo>
                    <a:cubicBezTo>
                      <a:pt x="80" y="207"/>
                      <a:pt x="80" y="207"/>
                      <a:pt x="80" y="207"/>
                    </a:cubicBezTo>
                    <a:cubicBezTo>
                      <a:pt x="80" y="229"/>
                      <a:pt x="80" y="229"/>
                      <a:pt x="80" y="229"/>
                    </a:cubicBezTo>
                    <a:close/>
                    <a:moveTo>
                      <a:pt x="80" y="328"/>
                    </a:moveTo>
                    <a:cubicBezTo>
                      <a:pt x="109" y="319"/>
                      <a:pt x="109" y="319"/>
                      <a:pt x="109" y="319"/>
                    </a:cubicBezTo>
                    <a:cubicBezTo>
                      <a:pt x="138" y="328"/>
                      <a:pt x="138" y="328"/>
                      <a:pt x="138" y="328"/>
                    </a:cubicBezTo>
                    <a:cubicBezTo>
                      <a:pt x="138" y="329"/>
                      <a:pt x="138" y="329"/>
                      <a:pt x="138" y="329"/>
                    </a:cubicBezTo>
                    <a:cubicBezTo>
                      <a:pt x="109" y="337"/>
                      <a:pt x="109" y="337"/>
                      <a:pt x="109" y="337"/>
                    </a:cubicBezTo>
                    <a:cubicBezTo>
                      <a:pt x="80" y="329"/>
                      <a:pt x="80" y="329"/>
                      <a:pt x="80" y="329"/>
                    </a:cubicBezTo>
                    <a:lnTo>
                      <a:pt x="80" y="328"/>
                    </a:lnTo>
                    <a:close/>
                    <a:moveTo>
                      <a:pt x="79" y="333"/>
                    </a:moveTo>
                    <a:cubicBezTo>
                      <a:pt x="101" y="339"/>
                      <a:pt x="101" y="339"/>
                      <a:pt x="101" y="339"/>
                    </a:cubicBezTo>
                    <a:cubicBezTo>
                      <a:pt x="76" y="345"/>
                      <a:pt x="76" y="345"/>
                      <a:pt x="76" y="345"/>
                    </a:cubicBezTo>
                    <a:lnTo>
                      <a:pt x="79" y="333"/>
                    </a:lnTo>
                    <a:close/>
                    <a:moveTo>
                      <a:pt x="75" y="350"/>
                    </a:moveTo>
                    <a:cubicBezTo>
                      <a:pt x="109" y="341"/>
                      <a:pt x="109" y="341"/>
                      <a:pt x="109" y="341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75" y="350"/>
                      <a:pt x="75" y="350"/>
                      <a:pt x="75" y="350"/>
                    </a:cubicBezTo>
                    <a:close/>
                    <a:moveTo>
                      <a:pt x="74" y="354"/>
                    </a:moveTo>
                    <a:cubicBezTo>
                      <a:pt x="100" y="360"/>
                      <a:pt x="100" y="360"/>
                      <a:pt x="100" y="360"/>
                    </a:cubicBezTo>
                    <a:cubicBezTo>
                      <a:pt x="72" y="367"/>
                      <a:pt x="72" y="367"/>
                      <a:pt x="72" y="367"/>
                    </a:cubicBezTo>
                    <a:lnTo>
                      <a:pt x="74" y="354"/>
                    </a:lnTo>
                    <a:close/>
                    <a:moveTo>
                      <a:pt x="71" y="371"/>
                    </a:moveTo>
                    <a:cubicBezTo>
                      <a:pt x="109" y="362"/>
                      <a:pt x="109" y="362"/>
                      <a:pt x="109" y="362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09" y="380"/>
                      <a:pt x="109" y="380"/>
                      <a:pt x="109" y="380"/>
                    </a:cubicBezTo>
                    <a:cubicBezTo>
                      <a:pt x="71" y="371"/>
                      <a:pt x="71" y="371"/>
                      <a:pt x="71" y="371"/>
                    </a:cubicBezTo>
                    <a:close/>
                    <a:moveTo>
                      <a:pt x="70" y="375"/>
                    </a:moveTo>
                    <a:cubicBezTo>
                      <a:pt x="100" y="382"/>
                      <a:pt x="100" y="382"/>
                      <a:pt x="100" y="382"/>
                    </a:cubicBezTo>
                    <a:cubicBezTo>
                      <a:pt x="67" y="389"/>
                      <a:pt x="67" y="389"/>
                      <a:pt x="67" y="389"/>
                    </a:cubicBezTo>
                    <a:lnTo>
                      <a:pt x="70" y="375"/>
                    </a:lnTo>
                    <a:close/>
                    <a:moveTo>
                      <a:pt x="66" y="394"/>
                    </a:moveTo>
                    <a:cubicBezTo>
                      <a:pt x="152" y="394"/>
                      <a:pt x="152" y="394"/>
                      <a:pt x="152" y="394"/>
                    </a:cubicBezTo>
                    <a:cubicBezTo>
                      <a:pt x="152" y="398"/>
                      <a:pt x="152" y="398"/>
                      <a:pt x="152" y="398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4"/>
                      <a:pt x="109" y="424"/>
                      <a:pt x="109" y="424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65" y="398"/>
                      <a:pt x="65" y="398"/>
                      <a:pt x="65" y="398"/>
                    </a:cubicBezTo>
                    <a:lnTo>
                      <a:pt x="66" y="394"/>
                    </a:lnTo>
                    <a:close/>
                    <a:moveTo>
                      <a:pt x="64" y="402"/>
                    </a:moveTo>
                    <a:cubicBezTo>
                      <a:pt x="98" y="422"/>
                      <a:pt x="98" y="422"/>
                      <a:pt x="98" y="422"/>
                    </a:cubicBezTo>
                    <a:cubicBezTo>
                      <a:pt x="61" y="416"/>
                      <a:pt x="61" y="416"/>
                      <a:pt x="61" y="416"/>
                    </a:cubicBezTo>
                    <a:lnTo>
                      <a:pt x="64" y="402"/>
                    </a:lnTo>
                    <a:close/>
                    <a:moveTo>
                      <a:pt x="104" y="426"/>
                    </a:moveTo>
                    <a:cubicBezTo>
                      <a:pt x="83" y="439"/>
                      <a:pt x="83" y="439"/>
                      <a:pt x="83" y="439"/>
                    </a:cubicBezTo>
                    <a:cubicBezTo>
                      <a:pt x="62" y="420"/>
                      <a:pt x="62" y="420"/>
                      <a:pt x="62" y="420"/>
                    </a:cubicBezTo>
                    <a:lnTo>
                      <a:pt x="104" y="426"/>
                    </a:lnTo>
                    <a:close/>
                    <a:moveTo>
                      <a:pt x="59" y="424"/>
                    </a:moveTo>
                    <a:cubicBezTo>
                      <a:pt x="74" y="437"/>
                      <a:pt x="74" y="437"/>
                      <a:pt x="74" y="437"/>
                    </a:cubicBezTo>
                    <a:cubicBezTo>
                      <a:pt x="57" y="437"/>
                      <a:pt x="57" y="437"/>
                      <a:pt x="57" y="437"/>
                    </a:cubicBezTo>
                    <a:lnTo>
                      <a:pt x="59" y="424"/>
                    </a:lnTo>
                    <a:close/>
                    <a:moveTo>
                      <a:pt x="56" y="441"/>
                    </a:moveTo>
                    <a:cubicBezTo>
                      <a:pt x="80" y="441"/>
                      <a:pt x="80" y="441"/>
                      <a:pt x="80" y="441"/>
                    </a:cubicBezTo>
                    <a:cubicBezTo>
                      <a:pt x="53" y="457"/>
                      <a:pt x="53" y="457"/>
                      <a:pt x="53" y="457"/>
                    </a:cubicBezTo>
                    <a:lnTo>
                      <a:pt x="56" y="441"/>
                    </a:lnTo>
                    <a:close/>
                    <a:moveTo>
                      <a:pt x="51" y="462"/>
                    </a:moveTo>
                    <a:cubicBezTo>
                      <a:pt x="107" y="429"/>
                      <a:pt x="107" y="429"/>
                      <a:pt x="107" y="429"/>
                    </a:cubicBezTo>
                    <a:cubicBezTo>
                      <a:pt x="107" y="464"/>
                      <a:pt x="107" y="464"/>
                      <a:pt x="107" y="464"/>
                    </a:cubicBezTo>
                    <a:cubicBezTo>
                      <a:pt x="51" y="464"/>
                      <a:pt x="51" y="464"/>
                      <a:pt x="51" y="464"/>
                    </a:cubicBezTo>
                    <a:lnTo>
                      <a:pt x="51" y="462"/>
                    </a:lnTo>
                    <a:close/>
                    <a:moveTo>
                      <a:pt x="50" y="467"/>
                    </a:moveTo>
                    <a:cubicBezTo>
                      <a:pt x="167" y="467"/>
                      <a:pt x="167" y="467"/>
                      <a:pt x="167" y="467"/>
                    </a:cubicBezTo>
                    <a:cubicBezTo>
                      <a:pt x="167" y="469"/>
                      <a:pt x="167" y="469"/>
                      <a:pt x="167" y="469"/>
                    </a:cubicBezTo>
                    <a:cubicBezTo>
                      <a:pt x="109" y="517"/>
                      <a:pt x="109" y="517"/>
                      <a:pt x="109" y="517"/>
                    </a:cubicBezTo>
                    <a:cubicBezTo>
                      <a:pt x="50" y="469"/>
                      <a:pt x="50" y="469"/>
                      <a:pt x="50" y="469"/>
                    </a:cubicBezTo>
                    <a:lnTo>
                      <a:pt x="50" y="467"/>
                    </a:lnTo>
                    <a:close/>
                    <a:moveTo>
                      <a:pt x="49" y="474"/>
                    </a:moveTo>
                    <a:cubicBezTo>
                      <a:pt x="75" y="495"/>
                      <a:pt x="75" y="495"/>
                      <a:pt x="75" y="495"/>
                    </a:cubicBezTo>
                    <a:cubicBezTo>
                      <a:pt x="44" y="495"/>
                      <a:pt x="44" y="495"/>
                      <a:pt x="44" y="495"/>
                    </a:cubicBezTo>
                    <a:lnTo>
                      <a:pt x="49" y="474"/>
                    </a:lnTo>
                    <a:close/>
                    <a:moveTo>
                      <a:pt x="44" y="499"/>
                    </a:moveTo>
                    <a:cubicBezTo>
                      <a:pt x="66" y="499"/>
                      <a:pt x="66" y="499"/>
                      <a:pt x="66" y="499"/>
                    </a:cubicBezTo>
                    <a:cubicBezTo>
                      <a:pt x="41" y="510"/>
                      <a:pt x="41" y="510"/>
                      <a:pt x="41" y="510"/>
                    </a:cubicBezTo>
                    <a:lnTo>
                      <a:pt x="44" y="499"/>
                    </a:lnTo>
                    <a:close/>
                    <a:moveTo>
                      <a:pt x="40" y="515"/>
                    </a:moveTo>
                    <a:cubicBezTo>
                      <a:pt x="77" y="497"/>
                      <a:pt x="77" y="497"/>
                      <a:pt x="77" y="497"/>
                    </a:cubicBezTo>
                    <a:cubicBezTo>
                      <a:pt x="102" y="518"/>
                      <a:pt x="102" y="518"/>
                      <a:pt x="102" y="518"/>
                    </a:cubicBezTo>
                    <a:cubicBezTo>
                      <a:pt x="40" y="518"/>
                      <a:pt x="40" y="518"/>
                      <a:pt x="40" y="518"/>
                    </a:cubicBezTo>
                    <a:lnTo>
                      <a:pt x="40" y="51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106" name="Rectangle 147"/>
              <p:cNvSpPr>
                <a:spLocks noChangeArrowheads="1"/>
              </p:cNvSpPr>
              <p:nvPr/>
            </p:nvSpPr>
            <p:spPr bwMode="gray">
              <a:xfrm>
                <a:off x="4548717" y="2493563"/>
                <a:ext cx="1379538" cy="38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 bwMode="gray">
            <a:xfrm>
              <a:off x="2868821" y="3532396"/>
              <a:ext cx="385974" cy="311276"/>
              <a:chOff x="4548717" y="1188638"/>
              <a:chExt cx="1379538" cy="1343025"/>
            </a:xfrm>
            <a:solidFill>
              <a:schemeClr val="bg1"/>
            </a:solidFill>
          </p:grpSpPr>
          <p:sp>
            <p:nvSpPr>
              <p:cNvPr id="89" name="Freeform 47"/>
              <p:cNvSpPr>
                <a:spLocks/>
              </p:cNvSpPr>
              <p:nvPr/>
            </p:nvSpPr>
            <p:spPr bwMode="gray">
              <a:xfrm>
                <a:off x="4897967" y="1426763"/>
                <a:ext cx="925513" cy="655638"/>
              </a:xfrm>
              <a:custGeom>
                <a:avLst/>
                <a:gdLst>
                  <a:gd name="T0" fmla="*/ 163 w 805"/>
                  <a:gd name="T1" fmla="*/ 570 h 570"/>
                  <a:gd name="T2" fmla="*/ 0 w 805"/>
                  <a:gd name="T3" fmla="*/ 486 h 570"/>
                  <a:gd name="T4" fmla="*/ 2 w 805"/>
                  <a:gd name="T5" fmla="*/ 485 h 570"/>
                  <a:gd name="T6" fmla="*/ 163 w 805"/>
                  <a:gd name="T7" fmla="*/ 568 h 570"/>
                  <a:gd name="T8" fmla="*/ 164 w 805"/>
                  <a:gd name="T9" fmla="*/ 568 h 570"/>
                  <a:gd name="T10" fmla="*/ 413 w 805"/>
                  <a:gd name="T11" fmla="*/ 458 h 570"/>
                  <a:gd name="T12" fmla="*/ 800 w 805"/>
                  <a:gd name="T13" fmla="*/ 1 h 570"/>
                  <a:gd name="T14" fmla="*/ 800 w 805"/>
                  <a:gd name="T15" fmla="*/ 0 h 570"/>
                  <a:gd name="T16" fmla="*/ 805 w 805"/>
                  <a:gd name="T17" fmla="*/ 0 h 570"/>
                  <a:gd name="T18" fmla="*/ 805 w 805"/>
                  <a:gd name="T19" fmla="*/ 1 h 570"/>
                  <a:gd name="T20" fmla="*/ 417 w 805"/>
                  <a:gd name="T21" fmla="*/ 459 h 570"/>
                  <a:gd name="T22" fmla="*/ 164 w 805"/>
                  <a:gd name="T23" fmla="*/ 570 h 570"/>
                  <a:gd name="T24" fmla="*/ 163 w 805"/>
                  <a:gd name="T25" fmla="*/ 57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570">
                    <a:moveTo>
                      <a:pt x="163" y="570"/>
                    </a:moveTo>
                    <a:cubicBezTo>
                      <a:pt x="51" y="570"/>
                      <a:pt x="0" y="486"/>
                      <a:pt x="0" y="486"/>
                    </a:cubicBezTo>
                    <a:cubicBezTo>
                      <a:pt x="2" y="485"/>
                      <a:pt x="2" y="485"/>
                      <a:pt x="2" y="485"/>
                    </a:cubicBezTo>
                    <a:cubicBezTo>
                      <a:pt x="2" y="486"/>
                      <a:pt x="55" y="567"/>
                      <a:pt x="163" y="568"/>
                    </a:cubicBezTo>
                    <a:cubicBezTo>
                      <a:pt x="164" y="568"/>
                      <a:pt x="164" y="568"/>
                      <a:pt x="164" y="568"/>
                    </a:cubicBezTo>
                    <a:cubicBezTo>
                      <a:pt x="238" y="568"/>
                      <a:pt x="322" y="531"/>
                      <a:pt x="413" y="458"/>
                    </a:cubicBezTo>
                    <a:cubicBezTo>
                      <a:pt x="534" y="361"/>
                      <a:pt x="664" y="207"/>
                      <a:pt x="800" y="1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5" y="1"/>
                      <a:pt x="805" y="1"/>
                      <a:pt x="805" y="1"/>
                    </a:cubicBezTo>
                    <a:cubicBezTo>
                      <a:pt x="670" y="206"/>
                      <a:pt x="536" y="364"/>
                      <a:pt x="417" y="459"/>
                    </a:cubicBezTo>
                    <a:cubicBezTo>
                      <a:pt x="325" y="533"/>
                      <a:pt x="240" y="570"/>
                      <a:pt x="164" y="570"/>
                    </a:cubicBezTo>
                    <a:lnTo>
                      <a:pt x="163" y="5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0" name="Freeform 48"/>
              <p:cNvSpPr>
                <a:spLocks/>
              </p:cNvSpPr>
              <p:nvPr/>
            </p:nvSpPr>
            <p:spPr bwMode="gray">
              <a:xfrm>
                <a:off x="4899554" y="1626788"/>
                <a:ext cx="925513" cy="539750"/>
              </a:xfrm>
              <a:custGeom>
                <a:avLst/>
                <a:gdLst>
                  <a:gd name="T0" fmla="*/ 164 w 805"/>
                  <a:gd name="T1" fmla="*/ 469 h 469"/>
                  <a:gd name="T2" fmla="*/ 0 w 805"/>
                  <a:gd name="T3" fmla="*/ 397 h 469"/>
                  <a:gd name="T4" fmla="*/ 2 w 805"/>
                  <a:gd name="T5" fmla="*/ 397 h 469"/>
                  <a:gd name="T6" fmla="*/ 164 w 805"/>
                  <a:gd name="T7" fmla="*/ 466 h 469"/>
                  <a:gd name="T8" fmla="*/ 165 w 805"/>
                  <a:gd name="T9" fmla="*/ 466 h 469"/>
                  <a:gd name="T10" fmla="*/ 415 w 805"/>
                  <a:gd name="T11" fmla="*/ 375 h 469"/>
                  <a:gd name="T12" fmla="*/ 801 w 805"/>
                  <a:gd name="T13" fmla="*/ 1 h 469"/>
                  <a:gd name="T14" fmla="*/ 802 w 805"/>
                  <a:gd name="T15" fmla="*/ 0 h 469"/>
                  <a:gd name="T16" fmla="*/ 805 w 805"/>
                  <a:gd name="T17" fmla="*/ 2 h 469"/>
                  <a:gd name="T18" fmla="*/ 804 w 805"/>
                  <a:gd name="T19" fmla="*/ 2 h 469"/>
                  <a:gd name="T20" fmla="*/ 419 w 805"/>
                  <a:gd name="T21" fmla="*/ 377 h 469"/>
                  <a:gd name="T22" fmla="*/ 165 w 805"/>
                  <a:gd name="T23" fmla="*/ 469 h 469"/>
                  <a:gd name="T24" fmla="*/ 164 w 805"/>
                  <a:gd name="T25" fmla="*/ 469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469">
                    <a:moveTo>
                      <a:pt x="164" y="469"/>
                    </a:moveTo>
                    <a:cubicBezTo>
                      <a:pt x="52" y="468"/>
                      <a:pt x="0" y="398"/>
                      <a:pt x="0" y="397"/>
                    </a:cubicBezTo>
                    <a:cubicBezTo>
                      <a:pt x="2" y="397"/>
                      <a:pt x="2" y="397"/>
                      <a:pt x="2" y="397"/>
                    </a:cubicBezTo>
                    <a:cubicBezTo>
                      <a:pt x="2" y="397"/>
                      <a:pt x="56" y="466"/>
                      <a:pt x="164" y="466"/>
                    </a:cubicBezTo>
                    <a:cubicBezTo>
                      <a:pt x="165" y="466"/>
                      <a:pt x="165" y="466"/>
                      <a:pt x="165" y="466"/>
                    </a:cubicBezTo>
                    <a:cubicBezTo>
                      <a:pt x="239" y="466"/>
                      <a:pt x="323" y="436"/>
                      <a:pt x="415" y="375"/>
                    </a:cubicBezTo>
                    <a:cubicBezTo>
                      <a:pt x="535" y="296"/>
                      <a:pt x="665" y="170"/>
                      <a:pt x="801" y="1"/>
                    </a:cubicBezTo>
                    <a:cubicBezTo>
                      <a:pt x="802" y="0"/>
                      <a:pt x="802" y="0"/>
                      <a:pt x="802" y="0"/>
                    </a:cubicBezTo>
                    <a:cubicBezTo>
                      <a:pt x="805" y="2"/>
                      <a:pt x="805" y="2"/>
                      <a:pt x="805" y="2"/>
                    </a:cubicBezTo>
                    <a:cubicBezTo>
                      <a:pt x="804" y="2"/>
                      <a:pt x="804" y="2"/>
                      <a:pt x="804" y="2"/>
                    </a:cubicBezTo>
                    <a:cubicBezTo>
                      <a:pt x="668" y="172"/>
                      <a:pt x="539" y="298"/>
                      <a:pt x="419" y="377"/>
                    </a:cubicBezTo>
                    <a:cubicBezTo>
                      <a:pt x="326" y="438"/>
                      <a:pt x="241" y="469"/>
                      <a:pt x="165" y="469"/>
                    </a:cubicBezTo>
                    <a:lnTo>
                      <a:pt x="164" y="46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1" name="Freeform 49"/>
              <p:cNvSpPr>
                <a:spLocks/>
              </p:cNvSpPr>
              <p:nvPr/>
            </p:nvSpPr>
            <p:spPr bwMode="gray">
              <a:xfrm>
                <a:off x="4899554" y="1803000"/>
                <a:ext cx="925513" cy="425450"/>
              </a:xfrm>
              <a:custGeom>
                <a:avLst/>
                <a:gdLst>
                  <a:gd name="T0" fmla="*/ 162 w 805"/>
                  <a:gd name="T1" fmla="*/ 370 h 370"/>
                  <a:gd name="T2" fmla="*/ 0 w 805"/>
                  <a:gd name="T3" fmla="*/ 314 h 370"/>
                  <a:gd name="T4" fmla="*/ 2 w 805"/>
                  <a:gd name="T5" fmla="*/ 313 h 370"/>
                  <a:gd name="T6" fmla="*/ 162 w 805"/>
                  <a:gd name="T7" fmla="*/ 368 h 370"/>
                  <a:gd name="T8" fmla="*/ 163 w 805"/>
                  <a:gd name="T9" fmla="*/ 368 h 370"/>
                  <a:gd name="T10" fmla="*/ 413 w 805"/>
                  <a:gd name="T11" fmla="*/ 296 h 370"/>
                  <a:gd name="T12" fmla="*/ 800 w 805"/>
                  <a:gd name="T13" fmla="*/ 0 h 370"/>
                  <a:gd name="T14" fmla="*/ 800 w 805"/>
                  <a:gd name="T15" fmla="*/ 0 h 370"/>
                  <a:gd name="T16" fmla="*/ 805 w 805"/>
                  <a:gd name="T17" fmla="*/ 0 h 370"/>
                  <a:gd name="T18" fmla="*/ 804 w 805"/>
                  <a:gd name="T19" fmla="*/ 1 h 370"/>
                  <a:gd name="T20" fmla="*/ 416 w 805"/>
                  <a:gd name="T21" fmla="*/ 298 h 370"/>
                  <a:gd name="T22" fmla="*/ 163 w 805"/>
                  <a:gd name="T23" fmla="*/ 370 h 370"/>
                  <a:gd name="T24" fmla="*/ 162 w 805"/>
                  <a:gd name="T25" fmla="*/ 37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370">
                    <a:moveTo>
                      <a:pt x="162" y="370"/>
                    </a:moveTo>
                    <a:cubicBezTo>
                      <a:pt x="52" y="370"/>
                      <a:pt x="2" y="316"/>
                      <a:pt x="0" y="314"/>
                    </a:cubicBezTo>
                    <a:cubicBezTo>
                      <a:pt x="2" y="313"/>
                      <a:pt x="2" y="313"/>
                      <a:pt x="2" y="313"/>
                    </a:cubicBezTo>
                    <a:cubicBezTo>
                      <a:pt x="2" y="314"/>
                      <a:pt x="53" y="367"/>
                      <a:pt x="162" y="368"/>
                    </a:cubicBezTo>
                    <a:cubicBezTo>
                      <a:pt x="163" y="368"/>
                      <a:pt x="163" y="368"/>
                      <a:pt x="163" y="368"/>
                    </a:cubicBezTo>
                    <a:cubicBezTo>
                      <a:pt x="237" y="368"/>
                      <a:pt x="321" y="344"/>
                      <a:pt x="413" y="296"/>
                    </a:cubicBezTo>
                    <a:cubicBezTo>
                      <a:pt x="532" y="234"/>
                      <a:pt x="666" y="132"/>
                      <a:pt x="800" y="0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4" y="1"/>
                      <a:pt x="804" y="1"/>
                      <a:pt x="804" y="1"/>
                    </a:cubicBezTo>
                    <a:cubicBezTo>
                      <a:pt x="667" y="135"/>
                      <a:pt x="537" y="235"/>
                      <a:pt x="416" y="298"/>
                    </a:cubicBezTo>
                    <a:cubicBezTo>
                      <a:pt x="324" y="346"/>
                      <a:pt x="239" y="370"/>
                      <a:pt x="163" y="370"/>
                    </a:cubicBezTo>
                    <a:lnTo>
                      <a:pt x="162" y="3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2" name="Freeform 50"/>
              <p:cNvSpPr>
                <a:spLocks/>
              </p:cNvSpPr>
              <p:nvPr/>
            </p:nvSpPr>
            <p:spPr bwMode="gray">
              <a:xfrm>
                <a:off x="4663017" y="1433113"/>
                <a:ext cx="644525" cy="647700"/>
              </a:xfrm>
              <a:custGeom>
                <a:avLst/>
                <a:gdLst>
                  <a:gd name="T0" fmla="*/ 134 w 561"/>
                  <a:gd name="T1" fmla="*/ 564 h 564"/>
                  <a:gd name="T2" fmla="*/ 0 w 561"/>
                  <a:gd name="T3" fmla="*/ 482 h 564"/>
                  <a:gd name="T4" fmla="*/ 2 w 561"/>
                  <a:gd name="T5" fmla="*/ 482 h 564"/>
                  <a:gd name="T6" fmla="*/ 134 w 561"/>
                  <a:gd name="T7" fmla="*/ 561 h 564"/>
                  <a:gd name="T8" fmla="*/ 135 w 561"/>
                  <a:gd name="T9" fmla="*/ 561 h 564"/>
                  <a:gd name="T10" fmla="*/ 554 w 561"/>
                  <a:gd name="T11" fmla="*/ 0 h 564"/>
                  <a:gd name="T12" fmla="*/ 555 w 561"/>
                  <a:gd name="T13" fmla="*/ 0 h 564"/>
                  <a:gd name="T14" fmla="*/ 561 w 561"/>
                  <a:gd name="T15" fmla="*/ 0 h 564"/>
                  <a:gd name="T16" fmla="*/ 561 w 561"/>
                  <a:gd name="T17" fmla="*/ 1 h 564"/>
                  <a:gd name="T18" fmla="*/ 317 w 561"/>
                  <a:gd name="T19" fmla="*/ 452 h 564"/>
                  <a:gd name="T20" fmla="*/ 135 w 561"/>
                  <a:gd name="T21" fmla="*/ 564 h 564"/>
                  <a:gd name="T22" fmla="*/ 134 w 561"/>
                  <a:gd name="T23" fmla="*/ 564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1" h="564">
                    <a:moveTo>
                      <a:pt x="134" y="564"/>
                    </a:moveTo>
                    <a:cubicBezTo>
                      <a:pt x="48" y="564"/>
                      <a:pt x="1" y="483"/>
                      <a:pt x="0" y="482"/>
                    </a:cubicBezTo>
                    <a:cubicBezTo>
                      <a:pt x="2" y="482"/>
                      <a:pt x="2" y="482"/>
                      <a:pt x="2" y="482"/>
                    </a:cubicBezTo>
                    <a:cubicBezTo>
                      <a:pt x="2" y="483"/>
                      <a:pt x="53" y="561"/>
                      <a:pt x="134" y="561"/>
                    </a:cubicBezTo>
                    <a:cubicBezTo>
                      <a:pt x="135" y="561"/>
                      <a:pt x="135" y="561"/>
                      <a:pt x="135" y="561"/>
                    </a:cubicBezTo>
                    <a:cubicBezTo>
                      <a:pt x="225" y="560"/>
                      <a:pt x="370" y="463"/>
                      <a:pt x="554" y="0"/>
                    </a:cubicBezTo>
                    <a:cubicBezTo>
                      <a:pt x="555" y="0"/>
                      <a:pt x="555" y="0"/>
                      <a:pt x="555" y="0"/>
                    </a:cubicBezTo>
                    <a:cubicBezTo>
                      <a:pt x="561" y="0"/>
                      <a:pt x="561" y="0"/>
                      <a:pt x="561" y="0"/>
                    </a:cubicBezTo>
                    <a:cubicBezTo>
                      <a:pt x="561" y="1"/>
                      <a:pt x="561" y="1"/>
                      <a:pt x="561" y="1"/>
                    </a:cubicBezTo>
                    <a:cubicBezTo>
                      <a:pt x="478" y="207"/>
                      <a:pt x="397" y="359"/>
                      <a:pt x="317" y="452"/>
                    </a:cubicBezTo>
                    <a:cubicBezTo>
                      <a:pt x="255" y="526"/>
                      <a:pt x="193" y="563"/>
                      <a:pt x="135" y="564"/>
                    </a:cubicBezTo>
                    <a:lnTo>
                      <a:pt x="134" y="56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3" name="Freeform 51"/>
              <p:cNvSpPr>
                <a:spLocks/>
              </p:cNvSpPr>
              <p:nvPr/>
            </p:nvSpPr>
            <p:spPr bwMode="gray">
              <a:xfrm>
                <a:off x="4663017" y="1609325"/>
                <a:ext cx="652463" cy="550863"/>
              </a:xfrm>
              <a:custGeom>
                <a:avLst/>
                <a:gdLst>
                  <a:gd name="T0" fmla="*/ 136 w 568"/>
                  <a:gd name="T1" fmla="*/ 479 h 479"/>
                  <a:gd name="T2" fmla="*/ 0 w 568"/>
                  <a:gd name="T3" fmla="*/ 410 h 479"/>
                  <a:gd name="T4" fmla="*/ 2 w 568"/>
                  <a:gd name="T5" fmla="*/ 410 h 479"/>
                  <a:gd name="T6" fmla="*/ 136 w 568"/>
                  <a:gd name="T7" fmla="*/ 477 h 479"/>
                  <a:gd name="T8" fmla="*/ 137 w 568"/>
                  <a:gd name="T9" fmla="*/ 477 h 479"/>
                  <a:gd name="T10" fmla="*/ 562 w 568"/>
                  <a:gd name="T11" fmla="*/ 1 h 479"/>
                  <a:gd name="T12" fmla="*/ 562 w 568"/>
                  <a:gd name="T13" fmla="*/ 0 h 479"/>
                  <a:gd name="T14" fmla="*/ 568 w 568"/>
                  <a:gd name="T15" fmla="*/ 0 h 479"/>
                  <a:gd name="T16" fmla="*/ 568 w 568"/>
                  <a:gd name="T17" fmla="*/ 1 h 479"/>
                  <a:gd name="T18" fmla="*/ 321 w 568"/>
                  <a:gd name="T19" fmla="*/ 384 h 479"/>
                  <a:gd name="T20" fmla="*/ 137 w 568"/>
                  <a:gd name="T21" fmla="*/ 479 h 479"/>
                  <a:gd name="T22" fmla="*/ 136 w 568"/>
                  <a:gd name="T23" fmla="*/ 479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8" h="479">
                    <a:moveTo>
                      <a:pt x="136" y="479"/>
                    </a:moveTo>
                    <a:cubicBezTo>
                      <a:pt x="49" y="479"/>
                      <a:pt x="1" y="411"/>
                      <a:pt x="0" y="410"/>
                    </a:cubicBezTo>
                    <a:cubicBezTo>
                      <a:pt x="2" y="410"/>
                      <a:pt x="2" y="410"/>
                      <a:pt x="2" y="410"/>
                    </a:cubicBezTo>
                    <a:cubicBezTo>
                      <a:pt x="2" y="410"/>
                      <a:pt x="55" y="477"/>
                      <a:pt x="136" y="477"/>
                    </a:cubicBezTo>
                    <a:cubicBezTo>
                      <a:pt x="137" y="477"/>
                      <a:pt x="137" y="477"/>
                      <a:pt x="137" y="477"/>
                    </a:cubicBezTo>
                    <a:cubicBezTo>
                      <a:pt x="228" y="476"/>
                      <a:pt x="375" y="393"/>
                      <a:pt x="562" y="1"/>
                    </a:cubicBezTo>
                    <a:cubicBezTo>
                      <a:pt x="562" y="0"/>
                      <a:pt x="562" y="0"/>
                      <a:pt x="562" y="0"/>
                    </a:cubicBezTo>
                    <a:cubicBezTo>
                      <a:pt x="568" y="0"/>
                      <a:pt x="568" y="0"/>
                      <a:pt x="568" y="0"/>
                    </a:cubicBezTo>
                    <a:cubicBezTo>
                      <a:pt x="568" y="1"/>
                      <a:pt x="568" y="1"/>
                      <a:pt x="568" y="1"/>
                    </a:cubicBezTo>
                    <a:cubicBezTo>
                      <a:pt x="485" y="176"/>
                      <a:pt x="402" y="305"/>
                      <a:pt x="321" y="384"/>
                    </a:cubicBezTo>
                    <a:cubicBezTo>
                      <a:pt x="258" y="447"/>
                      <a:pt x="196" y="479"/>
                      <a:pt x="137" y="479"/>
                    </a:cubicBezTo>
                    <a:lnTo>
                      <a:pt x="136" y="47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4" name="Freeform 52"/>
              <p:cNvSpPr>
                <a:spLocks/>
              </p:cNvSpPr>
              <p:nvPr/>
            </p:nvSpPr>
            <p:spPr bwMode="gray">
              <a:xfrm>
                <a:off x="4663017" y="1798238"/>
                <a:ext cx="650875" cy="428625"/>
              </a:xfrm>
              <a:custGeom>
                <a:avLst/>
                <a:gdLst>
                  <a:gd name="T0" fmla="*/ 136 w 567"/>
                  <a:gd name="T1" fmla="*/ 373 h 373"/>
                  <a:gd name="T2" fmla="*/ 0 w 567"/>
                  <a:gd name="T3" fmla="*/ 318 h 373"/>
                  <a:gd name="T4" fmla="*/ 2 w 567"/>
                  <a:gd name="T5" fmla="*/ 317 h 373"/>
                  <a:gd name="T6" fmla="*/ 136 w 567"/>
                  <a:gd name="T7" fmla="*/ 370 h 373"/>
                  <a:gd name="T8" fmla="*/ 137 w 567"/>
                  <a:gd name="T9" fmla="*/ 370 h 373"/>
                  <a:gd name="T10" fmla="*/ 560 w 567"/>
                  <a:gd name="T11" fmla="*/ 1 h 373"/>
                  <a:gd name="T12" fmla="*/ 560 w 567"/>
                  <a:gd name="T13" fmla="*/ 0 h 373"/>
                  <a:gd name="T14" fmla="*/ 567 w 567"/>
                  <a:gd name="T15" fmla="*/ 1 h 373"/>
                  <a:gd name="T16" fmla="*/ 566 w 567"/>
                  <a:gd name="T17" fmla="*/ 2 h 373"/>
                  <a:gd name="T18" fmla="*/ 321 w 567"/>
                  <a:gd name="T19" fmla="*/ 299 h 373"/>
                  <a:gd name="T20" fmla="*/ 137 w 567"/>
                  <a:gd name="T21" fmla="*/ 373 h 373"/>
                  <a:gd name="T22" fmla="*/ 136 w 567"/>
                  <a:gd name="T23" fmla="*/ 37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7" h="373">
                    <a:moveTo>
                      <a:pt x="136" y="373"/>
                    </a:moveTo>
                    <a:cubicBezTo>
                      <a:pt x="50" y="373"/>
                      <a:pt x="1" y="318"/>
                      <a:pt x="0" y="318"/>
                    </a:cubicBezTo>
                    <a:cubicBezTo>
                      <a:pt x="2" y="317"/>
                      <a:pt x="2" y="317"/>
                      <a:pt x="2" y="317"/>
                    </a:cubicBezTo>
                    <a:cubicBezTo>
                      <a:pt x="2" y="318"/>
                      <a:pt x="55" y="370"/>
                      <a:pt x="136" y="370"/>
                    </a:cubicBezTo>
                    <a:cubicBezTo>
                      <a:pt x="137" y="370"/>
                      <a:pt x="137" y="370"/>
                      <a:pt x="137" y="370"/>
                    </a:cubicBezTo>
                    <a:cubicBezTo>
                      <a:pt x="228" y="370"/>
                      <a:pt x="375" y="306"/>
                      <a:pt x="560" y="1"/>
                    </a:cubicBezTo>
                    <a:cubicBezTo>
                      <a:pt x="560" y="0"/>
                      <a:pt x="560" y="0"/>
                      <a:pt x="560" y="0"/>
                    </a:cubicBezTo>
                    <a:cubicBezTo>
                      <a:pt x="567" y="1"/>
                      <a:pt x="567" y="1"/>
                      <a:pt x="567" y="1"/>
                    </a:cubicBezTo>
                    <a:cubicBezTo>
                      <a:pt x="566" y="2"/>
                      <a:pt x="566" y="2"/>
                      <a:pt x="566" y="2"/>
                    </a:cubicBezTo>
                    <a:cubicBezTo>
                      <a:pt x="483" y="137"/>
                      <a:pt x="401" y="238"/>
                      <a:pt x="321" y="299"/>
                    </a:cubicBezTo>
                    <a:cubicBezTo>
                      <a:pt x="258" y="348"/>
                      <a:pt x="196" y="372"/>
                      <a:pt x="137" y="373"/>
                    </a:cubicBezTo>
                    <a:lnTo>
                      <a:pt x="136" y="373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5" name="Freeform 53"/>
              <p:cNvSpPr>
                <a:spLocks noEditPoints="1"/>
              </p:cNvSpPr>
              <p:nvPr/>
            </p:nvSpPr>
            <p:spPr bwMode="gray">
              <a:xfrm>
                <a:off x="5304367" y="1188638"/>
                <a:ext cx="527050" cy="1290638"/>
              </a:xfrm>
              <a:custGeom>
                <a:avLst/>
                <a:gdLst>
                  <a:gd name="T0" fmla="*/ 289 w 458"/>
                  <a:gd name="T1" fmla="*/ 532 h 1123"/>
                  <a:gd name="T2" fmla="*/ 289 w 458"/>
                  <a:gd name="T3" fmla="*/ 429 h 1123"/>
                  <a:gd name="T4" fmla="*/ 289 w 458"/>
                  <a:gd name="T5" fmla="*/ 279 h 1123"/>
                  <a:gd name="T6" fmla="*/ 289 w 458"/>
                  <a:gd name="T7" fmla="*/ 102 h 1123"/>
                  <a:gd name="T8" fmla="*/ 4 w 458"/>
                  <a:gd name="T9" fmla="*/ 157 h 1123"/>
                  <a:gd name="T10" fmla="*/ 4 w 458"/>
                  <a:gd name="T11" fmla="*/ 333 h 1123"/>
                  <a:gd name="T12" fmla="*/ 4 w 458"/>
                  <a:gd name="T13" fmla="*/ 483 h 1123"/>
                  <a:gd name="T14" fmla="*/ 116 w 458"/>
                  <a:gd name="T15" fmla="*/ 783 h 1123"/>
                  <a:gd name="T16" fmla="*/ 376 w 458"/>
                  <a:gd name="T17" fmla="*/ 157 h 1123"/>
                  <a:gd name="T18" fmla="*/ 289 w 458"/>
                  <a:gd name="T19" fmla="*/ 155 h 1123"/>
                  <a:gd name="T20" fmla="*/ 368 w 458"/>
                  <a:gd name="T21" fmla="*/ 313 h 1123"/>
                  <a:gd name="T22" fmla="*/ 433 w 458"/>
                  <a:gd name="T23" fmla="*/ 483 h 1123"/>
                  <a:gd name="T24" fmla="*/ 368 w 458"/>
                  <a:gd name="T25" fmla="*/ 462 h 1123"/>
                  <a:gd name="T26" fmla="*/ 375 w 458"/>
                  <a:gd name="T27" fmla="*/ 1092 h 1123"/>
                  <a:gd name="T28" fmla="*/ 365 w 458"/>
                  <a:gd name="T29" fmla="*/ 1044 h 1123"/>
                  <a:gd name="T30" fmla="*/ 282 w 458"/>
                  <a:gd name="T31" fmla="*/ 925 h 1123"/>
                  <a:gd name="T32" fmla="*/ 333 w 458"/>
                  <a:gd name="T33" fmla="*/ 895 h 1123"/>
                  <a:gd name="T34" fmla="*/ 311 w 458"/>
                  <a:gd name="T35" fmla="*/ 791 h 1123"/>
                  <a:gd name="T36" fmla="*/ 301 w 458"/>
                  <a:gd name="T37" fmla="*/ 746 h 1123"/>
                  <a:gd name="T38" fmla="*/ 283 w 458"/>
                  <a:gd name="T39" fmla="*/ 656 h 1123"/>
                  <a:gd name="T40" fmla="*/ 265 w 458"/>
                  <a:gd name="T41" fmla="*/ 572 h 1123"/>
                  <a:gd name="T42" fmla="*/ 222 w 458"/>
                  <a:gd name="T43" fmla="*/ 9 h 1123"/>
                  <a:gd name="T44" fmla="*/ 257 w 458"/>
                  <a:gd name="T45" fmla="*/ 94 h 1123"/>
                  <a:gd name="T46" fmla="*/ 202 w 458"/>
                  <a:gd name="T47" fmla="*/ 501 h 1123"/>
                  <a:gd name="T48" fmla="*/ 203 w 458"/>
                  <a:gd name="T49" fmla="*/ 531 h 1123"/>
                  <a:gd name="T50" fmla="*/ 229 w 458"/>
                  <a:gd name="T51" fmla="*/ 461 h 1123"/>
                  <a:gd name="T52" fmla="*/ 236 w 458"/>
                  <a:gd name="T53" fmla="*/ 456 h 1123"/>
                  <a:gd name="T54" fmla="*/ 257 w 458"/>
                  <a:gd name="T55" fmla="*/ 432 h 1123"/>
                  <a:gd name="T56" fmla="*/ 204 w 458"/>
                  <a:gd name="T57" fmla="*/ 423 h 1123"/>
                  <a:gd name="T58" fmla="*/ 202 w 458"/>
                  <a:gd name="T59" fmla="*/ 382 h 1123"/>
                  <a:gd name="T60" fmla="*/ 222 w 458"/>
                  <a:gd name="T61" fmla="*/ 363 h 1123"/>
                  <a:gd name="T62" fmla="*/ 236 w 458"/>
                  <a:gd name="T63" fmla="*/ 363 h 1123"/>
                  <a:gd name="T64" fmla="*/ 202 w 458"/>
                  <a:gd name="T65" fmla="*/ 292 h 1123"/>
                  <a:gd name="T66" fmla="*/ 202 w 458"/>
                  <a:gd name="T67" fmla="*/ 282 h 1123"/>
                  <a:gd name="T68" fmla="*/ 202 w 458"/>
                  <a:gd name="T69" fmla="*/ 264 h 1123"/>
                  <a:gd name="T70" fmla="*/ 236 w 458"/>
                  <a:gd name="T71" fmla="*/ 250 h 1123"/>
                  <a:gd name="T72" fmla="*/ 202 w 458"/>
                  <a:gd name="T73" fmla="*/ 208 h 1123"/>
                  <a:gd name="T74" fmla="*/ 229 w 458"/>
                  <a:gd name="T75" fmla="*/ 188 h 1123"/>
                  <a:gd name="T76" fmla="*/ 229 w 458"/>
                  <a:gd name="T77" fmla="*/ 135 h 1123"/>
                  <a:gd name="T78" fmla="*/ 236 w 458"/>
                  <a:gd name="T79" fmla="*/ 130 h 1123"/>
                  <a:gd name="T80" fmla="*/ 257 w 458"/>
                  <a:gd name="T81" fmla="*/ 105 h 1123"/>
                  <a:gd name="T82" fmla="*/ 193 w 458"/>
                  <a:gd name="T83" fmla="*/ 572 h 1123"/>
                  <a:gd name="T84" fmla="*/ 229 w 458"/>
                  <a:gd name="T85" fmla="*/ 622 h 1123"/>
                  <a:gd name="T86" fmla="*/ 229 w 458"/>
                  <a:gd name="T87" fmla="*/ 664 h 1123"/>
                  <a:gd name="T88" fmla="*/ 26 w 458"/>
                  <a:gd name="T89" fmla="*/ 157 h 1123"/>
                  <a:gd name="T90" fmla="*/ 169 w 458"/>
                  <a:gd name="T91" fmla="*/ 110 h 1123"/>
                  <a:gd name="T92" fmla="*/ 90 w 458"/>
                  <a:gd name="T93" fmla="*/ 313 h 1123"/>
                  <a:gd name="T94" fmla="*/ 82 w 458"/>
                  <a:gd name="T95" fmla="*/ 483 h 1123"/>
                  <a:gd name="T96" fmla="*/ 168 w 458"/>
                  <a:gd name="T97" fmla="*/ 483 h 1123"/>
                  <a:gd name="T98" fmla="*/ 290 w 458"/>
                  <a:gd name="T99" fmla="*/ 694 h 1123"/>
                  <a:gd name="T100" fmla="*/ 159 w 458"/>
                  <a:gd name="T101" fmla="*/ 737 h 1123"/>
                  <a:gd name="T102" fmla="*/ 212 w 458"/>
                  <a:gd name="T103" fmla="*/ 759 h 1123"/>
                  <a:gd name="T104" fmla="*/ 149 w 458"/>
                  <a:gd name="T105" fmla="*/ 783 h 1123"/>
                  <a:gd name="T106" fmla="*/ 231 w 458"/>
                  <a:gd name="T107" fmla="*/ 892 h 1123"/>
                  <a:gd name="T108" fmla="*/ 139 w 458"/>
                  <a:gd name="T109" fmla="*/ 832 h 1123"/>
                  <a:gd name="T110" fmla="*/ 219 w 458"/>
                  <a:gd name="T111" fmla="*/ 899 h 1123"/>
                  <a:gd name="T112" fmla="*/ 118 w 458"/>
                  <a:gd name="T113" fmla="*/ 930 h 1123"/>
                  <a:gd name="T114" fmla="*/ 353 w 458"/>
                  <a:gd name="T115" fmla="*/ 988 h 1123"/>
                  <a:gd name="T116" fmla="*/ 92 w 458"/>
                  <a:gd name="T117" fmla="*/ 1051 h 1123"/>
                  <a:gd name="T118" fmla="*/ 85 w 458"/>
                  <a:gd name="T119" fmla="*/ 1087 h 1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8" h="1123">
                    <a:moveTo>
                      <a:pt x="82" y="1099"/>
                    </a:moveTo>
                    <a:cubicBezTo>
                      <a:pt x="376" y="1099"/>
                      <a:pt x="376" y="1099"/>
                      <a:pt x="376" y="1099"/>
                    </a:cubicBezTo>
                    <a:cubicBezTo>
                      <a:pt x="381" y="1123"/>
                      <a:pt x="381" y="1123"/>
                      <a:pt x="381" y="1123"/>
                    </a:cubicBezTo>
                    <a:cubicBezTo>
                      <a:pt x="414" y="1123"/>
                      <a:pt x="414" y="1123"/>
                      <a:pt x="414" y="1123"/>
                    </a:cubicBezTo>
                    <a:cubicBezTo>
                      <a:pt x="343" y="784"/>
                      <a:pt x="343" y="784"/>
                      <a:pt x="343" y="784"/>
                    </a:cubicBezTo>
                    <a:cubicBezTo>
                      <a:pt x="344" y="783"/>
                      <a:pt x="344" y="783"/>
                      <a:pt x="344" y="783"/>
                    </a:cubicBezTo>
                    <a:cubicBezTo>
                      <a:pt x="342" y="783"/>
                      <a:pt x="342" y="783"/>
                      <a:pt x="342" y="783"/>
                    </a:cubicBezTo>
                    <a:cubicBezTo>
                      <a:pt x="289" y="532"/>
                      <a:pt x="289" y="532"/>
                      <a:pt x="289" y="532"/>
                    </a:cubicBezTo>
                    <a:cubicBezTo>
                      <a:pt x="289" y="494"/>
                      <a:pt x="289" y="494"/>
                      <a:pt x="289" y="494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444" y="544"/>
                      <a:pt x="444" y="544"/>
                      <a:pt x="444" y="544"/>
                    </a:cubicBezTo>
                    <a:cubicBezTo>
                      <a:pt x="444" y="546"/>
                      <a:pt x="447" y="549"/>
                      <a:pt x="451" y="549"/>
                    </a:cubicBezTo>
                    <a:cubicBezTo>
                      <a:pt x="455" y="549"/>
                      <a:pt x="458" y="546"/>
                      <a:pt x="458" y="544"/>
                    </a:cubicBezTo>
                    <a:cubicBezTo>
                      <a:pt x="458" y="483"/>
                      <a:pt x="458" y="483"/>
                      <a:pt x="458" y="483"/>
                    </a:cubicBezTo>
                    <a:cubicBezTo>
                      <a:pt x="454" y="483"/>
                      <a:pt x="454" y="483"/>
                      <a:pt x="454" y="483"/>
                    </a:cubicBezTo>
                    <a:cubicBezTo>
                      <a:pt x="289" y="429"/>
                      <a:pt x="289" y="429"/>
                      <a:pt x="289" y="429"/>
                    </a:cubicBezTo>
                    <a:cubicBezTo>
                      <a:pt x="289" y="344"/>
                      <a:pt x="289" y="344"/>
                      <a:pt x="289" y="344"/>
                    </a:cubicBezTo>
                    <a:cubicBezTo>
                      <a:pt x="444" y="344"/>
                      <a:pt x="444" y="344"/>
                      <a:pt x="444" y="344"/>
                    </a:cubicBezTo>
                    <a:cubicBezTo>
                      <a:pt x="444" y="394"/>
                      <a:pt x="444" y="394"/>
                      <a:pt x="444" y="394"/>
                    </a:cubicBezTo>
                    <a:cubicBezTo>
                      <a:pt x="444" y="396"/>
                      <a:pt x="447" y="399"/>
                      <a:pt x="451" y="399"/>
                    </a:cubicBezTo>
                    <a:cubicBezTo>
                      <a:pt x="455" y="399"/>
                      <a:pt x="458" y="396"/>
                      <a:pt x="458" y="394"/>
                    </a:cubicBezTo>
                    <a:cubicBezTo>
                      <a:pt x="458" y="333"/>
                      <a:pt x="458" y="333"/>
                      <a:pt x="458" y="333"/>
                    </a:cubicBezTo>
                    <a:cubicBezTo>
                      <a:pt x="454" y="333"/>
                      <a:pt x="454" y="333"/>
                      <a:pt x="454" y="333"/>
                    </a:cubicBezTo>
                    <a:cubicBezTo>
                      <a:pt x="289" y="279"/>
                      <a:pt x="289" y="279"/>
                      <a:pt x="289" y="279"/>
                    </a:cubicBezTo>
                    <a:cubicBezTo>
                      <a:pt x="289" y="167"/>
                      <a:pt x="289" y="167"/>
                      <a:pt x="289" y="167"/>
                    </a:cubicBezTo>
                    <a:cubicBezTo>
                      <a:pt x="444" y="167"/>
                      <a:pt x="444" y="167"/>
                      <a:pt x="444" y="167"/>
                    </a:cubicBezTo>
                    <a:cubicBezTo>
                      <a:pt x="444" y="217"/>
                      <a:pt x="444" y="217"/>
                      <a:pt x="444" y="217"/>
                    </a:cubicBezTo>
                    <a:cubicBezTo>
                      <a:pt x="444" y="220"/>
                      <a:pt x="447" y="222"/>
                      <a:pt x="451" y="222"/>
                    </a:cubicBezTo>
                    <a:cubicBezTo>
                      <a:pt x="455" y="222"/>
                      <a:pt x="458" y="220"/>
                      <a:pt x="458" y="217"/>
                    </a:cubicBezTo>
                    <a:cubicBezTo>
                      <a:pt x="458" y="157"/>
                      <a:pt x="458" y="157"/>
                      <a:pt x="458" y="157"/>
                    </a:cubicBezTo>
                    <a:cubicBezTo>
                      <a:pt x="454" y="157"/>
                      <a:pt x="454" y="157"/>
                      <a:pt x="454" y="157"/>
                    </a:cubicBezTo>
                    <a:cubicBezTo>
                      <a:pt x="289" y="102"/>
                      <a:pt x="289" y="102"/>
                      <a:pt x="289" y="102"/>
                    </a:cubicBezTo>
                    <a:cubicBezTo>
                      <a:pt x="289" y="94"/>
                      <a:pt x="289" y="94"/>
                      <a:pt x="289" y="94"/>
                    </a:cubicBezTo>
                    <a:cubicBezTo>
                      <a:pt x="278" y="94"/>
                      <a:pt x="278" y="94"/>
                      <a:pt x="278" y="94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180" y="96"/>
                      <a:pt x="180" y="96"/>
                      <a:pt x="180" y="96"/>
                    </a:cubicBezTo>
                    <a:cubicBezTo>
                      <a:pt x="169" y="99"/>
                      <a:pt x="169" y="99"/>
                      <a:pt x="169" y="99"/>
                    </a:cubicBezTo>
                    <a:cubicBezTo>
                      <a:pt x="169" y="102"/>
                      <a:pt x="169" y="102"/>
                      <a:pt x="169" y="102"/>
                    </a:cubicBezTo>
                    <a:cubicBezTo>
                      <a:pt x="4" y="157"/>
                      <a:pt x="4" y="157"/>
                      <a:pt x="4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217"/>
                      <a:pt x="0" y="217"/>
                      <a:pt x="0" y="217"/>
                    </a:cubicBezTo>
                    <a:cubicBezTo>
                      <a:pt x="0" y="220"/>
                      <a:pt x="3" y="222"/>
                      <a:pt x="7" y="222"/>
                    </a:cubicBezTo>
                    <a:cubicBezTo>
                      <a:pt x="11" y="222"/>
                      <a:pt x="14" y="220"/>
                      <a:pt x="14" y="217"/>
                    </a:cubicBezTo>
                    <a:cubicBezTo>
                      <a:pt x="14" y="167"/>
                      <a:pt x="14" y="167"/>
                      <a:pt x="14" y="167"/>
                    </a:cubicBezTo>
                    <a:cubicBezTo>
                      <a:pt x="169" y="167"/>
                      <a:pt x="169" y="167"/>
                      <a:pt x="169" y="167"/>
                    </a:cubicBezTo>
                    <a:cubicBezTo>
                      <a:pt x="169" y="279"/>
                      <a:pt x="169" y="279"/>
                      <a:pt x="169" y="279"/>
                    </a:cubicBezTo>
                    <a:cubicBezTo>
                      <a:pt x="4" y="333"/>
                      <a:pt x="4" y="333"/>
                      <a:pt x="4" y="333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94"/>
                      <a:pt x="0" y="394"/>
                      <a:pt x="0" y="394"/>
                    </a:cubicBezTo>
                    <a:cubicBezTo>
                      <a:pt x="0" y="396"/>
                      <a:pt x="3" y="399"/>
                      <a:pt x="7" y="399"/>
                    </a:cubicBezTo>
                    <a:cubicBezTo>
                      <a:pt x="11" y="399"/>
                      <a:pt x="14" y="396"/>
                      <a:pt x="14" y="394"/>
                    </a:cubicBezTo>
                    <a:cubicBezTo>
                      <a:pt x="14" y="344"/>
                      <a:pt x="14" y="344"/>
                      <a:pt x="14" y="344"/>
                    </a:cubicBezTo>
                    <a:cubicBezTo>
                      <a:pt x="169" y="344"/>
                      <a:pt x="169" y="344"/>
                      <a:pt x="169" y="344"/>
                    </a:cubicBezTo>
                    <a:cubicBezTo>
                      <a:pt x="169" y="429"/>
                      <a:pt x="169" y="429"/>
                      <a:pt x="169" y="429"/>
                    </a:cubicBezTo>
                    <a:cubicBezTo>
                      <a:pt x="4" y="483"/>
                      <a:pt x="4" y="483"/>
                      <a:pt x="4" y="483"/>
                    </a:cubicBezTo>
                    <a:cubicBezTo>
                      <a:pt x="0" y="483"/>
                      <a:pt x="0" y="483"/>
                      <a:pt x="0" y="483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46"/>
                      <a:pt x="3" y="549"/>
                      <a:pt x="7" y="549"/>
                    </a:cubicBezTo>
                    <a:cubicBezTo>
                      <a:pt x="11" y="549"/>
                      <a:pt x="14" y="546"/>
                      <a:pt x="14" y="544"/>
                    </a:cubicBezTo>
                    <a:cubicBezTo>
                      <a:pt x="14" y="494"/>
                      <a:pt x="14" y="494"/>
                      <a:pt x="14" y="494"/>
                    </a:cubicBezTo>
                    <a:cubicBezTo>
                      <a:pt x="169" y="494"/>
                      <a:pt x="169" y="494"/>
                      <a:pt x="169" y="494"/>
                    </a:cubicBezTo>
                    <a:cubicBezTo>
                      <a:pt x="169" y="532"/>
                      <a:pt x="169" y="532"/>
                      <a:pt x="169" y="532"/>
                    </a:cubicBezTo>
                    <a:cubicBezTo>
                      <a:pt x="116" y="783"/>
                      <a:pt x="116" y="783"/>
                      <a:pt x="116" y="783"/>
                    </a:cubicBezTo>
                    <a:cubicBezTo>
                      <a:pt x="114" y="783"/>
                      <a:pt x="114" y="783"/>
                      <a:pt x="114" y="783"/>
                    </a:cubicBezTo>
                    <a:cubicBezTo>
                      <a:pt x="116" y="784"/>
                      <a:pt x="116" y="784"/>
                      <a:pt x="116" y="784"/>
                    </a:cubicBezTo>
                    <a:cubicBezTo>
                      <a:pt x="44" y="1123"/>
                      <a:pt x="44" y="1123"/>
                      <a:pt x="44" y="1123"/>
                    </a:cubicBezTo>
                    <a:cubicBezTo>
                      <a:pt x="77" y="1123"/>
                      <a:pt x="77" y="1123"/>
                      <a:pt x="77" y="1123"/>
                    </a:cubicBezTo>
                    <a:lnTo>
                      <a:pt x="82" y="1099"/>
                    </a:lnTo>
                    <a:close/>
                    <a:moveTo>
                      <a:pt x="376" y="138"/>
                    </a:moveTo>
                    <a:cubicBezTo>
                      <a:pt x="433" y="157"/>
                      <a:pt x="433" y="157"/>
                      <a:pt x="433" y="157"/>
                    </a:cubicBezTo>
                    <a:cubicBezTo>
                      <a:pt x="376" y="157"/>
                      <a:pt x="376" y="157"/>
                      <a:pt x="376" y="157"/>
                    </a:cubicBezTo>
                    <a:lnTo>
                      <a:pt x="376" y="138"/>
                    </a:lnTo>
                    <a:close/>
                    <a:moveTo>
                      <a:pt x="368" y="157"/>
                    </a:moveTo>
                    <a:cubicBezTo>
                      <a:pt x="303" y="157"/>
                      <a:pt x="303" y="157"/>
                      <a:pt x="303" y="157"/>
                    </a:cubicBezTo>
                    <a:cubicBezTo>
                      <a:pt x="368" y="139"/>
                      <a:pt x="368" y="139"/>
                      <a:pt x="368" y="139"/>
                    </a:cubicBezTo>
                    <a:lnTo>
                      <a:pt x="368" y="157"/>
                    </a:lnTo>
                    <a:close/>
                    <a:moveTo>
                      <a:pt x="289" y="110"/>
                    </a:moveTo>
                    <a:cubicBezTo>
                      <a:pt x="363" y="134"/>
                      <a:pt x="363" y="134"/>
                      <a:pt x="363" y="134"/>
                    </a:cubicBezTo>
                    <a:cubicBezTo>
                      <a:pt x="289" y="155"/>
                      <a:pt x="289" y="155"/>
                      <a:pt x="289" y="155"/>
                    </a:cubicBezTo>
                    <a:lnTo>
                      <a:pt x="289" y="110"/>
                    </a:lnTo>
                    <a:close/>
                    <a:moveTo>
                      <a:pt x="376" y="315"/>
                    </a:moveTo>
                    <a:cubicBezTo>
                      <a:pt x="433" y="333"/>
                      <a:pt x="433" y="333"/>
                      <a:pt x="433" y="333"/>
                    </a:cubicBezTo>
                    <a:cubicBezTo>
                      <a:pt x="376" y="333"/>
                      <a:pt x="376" y="333"/>
                      <a:pt x="376" y="333"/>
                    </a:cubicBezTo>
                    <a:lnTo>
                      <a:pt x="376" y="315"/>
                    </a:lnTo>
                    <a:close/>
                    <a:moveTo>
                      <a:pt x="368" y="333"/>
                    </a:moveTo>
                    <a:cubicBezTo>
                      <a:pt x="296" y="333"/>
                      <a:pt x="296" y="333"/>
                      <a:pt x="296" y="333"/>
                    </a:cubicBezTo>
                    <a:cubicBezTo>
                      <a:pt x="368" y="313"/>
                      <a:pt x="368" y="313"/>
                      <a:pt x="368" y="313"/>
                    </a:cubicBezTo>
                    <a:lnTo>
                      <a:pt x="368" y="333"/>
                    </a:lnTo>
                    <a:close/>
                    <a:moveTo>
                      <a:pt x="289" y="286"/>
                    </a:moveTo>
                    <a:cubicBezTo>
                      <a:pt x="368" y="312"/>
                      <a:pt x="368" y="312"/>
                      <a:pt x="368" y="312"/>
                    </a:cubicBezTo>
                    <a:cubicBezTo>
                      <a:pt x="291" y="333"/>
                      <a:pt x="291" y="333"/>
                      <a:pt x="291" y="333"/>
                    </a:cubicBezTo>
                    <a:cubicBezTo>
                      <a:pt x="289" y="333"/>
                      <a:pt x="289" y="333"/>
                      <a:pt x="289" y="333"/>
                    </a:cubicBezTo>
                    <a:lnTo>
                      <a:pt x="289" y="286"/>
                    </a:lnTo>
                    <a:close/>
                    <a:moveTo>
                      <a:pt x="376" y="465"/>
                    </a:moveTo>
                    <a:cubicBezTo>
                      <a:pt x="433" y="483"/>
                      <a:pt x="433" y="483"/>
                      <a:pt x="433" y="483"/>
                    </a:cubicBezTo>
                    <a:cubicBezTo>
                      <a:pt x="376" y="483"/>
                      <a:pt x="376" y="483"/>
                      <a:pt x="376" y="483"/>
                    </a:cubicBezTo>
                    <a:lnTo>
                      <a:pt x="376" y="465"/>
                    </a:lnTo>
                    <a:close/>
                    <a:moveTo>
                      <a:pt x="368" y="483"/>
                    </a:moveTo>
                    <a:cubicBezTo>
                      <a:pt x="296" y="483"/>
                      <a:pt x="296" y="483"/>
                      <a:pt x="296" y="483"/>
                    </a:cubicBezTo>
                    <a:cubicBezTo>
                      <a:pt x="368" y="463"/>
                      <a:pt x="368" y="463"/>
                      <a:pt x="368" y="463"/>
                    </a:cubicBezTo>
                    <a:lnTo>
                      <a:pt x="368" y="483"/>
                    </a:lnTo>
                    <a:close/>
                    <a:moveTo>
                      <a:pt x="289" y="436"/>
                    </a:moveTo>
                    <a:cubicBezTo>
                      <a:pt x="368" y="462"/>
                      <a:pt x="368" y="462"/>
                      <a:pt x="368" y="462"/>
                    </a:cubicBezTo>
                    <a:cubicBezTo>
                      <a:pt x="290" y="483"/>
                      <a:pt x="290" y="483"/>
                      <a:pt x="290" y="483"/>
                    </a:cubicBezTo>
                    <a:cubicBezTo>
                      <a:pt x="289" y="483"/>
                      <a:pt x="289" y="483"/>
                      <a:pt x="289" y="483"/>
                    </a:cubicBezTo>
                    <a:lnTo>
                      <a:pt x="289" y="436"/>
                    </a:lnTo>
                    <a:close/>
                    <a:moveTo>
                      <a:pt x="375" y="1092"/>
                    </a:moveTo>
                    <a:cubicBezTo>
                      <a:pt x="243" y="1092"/>
                      <a:pt x="243" y="1092"/>
                      <a:pt x="243" y="1092"/>
                    </a:cubicBezTo>
                    <a:cubicBezTo>
                      <a:pt x="295" y="1049"/>
                      <a:pt x="295" y="1049"/>
                      <a:pt x="295" y="1049"/>
                    </a:cubicBezTo>
                    <a:cubicBezTo>
                      <a:pt x="374" y="1087"/>
                      <a:pt x="374" y="1087"/>
                      <a:pt x="374" y="1087"/>
                    </a:cubicBezTo>
                    <a:lnTo>
                      <a:pt x="375" y="1092"/>
                    </a:lnTo>
                    <a:close/>
                    <a:moveTo>
                      <a:pt x="371" y="1076"/>
                    </a:moveTo>
                    <a:cubicBezTo>
                      <a:pt x="320" y="1051"/>
                      <a:pt x="320" y="1051"/>
                      <a:pt x="320" y="1051"/>
                    </a:cubicBezTo>
                    <a:cubicBezTo>
                      <a:pt x="366" y="1051"/>
                      <a:pt x="366" y="1051"/>
                      <a:pt x="366" y="1051"/>
                    </a:cubicBezTo>
                    <a:lnTo>
                      <a:pt x="371" y="1076"/>
                    </a:lnTo>
                    <a:close/>
                    <a:moveTo>
                      <a:pt x="365" y="1044"/>
                    </a:moveTo>
                    <a:cubicBezTo>
                      <a:pt x="301" y="1044"/>
                      <a:pt x="301" y="1044"/>
                      <a:pt x="301" y="1044"/>
                    </a:cubicBezTo>
                    <a:cubicBezTo>
                      <a:pt x="355" y="1000"/>
                      <a:pt x="355" y="1000"/>
                      <a:pt x="355" y="1000"/>
                    </a:cubicBezTo>
                    <a:lnTo>
                      <a:pt x="365" y="1044"/>
                    </a:lnTo>
                    <a:close/>
                    <a:moveTo>
                      <a:pt x="351" y="978"/>
                    </a:moveTo>
                    <a:cubicBezTo>
                      <a:pt x="232" y="978"/>
                      <a:pt x="232" y="978"/>
                      <a:pt x="232" y="978"/>
                    </a:cubicBezTo>
                    <a:cubicBezTo>
                      <a:pt x="232" y="905"/>
                      <a:pt x="232" y="905"/>
                      <a:pt x="232" y="905"/>
                    </a:cubicBezTo>
                    <a:cubicBezTo>
                      <a:pt x="350" y="974"/>
                      <a:pt x="350" y="974"/>
                      <a:pt x="350" y="974"/>
                    </a:cubicBezTo>
                    <a:lnTo>
                      <a:pt x="351" y="978"/>
                    </a:lnTo>
                    <a:close/>
                    <a:moveTo>
                      <a:pt x="239" y="899"/>
                    </a:moveTo>
                    <a:cubicBezTo>
                      <a:pt x="328" y="886"/>
                      <a:pt x="328" y="886"/>
                      <a:pt x="328" y="886"/>
                    </a:cubicBezTo>
                    <a:cubicBezTo>
                      <a:pt x="282" y="925"/>
                      <a:pt x="282" y="925"/>
                      <a:pt x="282" y="925"/>
                    </a:cubicBezTo>
                    <a:lnTo>
                      <a:pt x="239" y="899"/>
                    </a:lnTo>
                    <a:close/>
                    <a:moveTo>
                      <a:pt x="348" y="964"/>
                    </a:moveTo>
                    <a:cubicBezTo>
                      <a:pt x="290" y="930"/>
                      <a:pt x="290" y="930"/>
                      <a:pt x="290" y="930"/>
                    </a:cubicBezTo>
                    <a:cubicBezTo>
                      <a:pt x="340" y="930"/>
                      <a:pt x="340" y="930"/>
                      <a:pt x="340" y="930"/>
                    </a:cubicBezTo>
                    <a:lnTo>
                      <a:pt x="348" y="964"/>
                    </a:lnTo>
                    <a:close/>
                    <a:moveTo>
                      <a:pt x="339" y="922"/>
                    </a:moveTo>
                    <a:cubicBezTo>
                      <a:pt x="302" y="922"/>
                      <a:pt x="302" y="922"/>
                      <a:pt x="302" y="922"/>
                    </a:cubicBezTo>
                    <a:cubicBezTo>
                      <a:pt x="333" y="895"/>
                      <a:pt x="333" y="895"/>
                      <a:pt x="333" y="895"/>
                    </a:cubicBezTo>
                    <a:lnTo>
                      <a:pt x="339" y="922"/>
                    </a:lnTo>
                    <a:close/>
                    <a:moveTo>
                      <a:pt x="329" y="877"/>
                    </a:moveTo>
                    <a:cubicBezTo>
                      <a:pt x="252" y="889"/>
                      <a:pt x="252" y="889"/>
                      <a:pt x="252" y="889"/>
                    </a:cubicBezTo>
                    <a:cubicBezTo>
                      <a:pt x="323" y="847"/>
                      <a:pt x="323" y="847"/>
                      <a:pt x="323" y="847"/>
                    </a:cubicBezTo>
                    <a:lnTo>
                      <a:pt x="329" y="877"/>
                    </a:lnTo>
                    <a:close/>
                    <a:moveTo>
                      <a:pt x="317" y="821"/>
                    </a:moveTo>
                    <a:cubicBezTo>
                      <a:pt x="248" y="805"/>
                      <a:pt x="248" y="805"/>
                      <a:pt x="248" y="805"/>
                    </a:cubicBezTo>
                    <a:cubicBezTo>
                      <a:pt x="311" y="791"/>
                      <a:pt x="311" y="791"/>
                      <a:pt x="311" y="791"/>
                    </a:cubicBezTo>
                    <a:lnTo>
                      <a:pt x="317" y="821"/>
                    </a:lnTo>
                    <a:close/>
                    <a:moveTo>
                      <a:pt x="296" y="824"/>
                    </a:moveTo>
                    <a:cubicBezTo>
                      <a:pt x="162" y="824"/>
                      <a:pt x="162" y="824"/>
                      <a:pt x="162" y="824"/>
                    </a:cubicBezTo>
                    <a:cubicBezTo>
                      <a:pt x="229" y="809"/>
                      <a:pt x="229" y="809"/>
                      <a:pt x="229" y="809"/>
                    </a:cubicBezTo>
                    <a:lnTo>
                      <a:pt x="296" y="824"/>
                    </a:lnTo>
                    <a:close/>
                    <a:moveTo>
                      <a:pt x="307" y="774"/>
                    </a:moveTo>
                    <a:cubicBezTo>
                      <a:pt x="247" y="759"/>
                      <a:pt x="247" y="759"/>
                      <a:pt x="247" y="759"/>
                    </a:cubicBezTo>
                    <a:cubicBezTo>
                      <a:pt x="301" y="746"/>
                      <a:pt x="301" y="746"/>
                      <a:pt x="301" y="746"/>
                    </a:cubicBezTo>
                    <a:lnTo>
                      <a:pt x="307" y="774"/>
                    </a:lnTo>
                    <a:close/>
                    <a:moveTo>
                      <a:pt x="298" y="728"/>
                    </a:moveTo>
                    <a:cubicBezTo>
                      <a:pt x="245" y="714"/>
                      <a:pt x="245" y="714"/>
                      <a:pt x="245" y="714"/>
                    </a:cubicBezTo>
                    <a:cubicBezTo>
                      <a:pt x="292" y="702"/>
                      <a:pt x="292" y="702"/>
                      <a:pt x="292" y="702"/>
                    </a:cubicBezTo>
                    <a:lnTo>
                      <a:pt x="298" y="728"/>
                    </a:lnTo>
                    <a:close/>
                    <a:moveTo>
                      <a:pt x="288" y="682"/>
                    </a:moveTo>
                    <a:cubicBezTo>
                      <a:pt x="243" y="668"/>
                      <a:pt x="243" y="668"/>
                      <a:pt x="243" y="668"/>
                    </a:cubicBezTo>
                    <a:cubicBezTo>
                      <a:pt x="283" y="656"/>
                      <a:pt x="283" y="656"/>
                      <a:pt x="283" y="656"/>
                    </a:cubicBezTo>
                    <a:lnTo>
                      <a:pt x="288" y="682"/>
                    </a:lnTo>
                    <a:close/>
                    <a:moveTo>
                      <a:pt x="279" y="639"/>
                    </a:moveTo>
                    <a:cubicBezTo>
                      <a:pt x="242" y="626"/>
                      <a:pt x="242" y="626"/>
                      <a:pt x="242" y="626"/>
                    </a:cubicBezTo>
                    <a:cubicBezTo>
                      <a:pt x="274" y="615"/>
                      <a:pt x="274" y="615"/>
                      <a:pt x="274" y="615"/>
                    </a:cubicBezTo>
                    <a:lnTo>
                      <a:pt x="279" y="639"/>
                    </a:lnTo>
                    <a:close/>
                    <a:moveTo>
                      <a:pt x="270" y="596"/>
                    </a:moveTo>
                    <a:cubicBezTo>
                      <a:pt x="240" y="583"/>
                      <a:pt x="240" y="583"/>
                      <a:pt x="240" y="583"/>
                    </a:cubicBezTo>
                    <a:cubicBezTo>
                      <a:pt x="265" y="572"/>
                      <a:pt x="265" y="572"/>
                      <a:pt x="265" y="572"/>
                    </a:cubicBezTo>
                    <a:lnTo>
                      <a:pt x="270" y="596"/>
                    </a:lnTo>
                    <a:close/>
                    <a:moveTo>
                      <a:pt x="259" y="72"/>
                    </a:moveTo>
                    <a:cubicBezTo>
                      <a:pt x="234" y="30"/>
                      <a:pt x="234" y="30"/>
                      <a:pt x="234" y="30"/>
                    </a:cubicBezTo>
                    <a:cubicBezTo>
                      <a:pt x="242" y="16"/>
                      <a:pt x="242" y="16"/>
                      <a:pt x="242" y="16"/>
                    </a:cubicBezTo>
                    <a:lnTo>
                      <a:pt x="259" y="72"/>
                    </a:lnTo>
                    <a:close/>
                    <a:moveTo>
                      <a:pt x="237" y="9"/>
                    </a:moveTo>
                    <a:cubicBezTo>
                      <a:pt x="229" y="22"/>
                      <a:pt x="229" y="22"/>
                      <a:pt x="229" y="22"/>
                    </a:cubicBezTo>
                    <a:cubicBezTo>
                      <a:pt x="222" y="9"/>
                      <a:pt x="222" y="9"/>
                      <a:pt x="222" y="9"/>
                    </a:cubicBezTo>
                    <a:lnTo>
                      <a:pt x="237" y="9"/>
                    </a:lnTo>
                    <a:close/>
                    <a:moveTo>
                      <a:pt x="216" y="16"/>
                    </a:moveTo>
                    <a:cubicBezTo>
                      <a:pt x="224" y="30"/>
                      <a:pt x="224" y="30"/>
                      <a:pt x="224" y="30"/>
                    </a:cubicBezTo>
                    <a:cubicBezTo>
                      <a:pt x="200" y="72"/>
                      <a:pt x="200" y="72"/>
                      <a:pt x="200" y="72"/>
                    </a:cubicBezTo>
                    <a:lnTo>
                      <a:pt x="216" y="16"/>
                    </a:lnTo>
                    <a:close/>
                    <a:moveTo>
                      <a:pt x="229" y="38"/>
                    </a:moveTo>
                    <a:cubicBezTo>
                      <a:pt x="262" y="94"/>
                      <a:pt x="262" y="94"/>
                      <a:pt x="262" y="94"/>
                    </a:cubicBezTo>
                    <a:cubicBezTo>
                      <a:pt x="257" y="94"/>
                      <a:pt x="257" y="94"/>
                      <a:pt x="257" y="94"/>
                    </a:cubicBezTo>
                    <a:cubicBezTo>
                      <a:pt x="257" y="97"/>
                      <a:pt x="257" y="97"/>
                      <a:pt x="257" y="97"/>
                    </a:cubicBezTo>
                    <a:cubicBezTo>
                      <a:pt x="202" y="97"/>
                      <a:pt x="202" y="97"/>
                      <a:pt x="202" y="97"/>
                    </a:cubicBezTo>
                    <a:cubicBezTo>
                      <a:pt x="202" y="89"/>
                      <a:pt x="202" y="89"/>
                      <a:pt x="202" y="89"/>
                    </a:cubicBezTo>
                    <a:cubicBezTo>
                      <a:pt x="199" y="90"/>
                      <a:pt x="199" y="90"/>
                      <a:pt x="199" y="90"/>
                    </a:cubicBezTo>
                    <a:lnTo>
                      <a:pt x="229" y="38"/>
                    </a:lnTo>
                    <a:close/>
                    <a:moveTo>
                      <a:pt x="222" y="512"/>
                    </a:moveTo>
                    <a:cubicBezTo>
                      <a:pt x="202" y="524"/>
                      <a:pt x="202" y="524"/>
                      <a:pt x="202" y="524"/>
                    </a:cubicBezTo>
                    <a:cubicBezTo>
                      <a:pt x="202" y="501"/>
                      <a:pt x="202" y="501"/>
                      <a:pt x="202" y="501"/>
                    </a:cubicBezTo>
                    <a:lnTo>
                      <a:pt x="222" y="512"/>
                    </a:lnTo>
                    <a:close/>
                    <a:moveTo>
                      <a:pt x="204" y="494"/>
                    </a:moveTo>
                    <a:cubicBezTo>
                      <a:pt x="255" y="494"/>
                      <a:pt x="255" y="494"/>
                      <a:pt x="255" y="494"/>
                    </a:cubicBezTo>
                    <a:cubicBezTo>
                      <a:pt x="229" y="508"/>
                      <a:pt x="229" y="508"/>
                      <a:pt x="229" y="508"/>
                    </a:cubicBezTo>
                    <a:lnTo>
                      <a:pt x="204" y="494"/>
                    </a:lnTo>
                    <a:close/>
                    <a:moveTo>
                      <a:pt x="229" y="516"/>
                    </a:moveTo>
                    <a:cubicBezTo>
                      <a:pt x="255" y="531"/>
                      <a:pt x="255" y="531"/>
                      <a:pt x="255" y="531"/>
                    </a:cubicBezTo>
                    <a:cubicBezTo>
                      <a:pt x="203" y="531"/>
                      <a:pt x="203" y="531"/>
                      <a:pt x="203" y="531"/>
                    </a:cubicBezTo>
                    <a:lnTo>
                      <a:pt x="229" y="516"/>
                    </a:lnTo>
                    <a:close/>
                    <a:moveTo>
                      <a:pt x="236" y="512"/>
                    </a:moveTo>
                    <a:cubicBezTo>
                      <a:pt x="257" y="501"/>
                      <a:pt x="257" y="501"/>
                      <a:pt x="257" y="501"/>
                    </a:cubicBezTo>
                    <a:cubicBezTo>
                      <a:pt x="257" y="524"/>
                      <a:pt x="257" y="524"/>
                      <a:pt x="257" y="524"/>
                    </a:cubicBezTo>
                    <a:lnTo>
                      <a:pt x="236" y="512"/>
                    </a:lnTo>
                    <a:close/>
                    <a:moveTo>
                      <a:pt x="202" y="483"/>
                    </a:moveTo>
                    <a:cubicBezTo>
                      <a:pt x="202" y="480"/>
                      <a:pt x="202" y="480"/>
                      <a:pt x="202" y="480"/>
                    </a:cubicBezTo>
                    <a:cubicBezTo>
                      <a:pt x="229" y="461"/>
                      <a:pt x="229" y="461"/>
                      <a:pt x="229" y="461"/>
                    </a:cubicBezTo>
                    <a:cubicBezTo>
                      <a:pt x="257" y="480"/>
                      <a:pt x="257" y="480"/>
                      <a:pt x="257" y="480"/>
                    </a:cubicBezTo>
                    <a:cubicBezTo>
                      <a:pt x="257" y="483"/>
                      <a:pt x="257" y="483"/>
                      <a:pt x="257" y="483"/>
                    </a:cubicBezTo>
                    <a:lnTo>
                      <a:pt x="202" y="483"/>
                    </a:lnTo>
                    <a:close/>
                    <a:moveTo>
                      <a:pt x="202" y="470"/>
                    </a:moveTo>
                    <a:cubicBezTo>
                      <a:pt x="202" y="442"/>
                      <a:pt x="202" y="442"/>
                      <a:pt x="202" y="442"/>
                    </a:cubicBezTo>
                    <a:cubicBezTo>
                      <a:pt x="222" y="456"/>
                      <a:pt x="222" y="456"/>
                      <a:pt x="222" y="456"/>
                    </a:cubicBezTo>
                    <a:lnTo>
                      <a:pt x="202" y="470"/>
                    </a:lnTo>
                    <a:close/>
                    <a:moveTo>
                      <a:pt x="236" y="456"/>
                    </a:moveTo>
                    <a:cubicBezTo>
                      <a:pt x="257" y="442"/>
                      <a:pt x="257" y="442"/>
                      <a:pt x="257" y="442"/>
                    </a:cubicBezTo>
                    <a:cubicBezTo>
                      <a:pt x="257" y="470"/>
                      <a:pt x="257" y="470"/>
                      <a:pt x="257" y="470"/>
                    </a:cubicBezTo>
                    <a:lnTo>
                      <a:pt x="236" y="456"/>
                    </a:lnTo>
                    <a:close/>
                    <a:moveTo>
                      <a:pt x="229" y="451"/>
                    </a:moveTo>
                    <a:cubicBezTo>
                      <a:pt x="202" y="432"/>
                      <a:pt x="202" y="432"/>
                      <a:pt x="202" y="432"/>
                    </a:cubicBezTo>
                    <a:cubicBezTo>
                      <a:pt x="202" y="430"/>
                      <a:pt x="202" y="430"/>
                      <a:pt x="202" y="430"/>
                    </a:cubicBezTo>
                    <a:cubicBezTo>
                      <a:pt x="257" y="430"/>
                      <a:pt x="257" y="430"/>
                      <a:pt x="257" y="430"/>
                    </a:cubicBezTo>
                    <a:cubicBezTo>
                      <a:pt x="257" y="432"/>
                      <a:pt x="257" y="432"/>
                      <a:pt x="257" y="432"/>
                    </a:cubicBezTo>
                    <a:lnTo>
                      <a:pt x="229" y="451"/>
                    </a:lnTo>
                    <a:close/>
                    <a:moveTo>
                      <a:pt x="202" y="417"/>
                    </a:moveTo>
                    <a:cubicBezTo>
                      <a:pt x="202" y="393"/>
                      <a:pt x="202" y="393"/>
                      <a:pt x="202" y="393"/>
                    </a:cubicBezTo>
                    <a:cubicBezTo>
                      <a:pt x="222" y="405"/>
                      <a:pt x="222" y="405"/>
                      <a:pt x="222" y="405"/>
                    </a:cubicBezTo>
                    <a:lnTo>
                      <a:pt x="202" y="417"/>
                    </a:lnTo>
                    <a:close/>
                    <a:moveTo>
                      <a:pt x="229" y="409"/>
                    </a:moveTo>
                    <a:cubicBezTo>
                      <a:pt x="254" y="423"/>
                      <a:pt x="254" y="423"/>
                      <a:pt x="254" y="423"/>
                    </a:cubicBezTo>
                    <a:cubicBezTo>
                      <a:pt x="204" y="423"/>
                      <a:pt x="204" y="423"/>
                      <a:pt x="204" y="423"/>
                    </a:cubicBezTo>
                    <a:lnTo>
                      <a:pt x="229" y="409"/>
                    </a:lnTo>
                    <a:close/>
                    <a:moveTo>
                      <a:pt x="236" y="405"/>
                    </a:moveTo>
                    <a:cubicBezTo>
                      <a:pt x="257" y="393"/>
                      <a:pt x="257" y="393"/>
                      <a:pt x="257" y="393"/>
                    </a:cubicBezTo>
                    <a:cubicBezTo>
                      <a:pt x="257" y="417"/>
                      <a:pt x="257" y="417"/>
                      <a:pt x="257" y="417"/>
                    </a:cubicBezTo>
                    <a:lnTo>
                      <a:pt x="236" y="405"/>
                    </a:lnTo>
                    <a:close/>
                    <a:moveTo>
                      <a:pt x="229" y="401"/>
                    </a:moveTo>
                    <a:cubicBezTo>
                      <a:pt x="202" y="385"/>
                      <a:pt x="202" y="385"/>
                      <a:pt x="202" y="385"/>
                    </a:cubicBezTo>
                    <a:cubicBezTo>
                      <a:pt x="202" y="382"/>
                      <a:pt x="202" y="382"/>
                      <a:pt x="202" y="382"/>
                    </a:cubicBezTo>
                    <a:cubicBezTo>
                      <a:pt x="229" y="367"/>
                      <a:pt x="229" y="367"/>
                      <a:pt x="229" y="367"/>
                    </a:cubicBezTo>
                    <a:cubicBezTo>
                      <a:pt x="257" y="382"/>
                      <a:pt x="257" y="382"/>
                      <a:pt x="257" y="382"/>
                    </a:cubicBezTo>
                    <a:cubicBezTo>
                      <a:pt x="257" y="385"/>
                      <a:pt x="257" y="385"/>
                      <a:pt x="257" y="385"/>
                    </a:cubicBezTo>
                    <a:lnTo>
                      <a:pt x="229" y="401"/>
                    </a:lnTo>
                    <a:close/>
                    <a:moveTo>
                      <a:pt x="222" y="363"/>
                    </a:moveTo>
                    <a:cubicBezTo>
                      <a:pt x="202" y="374"/>
                      <a:pt x="202" y="374"/>
                      <a:pt x="202" y="374"/>
                    </a:cubicBezTo>
                    <a:cubicBezTo>
                      <a:pt x="202" y="351"/>
                      <a:pt x="202" y="351"/>
                      <a:pt x="202" y="351"/>
                    </a:cubicBezTo>
                    <a:lnTo>
                      <a:pt x="222" y="363"/>
                    </a:lnTo>
                    <a:close/>
                    <a:moveTo>
                      <a:pt x="203" y="344"/>
                    </a:moveTo>
                    <a:cubicBezTo>
                      <a:pt x="255" y="344"/>
                      <a:pt x="255" y="344"/>
                      <a:pt x="255" y="344"/>
                    </a:cubicBezTo>
                    <a:cubicBezTo>
                      <a:pt x="229" y="359"/>
                      <a:pt x="229" y="359"/>
                      <a:pt x="229" y="359"/>
                    </a:cubicBezTo>
                    <a:lnTo>
                      <a:pt x="203" y="344"/>
                    </a:lnTo>
                    <a:close/>
                    <a:moveTo>
                      <a:pt x="236" y="363"/>
                    </a:moveTo>
                    <a:cubicBezTo>
                      <a:pt x="257" y="351"/>
                      <a:pt x="257" y="351"/>
                      <a:pt x="257" y="351"/>
                    </a:cubicBezTo>
                    <a:cubicBezTo>
                      <a:pt x="257" y="374"/>
                      <a:pt x="257" y="374"/>
                      <a:pt x="257" y="374"/>
                    </a:cubicBezTo>
                    <a:lnTo>
                      <a:pt x="236" y="363"/>
                    </a:lnTo>
                    <a:close/>
                    <a:moveTo>
                      <a:pt x="202" y="333"/>
                    </a:moveTo>
                    <a:cubicBezTo>
                      <a:pt x="202" y="330"/>
                      <a:pt x="202" y="330"/>
                      <a:pt x="202" y="330"/>
                    </a:cubicBezTo>
                    <a:cubicBezTo>
                      <a:pt x="229" y="311"/>
                      <a:pt x="229" y="311"/>
                      <a:pt x="229" y="311"/>
                    </a:cubicBezTo>
                    <a:cubicBezTo>
                      <a:pt x="257" y="330"/>
                      <a:pt x="257" y="330"/>
                      <a:pt x="257" y="330"/>
                    </a:cubicBezTo>
                    <a:cubicBezTo>
                      <a:pt x="257" y="333"/>
                      <a:pt x="257" y="333"/>
                      <a:pt x="257" y="333"/>
                    </a:cubicBezTo>
                    <a:lnTo>
                      <a:pt x="202" y="333"/>
                    </a:lnTo>
                    <a:close/>
                    <a:moveTo>
                      <a:pt x="202" y="320"/>
                    </a:moveTo>
                    <a:cubicBezTo>
                      <a:pt x="202" y="292"/>
                      <a:pt x="202" y="292"/>
                      <a:pt x="202" y="292"/>
                    </a:cubicBezTo>
                    <a:cubicBezTo>
                      <a:pt x="222" y="306"/>
                      <a:pt x="222" y="306"/>
                      <a:pt x="222" y="306"/>
                    </a:cubicBezTo>
                    <a:lnTo>
                      <a:pt x="202" y="320"/>
                    </a:lnTo>
                    <a:close/>
                    <a:moveTo>
                      <a:pt x="236" y="306"/>
                    </a:moveTo>
                    <a:cubicBezTo>
                      <a:pt x="257" y="292"/>
                      <a:pt x="257" y="292"/>
                      <a:pt x="257" y="292"/>
                    </a:cubicBezTo>
                    <a:cubicBezTo>
                      <a:pt x="257" y="320"/>
                      <a:pt x="257" y="320"/>
                      <a:pt x="257" y="320"/>
                    </a:cubicBezTo>
                    <a:lnTo>
                      <a:pt x="236" y="306"/>
                    </a:lnTo>
                    <a:close/>
                    <a:moveTo>
                      <a:pt x="229" y="301"/>
                    </a:moveTo>
                    <a:cubicBezTo>
                      <a:pt x="202" y="282"/>
                      <a:pt x="202" y="282"/>
                      <a:pt x="202" y="282"/>
                    </a:cubicBezTo>
                    <a:cubicBezTo>
                      <a:pt x="202" y="280"/>
                      <a:pt x="202" y="280"/>
                      <a:pt x="202" y="280"/>
                    </a:cubicBezTo>
                    <a:cubicBezTo>
                      <a:pt x="257" y="280"/>
                      <a:pt x="257" y="280"/>
                      <a:pt x="257" y="280"/>
                    </a:cubicBezTo>
                    <a:cubicBezTo>
                      <a:pt x="257" y="282"/>
                      <a:pt x="257" y="282"/>
                      <a:pt x="257" y="282"/>
                    </a:cubicBezTo>
                    <a:lnTo>
                      <a:pt x="229" y="301"/>
                    </a:lnTo>
                    <a:close/>
                    <a:moveTo>
                      <a:pt x="202" y="264"/>
                    </a:moveTo>
                    <a:cubicBezTo>
                      <a:pt x="202" y="235"/>
                      <a:pt x="202" y="235"/>
                      <a:pt x="202" y="235"/>
                    </a:cubicBezTo>
                    <a:cubicBezTo>
                      <a:pt x="223" y="250"/>
                      <a:pt x="223" y="250"/>
                      <a:pt x="223" y="250"/>
                    </a:cubicBezTo>
                    <a:lnTo>
                      <a:pt x="202" y="264"/>
                    </a:lnTo>
                    <a:close/>
                    <a:moveTo>
                      <a:pt x="229" y="254"/>
                    </a:moveTo>
                    <a:cubicBezTo>
                      <a:pt x="256" y="273"/>
                      <a:pt x="256" y="273"/>
                      <a:pt x="256" y="273"/>
                    </a:cubicBezTo>
                    <a:cubicBezTo>
                      <a:pt x="202" y="273"/>
                      <a:pt x="202" y="273"/>
                      <a:pt x="202" y="273"/>
                    </a:cubicBezTo>
                    <a:lnTo>
                      <a:pt x="229" y="254"/>
                    </a:lnTo>
                    <a:close/>
                    <a:moveTo>
                      <a:pt x="236" y="250"/>
                    </a:moveTo>
                    <a:cubicBezTo>
                      <a:pt x="257" y="235"/>
                      <a:pt x="257" y="235"/>
                      <a:pt x="257" y="235"/>
                    </a:cubicBezTo>
                    <a:cubicBezTo>
                      <a:pt x="257" y="264"/>
                      <a:pt x="257" y="264"/>
                      <a:pt x="257" y="264"/>
                    </a:cubicBezTo>
                    <a:lnTo>
                      <a:pt x="236" y="250"/>
                    </a:lnTo>
                    <a:close/>
                    <a:moveTo>
                      <a:pt x="229" y="245"/>
                    </a:moveTo>
                    <a:cubicBezTo>
                      <a:pt x="202" y="226"/>
                      <a:pt x="202" y="226"/>
                      <a:pt x="202" y="226"/>
                    </a:cubicBezTo>
                    <a:cubicBezTo>
                      <a:pt x="202" y="217"/>
                      <a:pt x="202" y="217"/>
                      <a:pt x="202" y="217"/>
                    </a:cubicBezTo>
                    <a:cubicBezTo>
                      <a:pt x="229" y="197"/>
                      <a:pt x="229" y="197"/>
                      <a:pt x="229" y="197"/>
                    </a:cubicBezTo>
                    <a:cubicBezTo>
                      <a:pt x="257" y="217"/>
                      <a:pt x="257" y="217"/>
                      <a:pt x="257" y="217"/>
                    </a:cubicBezTo>
                    <a:cubicBezTo>
                      <a:pt x="257" y="226"/>
                      <a:pt x="257" y="226"/>
                      <a:pt x="257" y="226"/>
                    </a:cubicBezTo>
                    <a:lnTo>
                      <a:pt x="229" y="245"/>
                    </a:lnTo>
                    <a:close/>
                    <a:moveTo>
                      <a:pt x="202" y="208"/>
                    </a:moveTo>
                    <a:cubicBezTo>
                      <a:pt x="202" y="178"/>
                      <a:pt x="202" y="178"/>
                      <a:pt x="202" y="178"/>
                    </a:cubicBezTo>
                    <a:cubicBezTo>
                      <a:pt x="223" y="193"/>
                      <a:pt x="223" y="193"/>
                      <a:pt x="223" y="193"/>
                    </a:cubicBezTo>
                    <a:lnTo>
                      <a:pt x="202" y="208"/>
                    </a:lnTo>
                    <a:close/>
                    <a:moveTo>
                      <a:pt x="236" y="193"/>
                    </a:moveTo>
                    <a:cubicBezTo>
                      <a:pt x="257" y="178"/>
                      <a:pt x="257" y="178"/>
                      <a:pt x="257" y="178"/>
                    </a:cubicBezTo>
                    <a:cubicBezTo>
                      <a:pt x="257" y="208"/>
                      <a:pt x="257" y="208"/>
                      <a:pt x="257" y="208"/>
                    </a:cubicBezTo>
                    <a:lnTo>
                      <a:pt x="236" y="193"/>
                    </a:lnTo>
                    <a:close/>
                    <a:moveTo>
                      <a:pt x="229" y="188"/>
                    </a:moveTo>
                    <a:cubicBezTo>
                      <a:pt x="202" y="169"/>
                      <a:pt x="202" y="169"/>
                      <a:pt x="202" y="169"/>
                    </a:cubicBezTo>
                    <a:cubicBezTo>
                      <a:pt x="202" y="167"/>
                      <a:pt x="202" y="167"/>
                      <a:pt x="202" y="167"/>
                    </a:cubicBezTo>
                    <a:cubicBezTo>
                      <a:pt x="257" y="167"/>
                      <a:pt x="257" y="167"/>
                      <a:pt x="257" y="167"/>
                    </a:cubicBezTo>
                    <a:cubicBezTo>
                      <a:pt x="257" y="169"/>
                      <a:pt x="257" y="169"/>
                      <a:pt x="257" y="169"/>
                    </a:cubicBezTo>
                    <a:lnTo>
                      <a:pt x="229" y="188"/>
                    </a:lnTo>
                    <a:close/>
                    <a:moveTo>
                      <a:pt x="202" y="157"/>
                    </a:moveTo>
                    <a:cubicBezTo>
                      <a:pt x="202" y="154"/>
                      <a:pt x="202" y="154"/>
                      <a:pt x="202" y="154"/>
                    </a:cubicBezTo>
                    <a:cubicBezTo>
                      <a:pt x="229" y="135"/>
                      <a:pt x="229" y="135"/>
                      <a:pt x="229" y="135"/>
                    </a:cubicBezTo>
                    <a:cubicBezTo>
                      <a:pt x="257" y="154"/>
                      <a:pt x="257" y="154"/>
                      <a:pt x="257" y="154"/>
                    </a:cubicBezTo>
                    <a:cubicBezTo>
                      <a:pt x="257" y="157"/>
                      <a:pt x="257" y="157"/>
                      <a:pt x="257" y="157"/>
                    </a:cubicBezTo>
                    <a:lnTo>
                      <a:pt x="202" y="157"/>
                    </a:lnTo>
                    <a:close/>
                    <a:moveTo>
                      <a:pt x="202" y="144"/>
                    </a:moveTo>
                    <a:cubicBezTo>
                      <a:pt x="202" y="116"/>
                      <a:pt x="202" y="116"/>
                      <a:pt x="202" y="116"/>
                    </a:cubicBezTo>
                    <a:cubicBezTo>
                      <a:pt x="222" y="130"/>
                      <a:pt x="222" y="130"/>
                      <a:pt x="222" y="130"/>
                    </a:cubicBezTo>
                    <a:lnTo>
                      <a:pt x="202" y="144"/>
                    </a:lnTo>
                    <a:close/>
                    <a:moveTo>
                      <a:pt x="236" y="130"/>
                    </a:moveTo>
                    <a:cubicBezTo>
                      <a:pt x="257" y="116"/>
                      <a:pt x="257" y="116"/>
                      <a:pt x="257" y="116"/>
                    </a:cubicBezTo>
                    <a:cubicBezTo>
                      <a:pt x="257" y="144"/>
                      <a:pt x="257" y="144"/>
                      <a:pt x="257" y="144"/>
                    </a:cubicBezTo>
                    <a:lnTo>
                      <a:pt x="236" y="130"/>
                    </a:lnTo>
                    <a:close/>
                    <a:moveTo>
                      <a:pt x="229" y="125"/>
                    </a:moveTo>
                    <a:cubicBezTo>
                      <a:pt x="202" y="105"/>
                      <a:pt x="202" y="105"/>
                      <a:pt x="202" y="105"/>
                    </a:cubicBezTo>
                    <a:cubicBezTo>
                      <a:pt x="202" y="103"/>
                      <a:pt x="202" y="103"/>
                      <a:pt x="202" y="103"/>
                    </a:cubicBezTo>
                    <a:cubicBezTo>
                      <a:pt x="257" y="103"/>
                      <a:pt x="257" y="103"/>
                      <a:pt x="257" y="103"/>
                    </a:cubicBezTo>
                    <a:cubicBezTo>
                      <a:pt x="257" y="105"/>
                      <a:pt x="257" y="105"/>
                      <a:pt x="257" y="105"/>
                    </a:cubicBezTo>
                    <a:lnTo>
                      <a:pt x="229" y="125"/>
                    </a:lnTo>
                    <a:close/>
                    <a:moveTo>
                      <a:pt x="200" y="539"/>
                    </a:moveTo>
                    <a:cubicBezTo>
                      <a:pt x="258" y="539"/>
                      <a:pt x="258" y="539"/>
                      <a:pt x="258" y="539"/>
                    </a:cubicBezTo>
                    <a:cubicBezTo>
                      <a:pt x="263" y="564"/>
                      <a:pt x="263" y="564"/>
                      <a:pt x="263" y="564"/>
                    </a:cubicBezTo>
                    <a:cubicBezTo>
                      <a:pt x="229" y="578"/>
                      <a:pt x="229" y="578"/>
                      <a:pt x="229" y="578"/>
                    </a:cubicBezTo>
                    <a:cubicBezTo>
                      <a:pt x="195" y="564"/>
                      <a:pt x="195" y="564"/>
                      <a:pt x="195" y="564"/>
                    </a:cubicBezTo>
                    <a:lnTo>
                      <a:pt x="200" y="539"/>
                    </a:lnTo>
                    <a:close/>
                    <a:moveTo>
                      <a:pt x="193" y="572"/>
                    </a:moveTo>
                    <a:cubicBezTo>
                      <a:pt x="218" y="583"/>
                      <a:pt x="218" y="583"/>
                      <a:pt x="218" y="583"/>
                    </a:cubicBezTo>
                    <a:cubicBezTo>
                      <a:pt x="189" y="596"/>
                      <a:pt x="189" y="596"/>
                      <a:pt x="189" y="596"/>
                    </a:cubicBezTo>
                    <a:lnTo>
                      <a:pt x="193" y="572"/>
                    </a:lnTo>
                    <a:close/>
                    <a:moveTo>
                      <a:pt x="186" y="606"/>
                    </a:moveTo>
                    <a:cubicBezTo>
                      <a:pt x="229" y="587"/>
                      <a:pt x="229" y="587"/>
                      <a:pt x="229" y="587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29" y="622"/>
                      <a:pt x="229" y="622"/>
                      <a:pt x="229" y="622"/>
                    </a:cubicBezTo>
                    <a:cubicBezTo>
                      <a:pt x="186" y="606"/>
                      <a:pt x="186" y="606"/>
                      <a:pt x="186" y="606"/>
                    </a:cubicBezTo>
                    <a:close/>
                    <a:moveTo>
                      <a:pt x="184" y="615"/>
                    </a:moveTo>
                    <a:cubicBezTo>
                      <a:pt x="217" y="626"/>
                      <a:pt x="217" y="626"/>
                      <a:pt x="217" y="626"/>
                    </a:cubicBezTo>
                    <a:cubicBezTo>
                      <a:pt x="179" y="639"/>
                      <a:pt x="179" y="639"/>
                      <a:pt x="179" y="639"/>
                    </a:cubicBezTo>
                    <a:lnTo>
                      <a:pt x="184" y="615"/>
                    </a:lnTo>
                    <a:close/>
                    <a:moveTo>
                      <a:pt x="229" y="630"/>
                    </a:moveTo>
                    <a:cubicBezTo>
                      <a:pt x="280" y="648"/>
                      <a:pt x="280" y="648"/>
                      <a:pt x="280" y="648"/>
                    </a:cubicBezTo>
                    <a:cubicBezTo>
                      <a:pt x="229" y="664"/>
                      <a:pt x="229" y="664"/>
                      <a:pt x="229" y="664"/>
                    </a:cubicBezTo>
                    <a:cubicBezTo>
                      <a:pt x="178" y="648"/>
                      <a:pt x="178" y="648"/>
                      <a:pt x="178" y="648"/>
                    </a:cubicBezTo>
                    <a:lnTo>
                      <a:pt x="229" y="630"/>
                    </a:lnTo>
                    <a:close/>
                    <a:moveTo>
                      <a:pt x="176" y="656"/>
                    </a:moveTo>
                    <a:cubicBezTo>
                      <a:pt x="215" y="668"/>
                      <a:pt x="215" y="668"/>
                      <a:pt x="215" y="668"/>
                    </a:cubicBezTo>
                    <a:cubicBezTo>
                      <a:pt x="170" y="682"/>
                      <a:pt x="170" y="682"/>
                      <a:pt x="170" y="682"/>
                    </a:cubicBezTo>
                    <a:lnTo>
                      <a:pt x="176" y="656"/>
                    </a:lnTo>
                    <a:close/>
                    <a:moveTo>
                      <a:pt x="82" y="157"/>
                    </a:moveTo>
                    <a:cubicBezTo>
                      <a:pt x="26" y="157"/>
                      <a:pt x="26" y="157"/>
                      <a:pt x="26" y="157"/>
                    </a:cubicBezTo>
                    <a:cubicBezTo>
                      <a:pt x="82" y="138"/>
                      <a:pt x="82" y="138"/>
                      <a:pt x="82" y="138"/>
                    </a:cubicBezTo>
                    <a:lnTo>
                      <a:pt x="82" y="157"/>
                    </a:lnTo>
                    <a:close/>
                    <a:moveTo>
                      <a:pt x="90" y="157"/>
                    </a:moveTo>
                    <a:cubicBezTo>
                      <a:pt x="90" y="139"/>
                      <a:pt x="90" y="139"/>
                      <a:pt x="90" y="139"/>
                    </a:cubicBezTo>
                    <a:cubicBezTo>
                      <a:pt x="155" y="157"/>
                      <a:pt x="155" y="157"/>
                      <a:pt x="155" y="157"/>
                    </a:cubicBezTo>
                    <a:lnTo>
                      <a:pt x="90" y="157"/>
                    </a:lnTo>
                    <a:close/>
                    <a:moveTo>
                      <a:pt x="95" y="134"/>
                    </a:moveTo>
                    <a:cubicBezTo>
                      <a:pt x="169" y="110"/>
                      <a:pt x="169" y="110"/>
                      <a:pt x="169" y="110"/>
                    </a:cubicBezTo>
                    <a:cubicBezTo>
                      <a:pt x="169" y="155"/>
                      <a:pt x="169" y="155"/>
                      <a:pt x="169" y="155"/>
                    </a:cubicBezTo>
                    <a:lnTo>
                      <a:pt x="95" y="134"/>
                    </a:lnTo>
                    <a:close/>
                    <a:moveTo>
                      <a:pt x="82" y="333"/>
                    </a:moveTo>
                    <a:cubicBezTo>
                      <a:pt x="26" y="333"/>
                      <a:pt x="26" y="333"/>
                      <a:pt x="26" y="333"/>
                    </a:cubicBezTo>
                    <a:cubicBezTo>
                      <a:pt x="82" y="315"/>
                      <a:pt x="82" y="315"/>
                      <a:pt x="82" y="315"/>
                    </a:cubicBezTo>
                    <a:lnTo>
                      <a:pt x="82" y="333"/>
                    </a:lnTo>
                    <a:close/>
                    <a:moveTo>
                      <a:pt x="90" y="333"/>
                    </a:moveTo>
                    <a:cubicBezTo>
                      <a:pt x="90" y="313"/>
                      <a:pt x="90" y="313"/>
                      <a:pt x="90" y="313"/>
                    </a:cubicBezTo>
                    <a:cubicBezTo>
                      <a:pt x="162" y="333"/>
                      <a:pt x="162" y="333"/>
                      <a:pt x="162" y="333"/>
                    </a:cubicBezTo>
                    <a:lnTo>
                      <a:pt x="90" y="333"/>
                    </a:lnTo>
                    <a:close/>
                    <a:moveTo>
                      <a:pt x="168" y="333"/>
                    </a:moveTo>
                    <a:cubicBezTo>
                      <a:pt x="90" y="312"/>
                      <a:pt x="90" y="312"/>
                      <a:pt x="90" y="312"/>
                    </a:cubicBezTo>
                    <a:cubicBezTo>
                      <a:pt x="169" y="286"/>
                      <a:pt x="169" y="286"/>
                      <a:pt x="169" y="286"/>
                    </a:cubicBezTo>
                    <a:cubicBezTo>
                      <a:pt x="169" y="333"/>
                      <a:pt x="169" y="333"/>
                      <a:pt x="169" y="333"/>
                    </a:cubicBezTo>
                    <a:lnTo>
                      <a:pt x="168" y="333"/>
                    </a:lnTo>
                    <a:close/>
                    <a:moveTo>
                      <a:pt x="82" y="483"/>
                    </a:moveTo>
                    <a:cubicBezTo>
                      <a:pt x="26" y="483"/>
                      <a:pt x="26" y="483"/>
                      <a:pt x="26" y="483"/>
                    </a:cubicBezTo>
                    <a:cubicBezTo>
                      <a:pt x="82" y="465"/>
                      <a:pt x="82" y="465"/>
                      <a:pt x="82" y="465"/>
                    </a:cubicBezTo>
                    <a:lnTo>
                      <a:pt x="82" y="483"/>
                    </a:lnTo>
                    <a:close/>
                    <a:moveTo>
                      <a:pt x="90" y="483"/>
                    </a:moveTo>
                    <a:cubicBezTo>
                      <a:pt x="90" y="463"/>
                      <a:pt x="90" y="463"/>
                      <a:pt x="90" y="463"/>
                    </a:cubicBezTo>
                    <a:cubicBezTo>
                      <a:pt x="163" y="483"/>
                      <a:pt x="163" y="483"/>
                      <a:pt x="163" y="483"/>
                    </a:cubicBezTo>
                    <a:lnTo>
                      <a:pt x="90" y="483"/>
                    </a:lnTo>
                    <a:close/>
                    <a:moveTo>
                      <a:pt x="168" y="483"/>
                    </a:moveTo>
                    <a:cubicBezTo>
                      <a:pt x="91" y="462"/>
                      <a:pt x="91" y="462"/>
                      <a:pt x="91" y="462"/>
                    </a:cubicBezTo>
                    <a:cubicBezTo>
                      <a:pt x="169" y="436"/>
                      <a:pt x="169" y="436"/>
                      <a:pt x="169" y="436"/>
                    </a:cubicBezTo>
                    <a:cubicBezTo>
                      <a:pt x="169" y="483"/>
                      <a:pt x="169" y="483"/>
                      <a:pt x="169" y="483"/>
                    </a:cubicBezTo>
                    <a:lnTo>
                      <a:pt x="168" y="483"/>
                    </a:lnTo>
                    <a:close/>
                    <a:moveTo>
                      <a:pt x="168" y="691"/>
                    </a:moveTo>
                    <a:cubicBezTo>
                      <a:pt x="229" y="673"/>
                      <a:pt x="229" y="673"/>
                      <a:pt x="229" y="673"/>
                    </a:cubicBezTo>
                    <a:cubicBezTo>
                      <a:pt x="290" y="691"/>
                      <a:pt x="290" y="691"/>
                      <a:pt x="290" y="691"/>
                    </a:cubicBezTo>
                    <a:cubicBezTo>
                      <a:pt x="290" y="694"/>
                      <a:pt x="290" y="694"/>
                      <a:pt x="290" y="694"/>
                    </a:cubicBezTo>
                    <a:cubicBezTo>
                      <a:pt x="229" y="710"/>
                      <a:pt x="229" y="710"/>
                      <a:pt x="229" y="710"/>
                    </a:cubicBezTo>
                    <a:cubicBezTo>
                      <a:pt x="168" y="694"/>
                      <a:pt x="168" y="694"/>
                      <a:pt x="168" y="694"/>
                    </a:cubicBezTo>
                    <a:lnTo>
                      <a:pt x="168" y="691"/>
                    </a:lnTo>
                    <a:close/>
                    <a:moveTo>
                      <a:pt x="166" y="702"/>
                    </a:moveTo>
                    <a:cubicBezTo>
                      <a:pt x="213" y="714"/>
                      <a:pt x="213" y="714"/>
                      <a:pt x="213" y="714"/>
                    </a:cubicBezTo>
                    <a:cubicBezTo>
                      <a:pt x="160" y="728"/>
                      <a:pt x="160" y="728"/>
                      <a:pt x="160" y="728"/>
                    </a:cubicBezTo>
                    <a:lnTo>
                      <a:pt x="166" y="702"/>
                    </a:lnTo>
                    <a:close/>
                    <a:moveTo>
                      <a:pt x="159" y="737"/>
                    </a:moveTo>
                    <a:cubicBezTo>
                      <a:pt x="229" y="719"/>
                      <a:pt x="229" y="719"/>
                      <a:pt x="229" y="719"/>
                    </a:cubicBezTo>
                    <a:cubicBezTo>
                      <a:pt x="300" y="737"/>
                      <a:pt x="300" y="737"/>
                      <a:pt x="300" y="737"/>
                    </a:cubicBezTo>
                    <a:cubicBezTo>
                      <a:pt x="300" y="738"/>
                      <a:pt x="300" y="738"/>
                      <a:pt x="300" y="738"/>
                    </a:cubicBezTo>
                    <a:cubicBezTo>
                      <a:pt x="229" y="755"/>
                      <a:pt x="229" y="755"/>
                      <a:pt x="229" y="755"/>
                    </a:cubicBezTo>
                    <a:cubicBezTo>
                      <a:pt x="158" y="738"/>
                      <a:pt x="158" y="738"/>
                      <a:pt x="158" y="738"/>
                    </a:cubicBezTo>
                    <a:lnTo>
                      <a:pt x="159" y="737"/>
                    </a:lnTo>
                    <a:close/>
                    <a:moveTo>
                      <a:pt x="157" y="746"/>
                    </a:moveTo>
                    <a:cubicBezTo>
                      <a:pt x="212" y="759"/>
                      <a:pt x="212" y="759"/>
                      <a:pt x="212" y="759"/>
                    </a:cubicBezTo>
                    <a:cubicBezTo>
                      <a:pt x="151" y="774"/>
                      <a:pt x="151" y="774"/>
                      <a:pt x="151" y="774"/>
                    </a:cubicBezTo>
                    <a:lnTo>
                      <a:pt x="157" y="746"/>
                    </a:lnTo>
                    <a:close/>
                    <a:moveTo>
                      <a:pt x="149" y="783"/>
                    </a:moveTo>
                    <a:cubicBezTo>
                      <a:pt x="229" y="763"/>
                      <a:pt x="229" y="763"/>
                      <a:pt x="229" y="76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229" y="801"/>
                      <a:pt x="229" y="801"/>
                      <a:pt x="229" y="801"/>
                    </a:cubicBezTo>
                    <a:cubicBezTo>
                      <a:pt x="149" y="783"/>
                      <a:pt x="149" y="783"/>
                      <a:pt x="149" y="783"/>
                    </a:cubicBezTo>
                    <a:close/>
                    <a:moveTo>
                      <a:pt x="147" y="791"/>
                    </a:moveTo>
                    <a:cubicBezTo>
                      <a:pt x="210" y="805"/>
                      <a:pt x="210" y="805"/>
                      <a:pt x="210" y="805"/>
                    </a:cubicBezTo>
                    <a:cubicBezTo>
                      <a:pt x="141" y="821"/>
                      <a:pt x="141" y="821"/>
                      <a:pt x="141" y="821"/>
                    </a:cubicBezTo>
                    <a:lnTo>
                      <a:pt x="147" y="791"/>
                    </a:lnTo>
                    <a:close/>
                    <a:moveTo>
                      <a:pt x="139" y="832"/>
                    </a:moveTo>
                    <a:cubicBezTo>
                      <a:pt x="320" y="832"/>
                      <a:pt x="320" y="832"/>
                      <a:pt x="320" y="832"/>
                    </a:cubicBezTo>
                    <a:cubicBezTo>
                      <a:pt x="321" y="839"/>
                      <a:pt x="321" y="839"/>
                      <a:pt x="321" y="839"/>
                    </a:cubicBezTo>
                    <a:cubicBezTo>
                      <a:pt x="231" y="892"/>
                      <a:pt x="231" y="892"/>
                      <a:pt x="231" y="892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8" y="893"/>
                      <a:pt x="228" y="893"/>
                      <a:pt x="228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7" y="892"/>
                      <a:pt x="227" y="892"/>
                      <a:pt x="227" y="892"/>
                    </a:cubicBezTo>
                    <a:cubicBezTo>
                      <a:pt x="137" y="839"/>
                      <a:pt x="137" y="839"/>
                      <a:pt x="137" y="839"/>
                    </a:cubicBezTo>
                    <a:lnTo>
                      <a:pt x="139" y="832"/>
                    </a:lnTo>
                    <a:close/>
                    <a:moveTo>
                      <a:pt x="135" y="847"/>
                    </a:moveTo>
                    <a:cubicBezTo>
                      <a:pt x="206" y="889"/>
                      <a:pt x="206" y="889"/>
                      <a:pt x="206" y="889"/>
                    </a:cubicBezTo>
                    <a:cubicBezTo>
                      <a:pt x="129" y="877"/>
                      <a:pt x="129" y="877"/>
                      <a:pt x="129" y="877"/>
                    </a:cubicBezTo>
                    <a:lnTo>
                      <a:pt x="135" y="847"/>
                    </a:lnTo>
                    <a:close/>
                    <a:moveTo>
                      <a:pt x="219" y="899"/>
                    </a:moveTo>
                    <a:cubicBezTo>
                      <a:pt x="176" y="925"/>
                      <a:pt x="176" y="925"/>
                      <a:pt x="176" y="925"/>
                    </a:cubicBezTo>
                    <a:cubicBezTo>
                      <a:pt x="130" y="886"/>
                      <a:pt x="130" y="886"/>
                      <a:pt x="130" y="886"/>
                    </a:cubicBezTo>
                    <a:lnTo>
                      <a:pt x="219" y="899"/>
                    </a:lnTo>
                    <a:close/>
                    <a:moveTo>
                      <a:pt x="125" y="895"/>
                    </a:moveTo>
                    <a:cubicBezTo>
                      <a:pt x="156" y="922"/>
                      <a:pt x="156" y="922"/>
                      <a:pt x="156" y="922"/>
                    </a:cubicBezTo>
                    <a:cubicBezTo>
                      <a:pt x="120" y="922"/>
                      <a:pt x="120" y="922"/>
                      <a:pt x="120" y="922"/>
                    </a:cubicBezTo>
                    <a:lnTo>
                      <a:pt x="125" y="895"/>
                    </a:lnTo>
                    <a:close/>
                    <a:moveTo>
                      <a:pt x="118" y="930"/>
                    </a:moveTo>
                    <a:cubicBezTo>
                      <a:pt x="168" y="930"/>
                      <a:pt x="168" y="930"/>
                      <a:pt x="168" y="930"/>
                    </a:cubicBezTo>
                    <a:cubicBezTo>
                      <a:pt x="111" y="964"/>
                      <a:pt x="111" y="964"/>
                      <a:pt x="111" y="964"/>
                    </a:cubicBezTo>
                    <a:lnTo>
                      <a:pt x="118" y="930"/>
                    </a:lnTo>
                    <a:close/>
                    <a:moveTo>
                      <a:pt x="108" y="974"/>
                    </a:moveTo>
                    <a:cubicBezTo>
                      <a:pt x="226" y="905"/>
                      <a:pt x="226" y="905"/>
                      <a:pt x="226" y="905"/>
                    </a:cubicBezTo>
                    <a:cubicBezTo>
                      <a:pt x="226" y="978"/>
                      <a:pt x="226" y="978"/>
                      <a:pt x="226" y="978"/>
                    </a:cubicBezTo>
                    <a:cubicBezTo>
                      <a:pt x="108" y="978"/>
                      <a:pt x="108" y="978"/>
                      <a:pt x="108" y="978"/>
                    </a:cubicBezTo>
                    <a:lnTo>
                      <a:pt x="108" y="974"/>
                    </a:lnTo>
                    <a:close/>
                    <a:moveTo>
                      <a:pt x="106" y="986"/>
                    </a:moveTo>
                    <a:cubicBezTo>
                      <a:pt x="352" y="986"/>
                      <a:pt x="352" y="986"/>
                      <a:pt x="352" y="986"/>
                    </a:cubicBezTo>
                    <a:cubicBezTo>
                      <a:pt x="353" y="988"/>
                      <a:pt x="353" y="988"/>
                      <a:pt x="353" y="988"/>
                    </a:cubicBezTo>
                    <a:cubicBezTo>
                      <a:pt x="229" y="1089"/>
                      <a:pt x="229" y="1089"/>
                      <a:pt x="229" y="1089"/>
                    </a:cubicBezTo>
                    <a:cubicBezTo>
                      <a:pt x="106" y="988"/>
                      <a:pt x="106" y="988"/>
                      <a:pt x="106" y="988"/>
                    </a:cubicBezTo>
                    <a:lnTo>
                      <a:pt x="106" y="986"/>
                    </a:lnTo>
                    <a:close/>
                    <a:moveTo>
                      <a:pt x="103" y="1000"/>
                    </a:moveTo>
                    <a:cubicBezTo>
                      <a:pt x="157" y="1044"/>
                      <a:pt x="157" y="1044"/>
                      <a:pt x="157" y="1044"/>
                    </a:cubicBezTo>
                    <a:cubicBezTo>
                      <a:pt x="94" y="1044"/>
                      <a:pt x="94" y="1044"/>
                      <a:pt x="94" y="1044"/>
                    </a:cubicBezTo>
                    <a:lnTo>
                      <a:pt x="103" y="1000"/>
                    </a:lnTo>
                    <a:close/>
                    <a:moveTo>
                      <a:pt x="92" y="1051"/>
                    </a:moveTo>
                    <a:cubicBezTo>
                      <a:pt x="138" y="1051"/>
                      <a:pt x="138" y="1051"/>
                      <a:pt x="138" y="1051"/>
                    </a:cubicBezTo>
                    <a:cubicBezTo>
                      <a:pt x="87" y="1076"/>
                      <a:pt x="87" y="1076"/>
                      <a:pt x="87" y="1076"/>
                    </a:cubicBezTo>
                    <a:lnTo>
                      <a:pt x="92" y="1051"/>
                    </a:lnTo>
                    <a:close/>
                    <a:moveTo>
                      <a:pt x="85" y="1087"/>
                    </a:moveTo>
                    <a:cubicBezTo>
                      <a:pt x="163" y="1049"/>
                      <a:pt x="163" y="1049"/>
                      <a:pt x="163" y="1049"/>
                    </a:cubicBezTo>
                    <a:cubicBezTo>
                      <a:pt x="215" y="1092"/>
                      <a:pt x="215" y="1092"/>
                      <a:pt x="215" y="1092"/>
                    </a:cubicBezTo>
                    <a:cubicBezTo>
                      <a:pt x="84" y="1092"/>
                      <a:pt x="84" y="1092"/>
                      <a:pt x="84" y="1092"/>
                    </a:cubicBezTo>
                    <a:lnTo>
                      <a:pt x="85" y="108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6" name="Freeform 54"/>
              <p:cNvSpPr>
                <a:spLocks noEditPoints="1"/>
              </p:cNvSpPr>
              <p:nvPr/>
            </p:nvSpPr>
            <p:spPr bwMode="gray">
              <a:xfrm>
                <a:off x="4658254" y="1871263"/>
                <a:ext cx="250825" cy="608013"/>
              </a:xfrm>
              <a:custGeom>
                <a:avLst/>
                <a:gdLst>
                  <a:gd name="T0" fmla="*/ 137 w 217"/>
                  <a:gd name="T1" fmla="*/ 252 h 528"/>
                  <a:gd name="T2" fmla="*/ 137 w 217"/>
                  <a:gd name="T3" fmla="*/ 203 h 528"/>
                  <a:gd name="T4" fmla="*/ 137 w 217"/>
                  <a:gd name="T5" fmla="*/ 132 h 528"/>
                  <a:gd name="T6" fmla="*/ 137 w 217"/>
                  <a:gd name="T7" fmla="*/ 48 h 528"/>
                  <a:gd name="T8" fmla="*/ 2 w 217"/>
                  <a:gd name="T9" fmla="*/ 74 h 528"/>
                  <a:gd name="T10" fmla="*/ 2 w 217"/>
                  <a:gd name="T11" fmla="*/ 158 h 528"/>
                  <a:gd name="T12" fmla="*/ 2 w 217"/>
                  <a:gd name="T13" fmla="*/ 229 h 528"/>
                  <a:gd name="T14" fmla="*/ 55 w 217"/>
                  <a:gd name="T15" fmla="*/ 371 h 528"/>
                  <a:gd name="T16" fmla="*/ 179 w 217"/>
                  <a:gd name="T17" fmla="*/ 74 h 528"/>
                  <a:gd name="T18" fmla="*/ 137 w 217"/>
                  <a:gd name="T19" fmla="*/ 73 h 528"/>
                  <a:gd name="T20" fmla="*/ 175 w 217"/>
                  <a:gd name="T21" fmla="*/ 148 h 528"/>
                  <a:gd name="T22" fmla="*/ 205 w 217"/>
                  <a:gd name="T23" fmla="*/ 229 h 528"/>
                  <a:gd name="T24" fmla="*/ 174 w 217"/>
                  <a:gd name="T25" fmla="*/ 219 h 528"/>
                  <a:gd name="T26" fmla="*/ 178 w 217"/>
                  <a:gd name="T27" fmla="*/ 518 h 528"/>
                  <a:gd name="T28" fmla="*/ 173 w 217"/>
                  <a:gd name="T29" fmla="*/ 495 h 528"/>
                  <a:gd name="T30" fmla="*/ 134 w 217"/>
                  <a:gd name="T31" fmla="*/ 439 h 528"/>
                  <a:gd name="T32" fmla="*/ 158 w 217"/>
                  <a:gd name="T33" fmla="*/ 424 h 528"/>
                  <a:gd name="T34" fmla="*/ 148 w 217"/>
                  <a:gd name="T35" fmla="*/ 375 h 528"/>
                  <a:gd name="T36" fmla="*/ 143 w 217"/>
                  <a:gd name="T37" fmla="*/ 354 h 528"/>
                  <a:gd name="T38" fmla="*/ 134 w 217"/>
                  <a:gd name="T39" fmla="*/ 311 h 528"/>
                  <a:gd name="T40" fmla="*/ 126 w 217"/>
                  <a:gd name="T41" fmla="*/ 271 h 528"/>
                  <a:gd name="T42" fmla="*/ 105 w 217"/>
                  <a:gd name="T43" fmla="*/ 4 h 528"/>
                  <a:gd name="T44" fmla="*/ 122 w 217"/>
                  <a:gd name="T45" fmla="*/ 44 h 528"/>
                  <a:gd name="T46" fmla="*/ 96 w 217"/>
                  <a:gd name="T47" fmla="*/ 237 h 528"/>
                  <a:gd name="T48" fmla="*/ 96 w 217"/>
                  <a:gd name="T49" fmla="*/ 252 h 528"/>
                  <a:gd name="T50" fmla="*/ 109 w 217"/>
                  <a:gd name="T51" fmla="*/ 219 h 528"/>
                  <a:gd name="T52" fmla="*/ 112 w 217"/>
                  <a:gd name="T53" fmla="*/ 216 h 528"/>
                  <a:gd name="T54" fmla="*/ 122 w 217"/>
                  <a:gd name="T55" fmla="*/ 205 h 528"/>
                  <a:gd name="T56" fmla="*/ 97 w 217"/>
                  <a:gd name="T57" fmla="*/ 201 h 528"/>
                  <a:gd name="T58" fmla="*/ 96 w 217"/>
                  <a:gd name="T59" fmla="*/ 181 h 528"/>
                  <a:gd name="T60" fmla="*/ 105 w 217"/>
                  <a:gd name="T61" fmla="*/ 172 h 528"/>
                  <a:gd name="T62" fmla="*/ 112 w 217"/>
                  <a:gd name="T63" fmla="*/ 172 h 528"/>
                  <a:gd name="T64" fmla="*/ 96 w 217"/>
                  <a:gd name="T65" fmla="*/ 138 h 528"/>
                  <a:gd name="T66" fmla="*/ 96 w 217"/>
                  <a:gd name="T67" fmla="*/ 133 h 528"/>
                  <a:gd name="T68" fmla="*/ 96 w 217"/>
                  <a:gd name="T69" fmla="*/ 125 h 528"/>
                  <a:gd name="T70" fmla="*/ 112 w 217"/>
                  <a:gd name="T71" fmla="*/ 118 h 528"/>
                  <a:gd name="T72" fmla="*/ 96 w 217"/>
                  <a:gd name="T73" fmla="*/ 98 h 528"/>
                  <a:gd name="T74" fmla="*/ 109 w 217"/>
                  <a:gd name="T75" fmla="*/ 89 h 528"/>
                  <a:gd name="T76" fmla="*/ 109 w 217"/>
                  <a:gd name="T77" fmla="*/ 64 h 528"/>
                  <a:gd name="T78" fmla="*/ 112 w 217"/>
                  <a:gd name="T79" fmla="*/ 61 h 528"/>
                  <a:gd name="T80" fmla="*/ 122 w 217"/>
                  <a:gd name="T81" fmla="*/ 50 h 528"/>
                  <a:gd name="T82" fmla="*/ 92 w 217"/>
                  <a:gd name="T83" fmla="*/ 271 h 528"/>
                  <a:gd name="T84" fmla="*/ 109 w 217"/>
                  <a:gd name="T85" fmla="*/ 295 h 528"/>
                  <a:gd name="T86" fmla="*/ 109 w 217"/>
                  <a:gd name="T87" fmla="*/ 315 h 528"/>
                  <a:gd name="T88" fmla="*/ 12 w 217"/>
                  <a:gd name="T89" fmla="*/ 74 h 528"/>
                  <a:gd name="T90" fmla="*/ 80 w 217"/>
                  <a:gd name="T91" fmla="*/ 52 h 528"/>
                  <a:gd name="T92" fmla="*/ 43 w 217"/>
                  <a:gd name="T93" fmla="*/ 148 h 528"/>
                  <a:gd name="T94" fmla="*/ 12 w 217"/>
                  <a:gd name="T95" fmla="*/ 229 h 528"/>
                  <a:gd name="T96" fmla="*/ 43 w 217"/>
                  <a:gd name="T97" fmla="*/ 219 h 528"/>
                  <a:gd name="T98" fmla="*/ 80 w 217"/>
                  <a:gd name="T99" fmla="*/ 329 h 528"/>
                  <a:gd name="T100" fmla="*/ 142 w 217"/>
                  <a:gd name="T101" fmla="*/ 350 h 528"/>
                  <a:gd name="T102" fmla="*/ 71 w 217"/>
                  <a:gd name="T103" fmla="*/ 371 h 528"/>
                  <a:gd name="T104" fmla="*/ 67 w 217"/>
                  <a:gd name="T105" fmla="*/ 389 h 528"/>
                  <a:gd name="T106" fmla="*/ 109 w 217"/>
                  <a:gd name="T107" fmla="*/ 424 h 528"/>
                  <a:gd name="T108" fmla="*/ 61 w 217"/>
                  <a:gd name="T109" fmla="*/ 416 h 528"/>
                  <a:gd name="T110" fmla="*/ 57 w 217"/>
                  <a:gd name="T111" fmla="*/ 437 h 528"/>
                  <a:gd name="T112" fmla="*/ 107 w 217"/>
                  <a:gd name="T113" fmla="*/ 464 h 528"/>
                  <a:gd name="T114" fmla="*/ 50 w 217"/>
                  <a:gd name="T115" fmla="*/ 467 h 528"/>
                  <a:gd name="T116" fmla="*/ 44 w 217"/>
                  <a:gd name="T117" fmla="*/ 499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17" h="528">
                    <a:moveTo>
                      <a:pt x="39" y="521"/>
                    </a:moveTo>
                    <a:cubicBezTo>
                      <a:pt x="178" y="521"/>
                      <a:pt x="178" y="521"/>
                      <a:pt x="178" y="521"/>
                    </a:cubicBezTo>
                    <a:cubicBezTo>
                      <a:pt x="180" y="528"/>
                      <a:pt x="180" y="528"/>
                      <a:pt x="180" y="528"/>
                    </a:cubicBezTo>
                    <a:cubicBezTo>
                      <a:pt x="196" y="528"/>
                      <a:pt x="196" y="528"/>
                      <a:pt x="196" y="528"/>
                    </a:cubicBezTo>
                    <a:cubicBezTo>
                      <a:pt x="163" y="372"/>
                      <a:pt x="163" y="372"/>
                      <a:pt x="163" y="372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2" y="371"/>
                      <a:pt x="162" y="371"/>
                      <a:pt x="162" y="371"/>
                    </a:cubicBezTo>
                    <a:cubicBezTo>
                      <a:pt x="137" y="252"/>
                      <a:pt x="137" y="252"/>
                      <a:pt x="137" y="252"/>
                    </a:cubicBezTo>
                    <a:cubicBezTo>
                      <a:pt x="137" y="234"/>
                      <a:pt x="137" y="234"/>
                      <a:pt x="137" y="234"/>
                    </a:cubicBezTo>
                    <a:cubicBezTo>
                      <a:pt x="211" y="234"/>
                      <a:pt x="211" y="234"/>
                      <a:pt x="211" y="234"/>
                    </a:cubicBezTo>
                    <a:cubicBezTo>
                      <a:pt x="211" y="258"/>
                      <a:pt x="211" y="258"/>
                      <a:pt x="211" y="258"/>
                    </a:cubicBezTo>
                    <a:cubicBezTo>
                      <a:pt x="211" y="259"/>
                      <a:pt x="212" y="260"/>
                      <a:pt x="214" y="260"/>
                    </a:cubicBezTo>
                    <a:cubicBezTo>
                      <a:pt x="216" y="260"/>
                      <a:pt x="217" y="259"/>
                      <a:pt x="217" y="258"/>
                    </a:cubicBezTo>
                    <a:cubicBezTo>
                      <a:pt x="217" y="229"/>
                      <a:pt x="217" y="229"/>
                      <a:pt x="217" y="229"/>
                    </a:cubicBezTo>
                    <a:cubicBezTo>
                      <a:pt x="215" y="229"/>
                      <a:pt x="215" y="229"/>
                      <a:pt x="215" y="229"/>
                    </a:cubicBezTo>
                    <a:cubicBezTo>
                      <a:pt x="137" y="203"/>
                      <a:pt x="137" y="203"/>
                      <a:pt x="137" y="203"/>
                    </a:cubicBezTo>
                    <a:cubicBezTo>
                      <a:pt x="137" y="163"/>
                      <a:pt x="137" y="163"/>
                      <a:pt x="137" y="163"/>
                    </a:cubicBezTo>
                    <a:cubicBezTo>
                      <a:pt x="211" y="163"/>
                      <a:pt x="211" y="163"/>
                      <a:pt x="211" y="163"/>
                    </a:cubicBezTo>
                    <a:cubicBezTo>
                      <a:pt x="211" y="187"/>
                      <a:pt x="211" y="187"/>
                      <a:pt x="211" y="187"/>
                    </a:cubicBezTo>
                    <a:cubicBezTo>
                      <a:pt x="211" y="188"/>
                      <a:pt x="212" y="189"/>
                      <a:pt x="214" y="189"/>
                    </a:cubicBezTo>
                    <a:cubicBezTo>
                      <a:pt x="216" y="189"/>
                      <a:pt x="217" y="188"/>
                      <a:pt x="217" y="187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215" y="158"/>
                      <a:pt x="215" y="158"/>
                      <a:pt x="215" y="158"/>
                    </a:cubicBezTo>
                    <a:cubicBezTo>
                      <a:pt x="137" y="132"/>
                      <a:pt x="137" y="132"/>
                      <a:pt x="137" y="132"/>
                    </a:cubicBezTo>
                    <a:cubicBezTo>
                      <a:pt x="137" y="79"/>
                      <a:pt x="137" y="79"/>
                      <a:pt x="137" y="79"/>
                    </a:cubicBezTo>
                    <a:cubicBezTo>
                      <a:pt x="211" y="79"/>
                      <a:pt x="211" y="79"/>
                      <a:pt x="211" y="79"/>
                    </a:cubicBezTo>
                    <a:cubicBezTo>
                      <a:pt x="211" y="103"/>
                      <a:pt x="211" y="103"/>
                      <a:pt x="211" y="103"/>
                    </a:cubicBezTo>
                    <a:cubicBezTo>
                      <a:pt x="211" y="104"/>
                      <a:pt x="212" y="105"/>
                      <a:pt x="214" y="105"/>
                    </a:cubicBezTo>
                    <a:cubicBezTo>
                      <a:pt x="216" y="105"/>
                      <a:pt x="217" y="104"/>
                      <a:pt x="217" y="103"/>
                    </a:cubicBezTo>
                    <a:cubicBezTo>
                      <a:pt x="217" y="74"/>
                      <a:pt x="217" y="74"/>
                      <a:pt x="217" y="74"/>
                    </a:cubicBezTo>
                    <a:cubicBezTo>
                      <a:pt x="215" y="74"/>
                      <a:pt x="215" y="74"/>
                      <a:pt x="215" y="74"/>
                    </a:cubicBezTo>
                    <a:cubicBezTo>
                      <a:pt x="137" y="48"/>
                      <a:pt x="137" y="48"/>
                      <a:pt x="137" y="48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85" y="45"/>
                      <a:pt x="85" y="45"/>
                      <a:pt x="85" y="45"/>
                    </a:cubicBezTo>
                    <a:cubicBezTo>
                      <a:pt x="80" y="47"/>
                      <a:pt x="80" y="47"/>
                      <a:pt x="80" y="47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2" y="105"/>
                      <a:pt x="3" y="105"/>
                    </a:cubicBezTo>
                    <a:cubicBezTo>
                      <a:pt x="5" y="105"/>
                      <a:pt x="7" y="104"/>
                      <a:pt x="7" y="103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80" y="79"/>
                      <a:pt x="80" y="79"/>
                      <a:pt x="80" y="79"/>
                    </a:cubicBezTo>
                    <a:cubicBezTo>
                      <a:pt x="80" y="132"/>
                      <a:pt x="80" y="132"/>
                      <a:pt x="80" y="132"/>
                    </a:cubicBezTo>
                    <a:cubicBezTo>
                      <a:pt x="2" y="158"/>
                      <a:pt x="2" y="158"/>
                      <a:pt x="2" y="15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88"/>
                      <a:pt x="2" y="189"/>
                      <a:pt x="3" y="189"/>
                    </a:cubicBezTo>
                    <a:cubicBezTo>
                      <a:pt x="5" y="189"/>
                      <a:pt x="7" y="188"/>
                      <a:pt x="7" y="187"/>
                    </a:cubicBezTo>
                    <a:cubicBezTo>
                      <a:pt x="7" y="163"/>
                      <a:pt x="7" y="163"/>
                      <a:pt x="7" y="163"/>
                    </a:cubicBezTo>
                    <a:cubicBezTo>
                      <a:pt x="80" y="163"/>
                      <a:pt x="80" y="163"/>
                      <a:pt x="80" y="163"/>
                    </a:cubicBezTo>
                    <a:cubicBezTo>
                      <a:pt x="80" y="203"/>
                      <a:pt x="80" y="203"/>
                      <a:pt x="80" y="203"/>
                    </a:cubicBezTo>
                    <a:cubicBezTo>
                      <a:pt x="2" y="229"/>
                      <a:pt x="2" y="229"/>
                      <a:pt x="2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9"/>
                      <a:pt x="2" y="260"/>
                      <a:pt x="3" y="260"/>
                    </a:cubicBezTo>
                    <a:cubicBezTo>
                      <a:pt x="5" y="260"/>
                      <a:pt x="7" y="259"/>
                      <a:pt x="7" y="258"/>
                    </a:cubicBezTo>
                    <a:cubicBezTo>
                      <a:pt x="7" y="234"/>
                      <a:pt x="7" y="234"/>
                      <a:pt x="7" y="234"/>
                    </a:cubicBezTo>
                    <a:cubicBezTo>
                      <a:pt x="80" y="234"/>
                      <a:pt x="80" y="234"/>
                      <a:pt x="80" y="234"/>
                    </a:cubicBezTo>
                    <a:cubicBezTo>
                      <a:pt x="80" y="252"/>
                      <a:pt x="80" y="252"/>
                      <a:pt x="80" y="252"/>
                    </a:cubicBezTo>
                    <a:cubicBezTo>
                      <a:pt x="55" y="371"/>
                      <a:pt x="55" y="371"/>
                      <a:pt x="55" y="371"/>
                    </a:cubicBezTo>
                    <a:cubicBezTo>
                      <a:pt x="54" y="371"/>
                      <a:pt x="54" y="371"/>
                      <a:pt x="54" y="371"/>
                    </a:cubicBezTo>
                    <a:cubicBezTo>
                      <a:pt x="55" y="372"/>
                      <a:pt x="55" y="372"/>
                      <a:pt x="55" y="372"/>
                    </a:cubicBezTo>
                    <a:cubicBezTo>
                      <a:pt x="22" y="528"/>
                      <a:pt x="22" y="528"/>
                      <a:pt x="22" y="528"/>
                    </a:cubicBezTo>
                    <a:cubicBezTo>
                      <a:pt x="37" y="528"/>
                      <a:pt x="37" y="528"/>
                      <a:pt x="37" y="528"/>
                    </a:cubicBezTo>
                    <a:lnTo>
                      <a:pt x="39" y="521"/>
                    </a:lnTo>
                    <a:close/>
                    <a:moveTo>
                      <a:pt x="179" y="65"/>
                    </a:moveTo>
                    <a:cubicBezTo>
                      <a:pt x="205" y="74"/>
                      <a:pt x="205" y="74"/>
                      <a:pt x="205" y="74"/>
                    </a:cubicBezTo>
                    <a:cubicBezTo>
                      <a:pt x="179" y="74"/>
                      <a:pt x="179" y="74"/>
                      <a:pt x="179" y="74"/>
                    </a:cubicBezTo>
                    <a:lnTo>
                      <a:pt x="179" y="65"/>
                    </a:lnTo>
                    <a:close/>
                    <a:moveTo>
                      <a:pt x="175" y="74"/>
                    </a:moveTo>
                    <a:cubicBezTo>
                      <a:pt x="144" y="74"/>
                      <a:pt x="144" y="74"/>
                      <a:pt x="144" y="74"/>
                    </a:cubicBezTo>
                    <a:cubicBezTo>
                      <a:pt x="175" y="66"/>
                      <a:pt x="175" y="66"/>
                      <a:pt x="175" y="66"/>
                    </a:cubicBezTo>
                    <a:lnTo>
                      <a:pt x="175" y="74"/>
                    </a:lnTo>
                    <a:close/>
                    <a:moveTo>
                      <a:pt x="137" y="52"/>
                    </a:moveTo>
                    <a:cubicBezTo>
                      <a:pt x="172" y="63"/>
                      <a:pt x="172" y="63"/>
                      <a:pt x="172" y="63"/>
                    </a:cubicBezTo>
                    <a:cubicBezTo>
                      <a:pt x="137" y="73"/>
                      <a:pt x="137" y="73"/>
                      <a:pt x="137" y="73"/>
                    </a:cubicBezTo>
                    <a:lnTo>
                      <a:pt x="137" y="52"/>
                    </a:lnTo>
                    <a:close/>
                    <a:moveTo>
                      <a:pt x="179" y="149"/>
                    </a:moveTo>
                    <a:cubicBezTo>
                      <a:pt x="205" y="158"/>
                      <a:pt x="205" y="158"/>
                      <a:pt x="205" y="158"/>
                    </a:cubicBezTo>
                    <a:cubicBezTo>
                      <a:pt x="179" y="158"/>
                      <a:pt x="179" y="158"/>
                      <a:pt x="179" y="158"/>
                    </a:cubicBezTo>
                    <a:lnTo>
                      <a:pt x="179" y="149"/>
                    </a:lnTo>
                    <a:close/>
                    <a:moveTo>
                      <a:pt x="175" y="158"/>
                    </a:moveTo>
                    <a:cubicBezTo>
                      <a:pt x="140" y="158"/>
                      <a:pt x="140" y="158"/>
                      <a:pt x="140" y="158"/>
                    </a:cubicBezTo>
                    <a:cubicBezTo>
                      <a:pt x="175" y="148"/>
                      <a:pt x="175" y="148"/>
                      <a:pt x="175" y="148"/>
                    </a:cubicBezTo>
                    <a:lnTo>
                      <a:pt x="175" y="158"/>
                    </a:lnTo>
                    <a:close/>
                    <a:moveTo>
                      <a:pt x="137" y="135"/>
                    </a:move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38" y="158"/>
                      <a:pt x="138" y="158"/>
                      <a:pt x="138" y="158"/>
                    </a:cubicBezTo>
                    <a:cubicBezTo>
                      <a:pt x="137" y="158"/>
                      <a:pt x="137" y="158"/>
                      <a:pt x="137" y="158"/>
                    </a:cubicBezTo>
                    <a:lnTo>
                      <a:pt x="137" y="135"/>
                    </a:lnTo>
                    <a:close/>
                    <a:moveTo>
                      <a:pt x="179" y="220"/>
                    </a:moveTo>
                    <a:cubicBezTo>
                      <a:pt x="205" y="229"/>
                      <a:pt x="205" y="229"/>
                      <a:pt x="205" y="229"/>
                    </a:cubicBezTo>
                    <a:cubicBezTo>
                      <a:pt x="179" y="229"/>
                      <a:pt x="179" y="229"/>
                      <a:pt x="179" y="229"/>
                    </a:cubicBezTo>
                    <a:lnTo>
                      <a:pt x="179" y="220"/>
                    </a:lnTo>
                    <a:close/>
                    <a:moveTo>
                      <a:pt x="175" y="229"/>
                    </a:moveTo>
                    <a:cubicBezTo>
                      <a:pt x="140" y="229"/>
                      <a:pt x="140" y="229"/>
                      <a:pt x="140" y="229"/>
                    </a:cubicBezTo>
                    <a:cubicBezTo>
                      <a:pt x="175" y="220"/>
                      <a:pt x="175" y="220"/>
                      <a:pt x="175" y="220"/>
                    </a:cubicBezTo>
                    <a:lnTo>
                      <a:pt x="175" y="229"/>
                    </a:lnTo>
                    <a:close/>
                    <a:moveTo>
                      <a:pt x="137" y="207"/>
                    </a:moveTo>
                    <a:cubicBezTo>
                      <a:pt x="174" y="219"/>
                      <a:pt x="174" y="219"/>
                      <a:pt x="174" y="219"/>
                    </a:cubicBezTo>
                    <a:cubicBezTo>
                      <a:pt x="138" y="229"/>
                      <a:pt x="138" y="229"/>
                      <a:pt x="138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lnTo>
                      <a:pt x="137" y="207"/>
                    </a:lnTo>
                    <a:close/>
                    <a:moveTo>
                      <a:pt x="178" y="518"/>
                    </a:moveTo>
                    <a:cubicBezTo>
                      <a:pt x="115" y="518"/>
                      <a:pt x="115" y="518"/>
                      <a:pt x="115" y="518"/>
                    </a:cubicBezTo>
                    <a:cubicBezTo>
                      <a:pt x="140" y="497"/>
                      <a:pt x="140" y="497"/>
                      <a:pt x="140" y="497"/>
                    </a:cubicBezTo>
                    <a:cubicBezTo>
                      <a:pt x="177" y="515"/>
                      <a:pt x="177" y="515"/>
                      <a:pt x="177" y="515"/>
                    </a:cubicBezTo>
                    <a:lnTo>
                      <a:pt x="178" y="518"/>
                    </a:lnTo>
                    <a:close/>
                    <a:moveTo>
                      <a:pt x="176" y="510"/>
                    </a:moveTo>
                    <a:cubicBezTo>
                      <a:pt x="152" y="499"/>
                      <a:pt x="152" y="499"/>
                      <a:pt x="152" y="499"/>
                    </a:cubicBezTo>
                    <a:cubicBezTo>
                      <a:pt x="174" y="499"/>
                      <a:pt x="174" y="499"/>
                      <a:pt x="174" y="499"/>
                    </a:cubicBezTo>
                    <a:lnTo>
                      <a:pt x="176" y="510"/>
                    </a:lnTo>
                    <a:close/>
                    <a:moveTo>
                      <a:pt x="173" y="495"/>
                    </a:moveTo>
                    <a:cubicBezTo>
                      <a:pt x="143" y="495"/>
                      <a:pt x="143" y="495"/>
                      <a:pt x="143" y="495"/>
                    </a:cubicBezTo>
                    <a:cubicBezTo>
                      <a:pt x="168" y="474"/>
                      <a:pt x="168" y="474"/>
                      <a:pt x="168" y="474"/>
                    </a:cubicBezTo>
                    <a:lnTo>
                      <a:pt x="173" y="495"/>
                    </a:lnTo>
                    <a:close/>
                    <a:moveTo>
                      <a:pt x="166" y="464"/>
                    </a:moveTo>
                    <a:cubicBezTo>
                      <a:pt x="110" y="464"/>
                      <a:pt x="110" y="464"/>
                      <a:pt x="110" y="464"/>
                    </a:cubicBezTo>
                    <a:cubicBezTo>
                      <a:pt x="110" y="429"/>
                      <a:pt x="110" y="429"/>
                      <a:pt x="110" y="429"/>
                    </a:cubicBezTo>
                    <a:cubicBezTo>
                      <a:pt x="166" y="462"/>
                      <a:pt x="166" y="462"/>
                      <a:pt x="166" y="462"/>
                    </a:cubicBezTo>
                    <a:lnTo>
                      <a:pt x="166" y="464"/>
                    </a:lnTo>
                    <a:close/>
                    <a:moveTo>
                      <a:pt x="113" y="426"/>
                    </a:moveTo>
                    <a:cubicBezTo>
                      <a:pt x="156" y="420"/>
                      <a:pt x="156" y="420"/>
                      <a:pt x="156" y="420"/>
                    </a:cubicBezTo>
                    <a:cubicBezTo>
                      <a:pt x="134" y="439"/>
                      <a:pt x="134" y="439"/>
                      <a:pt x="134" y="439"/>
                    </a:cubicBezTo>
                    <a:lnTo>
                      <a:pt x="113" y="426"/>
                    </a:lnTo>
                    <a:close/>
                    <a:moveTo>
                      <a:pt x="165" y="457"/>
                    </a:moveTo>
                    <a:cubicBezTo>
                      <a:pt x="138" y="441"/>
                      <a:pt x="138" y="441"/>
                      <a:pt x="138" y="441"/>
                    </a:cubicBezTo>
                    <a:cubicBezTo>
                      <a:pt x="161" y="441"/>
                      <a:pt x="161" y="441"/>
                      <a:pt x="161" y="441"/>
                    </a:cubicBezTo>
                    <a:lnTo>
                      <a:pt x="165" y="457"/>
                    </a:lnTo>
                    <a:close/>
                    <a:moveTo>
                      <a:pt x="161" y="437"/>
                    </a:moveTo>
                    <a:cubicBezTo>
                      <a:pt x="143" y="437"/>
                      <a:pt x="143" y="437"/>
                      <a:pt x="143" y="437"/>
                    </a:cubicBezTo>
                    <a:cubicBezTo>
                      <a:pt x="158" y="424"/>
                      <a:pt x="158" y="424"/>
                      <a:pt x="158" y="424"/>
                    </a:cubicBezTo>
                    <a:lnTo>
                      <a:pt x="161" y="437"/>
                    </a:lnTo>
                    <a:close/>
                    <a:moveTo>
                      <a:pt x="156" y="416"/>
                    </a:moveTo>
                    <a:cubicBezTo>
                      <a:pt x="120" y="422"/>
                      <a:pt x="120" y="422"/>
                      <a:pt x="120" y="422"/>
                    </a:cubicBezTo>
                    <a:cubicBezTo>
                      <a:pt x="153" y="402"/>
                      <a:pt x="153" y="402"/>
                      <a:pt x="153" y="402"/>
                    </a:cubicBezTo>
                    <a:lnTo>
                      <a:pt x="156" y="416"/>
                    </a:lnTo>
                    <a:close/>
                    <a:moveTo>
                      <a:pt x="151" y="389"/>
                    </a:moveTo>
                    <a:cubicBezTo>
                      <a:pt x="118" y="382"/>
                      <a:pt x="118" y="382"/>
                      <a:pt x="118" y="382"/>
                    </a:cubicBezTo>
                    <a:cubicBezTo>
                      <a:pt x="148" y="375"/>
                      <a:pt x="148" y="375"/>
                      <a:pt x="148" y="375"/>
                    </a:cubicBezTo>
                    <a:lnTo>
                      <a:pt x="151" y="389"/>
                    </a:lnTo>
                    <a:close/>
                    <a:moveTo>
                      <a:pt x="140" y="391"/>
                    </a:moveTo>
                    <a:cubicBezTo>
                      <a:pt x="77" y="391"/>
                      <a:pt x="77" y="391"/>
                      <a:pt x="77" y="391"/>
                    </a:cubicBezTo>
                    <a:cubicBezTo>
                      <a:pt x="109" y="384"/>
                      <a:pt x="109" y="384"/>
                      <a:pt x="109" y="384"/>
                    </a:cubicBezTo>
                    <a:lnTo>
                      <a:pt x="140" y="391"/>
                    </a:lnTo>
                    <a:close/>
                    <a:moveTo>
                      <a:pt x="146" y="367"/>
                    </a:moveTo>
                    <a:cubicBezTo>
                      <a:pt x="117" y="360"/>
                      <a:pt x="117" y="360"/>
                      <a:pt x="117" y="360"/>
                    </a:cubicBezTo>
                    <a:cubicBezTo>
                      <a:pt x="143" y="354"/>
                      <a:pt x="143" y="354"/>
                      <a:pt x="143" y="354"/>
                    </a:cubicBezTo>
                    <a:lnTo>
                      <a:pt x="146" y="367"/>
                    </a:lnTo>
                    <a:close/>
                    <a:moveTo>
                      <a:pt x="141" y="345"/>
                    </a:moveTo>
                    <a:cubicBezTo>
                      <a:pt x="116" y="339"/>
                      <a:pt x="116" y="339"/>
                      <a:pt x="116" y="339"/>
                    </a:cubicBezTo>
                    <a:cubicBezTo>
                      <a:pt x="139" y="333"/>
                      <a:pt x="139" y="333"/>
                      <a:pt x="139" y="333"/>
                    </a:cubicBezTo>
                    <a:lnTo>
                      <a:pt x="141" y="345"/>
                    </a:lnTo>
                    <a:close/>
                    <a:moveTo>
                      <a:pt x="137" y="323"/>
                    </a:moveTo>
                    <a:cubicBezTo>
                      <a:pt x="115" y="317"/>
                      <a:pt x="115" y="317"/>
                      <a:pt x="115" y="317"/>
                    </a:cubicBezTo>
                    <a:cubicBezTo>
                      <a:pt x="134" y="311"/>
                      <a:pt x="134" y="311"/>
                      <a:pt x="134" y="311"/>
                    </a:cubicBezTo>
                    <a:lnTo>
                      <a:pt x="137" y="323"/>
                    </a:lnTo>
                    <a:close/>
                    <a:moveTo>
                      <a:pt x="132" y="303"/>
                    </a:moveTo>
                    <a:cubicBezTo>
                      <a:pt x="115" y="297"/>
                      <a:pt x="115" y="297"/>
                      <a:pt x="115" y="297"/>
                    </a:cubicBezTo>
                    <a:cubicBezTo>
                      <a:pt x="130" y="291"/>
                      <a:pt x="130" y="291"/>
                      <a:pt x="130" y="291"/>
                    </a:cubicBezTo>
                    <a:lnTo>
                      <a:pt x="132" y="303"/>
                    </a:lnTo>
                    <a:close/>
                    <a:moveTo>
                      <a:pt x="128" y="282"/>
                    </a:moveTo>
                    <a:cubicBezTo>
                      <a:pt x="114" y="276"/>
                      <a:pt x="114" y="276"/>
                      <a:pt x="114" y="276"/>
                    </a:cubicBezTo>
                    <a:cubicBezTo>
                      <a:pt x="126" y="271"/>
                      <a:pt x="126" y="271"/>
                      <a:pt x="126" y="271"/>
                    </a:cubicBezTo>
                    <a:lnTo>
                      <a:pt x="128" y="282"/>
                    </a:lnTo>
                    <a:close/>
                    <a:moveTo>
                      <a:pt x="123" y="34"/>
                    </a:moveTo>
                    <a:cubicBezTo>
                      <a:pt x="111" y="14"/>
                      <a:pt x="111" y="14"/>
                      <a:pt x="111" y="14"/>
                    </a:cubicBezTo>
                    <a:cubicBezTo>
                      <a:pt x="115" y="7"/>
                      <a:pt x="115" y="7"/>
                      <a:pt x="115" y="7"/>
                    </a:cubicBezTo>
                    <a:lnTo>
                      <a:pt x="123" y="34"/>
                    </a:lnTo>
                    <a:close/>
                    <a:moveTo>
                      <a:pt x="112" y="4"/>
                    </a:moveTo>
                    <a:cubicBezTo>
                      <a:pt x="109" y="10"/>
                      <a:pt x="109" y="10"/>
                      <a:pt x="109" y="10"/>
                    </a:cubicBezTo>
                    <a:cubicBezTo>
                      <a:pt x="105" y="4"/>
                      <a:pt x="105" y="4"/>
                      <a:pt x="105" y="4"/>
                    </a:cubicBezTo>
                    <a:lnTo>
                      <a:pt x="112" y="4"/>
                    </a:lnTo>
                    <a:close/>
                    <a:moveTo>
                      <a:pt x="103" y="7"/>
                    </a:moveTo>
                    <a:cubicBezTo>
                      <a:pt x="106" y="14"/>
                      <a:pt x="106" y="14"/>
                      <a:pt x="106" y="14"/>
                    </a:cubicBezTo>
                    <a:cubicBezTo>
                      <a:pt x="95" y="34"/>
                      <a:pt x="95" y="34"/>
                      <a:pt x="95" y="34"/>
                    </a:cubicBezTo>
                    <a:lnTo>
                      <a:pt x="103" y="7"/>
                    </a:lnTo>
                    <a:close/>
                    <a:moveTo>
                      <a:pt x="109" y="18"/>
                    </a:moveTo>
                    <a:cubicBezTo>
                      <a:pt x="124" y="44"/>
                      <a:pt x="124" y="44"/>
                      <a:pt x="124" y="4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2" y="46"/>
                      <a:pt x="122" y="46"/>
                      <a:pt x="122" y="46"/>
                    </a:cubicBezTo>
                    <a:cubicBezTo>
                      <a:pt x="96" y="46"/>
                      <a:pt x="96" y="46"/>
                      <a:pt x="96" y="46"/>
                    </a:cubicBezTo>
                    <a:cubicBezTo>
                      <a:pt x="96" y="42"/>
                      <a:pt x="96" y="42"/>
                      <a:pt x="96" y="42"/>
                    </a:cubicBezTo>
                    <a:cubicBezTo>
                      <a:pt x="94" y="42"/>
                      <a:pt x="94" y="42"/>
                      <a:pt x="94" y="42"/>
                    </a:cubicBezTo>
                    <a:lnTo>
                      <a:pt x="109" y="18"/>
                    </a:lnTo>
                    <a:close/>
                    <a:moveTo>
                      <a:pt x="105" y="243"/>
                    </a:moveTo>
                    <a:cubicBezTo>
                      <a:pt x="96" y="248"/>
                      <a:pt x="96" y="248"/>
                      <a:pt x="96" y="248"/>
                    </a:cubicBezTo>
                    <a:cubicBezTo>
                      <a:pt x="96" y="237"/>
                      <a:pt x="96" y="237"/>
                      <a:pt x="96" y="237"/>
                    </a:cubicBezTo>
                    <a:lnTo>
                      <a:pt x="105" y="243"/>
                    </a:lnTo>
                    <a:close/>
                    <a:moveTo>
                      <a:pt x="97" y="234"/>
                    </a:moveTo>
                    <a:cubicBezTo>
                      <a:pt x="121" y="234"/>
                      <a:pt x="121" y="234"/>
                      <a:pt x="121" y="234"/>
                    </a:cubicBezTo>
                    <a:cubicBezTo>
                      <a:pt x="109" y="241"/>
                      <a:pt x="109" y="241"/>
                      <a:pt x="109" y="241"/>
                    </a:cubicBezTo>
                    <a:lnTo>
                      <a:pt x="97" y="234"/>
                    </a:lnTo>
                    <a:close/>
                    <a:moveTo>
                      <a:pt x="109" y="245"/>
                    </a:moveTo>
                    <a:cubicBezTo>
                      <a:pt x="121" y="252"/>
                      <a:pt x="121" y="252"/>
                      <a:pt x="121" y="252"/>
                    </a:cubicBezTo>
                    <a:cubicBezTo>
                      <a:pt x="96" y="252"/>
                      <a:pt x="96" y="252"/>
                      <a:pt x="96" y="252"/>
                    </a:cubicBezTo>
                    <a:lnTo>
                      <a:pt x="109" y="245"/>
                    </a:lnTo>
                    <a:close/>
                    <a:moveTo>
                      <a:pt x="112" y="243"/>
                    </a:moveTo>
                    <a:cubicBezTo>
                      <a:pt x="122" y="237"/>
                      <a:pt x="122" y="237"/>
                      <a:pt x="122" y="237"/>
                    </a:cubicBezTo>
                    <a:cubicBezTo>
                      <a:pt x="122" y="248"/>
                      <a:pt x="122" y="248"/>
                      <a:pt x="122" y="248"/>
                    </a:cubicBezTo>
                    <a:lnTo>
                      <a:pt x="112" y="243"/>
                    </a:lnTo>
                    <a:close/>
                    <a:moveTo>
                      <a:pt x="96" y="229"/>
                    </a:moveTo>
                    <a:cubicBezTo>
                      <a:pt x="96" y="228"/>
                      <a:pt x="96" y="228"/>
                      <a:pt x="96" y="228"/>
                    </a:cubicBezTo>
                    <a:cubicBezTo>
                      <a:pt x="109" y="219"/>
                      <a:pt x="109" y="219"/>
                      <a:pt x="109" y="219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29"/>
                      <a:pt x="122" y="229"/>
                      <a:pt x="122" y="229"/>
                    </a:cubicBezTo>
                    <a:lnTo>
                      <a:pt x="96" y="229"/>
                    </a:lnTo>
                    <a:close/>
                    <a:moveTo>
                      <a:pt x="96" y="223"/>
                    </a:moveTo>
                    <a:cubicBezTo>
                      <a:pt x="96" y="209"/>
                      <a:pt x="96" y="209"/>
                      <a:pt x="96" y="209"/>
                    </a:cubicBezTo>
                    <a:cubicBezTo>
                      <a:pt x="105" y="216"/>
                      <a:pt x="105" y="216"/>
                      <a:pt x="105" y="216"/>
                    </a:cubicBezTo>
                    <a:lnTo>
                      <a:pt x="96" y="223"/>
                    </a:lnTo>
                    <a:close/>
                    <a:moveTo>
                      <a:pt x="112" y="216"/>
                    </a:moveTo>
                    <a:cubicBezTo>
                      <a:pt x="122" y="209"/>
                      <a:pt x="122" y="209"/>
                      <a:pt x="122" y="209"/>
                    </a:cubicBezTo>
                    <a:cubicBezTo>
                      <a:pt x="122" y="223"/>
                      <a:pt x="122" y="223"/>
                      <a:pt x="122" y="223"/>
                    </a:cubicBezTo>
                    <a:lnTo>
                      <a:pt x="112" y="216"/>
                    </a:lnTo>
                    <a:close/>
                    <a:moveTo>
                      <a:pt x="109" y="214"/>
                    </a:moveTo>
                    <a:cubicBezTo>
                      <a:pt x="96" y="205"/>
                      <a:pt x="96" y="205"/>
                      <a:pt x="96" y="205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122" y="204"/>
                      <a:pt x="122" y="204"/>
                      <a:pt x="122" y="204"/>
                    </a:cubicBezTo>
                    <a:cubicBezTo>
                      <a:pt x="122" y="205"/>
                      <a:pt x="122" y="205"/>
                      <a:pt x="122" y="205"/>
                    </a:cubicBezTo>
                    <a:lnTo>
                      <a:pt x="109" y="214"/>
                    </a:lnTo>
                    <a:close/>
                    <a:moveTo>
                      <a:pt x="96" y="197"/>
                    </a:moveTo>
                    <a:cubicBezTo>
                      <a:pt x="96" y="186"/>
                      <a:pt x="96" y="186"/>
                      <a:pt x="96" y="186"/>
                    </a:cubicBezTo>
                    <a:cubicBezTo>
                      <a:pt x="105" y="192"/>
                      <a:pt x="105" y="192"/>
                      <a:pt x="105" y="192"/>
                    </a:cubicBezTo>
                    <a:lnTo>
                      <a:pt x="96" y="197"/>
                    </a:lnTo>
                    <a:close/>
                    <a:moveTo>
                      <a:pt x="109" y="194"/>
                    </a:moveTo>
                    <a:cubicBezTo>
                      <a:pt x="121" y="201"/>
                      <a:pt x="121" y="201"/>
                      <a:pt x="121" y="201"/>
                    </a:cubicBezTo>
                    <a:cubicBezTo>
                      <a:pt x="97" y="201"/>
                      <a:pt x="97" y="201"/>
                      <a:pt x="97" y="201"/>
                    </a:cubicBezTo>
                    <a:lnTo>
                      <a:pt x="109" y="194"/>
                    </a:lnTo>
                    <a:close/>
                    <a:moveTo>
                      <a:pt x="112" y="192"/>
                    </a:moveTo>
                    <a:cubicBezTo>
                      <a:pt x="122" y="186"/>
                      <a:pt x="122" y="186"/>
                      <a:pt x="122" y="186"/>
                    </a:cubicBezTo>
                    <a:cubicBezTo>
                      <a:pt x="122" y="197"/>
                      <a:pt x="122" y="197"/>
                      <a:pt x="122" y="197"/>
                    </a:cubicBezTo>
                    <a:lnTo>
                      <a:pt x="112" y="192"/>
                    </a:lnTo>
                    <a:close/>
                    <a:moveTo>
                      <a:pt x="109" y="190"/>
                    </a:moveTo>
                    <a:cubicBezTo>
                      <a:pt x="96" y="183"/>
                      <a:pt x="96" y="183"/>
                      <a:pt x="96" y="183"/>
                    </a:cubicBezTo>
                    <a:cubicBezTo>
                      <a:pt x="96" y="181"/>
                      <a:pt x="96" y="181"/>
                      <a:pt x="96" y="181"/>
                    </a:cubicBezTo>
                    <a:cubicBezTo>
                      <a:pt x="109" y="174"/>
                      <a:pt x="109" y="174"/>
                      <a:pt x="109" y="174"/>
                    </a:cubicBezTo>
                    <a:cubicBezTo>
                      <a:pt x="122" y="181"/>
                      <a:pt x="122" y="181"/>
                      <a:pt x="122" y="181"/>
                    </a:cubicBezTo>
                    <a:cubicBezTo>
                      <a:pt x="122" y="183"/>
                      <a:pt x="122" y="183"/>
                      <a:pt x="122" y="183"/>
                    </a:cubicBezTo>
                    <a:lnTo>
                      <a:pt x="109" y="190"/>
                    </a:lnTo>
                    <a:close/>
                    <a:moveTo>
                      <a:pt x="105" y="172"/>
                    </a:moveTo>
                    <a:cubicBezTo>
                      <a:pt x="96" y="177"/>
                      <a:pt x="96" y="177"/>
                      <a:pt x="96" y="177"/>
                    </a:cubicBezTo>
                    <a:cubicBezTo>
                      <a:pt x="96" y="166"/>
                      <a:pt x="96" y="166"/>
                      <a:pt x="96" y="166"/>
                    </a:cubicBezTo>
                    <a:lnTo>
                      <a:pt x="105" y="172"/>
                    </a:lnTo>
                    <a:close/>
                    <a:moveTo>
                      <a:pt x="96" y="163"/>
                    </a:moveTo>
                    <a:cubicBezTo>
                      <a:pt x="121" y="163"/>
                      <a:pt x="121" y="163"/>
                      <a:pt x="121" y="163"/>
                    </a:cubicBezTo>
                    <a:cubicBezTo>
                      <a:pt x="109" y="170"/>
                      <a:pt x="109" y="170"/>
                      <a:pt x="109" y="170"/>
                    </a:cubicBezTo>
                    <a:lnTo>
                      <a:pt x="96" y="163"/>
                    </a:lnTo>
                    <a:close/>
                    <a:moveTo>
                      <a:pt x="112" y="172"/>
                    </a:moveTo>
                    <a:cubicBezTo>
                      <a:pt x="122" y="166"/>
                      <a:pt x="122" y="166"/>
                      <a:pt x="122" y="166"/>
                    </a:cubicBezTo>
                    <a:cubicBezTo>
                      <a:pt x="122" y="177"/>
                      <a:pt x="122" y="177"/>
                      <a:pt x="122" y="177"/>
                    </a:cubicBezTo>
                    <a:lnTo>
                      <a:pt x="112" y="172"/>
                    </a:lnTo>
                    <a:close/>
                    <a:moveTo>
                      <a:pt x="96" y="158"/>
                    </a:moveTo>
                    <a:cubicBezTo>
                      <a:pt x="96" y="157"/>
                      <a:pt x="96" y="157"/>
                      <a:pt x="96" y="157"/>
                    </a:cubicBezTo>
                    <a:cubicBezTo>
                      <a:pt x="109" y="147"/>
                      <a:pt x="109" y="147"/>
                      <a:pt x="109" y="147"/>
                    </a:cubicBezTo>
                    <a:cubicBezTo>
                      <a:pt x="122" y="157"/>
                      <a:pt x="122" y="157"/>
                      <a:pt x="122" y="157"/>
                    </a:cubicBezTo>
                    <a:cubicBezTo>
                      <a:pt x="122" y="158"/>
                      <a:pt x="122" y="158"/>
                      <a:pt x="122" y="158"/>
                    </a:cubicBezTo>
                    <a:lnTo>
                      <a:pt x="96" y="158"/>
                    </a:lnTo>
                    <a:close/>
                    <a:moveTo>
                      <a:pt x="96" y="152"/>
                    </a:moveTo>
                    <a:cubicBezTo>
                      <a:pt x="96" y="138"/>
                      <a:pt x="96" y="138"/>
                      <a:pt x="96" y="138"/>
                    </a:cubicBezTo>
                    <a:cubicBezTo>
                      <a:pt x="105" y="145"/>
                      <a:pt x="105" y="145"/>
                      <a:pt x="105" y="145"/>
                    </a:cubicBezTo>
                    <a:lnTo>
                      <a:pt x="96" y="152"/>
                    </a:lnTo>
                    <a:close/>
                    <a:moveTo>
                      <a:pt x="112" y="145"/>
                    </a:moveTo>
                    <a:cubicBezTo>
                      <a:pt x="122" y="138"/>
                      <a:pt x="122" y="138"/>
                      <a:pt x="122" y="138"/>
                    </a:cubicBezTo>
                    <a:cubicBezTo>
                      <a:pt x="122" y="152"/>
                      <a:pt x="122" y="152"/>
                      <a:pt x="122" y="152"/>
                    </a:cubicBezTo>
                    <a:lnTo>
                      <a:pt x="112" y="145"/>
                    </a:lnTo>
                    <a:close/>
                    <a:moveTo>
                      <a:pt x="109" y="143"/>
                    </a:moveTo>
                    <a:cubicBezTo>
                      <a:pt x="96" y="133"/>
                      <a:pt x="96" y="133"/>
                      <a:pt x="96" y="133"/>
                    </a:cubicBezTo>
                    <a:cubicBezTo>
                      <a:pt x="96" y="132"/>
                      <a:pt x="96" y="132"/>
                      <a:pt x="96" y="132"/>
                    </a:cubicBezTo>
                    <a:cubicBezTo>
                      <a:pt x="122" y="132"/>
                      <a:pt x="122" y="132"/>
                      <a:pt x="122" y="132"/>
                    </a:cubicBezTo>
                    <a:cubicBezTo>
                      <a:pt x="122" y="133"/>
                      <a:pt x="122" y="133"/>
                      <a:pt x="122" y="133"/>
                    </a:cubicBezTo>
                    <a:lnTo>
                      <a:pt x="109" y="143"/>
                    </a:lnTo>
                    <a:close/>
                    <a:moveTo>
                      <a:pt x="96" y="125"/>
                    </a:moveTo>
                    <a:cubicBezTo>
                      <a:pt x="96" y="111"/>
                      <a:pt x="96" y="111"/>
                      <a:pt x="96" y="111"/>
                    </a:cubicBezTo>
                    <a:cubicBezTo>
                      <a:pt x="106" y="118"/>
                      <a:pt x="106" y="118"/>
                      <a:pt x="106" y="118"/>
                    </a:cubicBezTo>
                    <a:lnTo>
                      <a:pt x="96" y="125"/>
                    </a:lnTo>
                    <a:close/>
                    <a:moveTo>
                      <a:pt x="109" y="120"/>
                    </a:moveTo>
                    <a:cubicBezTo>
                      <a:pt x="122" y="129"/>
                      <a:pt x="122" y="129"/>
                      <a:pt x="122" y="129"/>
                    </a:cubicBezTo>
                    <a:cubicBezTo>
                      <a:pt x="96" y="129"/>
                      <a:pt x="96" y="129"/>
                      <a:pt x="96" y="129"/>
                    </a:cubicBezTo>
                    <a:lnTo>
                      <a:pt x="109" y="120"/>
                    </a:lnTo>
                    <a:close/>
                    <a:moveTo>
                      <a:pt x="112" y="118"/>
                    </a:move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2" y="125"/>
                      <a:pt x="122" y="125"/>
                      <a:pt x="122" y="125"/>
                    </a:cubicBezTo>
                    <a:lnTo>
                      <a:pt x="112" y="118"/>
                    </a:lnTo>
                    <a:close/>
                    <a:moveTo>
                      <a:pt x="109" y="116"/>
                    </a:moveTo>
                    <a:cubicBezTo>
                      <a:pt x="96" y="107"/>
                      <a:pt x="96" y="107"/>
                      <a:pt x="96" y="107"/>
                    </a:cubicBezTo>
                    <a:cubicBezTo>
                      <a:pt x="96" y="103"/>
                      <a:pt x="96" y="103"/>
                      <a:pt x="96" y="103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22" y="107"/>
                      <a:pt x="122" y="107"/>
                      <a:pt x="122" y="107"/>
                    </a:cubicBezTo>
                    <a:lnTo>
                      <a:pt x="109" y="116"/>
                    </a:lnTo>
                    <a:close/>
                    <a:moveTo>
                      <a:pt x="96" y="98"/>
                    </a:moveTo>
                    <a:cubicBezTo>
                      <a:pt x="96" y="84"/>
                      <a:pt x="96" y="84"/>
                      <a:pt x="96" y="84"/>
                    </a:cubicBezTo>
                    <a:cubicBezTo>
                      <a:pt x="106" y="91"/>
                      <a:pt x="106" y="91"/>
                      <a:pt x="106" y="91"/>
                    </a:cubicBezTo>
                    <a:lnTo>
                      <a:pt x="96" y="98"/>
                    </a:lnTo>
                    <a:close/>
                    <a:moveTo>
                      <a:pt x="112" y="91"/>
                    </a:moveTo>
                    <a:cubicBezTo>
                      <a:pt x="122" y="84"/>
                      <a:pt x="122" y="84"/>
                      <a:pt x="122" y="84"/>
                    </a:cubicBezTo>
                    <a:cubicBezTo>
                      <a:pt x="122" y="98"/>
                      <a:pt x="122" y="98"/>
                      <a:pt x="122" y="98"/>
                    </a:cubicBezTo>
                    <a:lnTo>
                      <a:pt x="112" y="91"/>
                    </a:lnTo>
                    <a:close/>
                    <a:moveTo>
                      <a:pt x="109" y="89"/>
                    </a:moveTo>
                    <a:cubicBezTo>
                      <a:pt x="96" y="80"/>
                      <a:pt x="96" y="80"/>
                      <a:pt x="96" y="80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122" y="79"/>
                      <a:pt x="122" y="79"/>
                      <a:pt x="122" y="79"/>
                    </a:cubicBezTo>
                    <a:cubicBezTo>
                      <a:pt x="122" y="80"/>
                      <a:pt x="122" y="80"/>
                      <a:pt x="122" y="80"/>
                    </a:cubicBezTo>
                    <a:lnTo>
                      <a:pt x="109" y="89"/>
                    </a:lnTo>
                    <a:close/>
                    <a:moveTo>
                      <a:pt x="96" y="74"/>
                    </a:moveTo>
                    <a:cubicBezTo>
                      <a:pt x="96" y="73"/>
                      <a:pt x="96" y="73"/>
                      <a:pt x="96" y="73"/>
                    </a:cubicBezTo>
                    <a:cubicBezTo>
                      <a:pt x="109" y="64"/>
                      <a:pt x="109" y="64"/>
                      <a:pt x="109" y="64"/>
                    </a:cubicBezTo>
                    <a:cubicBezTo>
                      <a:pt x="122" y="73"/>
                      <a:pt x="122" y="73"/>
                      <a:pt x="122" y="73"/>
                    </a:cubicBezTo>
                    <a:cubicBezTo>
                      <a:pt x="122" y="74"/>
                      <a:pt x="122" y="74"/>
                      <a:pt x="122" y="74"/>
                    </a:cubicBezTo>
                    <a:lnTo>
                      <a:pt x="96" y="74"/>
                    </a:lnTo>
                    <a:close/>
                    <a:moveTo>
                      <a:pt x="96" y="68"/>
                    </a:moveTo>
                    <a:cubicBezTo>
                      <a:pt x="96" y="55"/>
                      <a:pt x="96" y="55"/>
                      <a:pt x="96" y="55"/>
                    </a:cubicBezTo>
                    <a:cubicBezTo>
                      <a:pt x="105" y="61"/>
                      <a:pt x="105" y="61"/>
                      <a:pt x="105" y="61"/>
                    </a:cubicBezTo>
                    <a:lnTo>
                      <a:pt x="96" y="68"/>
                    </a:lnTo>
                    <a:close/>
                    <a:moveTo>
                      <a:pt x="112" y="61"/>
                    </a:moveTo>
                    <a:cubicBezTo>
                      <a:pt x="122" y="55"/>
                      <a:pt x="122" y="55"/>
                      <a:pt x="122" y="55"/>
                    </a:cubicBezTo>
                    <a:cubicBezTo>
                      <a:pt x="122" y="68"/>
                      <a:pt x="122" y="68"/>
                      <a:pt x="122" y="68"/>
                    </a:cubicBezTo>
                    <a:lnTo>
                      <a:pt x="112" y="61"/>
                    </a:lnTo>
                    <a:close/>
                    <a:moveTo>
                      <a:pt x="109" y="59"/>
                    </a:moveTo>
                    <a:cubicBezTo>
                      <a:pt x="96" y="50"/>
                      <a:pt x="96" y="50"/>
                      <a:pt x="96" y="50"/>
                    </a:cubicBezTo>
                    <a:cubicBezTo>
                      <a:pt x="96" y="49"/>
                      <a:pt x="96" y="49"/>
                      <a:pt x="96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50"/>
                      <a:pt x="122" y="50"/>
                      <a:pt x="122" y="50"/>
                    </a:cubicBezTo>
                    <a:lnTo>
                      <a:pt x="109" y="59"/>
                    </a:lnTo>
                    <a:close/>
                    <a:moveTo>
                      <a:pt x="95" y="255"/>
                    </a:moveTo>
                    <a:cubicBezTo>
                      <a:pt x="122" y="255"/>
                      <a:pt x="122" y="255"/>
                      <a:pt x="122" y="255"/>
                    </a:cubicBezTo>
                    <a:cubicBezTo>
                      <a:pt x="125" y="267"/>
                      <a:pt x="125" y="267"/>
                      <a:pt x="125" y="267"/>
                    </a:cubicBezTo>
                    <a:cubicBezTo>
                      <a:pt x="109" y="274"/>
                      <a:pt x="109" y="274"/>
                      <a:pt x="109" y="274"/>
                    </a:cubicBezTo>
                    <a:cubicBezTo>
                      <a:pt x="93" y="267"/>
                      <a:pt x="93" y="267"/>
                      <a:pt x="93" y="267"/>
                    </a:cubicBezTo>
                    <a:lnTo>
                      <a:pt x="95" y="255"/>
                    </a:lnTo>
                    <a:close/>
                    <a:moveTo>
                      <a:pt x="92" y="271"/>
                    </a:moveTo>
                    <a:cubicBezTo>
                      <a:pt x="104" y="276"/>
                      <a:pt x="104" y="276"/>
                      <a:pt x="104" y="276"/>
                    </a:cubicBezTo>
                    <a:cubicBezTo>
                      <a:pt x="89" y="282"/>
                      <a:pt x="89" y="282"/>
                      <a:pt x="89" y="282"/>
                    </a:cubicBezTo>
                    <a:lnTo>
                      <a:pt x="92" y="271"/>
                    </a:lnTo>
                    <a:close/>
                    <a:moveTo>
                      <a:pt x="88" y="287"/>
                    </a:moveTo>
                    <a:cubicBezTo>
                      <a:pt x="109" y="279"/>
                      <a:pt x="109" y="279"/>
                      <a:pt x="109" y="279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09" y="295"/>
                      <a:pt x="109" y="295"/>
                      <a:pt x="109" y="295"/>
                    </a:cubicBezTo>
                    <a:cubicBezTo>
                      <a:pt x="88" y="287"/>
                      <a:pt x="88" y="287"/>
                      <a:pt x="88" y="287"/>
                    </a:cubicBezTo>
                    <a:close/>
                    <a:moveTo>
                      <a:pt x="88" y="291"/>
                    </a:moveTo>
                    <a:cubicBezTo>
                      <a:pt x="103" y="297"/>
                      <a:pt x="103" y="297"/>
                      <a:pt x="103" y="297"/>
                    </a:cubicBezTo>
                    <a:cubicBezTo>
                      <a:pt x="85" y="303"/>
                      <a:pt x="85" y="303"/>
                      <a:pt x="85" y="303"/>
                    </a:cubicBezTo>
                    <a:lnTo>
                      <a:pt x="88" y="291"/>
                    </a:lnTo>
                    <a:close/>
                    <a:moveTo>
                      <a:pt x="109" y="299"/>
                    </a:moveTo>
                    <a:cubicBezTo>
                      <a:pt x="133" y="307"/>
                      <a:pt x="133" y="307"/>
                      <a:pt x="133" y="307"/>
                    </a:cubicBezTo>
                    <a:cubicBezTo>
                      <a:pt x="109" y="315"/>
                      <a:pt x="109" y="315"/>
                      <a:pt x="109" y="315"/>
                    </a:cubicBezTo>
                    <a:cubicBezTo>
                      <a:pt x="85" y="307"/>
                      <a:pt x="85" y="307"/>
                      <a:pt x="85" y="307"/>
                    </a:cubicBezTo>
                    <a:lnTo>
                      <a:pt x="109" y="299"/>
                    </a:lnTo>
                    <a:close/>
                    <a:moveTo>
                      <a:pt x="83" y="311"/>
                    </a:moveTo>
                    <a:cubicBezTo>
                      <a:pt x="102" y="317"/>
                      <a:pt x="102" y="317"/>
                      <a:pt x="102" y="317"/>
                    </a:cubicBezTo>
                    <a:cubicBezTo>
                      <a:pt x="81" y="323"/>
                      <a:pt x="81" y="323"/>
                      <a:pt x="81" y="323"/>
                    </a:cubicBezTo>
                    <a:lnTo>
                      <a:pt x="83" y="311"/>
                    </a:lnTo>
                    <a:close/>
                    <a:moveTo>
                      <a:pt x="39" y="74"/>
                    </a:moveTo>
                    <a:cubicBezTo>
                      <a:pt x="12" y="74"/>
                      <a:pt x="12" y="74"/>
                      <a:pt x="12" y="74"/>
                    </a:cubicBezTo>
                    <a:cubicBezTo>
                      <a:pt x="39" y="65"/>
                      <a:pt x="39" y="65"/>
                      <a:pt x="39" y="65"/>
                    </a:cubicBezTo>
                    <a:lnTo>
                      <a:pt x="39" y="74"/>
                    </a:lnTo>
                    <a:close/>
                    <a:moveTo>
                      <a:pt x="43" y="74"/>
                    </a:moveTo>
                    <a:cubicBezTo>
                      <a:pt x="43" y="66"/>
                      <a:pt x="43" y="66"/>
                      <a:pt x="43" y="66"/>
                    </a:cubicBezTo>
                    <a:cubicBezTo>
                      <a:pt x="74" y="74"/>
                      <a:pt x="74" y="74"/>
                      <a:pt x="74" y="74"/>
                    </a:cubicBezTo>
                    <a:lnTo>
                      <a:pt x="43" y="74"/>
                    </a:lnTo>
                    <a:close/>
                    <a:moveTo>
                      <a:pt x="45" y="63"/>
                    </a:moveTo>
                    <a:cubicBezTo>
                      <a:pt x="80" y="52"/>
                      <a:pt x="80" y="52"/>
                      <a:pt x="80" y="52"/>
                    </a:cubicBezTo>
                    <a:cubicBezTo>
                      <a:pt x="80" y="73"/>
                      <a:pt x="80" y="73"/>
                      <a:pt x="80" y="73"/>
                    </a:cubicBezTo>
                    <a:lnTo>
                      <a:pt x="45" y="63"/>
                    </a:lnTo>
                    <a:close/>
                    <a:moveTo>
                      <a:pt x="39" y="158"/>
                    </a:moveTo>
                    <a:cubicBezTo>
                      <a:pt x="12" y="158"/>
                      <a:pt x="12" y="158"/>
                      <a:pt x="12" y="158"/>
                    </a:cubicBezTo>
                    <a:cubicBezTo>
                      <a:pt x="39" y="149"/>
                      <a:pt x="39" y="149"/>
                      <a:pt x="39" y="149"/>
                    </a:cubicBezTo>
                    <a:lnTo>
                      <a:pt x="39" y="158"/>
                    </a:lnTo>
                    <a:close/>
                    <a:moveTo>
                      <a:pt x="43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77" y="158"/>
                      <a:pt x="77" y="158"/>
                      <a:pt x="77" y="158"/>
                    </a:cubicBezTo>
                    <a:lnTo>
                      <a:pt x="43" y="158"/>
                    </a:lnTo>
                    <a:close/>
                    <a:moveTo>
                      <a:pt x="80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80" y="158"/>
                      <a:pt x="80" y="158"/>
                      <a:pt x="80" y="158"/>
                    </a:cubicBezTo>
                    <a:close/>
                    <a:moveTo>
                      <a:pt x="39" y="229"/>
                    </a:moveTo>
                    <a:cubicBezTo>
                      <a:pt x="12" y="229"/>
                      <a:pt x="12" y="229"/>
                      <a:pt x="12" y="229"/>
                    </a:cubicBezTo>
                    <a:cubicBezTo>
                      <a:pt x="39" y="220"/>
                      <a:pt x="39" y="220"/>
                      <a:pt x="39" y="220"/>
                    </a:cubicBezTo>
                    <a:lnTo>
                      <a:pt x="39" y="229"/>
                    </a:lnTo>
                    <a:close/>
                    <a:moveTo>
                      <a:pt x="43" y="229"/>
                    </a:moveTo>
                    <a:cubicBezTo>
                      <a:pt x="43" y="220"/>
                      <a:pt x="43" y="220"/>
                      <a:pt x="43" y="220"/>
                    </a:cubicBezTo>
                    <a:cubicBezTo>
                      <a:pt x="77" y="229"/>
                      <a:pt x="77" y="229"/>
                      <a:pt x="77" y="229"/>
                    </a:cubicBezTo>
                    <a:lnTo>
                      <a:pt x="43" y="229"/>
                    </a:lnTo>
                    <a:close/>
                    <a:moveTo>
                      <a:pt x="80" y="229"/>
                    </a:moveTo>
                    <a:cubicBezTo>
                      <a:pt x="43" y="219"/>
                      <a:pt x="43" y="219"/>
                      <a:pt x="43" y="219"/>
                    </a:cubicBezTo>
                    <a:cubicBezTo>
                      <a:pt x="80" y="207"/>
                      <a:pt x="80" y="207"/>
                      <a:pt x="80" y="207"/>
                    </a:cubicBezTo>
                    <a:cubicBezTo>
                      <a:pt x="80" y="229"/>
                      <a:pt x="80" y="229"/>
                      <a:pt x="80" y="229"/>
                    </a:cubicBezTo>
                    <a:close/>
                    <a:moveTo>
                      <a:pt x="80" y="328"/>
                    </a:moveTo>
                    <a:cubicBezTo>
                      <a:pt x="109" y="319"/>
                      <a:pt x="109" y="319"/>
                      <a:pt x="109" y="319"/>
                    </a:cubicBezTo>
                    <a:cubicBezTo>
                      <a:pt x="138" y="328"/>
                      <a:pt x="138" y="328"/>
                      <a:pt x="138" y="328"/>
                    </a:cubicBezTo>
                    <a:cubicBezTo>
                      <a:pt x="138" y="329"/>
                      <a:pt x="138" y="329"/>
                      <a:pt x="138" y="329"/>
                    </a:cubicBezTo>
                    <a:cubicBezTo>
                      <a:pt x="109" y="337"/>
                      <a:pt x="109" y="337"/>
                      <a:pt x="109" y="337"/>
                    </a:cubicBezTo>
                    <a:cubicBezTo>
                      <a:pt x="80" y="329"/>
                      <a:pt x="80" y="329"/>
                      <a:pt x="80" y="329"/>
                    </a:cubicBezTo>
                    <a:lnTo>
                      <a:pt x="80" y="328"/>
                    </a:lnTo>
                    <a:close/>
                    <a:moveTo>
                      <a:pt x="79" y="333"/>
                    </a:moveTo>
                    <a:cubicBezTo>
                      <a:pt x="101" y="339"/>
                      <a:pt x="101" y="339"/>
                      <a:pt x="101" y="339"/>
                    </a:cubicBezTo>
                    <a:cubicBezTo>
                      <a:pt x="76" y="345"/>
                      <a:pt x="76" y="345"/>
                      <a:pt x="76" y="345"/>
                    </a:cubicBezTo>
                    <a:lnTo>
                      <a:pt x="79" y="333"/>
                    </a:lnTo>
                    <a:close/>
                    <a:moveTo>
                      <a:pt x="75" y="350"/>
                    </a:moveTo>
                    <a:cubicBezTo>
                      <a:pt x="109" y="341"/>
                      <a:pt x="109" y="341"/>
                      <a:pt x="109" y="341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75" y="350"/>
                      <a:pt x="75" y="350"/>
                      <a:pt x="75" y="350"/>
                    </a:cubicBezTo>
                    <a:close/>
                    <a:moveTo>
                      <a:pt x="74" y="354"/>
                    </a:moveTo>
                    <a:cubicBezTo>
                      <a:pt x="100" y="360"/>
                      <a:pt x="100" y="360"/>
                      <a:pt x="100" y="360"/>
                    </a:cubicBezTo>
                    <a:cubicBezTo>
                      <a:pt x="72" y="367"/>
                      <a:pt x="72" y="367"/>
                      <a:pt x="72" y="367"/>
                    </a:cubicBezTo>
                    <a:lnTo>
                      <a:pt x="74" y="354"/>
                    </a:lnTo>
                    <a:close/>
                    <a:moveTo>
                      <a:pt x="71" y="371"/>
                    </a:moveTo>
                    <a:cubicBezTo>
                      <a:pt x="109" y="362"/>
                      <a:pt x="109" y="362"/>
                      <a:pt x="109" y="362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09" y="380"/>
                      <a:pt x="109" y="380"/>
                      <a:pt x="109" y="380"/>
                    </a:cubicBezTo>
                    <a:cubicBezTo>
                      <a:pt x="71" y="371"/>
                      <a:pt x="71" y="371"/>
                      <a:pt x="71" y="371"/>
                    </a:cubicBezTo>
                    <a:close/>
                    <a:moveTo>
                      <a:pt x="70" y="375"/>
                    </a:moveTo>
                    <a:cubicBezTo>
                      <a:pt x="100" y="382"/>
                      <a:pt x="100" y="382"/>
                      <a:pt x="100" y="382"/>
                    </a:cubicBezTo>
                    <a:cubicBezTo>
                      <a:pt x="67" y="389"/>
                      <a:pt x="67" y="389"/>
                      <a:pt x="67" y="389"/>
                    </a:cubicBezTo>
                    <a:lnTo>
                      <a:pt x="70" y="375"/>
                    </a:lnTo>
                    <a:close/>
                    <a:moveTo>
                      <a:pt x="66" y="394"/>
                    </a:moveTo>
                    <a:cubicBezTo>
                      <a:pt x="152" y="394"/>
                      <a:pt x="152" y="394"/>
                      <a:pt x="152" y="394"/>
                    </a:cubicBezTo>
                    <a:cubicBezTo>
                      <a:pt x="152" y="398"/>
                      <a:pt x="152" y="398"/>
                      <a:pt x="152" y="398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4"/>
                      <a:pt x="109" y="424"/>
                      <a:pt x="109" y="424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65" y="398"/>
                      <a:pt x="65" y="398"/>
                      <a:pt x="65" y="398"/>
                    </a:cubicBezTo>
                    <a:lnTo>
                      <a:pt x="66" y="394"/>
                    </a:lnTo>
                    <a:close/>
                    <a:moveTo>
                      <a:pt x="64" y="402"/>
                    </a:moveTo>
                    <a:cubicBezTo>
                      <a:pt x="98" y="422"/>
                      <a:pt x="98" y="422"/>
                      <a:pt x="98" y="422"/>
                    </a:cubicBezTo>
                    <a:cubicBezTo>
                      <a:pt x="61" y="416"/>
                      <a:pt x="61" y="416"/>
                      <a:pt x="61" y="416"/>
                    </a:cubicBezTo>
                    <a:lnTo>
                      <a:pt x="64" y="402"/>
                    </a:lnTo>
                    <a:close/>
                    <a:moveTo>
                      <a:pt x="104" y="426"/>
                    </a:moveTo>
                    <a:cubicBezTo>
                      <a:pt x="83" y="439"/>
                      <a:pt x="83" y="439"/>
                      <a:pt x="83" y="439"/>
                    </a:cubicBezTo>
                    <a:cubicBezTo>
                      <a:pt x="62" y="420"/>
                      <a:pt x="62" y="420"/>
                      <a:pt x="62" y="420"/>
                    </a:cubicBezTo>
                    <a:lnTo>
                      <a:pt x="104" y="426"/>
                    </a:lnTo>
                    <a:close/>
                    <a:moveTo>
                      <a:pt x="59" y="424"/>
                    </a:moveTo>
                    <a:cubicBezTo>
                      <a:pt x="74" y="437"/>
                      <a:pt x="74" y="437"/>
                      <a:pt x="74" y="437"/>
                    </a:cubicBezTo>
                    <a:cubicBezTo>
                      <a:pt x="57" y="437"/>
                      <a:pt x="57" y="437"/>
                      <a:pt x="57" y="437"/>
                    </a:cubicBezTo>
                    <a:lnTo>
                      <a:pt x="59" y="424"/>
                    </a:lnTo>
                    <a:close/>
                    <a:moveTo>
                      <a:pt x="56" y="441"/>
                    </a:moveTo>
                    <a:cubicBezTo>
                      <a:pt x="80" y="441"/>
                      <a:pt x="80" y="441"/>
                      <a:pt x="80" y="441"/>
                    </a:cubicBezTo>
                    <a:cubicBezTo>
                      <a:pt x="53" y="457"/>
                      <a:pt x="53" y="457"/>
                      <a:pt x="53" y="457"/>
                    </a:cubicBezTo>
                    <a:lnTo>
                      <a:pt x="56" y="441"/>
                    </a:lnTo>
                    <a:close/>
                    <a:moveTo>
                      <a:pt x="51" y="462"/>
                    </a:moveTo>
                    <a:cubicBezTo>
                      <a:pt x="107" y="429"/>
                      <a:pt x="107" y="429"/>
                      <a:pt x="107" y="429"/>
                    </a:cubicBezTo>
                    <a:cubicBezTo>
                      <a:pt x="107" y="464"/>
                      <a:pt x="107" y="464"/>
                      <a:pt x="107" y="464"/>
                    </a:cubicBezTo>
                    <a:cubicBezTo>
                      <a:pt x="51" y="464"/>
                      <a:pt x="51" y="464"/>
                      <a:pt x="51" y="464"/>
                    </a:cubicBezTo>
                    <a:lnTo>
                      <a:pt x="51" y="462"/>
                    </a:lnTo>
                    <a:close/>
                    <a:moveTo>
                      <a:pt x="50" y="467"/>
                    </a:moveTo>
                    <a:cubicBezTo>
                      <a:pt x="167" y="467"/>
                      <a:pt x="167" y="467"/>
                      <a:pt x="167" y="467"/>
                    </a:cubicBezTo>
                    <a:cubicBezTo>
                      <a:pt x="167" y="469"/>
                      <a:pt x="167" y="469"/>
                      <a:pt x="167" y="469"/>
                    </a:cubicBezTo>
                    <a:cubicBezTo>
                      <a:pt x="109" y="517"/>
                      <a:pt x="109" y="517"/>
                      <a:pt x="109" y="517"/>
                    </a:cubicBezTo>
                    <a:cubicBezTo>
                      <a:pt x="50" y="469"/>
                      <a:pt x="50" y="469"/>
                      <a:pt x="50" y="469"/>
                    </a:cubicBezTo>
                    <a:lnTo>
                      <a:pt x="50" y="467"/>
                    </a:lnTo>
                    <a:close/>
                    <a:moveTo>
                      <a:pt x="49" y="474"/>
                    </a:moveTo>
                    <a:cubicBezTo>
                      <a:pt x="75" y="495"/>
                      <a:pt x="75" y="495"/>
                      <a:pt x="75" y="495"/>
                    </a:cubicBezTo>
                    <a:cubicBezTo>
                      <a:pt x="44" y="495"/>
                      <a:pt x="44" y="495"/>
                      <a:pt x="44" y="495"/>
                    </a:cubicBezTo>
                    <a:lnTo>
                      <a:pt x="49" y="474"/>
                    </a:lnTo>
                    <a:close/>
                    <a:moveTo>
                      <a:pt x="44" y="499"/>
                    </a:moveTo>
                    <a:cubicBezTo>
                      <a:pt x="66" y="499"/>
                      <a:pt x="66" y="499"/>
                      <a:pt x="66" y="499"/>
                    </a:cubicBezTo>
                    <a:cubicBezTo>
                      <a:pt x="41" y="510"/>
                      <a:pt x="41" y="510"/>
                      <a:pt x="41" y="510"/>
                    </a:cubicBezTo>
                    <a:lnTo>
                      <a:pt x="44" y="499"/>
                    </a:lnTo>
                    <a:close/>
                    <a:moveTo>
                      <a:pt x="40" y="515"/>
                    </a:moveTo>
                    <a:cubicBezTo>
                      <a:pt x="77" y="497"/>
                      <a:pt x="77" y="497"/>
                      <a:pt x="77" y="497"/>
                    </a:cubicBezTo>
                    <a:cubicBezTo>
                      <a:pt x="102" y="518"/>
                      <a:pt x="102" y="518"/>
                      <a:pt x="102" y="518"/>
                    </a:cubicBezTo>
                    <a:cubicBezTo>
                      <a:pt x="40" y="518"/>
                      <a:pt x="40" y="518"/>
                      <a:pt x="40" y="518"/>
                    </a:cubicBezTo>
                    <a:lnTo>
                      <a:pt x="40" y="51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97" name="Rectangle 147"/>
              <p:cNvSpPr>
                <a:spLocks noChangeArrowheads="1"/>
              </p:cNvSpPr>
              <p:nvPr/>
            </p:nvSpPr>
            <p:spPr bwMode="gray">
              <a:xfrm>
                <a:off x="4548717" y="2493563"/>
                <a:ext cx="1379538" cy="38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71" name="组合 70"/>
            <p:cNvGrpSpPr/>
            <p:nvPr/>
          </p:nvGrpSpPr>
          <p:grpSpPr bwMode="gray">
            <a:xfrm>
              <a:off x="1989611" y="3532396"/>
              <a:ext cx="385974" cy="311276"/>
              <a:chOff x="4548717" y="1188638"/>
              <a:chExt cx="1379538" cy="1343025"/>
            </a:xfrm>
            <a:solidFill>
              <a:schemeClr val="bg1"/>
            </a:solidFill>
          </p:grpSpPr>
          <p:sp>
            <p:nvSpPr>
              <p:cNvPr id="80" name="Freeform 47"/>
              <p:cNvSpPr>
                <a:spLocks/>
              </p:cNvSpPr>
              <p:nvPr/>
            </p:nvSpPr>
            <p:spPr bwMode="gray">
              <a:xfrm>
                <a:off x="4897967" y="1426763"/>
                <a:ext cx="925513" cy="655638"/>
              </a:xfrm>
              <a:custGeom>
                <a:avLst/>
                <a:gdLst>
                  <a:gd name="T0" fmla="*/ 163 w 805"/>
                  <a:gd name="T1" fmla="*/ 570 h 570"/>
                  <a:gd name="T2" fmla="*/ 0 w 805"/>
                  <a:gd name="T3" fmla="*/ 486 h 570"/>
                  <a:gd name="T4" fmla="*/ 2 w 805"/>
                  <a:gd name="T5" fmla="*/ 485 h 570"/>
                  <a:gd name="T6" fmla="*/ 163 w 805"/>
                  <a:gd name="T7" fmla="*/ 568 h 570"/>
                  <a:gd name="T8" fmla="*/ 164 w 805"/>
                  <a:gd name="T9" fmla="*/ 568 h 570"/>
                  <a:gd name="T10" fmla="*/ 413 w 805"/>
                  <a:gd name="T11" fmla="*/ 458 h 570"/>
                  <a:gd name="T12" fmla="*/ 800 w 805"/>
                  <a:gd name="T13" fmla="*/ 1 h 570"/>
                  <a:gd name="T14" fmla="*/ 800 w 805"/>
                  <a:gd name="T15" fmla="*/ 0 h 570"/>
                  <a:gd name="T16" fmla="*/ 805 w 805"/>
                  <a:gd name="T17" fmla="*/ 0 h 570"/>
                  <a:gd name="T18" fmla="*/ 805 w 805"/>
                  <a:gd name="T19" fmla="*/ 1 h 570"/>
                  <a:gd name="T20" fmla="*/ 417 w 805"/>
                  <a:gd name="T21" fmla="*/ 459 h 570"/>
                  <a:gd name="T22" fmla="*/ 164 w 805"/>
                  <a:gd name="T23" fmla="*/ 570 h 570"/>
                  <a:gd name="T24" fmla="*/ 163 w 805"/>
                  <a:gd name="T25" fmla="*/ 570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570">
                    <a:moveTo>
                      <a:pt x="163" y="570"/>
                    </a:moveTo>
                    <a:cubicBezTo>
                      <a:pt x="51" y="570"/>
                      <a:pt x="0" y="486"/>
                      <a:pt x="0" y="486"/>
                    </a:cubicBezTo>
                    <a:cubicBezTo>
                      <a:pt x="2" y="485"/>
                      <a:pt x="2" y="485"/>
                      <a:pt x="2" y="485"/>
                    </a:cubicBezTo>
                    <a:cubicBezTo>
                      <a:pt x="2" y="486"/>
                      <a:pt x="55" y="567"/>
                      <a:pt x="163" y="568"/>
                    </a:cubicBezTo>
                    <a:cubicBezTo>
                      <a:pt x="164" y="568"/>
                      <a:pt x="164" y="568"/>
                      <a:pt x="164" y="568"/>
                    </a:cubicBezTo>
                    <a:cubicBezTo>
                      <a:pt x="238" y="568"/>
                      <a:pt x="322" y="531"/>
                      <a:pt x="413" y="458"/>
                    </a:cubicBezTo>
                    <a:cubicBezTo>
                      <a:pt x="534" y="361"/>
                      <a:pt x="664" y="207"/>
                      <a:pt x="800" y="1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5" y="1"/>
                      <a:pt x="805" y="1"/>
                      <a:pt x="805" y="1"/>
                    </a:cubicBezTo>
                    <a:cubicBezTo>
                      <a:pt x="670" y="206"/>
                      <a:pt x="536" y="364"/>
                      <a:pt x="417" y="459"/>
                    </a:cubicBezTo>
                    <a:cubicBezTo>
                      <a:pt x="325" y="533"/>
                      <a:pt x="240" y="570"/>
                      <a:pt x="164" y="570"/>
                    </a:cubicBezTo>
                    <a:lnTo>
                      <a:pt x="163" y="5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81" name="Freeform 48"/>
              <p:cNvSpPr>
                <a:spLocks/>
              </p:cNvSpPr>
              <p:nvPr/>
            </p:nvSpPr>
            <p:spPr bwMode="gray">
              <a:xfrm>
                <a:off x="4899554" y="1626788"/>
                <a:ext cx="925513" cy="539750"/>
              </a:xfrm>
              <a:custGeom>
                <a:avLst/>
                <a:gdLst>
                  <a:gd name="T0" fmla="*/ 164 w 805"/>
                  <a:gd name="T1" fmla="*/ 469 h 469"/>
                  <a:gd name="T2" fmla="*/ 0 w 805"/>
                  <a:gd name="T3" fmla="*/ 397 h 469"/>
                  <a:gd name="T4" fmla="*/ 2 w 805"/>
                  <a:gd name="T5" fmla="*/ 397 h 469"/>
                  <a:gd name="T6" fmla="*/ 164 w 805"/>
                  <a:gd name="T7" fmla="*/ 466 h 469"/>
                  <a:gd name="T8" fmla="*/ 165 w 805"/>
                  <a:gd name="T9" fmla="*/ 466 h 469"/>
                  <a:gd name="T10" fmla="*/ 415 w 805"/>
                  <a:gd name="T11" fmla="*/ 375 h 469"/>
                  <a:gd name="T12" fmla="*/ 801 w 805"/>
                  <a:gd name="T13" fmla="*/ 1 h 469"/>
                  <a:gd name="T14" fmla="*/ 802 w 805"/>
                  <a:gd name="T15" fmla="*/ 0 h 469"/>
                  <a:gd name="T16" fmla="*/ 805 w 805"/>
                  <a:gd name="T17" fmla="*/ 2 h 469"/>
                  <a:gd name="T18" fmla="*/ 804 w 805"/>
                  <a:gd name="T19" fmla="*/ 2 h 469"/>
                  <a:gd name="T20" fmla="*/ 419 w 805"/>
                  <a:gd name="T21" fmla="*/ 377 h 469"/>
                  <a:gd name="T22" fmla="*/ 165 w 805"/>
                  <a:gd name="T23" fmla="*/ 469 h 469"/>
                  <a:gd name="T24" fmla="*/ 164 w 805"/>
                  <a:gd name="T25" fmla="*/ 469 h 4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469">
                    <a:moveTo>
                      <a:pt x="164" y="469"/>
                    </a:moveTo>
                    <a:cubicBezTo>
                      <a:pt x="52" y="468"/>
                      <a:pt x="0" y="398"/>
                      <a:pt x="0" y="397"/>
                    </a:cubicBezTo>
                    <a:cubicBezTo>
                      <a:pt x="2" y="397"/>
                      <a:pt x="2" y="397"/>
                      <a:pt x="2" y="397"/>
                    </a:cubicBezTo>
                    <a:cubicBezTo>
                      <a:pt x="2" y="397"/>
                      <a:pt x="56" y="466"/>
                      <a:pt x="164" y="466"/>
                    </a:cubicBezTo>
                    <a:cubicBezTo>
                      <a:pt x="165" y="466"/>
                      <a:pt x="165" y="466"/>
                      <a:pt x="165" y="466"/>
                    </a:cubicBezTo>
                    <a:cubicBezTo>
                      <a:pt x="239" y="466"/>
                      <a:pt x="323" y="436"/>
                      <a:pt x="415" y="375"/>
                    </a:cubicBezTo>
                    <a:cubicBezTo>
                      <a:pt x="535" y="296"/>
                      <a:pt x="665" y="170"/>
                      <a:pt x="801" y="1"/>
                    </a:cubicBezTo>
                    <a:cubicBezTo>
                      <a:pt x="802" y="0"/>
                      <a:pt x="802" y="0"/>
                      <a:pt x="802" y="0"/>
                    </a:cubicBezTo>
                    <a:cubicBezTo>
                      <a:pt x="805" y="2"/>
                      <a:pt x="805" y="2"/>
                      <a:pt x="805" y="2"/>
                    </a:cubicBezTo>
                    <a:cubicBezTo>
                      <a:pt x="804" y="2"/>
                      <a:pt x="804" y="2"/>
                      <a:pt x="804" y="2"/>
                    </a:cubicBezTo>
                    <a:cubicBezTo>
                      <a:pt x="668" y="172"/>
                      <a:pt x="539" y="298"/>
                      <a:pt x="419" y="377"/>
                    </a:cubicBezTo>
                    <a:cubicBezTo>
                      <a:pt x="326" y="438"/>
                      <a:pt x="241" y="469"/>
                      <a:pt x="165" y="469"/>
                    </a:cubicBezTo>
                    <a:lnTo>
                      <a:pt x="164" y="46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82" name="Freeform 49"/>
              <p:cNvSpPr>
                <a:spLocks/>
              </p:cNvSpPr>
              <p:nvPr/>
            </p:nvSpPr>
            <p:spPr bwMode="gray">
              <a:xfrm>
                <a:off x="4899554" y="1803000"/>
                <a:ext cx="925513" cy="425450"/>
              </a:xfrm>
              <a:custGeom>
                <a:avLst/>
                <a:gdLst>
                  <a:gd name="T0" fmla="*/ 162 w 805"/>
                  <a:gd name="T1" fmla="*/ 370 h 370"/>
                  <a:gd name="T2" fmla="*/ 0 w 805"/>
                  <a:gd name="T3" fmla="*/ 314 h 370"/>
                  <a:gd name="T4" fmla="*/ 2 w 805"/>
                  <a:gd name="T5" fmla="*/ 313 h 370"/>
                  <a:gd name="T6" fmla="*/ 162 w 805"/>
                  <a:gd name="T7" fmla="*/ 368 h 370"/>
                  <a:gd name="T8" fmla="*/ 163 w 805"/>
                  <a:gd name="T9" fmla="*/ 368 h 370"/>
                  <a:gd name="T10" fmla="*/ 413 w 805"/>
                  <a:gd name="T11" fmla="*/ 296 h 370"/>
                  <a:gd name="T12" fmla="*/ 800 w 805"/>
                  <a:gd name="T13" fmla="*/ 0 h 370"/>
                  <a:gd name="T14" fmla="*/ 800 w 805"/>
                  <a:gd name="T15" fmla="*/ 0 h 370"/>
                  <a:gd name="T16" fmla="*/ 805 w 805"/>
                  <a:gd name="T17" fmla="*/ 0 h 370"/>
                  <a:gd name="T18" fmla="*/ 804 w 805"/>
                  <a:gd name="T19" fmla="*/ 1 h 370"/>
                  <a:gd name="T20" fmla="*/ 416 w 805"/>
                  <a:gd name="T21" fmla="*/ 298 h 370"/>
                  <a:gd name="T22" fmla="*/ 163 w 805"/>
                  <a:gd name="T23" fmla="*/ 370 h 370"/>
                  <a:gd name="T24" fmla="*/ 162 w 805"/>
                  <a:gd name="T25" fmla="*/ 370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05" h="370">
                    <a:moveTo>
                      <a:pt x="162" y="370"/>
                    </a:moveTo>
                    <a:cubicBezTo>
                      <a:pt x="52" y="370"/>
                      <a:pt x="2" y="316"/>
                      <a:pt x="0" y="314"/>
                    </a:cubicBezTo>
                    <a:cubicBezTo>
                      <a:pt x="2" y="313"/>
                      <a:pt x="2" y="313"/>
                      <a:pt x="2" y="313"/>
                    </a:cubicBezTo>
                    <a:cubicBezTo>
                      <a:pt x="2" y="314"/>
                      <a:pt x="53" y="367"/>
                      <a:pt x="162" y="368"/>
                    </a:cubicBezTo>
                    <a:cubicBezTo>
                      <a:pt x="163" y="368"/>
                      <a:pt x="163" y="368"/>
                      <a:pt x="163" y="368"/>
                    </a:cubicBezTo>
                    <a:cubicBezTo>
                      <a:pt x="237" y="368"/>
                      <a:pt x="321" y="344"/>
                      <a:pt x="413" y="296"/>
                    </a:cubicBezTo>
                    <a:cubicBezTo>
                      <a:pt x="532" y="234"/>
                      <a:pt x="666" y="132"/>
                      <a:pt x="800" y="0"/>
                    </a:cubicBezTo>
                    <a:cubicBezTo>
                      <a:pt x="800" y="0"/>
                      <a:pt x="800" y="0"/>
                      <a:pt x="800" y="0"/>
                    </a:cubicBezTo>
                    <a:cubicBezTo>
                      <a:pt x="805" y="0"/>
                      <a:pt x="805" y="0"/>
                      <a:pt x="805" y="0"/>
                    </a:cubicBezTo>
                    <a:cubicBezTo>
                      <a:pt x="804" y="1"/>
                      <a:pt x="804" y="1"/>
                      <a:pt x="804" y="1"/>
                    </a:cubicBezTo>
                    <a:cubicBezTo>
                      <a:pt x="667" y="135"/>
                      <a:pt x="537" y="235"/>
                      <a:pt x="416" y="298"/>
                    </a:cubicBezTo>
                    <a:cubicBezTo>
                      <a:pt x="324" y="346"/>
                      <a:pt x="239" y="370"/>
                      <a:pt x="163" y="370"/>
                    </a:cubicBezTo>
                    <a:lnTo>
                      <a:pt x="162" y="370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83" name="Freeform 50"/>
              <p:cNvSpPr>
                <a:spLocks/>
              </p:cNvSpPr>
              <p:nvPr/>
            </p:nvSpPr>
            <p:spPr bwMode="gray">
              <a:xfrm>
                <a:off x="4663017" y="1433113"/>
                <a:ext cx="644525" cy="647700"/>
              </a:xfrm>
              <a:custGeom>
                <a:avLst/>
                <a:gdLst>
                  <a:gd name="T0" fmla="*/ 134 w 561"/>
                  <a:gd name="T1" fmla="*/ 564 h 564"/>
                  <a:gd name="T2" fmla="*/ 0 w 561"/>
                  <a:gd name="T3" fmla="*/ 482 h 564"/>
                  <a:gd name="T4" fmla="*/ 2 w 561"/>
                  <a:gd name="T5" fmla="*/ 482 h 564"/>
                  <a:gd name="T6" fmla="*/ 134 w 561"/>
                  <a:gd name="T7" fmla="*/ 561 h 564"/>
                  <a:gd name="T8" fmla="*/ 135 w 561"/>
                  <a:gd name="T9" fmla="*/ 561 h 564"/>
                  <a:gd name="T10" fmla="*/ 554 w 561"/>
                  <a:gd name="T11" fmla="*/ 0 h 564"/>
                  <a:gd name="T12" fmla="*/ 555 w 561"/>
                  <a:gd name="T13" fmla="*/ 0 h 564"/>
                  <a:gd name="T14" fmla="*/ 561 w 561"/>
                  <a:gd name="T15" fmla="*/ 0 h 564"/>
                  <a:gd name="T16" fmla="*/ 561 w 561"/>
                  <a:gd name="T17" fmla="*/ 1 h 564"/>
                  <a:gd name="T18" fmla="*/ 317 w 561"/>
                  <a:gd name="T19" fmla="*/ 452 h 564"/>
                  <a:gd name="T20" fmla="*/ 135 w 561"/>
                  <a:gd name="T21" fmla="*/ 564 h 564"/>
                  <a:gd name="T22" fmla="*/ 134 w 561"/>
                  <a:gd name="T23" fmla="*/ 564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1" h="564">
                    <a:moveTo>
                      <a:pt x="134" y="564"/>
                    </a:moveTo>
                    <a:cubicBezTo>
                      <a:pt x="48" y="564"/>
                      <a:pt x="1" y="483"/>
                      <a:pt x="0" y="482"/>
                    </a:cubicBezTo>
                    <a:cubicBezTo>
                      <a:pt x="2" y="482"/>
                      <a:pt x="2" y="482"/>
                      <a:pt x="2" y="482"/>
                    </a:cubicBezTo>
                    <a:cubicBezTo>
                      <a:pt x="2" y="483"/>
                      <a:pt x="53" y="561"/>
                      <a:pt x="134" y="561"/>
                    </a:cubicBezTo>
                    <a:cubicBezTo>
                      <a:pt x="135" y="561"/>
                      <a:pt x="135" y="561"/>
                      <a:pt x="135" y="561"/>
                    </a:cubicBezTo>
                    <a:cubicBezTo>
                      <a:pt x="225" y="560"/>
                      <a:pt x="370" y="463"/>
                      <a:pt x="554" y="0"/>
                    </a:cubicBezTo>
                    <a:cubicBezTo>
                      <a:pt x="555" y="0"/>
                      <a:pt x="555" y="0"/>
                      <a:pt x="555" y="0"/>
                    </a:cubicBezTo>
                    <a:cubicBezTo>
                      <a:pt x="561" y="0"/>
                      <a:pt x="561" y="0"/>
                      <a:pt x="561" y="0"/>
                    </a:cubicBezTo>
                    <a:cubicBezTo>
                      <a:pt x="561" y="1"/>
                      <a:pt x="561" y="1"/>
                      <a:pt x="561" y="1"/>
                    </a:cubicBezTo>
                    <a:cubicBezTo>
                      <a:pt x="478" y="207"/>
                      <a:pt x="397" y="359"/>
                      <a:pt x="317" y="452"/>
                    </a:cubicBezTo>
                    <a:cubicBezTo>
                      <a:pt x="255" y="526"/>
                      <a:pt x="193" y="563"/>
                      <a:pt x="135" y="564"/>
                    </a:cubicBezTo>
                    <a:lnTo>
                      <a:pt x="134" y="564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84" name="Freeform 51"/>
              <p:cNvSpPr>
                <a:spLocks/>
              </p:cNvSpPr>
              <p:nvPr/>
            </p:nvSpPr>
            <p:spPr bwMode="gray">
              <a:xfrm>
                <a:off x="4663017" y="1609325"/>
                <a:ext cx="652463" cy="550863"/>
              </a:xfrm>
              <a:custGeom>
                <a:avLst/>
                <a:gdLst>
                  <a:gd name="T0" fmla="*/ 136 w 568"/>
                  <a:gd name="T1" fmla="*/ 479 h 479"/>
                  <a:gd name="T2" fmla="*/ 0 w 568"/>
                  <a:gd name="T3" fmla="*/ 410 h 479"/>
                  <a:gd name="T4" fmla="*/ 2 w 568"/>
                  <a:gd name="T5" fmla="*/ 410 h 479"/>
                  <a:gd name="T6" fmla="*/ 136 w 568"/>
                  <a:gd name="T7" fmla="*/ 477 h 479"/>
                  <a:gd name="T8" fmla="*/ 137 w 568"/>
                  <a:gd name="T9" fmla="*/ 477 h 479"/>
                  <a:gd name="T10" fmla="*/ 562 w 568"/>
                  <a:gd name="T11" fmla="*/ 1 h 479"/>
                  <a:gd name="T12" fmla="*/ 562 w 568"/>
                  <a:gd name="T13" fmla="*/ 0 h 479"/>
                  <a:gd name="T14" fmla="*/ 568 w 568"/>
                  <a:gd name="T15" fmla="*/ 0 h 479"/>
                  <a:gd name="T16" fmla="*/ 568 w 568"/>
                  <a:gd name="T17" fmla="*/ 1 h 479"/>
                  <a:gd name="T18" fmla="*/ 321 w 568"/>
                  <a:gd name="T19" fmla="*/ 384 h 479"/>
                  <a:gd name="T20" fmla="*/ 137 w 568"/>
                  <a:gd name="T21" fmla="*/ 479 h 479"/>
                  <a:gd name="T22" fmla="*/ 136 w 568"/>
                  <a:gd name="T23" fmla="*/ 479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8" h="479">
                    <a:moveTo>
                      <a:pt x="136" y="479"/>
                    </a:moveTo>
                    <a:cubicBezTo>
                      <a:pt x="49" y="479"/>
                      <a:pt x="1" y="411"/>
                      <a:pt x="0" y="410"/>
                    </a:cubicBezTo>
                    <a:cubicBezTo>
                      <a:pt x="2" y="410"/>
                      <a:pt x="2" y="410"/>
                      <a:pt x="2" y="410"/>
                    </a:cubicBezTo>
                    <a:cubicBezTo>
                      <a:pt x="2" y="410"/>
                      <a:pt x="55" y="477"/>
                      <a:pt x="136" y="477"/>
                    </a:cubicBezTo>
                    <a:cubicBezTo>
                      <a:pt x="137" y="477"/>
                      <a:pt x="137" y="477"/>
                      <a:pt x="137" y="477"/>
                    </a:cubicBezTo>
                    <a:cubicBezTo>
                      <a:pt x="228" y="476"/>
                      <a:pt x="375" y="393"/>
                      <a:pt x="562" y="1"/>
                    </a:cubicBezTo>
                    <a:cubicBezTo>
                      <a:pt x="562" y="0"/>
                      <a:pt x="562" y="0"/>
                      <a:pt x="562" y="0"/>
                    </a:cubicBezTo>
                    <a:cubicBezTo>
                      <a:pt x="568" y="0"/>
                      <a:pt x="568" y="0"/>
                      <a:pt x="568" y="0"/>
                    </a:cubicBezTo>
                    <a:cubicBezTo>
                      <a:pt x="568" y="1"/>
                      <a:pt x="568" y="1"/>
                      <a:pt x="568" y="1"/>
                    </a:cubicBezTo>
                    <a:cubicBezTo>
                      <a:pt x="485" y="176"/>
                      <a:pt x="402" y="305"/>
                      <a:pt x="321" y="384"/>
                    </a:cubicBezTo>
                    <a:cubicBezTo>
                      <a:pt x="258" y="447"/>
                      <a:pt x="196" y="479"/>
                      <a:pt x="137" y="479"/>
                    </a:cubicBezTo>
                    <a:lnTo>
                      <a:pt x="136" y="479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85" name="Freeform 52"/>
              <p:cNvSpPr>
                <a:spLocks/>
              </p:cNvSpPr>
              <p:nvPr/>
            </p:nvSpPr>
            <p:spPr bwMode="gray">
              <a:xfrm>
                <a:off x="4663017" y="1798238"/>
                <a:ext cx="650875" cy="428625"/>
              </a:xfrm>
              <a:custGeom>
                <a:avLst/>
                <a:gdLst>
                  <a:gd name="T0" fmla="*/ 136 w 567"/>
                  <a:gd name="T1" fmla="*/ 373 h 373"/>
                  <a:gd name="T2" fmla="*/ 0 w 567"/>
                  <a:gd name="T3" fmla="*/ 318 h 373"/>
                  <a:gd name="T4" fmla="*/ 2 w 567"/>
                  <a:gd name="T5" fmla="*/ 317 h 373"/>
                  <a:gd name="T6" fmla="*/ 136 w 567"/>
                  <a:gd name="T7" fmla="*/ 370 h 373"/>
                  <a:gd name="T8" fmla="*/ 137 w 567"/>
                  <a:gd name="T9" fmla="*/ 370 h 373"/>
                  <a:gd name="T10" fmla="*/ 560 w 567"/>
                  <a:gd name="T11" fmla="*/ 1 h 373"/>
                  <a:gd name="T12" fmla="*/ 560 w 567"/>
                  <a:gd name="T13" fmla="*/ 0 h 373"/>
                  <a:gd name="T14" fmla="*/ 567 w 567"/>
                  <a:gd name="T15" fmla="*/ 1 h 373"/>
                  <a:gd name="T16" fmla="*/ 566 w 567"/>
                  <a:gd name="T17" fmla="*/ 2 h 373"/>
                  <a:gd name="T18" fmla="*/ 321 w 567"/>
                  <a:gd name="T19" fmla="*/ 299 h 373"/>
                  <a:gd name="T20" fmla="*/ 137 w 567"/>
                  <a:gd name="T21" fmla="*/ 373 h 373"/>
                  <a:gd name="T22" fmla="*/ 136 w 567"/>
                  <a:gd name="T23" fmla="*/ 373 h 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67" h="373">
                    <a:moveTo>
                      <a:pt x="136" y="373"/>
                    </a:moveTo>
                    <a:cubicBezTo>
                      <a:pt x="50" y="373"/>
                      <a:pt x="1" y="318"/>
                      <a:pt x="0" y="318"/>
                    </a:cubicBezTo>
                    <a:cubicBezTo>
                      <a:pt x="2" y="317"/>
                      <a:pt x="2" y="317"/>
                      <a:pt x="2" y="317"/>
                    </a:cubicBezTo>
                    <a:cubicBezTo>
                      <a:pt x="2" y="318"/>
                      <a:pt x="55" y="370"/>
                      <a:pt x="136" y="370"/>
                    </a:cubicBezTo>
                    <a:cubicBezTo>
                      <a:pt x="137" y="370"/>
                      <a:pt x="137" y="370"/>
                      <a:pt x="137" y="370"/>
                    </a:cubicBezTo>
                    <a:cubicBezTo>
                      <a:pt x="228" y="370"/>
                      <a:pt x="375" y="306"/>
                      <a:pt x="560" y="1"/>
                    </a:cubicBezTo>
                    <a:cubicBezTo>
                      <a:pt x="560" y="0"/>
                      <a:pt x="560" y="0"/>
                      <a:pt x="560" y="0"/>
                    </a:cubicBezTo>
                    <a:cubicBezTo>
                      <a:pt x="567" y="1"/>
                      <a:pt x="567" y="1"/>
                      <a:pt x="567" y="1"/>
                    </a:cubicBezTo>
                    <a:cubicBezTo>
                      <a:pt x="566" y="2"/>
                      <a:pt x="566" y="2"/>
                      <a:pt x="566" y="2"/>
                    </a:cubicBezTo>
                    <a:cubicBezTo>
                      <a:pt x="483" y="137"/>
                      <a:pt x="401" y="238"/>
                      <a:pt x="321" y="299"/>
                    </a:cubicBezTo>
                    <a:cubicBezTo>
                      <a:pt x="258" y="348"/>
                      <a:pt x="196" y="372"/>
                      <a:pt x="137" y="373"/>
                    </a:cubicBezTo>
                    <a:lnTo>
                      <a:pt x="136" y="373"/>
                    </a:lnTo>
                    <a:close/>
                  </a:path>
                </a:pathLst>
              </a:custGeom>
              <a:grpFill/>
              <a:ln>
                <a:solidFill>
                  <a:schemeClr val="bg1">
                    <a:lumMod val="65000"/>
                  </a:schemeClr>
                </a:solidFill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86" name="Freeform 53"/>
              <p:cNvSpPr>
                <a:spLocks noEditPoints="1"/>
              </p:cNvSpPr>
              <p:nvPr/>
            </p:nvSpPr>
            <p:spPr bwMode="gray">
              <a:xfrm>
                <a:off x="5304367" y="1188638"/>
                <a:ext cx="527050" cy="1290638"/>
              </a:xfrm>
              <a:custGeom>
                <a:avLst/>
                <a:gdLst>
                  <a:gd name="T0" fmla="*/ 289 w 458"/>
                  <a:gd name="T1" fmla="*/ 532 h 1123"/>
                  <a:gd name="T2" fmla="*/ 289 w 458"/>
                  <a:gd name="T3" fmla="*/ 429 h 1123"/>
                  <a:gd name="T4" fmla="*/ 289 w 458"/>
                  <a:gd name="T5" fmla="*/ 279 h 1123"/>
                  <a:gd name="T6" fmla="*/ 289 w 458"/>
                  <a:gd name="T7" fmla="*/ 102 h 1123"/>
                  <a:gd name="T8" fmla="*/ 4 w 458"/>
                  <a:gd name="T9" fmla="*/ 157 h 1123"/>
                  <a:gd name="T10" fmla="*/ 4 w 458"/>
                  <a:gd name="T11" fmla="*/ 333 h 1123"/>
                  <a:gd name="T12" fmla="*/ 4 w 458"/>
                  <a:gd name="T13" fmla="*/ 483 h 1123"/>
                  <a:gd name="T14" fmla="*/ 116 w 458"/>
                  <a:gd name="T15" fmla="*/ 783 h 1123"/>
                  <a:gd name="T16" fmla="*/ 376 w 458"/>
                  <a:gd name="T17" fmla="*/ 157 h 1123"/>
                  <a:gd name="T18" fmla="*/ 289 w 458"/>
                  <a:gd name="T19" fmla="*/ 155 h 1123"/>
                  <a:gd name="T20" fmla="*/ 368 w 458"/>
                  <a:gd name="T21" fmla="*/ 313 h 1123"/>
                  <a:gd name="T22" fmla="*/ 433 w 458"/>
                  <a:gd name="T23" fmla="*/ 483 h 1123"/>
                  <a:gd name="T24" fmla="*/ 368 w 458"/>
                  <a:gd name="T25" fmla="*/ 462 h 1123"/>
                  <a:gd name="T26" fmla="*/ 375 w 458"/>
                  <a:gd name="T27" fmla="*/ 1092 h 1123"/>
                  <a:gd name="T28" fmla="*/ 365 w 458"/>
                  <a:gd name="T29" fmla="*/ 1044 h 1123"/>
                  <a:gd name="T30" fmla="*/ 282 w 458"/>
                  <a:gd name="T31" fmla="*/ 925 h 1123"/>
                  <a:gd name="T32" fmla="*/ 333 w 458"/>
                  <a:gd name="T33" fmla="*/ 895 h 1123"/>
                  <a:gd name="T34" fmla="*/ 311 w 458"/>
                  <a:gd name="T35" fmla="*/ 791 h 1123"/>
                  <a:gd name="T36" fmla="*/ 301 w 458"/>
                  <a:gd name="T37" fmla="*/ 746 h 1123"/>
                  <a:gd name="T38" fmla="*/ 283 w 458"/>
                  <a:gd name="T39" fmla="*/ 656 h 1123"/>
                  <a:gd name="T40" fmla="*/ 265 w 458"/>
                  <a:gd name="T41" fmla="*/ 572 h 1123"/>
                  <a:gd name="T42" fmla="*/ 222 w 458"/>
                  <a:gd name="T43" fmla="*/ 9 h 1123"/>
                  <a:gd name="T44" fmla="*/ 257 w 458"/>
                  <a:gd name="T45" fmla="*/ 94 h 1123"/>
                  <a:gd name="T46" fmla="*/ 202 w 458"/>
                  <a:gd name="T47" fmla="*/ 501 h 1123"/>
                  <a:gd name="T48" fmla="*/ 203 w 458"/>
                  <a:gd name="T49" fmla="*/ 531 h 1123"/>
                  <a:gd name="T50" fmla="*/ 229 w 458"/>
                  <a:gd name="T51" fmla="*/ 461 h 1123"/>
                  <a:gd name="T52" fmla="*/ 236 w 458"/>
                  <a:gd name="T53" fmla="*/ 456 h 1123"/>
                  <a:gd name="T54" fmla="*/ 257 w 458"/>
                  <a:gd name="T55" fmla="*/ 432 h 1123"/>
                  <a:gd name="T56" fmla="*/ 204 w 458"/>
                  <a:gd name="T57" fmla="*/ 423 h 1123"/>
                  <a:gd name="T58" fmla="*/ 202 w 458"/>
                  <a:gd name="T59" fmla="*/ 382 h 1123"/>
                  <a:gd name="T60" fmla="*/ 222 w 458"/>
                  <a:gd name="T61" fmla="*/ 363 h 1123"/>
                  <a:gd name="T62" fmla="*/ 236 w 458"/>
                  <a:gd name="T63" fmla="*/ 363 h 1123"/>
                  <a:gd name="T64" fmla="*/ 202 w 458"/>
                  <a:gd name="T65" fmla="*/ 292 h 1123"/>
                  <a:gd name="T66" fmla="*/ 202 w 458"/>
                  <a:gd name="T67" fmla="*/ 282 h 1123"/>
                  <a:gd name="T68" fmla="*/ 202 w 458"/>
                  <a:gd name="T69" fmla="*/ 264 h 1123"/>
                  <a:gd name="T70" fmla="*/ 236 w 458"/>
                  <a:gd name="T71" fmla="*/ 250 h 1123"/>
                  <a:gd name="T72" fmla="*/ 202 w 458"/>
                  <a:gd name="T73" fmla="*/ 208 h 1123"/>
                  <a:gd name="T74" fmla="*/ 229 w 458"/>
                  <a:gd name="T75" fmla="*/ 188 h 1123"/>
                  <a:gd name="T76" fmla="*/ 229 w 458"/>
                  <a:gd name="T77" fmla="*/ 135 h 1123"/>
                  <a:gd name="T78" fmla="*/ 236 w 458"/>
                  <a:gd name="T79" fmla="*/ 130 h 1123"/>
                  <a:gd name="T80" fmla="*/ 257 w 458"/>
                  <a:gd name="T81" fmla="*/ 105 h 1123"/>
                  <a:gd name="T82" fmla="*/ 193 w 458"/>
                  <a:gd name="T83" fmla="*/ 572 h 1123"/>
                  <a:gd name="T84" fmla="*/ 229 w 458"/>
                  <a:gd name="T85" fmla="*/ 622 h 1123"/>
                  <a:gd name="T86" fmla="*/ 229 w 458"/>
                  <a:gd name="T87" fmla="*/ 664 h 1123"/>
                  <a:gd name="T88" fmla="*/ 26 w 458"/>
                  <a:gd name="T89" fmla="*/ 157 h 1123"/>
                  <a:gd name="T90" fmla="*/ 169 w 458"/>
                  <a:gd name="T91" fmla="*/ 110 h 1123"/>
                  <a:gd name="T92" fmla="*/ 90 w 458"/>
                  <a:gd name="T93" fmla="*/ 313 h 1123"/>
                  <a:gd name="T94" fmla="*/ 82 w 458"/>
                  <a:gd name="T95" fmla="*/ 483 h 1123"/>
                  <a:gd name="T96" fmla="*/ 168 w 458"/>
                  <a:gd name="T97" fmla="*/ 483 h 1123"/>
                  <a:gd name="T98" fmla="*/ 290 w 458"/>
                  <a:gd name="T99" fmla="*/ 694 h 1123"/>
                  <a:gd name="T100" fmla="*/ 159 w 458"/>
                  <a:gd name="T101" fmla="*/ 737 h 1123"/>
                  <a:gd name="T102" fmla="*/ 212 w 458"/>
                  <a:gd name="T103" fmla="*/ 759 h 1123"/>
                  <a:gd name="T104" fmla="*/ 149 w 458"/>
                  <a:gd name="T105" fmla="*/ 783 h 1123"/>
                  <a:gd name="T106" fmla="*/ 231 w 458"/>
                  <a:gd name="T107" fmla="*/ 892 h 1123"/>
                  <a:gd name="T108" fmla="*/ 139 w 458"/>
                  <a:gd name="T109" fmla="*/ 832 h 1123"/>
                  <a:gd name="T110" fmla="*/ 219 w 458"/>
                  <a:gd name="T111" fmla="*/ 899 h 1123"/>
                  <a:gd name="T112" fmla="*/ 118 w 458"/>
                  <a:gd name="T113" fmla="*/ 930 h 1123"/>
                  <a:gd name="T114" fmla="*/ 353 w 458"/>
                  <a:gd name="T115" fmla="*/ 988 h 1123"/>
                  <a:gd name="T116" fmla="*/ 92 w 458"/>
                  <a:gd name="T117" fmla="*/ 1051 h 1123"/>
                  <a:gd name="T118" fmla="*/ 85 w 458"/>
                  <a:gd name="T119" fmla="*/ 1087 h 1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58" h="1123">
                    <a:moveTo>
                      <a:pt x="82" y="1099"/>
                    </a:moveTo>
                    <a:cubicBezTo>
                      <a:pt x="376" y="1099"/>
                      <a:pt x="376" y="1099"/>
                      <a:pt x="376" y="1099"/>
                    </a:cubicBezTo>
                    <a:cubicBezTo>
                      <a:pt x="381" y="1123"/>
                      <a:pt x="381" y="1123"/>
                      <a:pt x="381" y="1123"/>
                    </a:cubicBezTo>
                    <a:cubicBezTo>
                      <a:pt x="414" y="1123"/>
                      <a:pt x="414" y="1123"/>
                      <a:pt x="414" y="1123"/>
                    </a:cubicBezTo>
                    <a:cubicBezTo>
                      <a:pt x="343" y="784"/>
                      <a:pt x="343" y="784"/>
                      <a:pt x="343" y="784"/>
                    </a:cubicBezTo>
                    <a:cubicBezTo>
                      <a:pt x="344" y="783"/>
                      <a:pt x="344" y="783"/>
                      <a:pt x="344" y="783"/>
                    </a:cubicBezTo>
                    <a:cubicBezTo>
                      <a:pt x="342" y="783"/>
                      <a:pt x="342" y="783"/>
                      <a:pt x="342" y="783"/>
                    </a:cubicBezTo>
                    <a:cubicBezTo>
                      <a:pt x="289" y="532"/>
                      <a:pt x="289" y="532"/>
                      <a:pt x="289" y="532"/>
                    </a:cubicBezTo>
                    <a:cubicBezTo>
                      <a:pt x="289" y="494"/>
                      <a:pt x="289" y="494"/>
                      <a:pt x="289" y="494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444" y="544"/>
                      <a:pt x="444" y="544"/>
                      <a:pt x="444" y="544"/>
                    </a:cubicBezTo>
                    <a:cubicBezTo>
                      <a:pt x="444" y="546"/>
                      <a:pt x="447" y="549"/>
                      <a:pt x="451" y="549"/>
                    </a:cubicBezTo>
                    <a:cubicBezTo>
                      <a:pt x="455" y="549"/>
                      <a:pt x="458" y="546"/>
                      <a:pt x="458" y="544"/>
                    </a:cubicBezTo>
                    <a:cubicBezTo>
                      <a:pt x="458" y="483"/>
                      <a:pt x="458" y="483"/>
                      <a:pt x="458" y="483"/>
                    </a:cubicBezTo>
                    <a:cubicBezTo>
                      <a:pt x="454" y="483"/>
                      <a:pt x="454" y="483"/>
                      <a:pt x="454" y="483"/>
                    </a:cubicBezTo>
                    <a:cubicBezTo>
                      <a:pt x="289" y="429"/>
                      <a:pt x="289" y="429"/>
                      <a:pt x="289" y="429"/>
                    </a:cubicBezTo>
                    <a:cubicBezTo>
                      <a:pt x="289" y="344"/>
                      <a:pt x="289" y="344"/>
                      <a:pt x="289" y="344"/>
                    </a:cubicBezTo>
                    <a:cubicBezTo>
                      <a:pt x="444" y="344"/>
                      <a:pt x="444" y="344"/>
                      <a:pt x="444" y="344"/>
                    </a:cubicBezTo>
                    <a:cubicBezTo>
                      <a:pt x="444" y="394"/>
                      <a:pt x="444" y="394"/>
                      <a:pt x="444" y="394"/>
                    </a:cubicBezTo>
                    <a:cubicBezTo>
                      <a:pt x="444" y="396"/>
                      <a:pt x="447" y="399"/>
                      <a:pt x="451" y="399"/>
                    </a:cubicBezTo>
                    <a:cubicBezTo>
                      <a:pt x="455" y="399"/>
                      <a:pt x="458" y="396"/>
                      <a:pt x="458" y="394"/>
                    </a:cubicBezTo>
                    <a:cubicBezTo>
                      <a:pt x="458" y="333"/>
                      <a:pt x="458" y="333"/>
                      <a:pt x="458" y="333"/>
                    </a:cubicBezTo>
                    <a:cubicBezTo>
                      <a:pt x="454" y="333"/>
                      <a:pt x="454" y="333"/>
                      <a:pt x="454" y="333"/>
                    </a:cubicBezTo>
                    <a:cubicBezTo>
                      <a:pt x="289" y="279"/>
                      <a:pt x="289" y="279"/>
                      <a:pt x="289" y="279"/>
                    </a:cubicBezTo>
                    <a:cubicBezTo>
                      <a:pt x="289" y="167"/>
                      <a:pt x="289" y="167"/>
                      <a:pt x="289" y="167"/>
                    </a:cubicBezTo>
                    <a:cubicBezTo>
                      <a:pt x="444" y="167"/>
                      <a:pt x="444" y="167"/>
                      <a:pt x="444" y="167"/>
                    </a:cubicBezTo>
                    <a:cubicBezTo>
                      <a:pt x="444" y="217"/>
                      <a:pt x="444" y="217"/>
                      <a:pt x="444" y="217"/>
                    </a:cubicBezTo>
                    <a:cubicBezTo>
                      <a:pt x="444" y="220"/>
                      <a:pt x="447" y="222"/>
                      <a:pt x="451" y="222"/>
                    </a:cubicBezTo>
                    <a:cubicBezTo>
                      <a:pt x="455" y="222"/>
                      <a:pt x="458" y="220"/>
                      <a:pt x="458" y="217"/>
                    </a:cubicBezTo>
                    <a:cubicBezTo>
                      <a:pt x="458" y="157"/>
                      <a:pt x="458" y="157"/>
                      <a:pt x="458" y="157"/>
                    </a:cubicBezTo>
                    <a:cubicBezTo>
                      <a:pt x="454" y="157"/>
                      <a:pt x="454" y="157"/>
                      <a:pt x="454" y="157"/>
                    </a:cubicBezTo>
                    <a:cubicBezTo>
                      <a:pt x="289" y="102"/>
                      <a:pt x="289" y="102"/>
                      <a:pt x="289" y="102"/>
                    </a:cubicBezTo>
                    <a:cubicBezTo>
                      <a:pt x="289" y="94"/>
                      <a:pt x="289" y="94"/>
                      <a:pt x="289" y="94"/>
                    </a:cubicBezTo>
                    <a:cubicBezTo>
                      <a:pt x="278" y="94"/>
                      <a:pt x="278" y="94"/>
                      <a:pt x="278" y="94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208" y="0"/>
                      <a:pt x="208" y="0"/>
                      <a:pt x="208" y="0"/>
                    </a:cubicBezTo>
                    <a:cubicBezTo>
                      <a:pt x="180" y="96"/>
                      <a:pt x="180" y="96"/>
                      <a:pt x="180" y="96"/>
                    </a:cubicBezTo>
                    <a:cubicBezTo>
                      <a:pt x="169" y="99"/>
                      <a:pt x="169" y="99"/>
                      <a:pt x="169" y="99"/>
                    </a:cubicBezTo>
                    <a:cubicBezTo>
                      <a:pt x="169" y="102"/>
                      <a:pt x="169" y="102"/>
                      <a:pt x="169" y="102"/>
                    </a:cubicBezTo>
                    <a:cubicBezTo>
                      <a:pt x="4" y="157"/>
                      <a:pt x="4" y="157"/>
                      <a:pt x="4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217"/>
                      <a:pt x="0" y="217"/>
                      <a:pt x="0" y="217"/>
                    </a:cubicBezTo>
                    <a:cubicBezTo>
                      <a:pt x="0" y="220"/>
                      <a:pt x="3" y="222"/>
                      <a:pt x="7" y="222"/>
                    </a:cubicBezTo>
                    <a:cubicBezTo>
                      <a:pt x="11" y="222"/>
                      <a:pt x="14" y="220"/>
                      <a:pt x="14" y="217"/>
                    </a:cubicBezTo>
                    <a:cubicBezTo>
                      <a:pt x="14" y="167"/>
                      <a:pt x="14" y="167"/>
                      <a:pt x="14" y="167"/>
                    </a:cubicBezTo>
                    <a:cubicBezTo>
                      <a:pt x="169" y="167"/>
                      <a:pt x="169" y="167"/>
                      <a:pt x="169" y="167"/>
                    </a:cubicBezTo>
                    <a:cubicBezTo>
                      <a:pt x="169" y="279"/>
                      <a:pt x="169" y="279"/>
                      <a:pt x="169" y="279"/>
                    </a:cubicBezTo>
                    <a:cubicBezTo>
                      <a:pt x="4" y="333"/>
                      <a:pt x="4" y="333"/>
                      <a:pt x="4" y="333"/>
                    </a:cubicBezTo>
                    <a:cubicBezTo>
                      <a:pt x="0" y="333"/>
                      <a:pt x="0" y="333"/>
                      <a:pt x="0" y="333"/>
                    </a:cubicBezTo>
                    <a:cubicBezTo>
                      <a:pt x="0" y="394"/>
                      <a:pt x="0" y="394"/>
                      <a:pt x="0" y="394"/>
                    </a:cubicBezTo>
                    <a:cubicBezTo>
                      <a:pt x="0" y="396"/>
                      <a:pt x="3" y="399"/>
                      <a:pt x="7" y="399"/>
                    </a:cubicBezTo>
                    <a:cubicBezTo>
                      <a:pt x="11" y="399"/>
                      <a:pt x="14" y="396"/>
                      <a:pt x="14" y="394"/>
                    </a:cubicBezTo>
                    <a:cubicBezTo>
                      <a:pt x="14" y="344"/>
                      <a:pt x="14" y="344"/>
                      <a:pt x="14" y="344"/>
                    </a:cubicBezTo>
                    <a:cubicBezTo>
                      <a:pt x="169" y="344"/>
                      <a:pt x="169" y="344"/>
                      <a:pt x="169" y="344"/>
                    </a:cubicBezTo>
                    <a:cubicBezTo>
                      <a:pt x="169" y="429"/>
                      <a:pt x="169" y="429"/>
                      <a:pt x="169" y="429"/>
                    </a:cubicBezTo>
                    <a:cubicBezTo>
                      <a:pt x="4" y="483"/>
                      <a:pt x="4" y="483"/>
                      <a:pt x="4" y="483"/>
                    </a:cubicBezTo>
                    <a:cubicBezTo>
                      <a:pt x="0" y="483"/>
                      <a:pt x="0" y="483"/>
                      <a:pt x="0" y="483"/>
                    </a:cubicBezTo>
                    <a:cubicBezTo>
                      <a:pt x="0" y="544"/>
                      <a:pt x="0" y="544"/>
                      <a:pt x="0" y="544"/>
                    </a:cubicBezTo>
                    <a:cubicBezTo>
                      <a:pt x="0" y="546"/>
                      <a:pt x="3" y="549"/>
                      <a:pt x="7" y="549"/>
                    </a:cubicBezTo>
                    <a:cubicBezTo>
                      <a:pt x="11" y="549"/>
                      <a:pt x="14" y="546"/>
                      <a:pt x="14" y="544"/>
                    </a:cubicBezTo>
                    <a:cubicBezTo>
                      <a:pt x="14" y="494"/>
                      <a:pt x="14" y="494"/>
                      <a:pt x="14" y="494"/>
                    </a:cubicBezTo>
                    <a:cubicBezTo>
                      <a:pt x="169" y="494"/>
                      <a:pt x="169" y="494"/>
                      <a:pt x="169" y="494"/>
                    </a:cubicBezTo>
                    <a:cubicBezTo>
                      <a:pt x="169" y="532"/>
                      <a:pt x="169" y="532"/>
                      <a:pt x="169" y="532"/>
                    </a:cubicBezTo>
                    <a:cubicBezTo>
                      <a:pt x="116" y="783"/>
                      <a:pt x="116" y="783"/>
                      <a:pt x="116" y="783"/>
                    </a:cubicBezTo>
                    <a:cubicBezTo>
                      <a:pt x="114" y="783"/>
                      <a:pt x="114" y="783"/>
                      <a:pt x="114" y="783"/>
                    </a:cubicBezTo>
                    <a:cubicBezTo>
                      <a:pt x="116" y="784"/>
                      <a:pt x="116" y="784"/>
                      <a:pt x="116" y="784"/>
                    </a:cubicBezTo>
                    <a:cubicBezTo>
                      <a:pt x="44" y="1123"/>
                      <a:pt x="44" y="1123"/>
                      <a:pt x="44" y="1123"/>
                    </a:cubicBezTo>
                    <a:cubicBezTo>
                      <a:pt x="77" y="1123"/>
                      <a:pt x="77" y="1123"/>
                      <a:pt x="77" y="1123"/>
                    </a:cubicBezTo>
                    <a:lnTo>
                      <a:pt x="82" y="1099"/>
                    </a:lnTo>
                    <a:close/>
                    <a:moveTo>
                      <a:pt x="376" y="138"/>
                    </a:moveTo>
                    <a:cubicBezTo>
                      <a:pt x="433" y="157"/>
                      <a:pt x="433" y="157"/>
                      <a:pt x="433" y="157"/>
                    </a:cubicBezTo>
                    <a:cubicBezTo>
                      <a:pt x="376" y="157"/>
                      <a:pt x="376" y="157"/>
                      <a:pt x="376" y="157"/>
                    </a:cubicBezTo>
                    <a:lnTo>
                      <a:pt x="376" y="138"/>
                    </a:lnTo>
                    <a:close/>
                    <a:moveTo>
                      <a:pt x="368" y="157"/>
                    </a:moveTo>
                    <a:cubicBezTo>
                      <a:pt x="303" y="157"/>
                      <a:pt x="303" y="157"/>
                      <a:pt x="303" y="157"/>
                    </a:cubicBezTo>
                    <a:cubicBezTo>
                      <a:pt x="368" y="139"/>
                      <a:pt x="368" y="139"/>
                      <a:pt x="368" y="139"/>
                    </a:cubicBezTo>
                    <a:lnTo>
                      <a:pt x="368" y="157"/>
                    </a:lnTo>
                    <a:close/>
                    <a:moveTo>
                      <a:pt x="289" y="110"/>
                    </a:moveTo>
                    <a:cubicBezTo>
                      <a:pt x="363" y="134"/>
                      <a:pt x="363" y="134"/>
                      <a:pt x="363" y="134"/>
                    </a:cubicBezTo>
                    <a:cubicBezTo>
                      <a:pt x="289" y="155"/>
                      <a:pt x="289" y="155"/>
                      <a:pt x="289" y="155"/>
                    </a:cubicBezTo>
                    <a:lnTo>
                      <a:pt x="289" y="110"/>
                    </a:lnTo>
                    <a:close/>
                    <a:moveTo>
                      <a:pt x="376" y="315"/>
                    </a:moveTo>
                    <a:cubicBezTo>
                      <a:pt x="433" y="333"/>
                      <a:pt x="433" y="333"/>
                      <a:pt x="433" y="333"/>
                    </a:cubicBezTo>
                    <a:cubicBezTo>
                      <a:pt x="376" y="333"/>
                      <a:pt x="376" y="333"/>
                      <a:pt x="376" y="333"/>
                    </a:cubicBezTo>
                    <a:lnTo>
                      <a:pt x="376" y="315"/>
                    </a:lnTo>
                    <a:close/>
                    <a:moveTo>
                      <a:pt x="368" y="333"/>
                    </a:moveTo>
                    <a:cubicBezTo>
                      <a:pt x="296" y="333"/>
                      <a:pt x="296" y="333"/>
                      <a:pt x="296" y="333"/>
                    </a:cubicBezTo>
                    <a:cubicBezTo>
                      <a:pt x="368" y="313"/>
                      <a:pt x="368" y="313"/>
                      <a:pt x="368" y="313"/>
                    </a:cubicBezTo>
                    <a:lnTo>
                      <a:pt x="368" y="333"/>
                    </a:lnTo>
                    <a:close/>
                    <a:moveTo>
                      <a:pt x="289" y="286"/>
                    </a:moveTo>
                    <a:cubicBezTo>
                      <a:pt x="368" y="312"/>
                      <a:pt x="368" y="312"/>
                      <a:pt x="368" y="312"/>
                    </a:cubicBezTo>
                    <a:cubicBezTo>
                      <a:pt x="291" y="333"/>
                      <a:pt x="291" y="333"/>
                      <a:pt x="291" y="333"/>
                    </a:cubicBezTo>
                    <a:cubicBezTo>
                      <a:pt x="289" y="333"/>
                      <a:pt x="289" y="333"/>
                      <a:pt x="289" y="333"/>
                    </a:cubicBezTo>
                    <a:lnTo>
                      <a:pt x="289" y="286"/>
                    </a:lnTo>
                    <a:close/>
                    <a:moveTo>
                      <a:pt x="376" y="465"/>
                    </a:moveTo>
                    <a:cubicBezTo>
                      <a:pt x="433" y="483"/>
                      <a:pt x="433" y="483"/>
                      <a:pt x="433" y="483"/>
                    </a:cubicBezTo>
                    <a:cubicBezTo>
                      <a:pt x="376" y="483"/>
                      <a:pt x="376" y="483"/>
                      <a:pt x="376" y="483"/>
                    </a:cubicBezTo>
                    <a:lnTo>
                      <a:pt x="376" y="465"/>
                    </a:lnTo>
                    <a:close/>
                    <a:moveTo>
                      <a:pt x="368" y="483"/>
                    </a:moveTo>
                    <a:cubicBezTo>
                      <a:pt x="296" y="483"/>
                      <a:pt x="296" y="483"/>
                      <a:pt x="296" y="483"/>
                    </a:cubicBezTo>
                    <a:cubicBezTo>
                      <a:pt x="368" y="463"/>
                      <a:pt x="368" y="463"/>
                      <a:pt x="368" y="463"/>
                    </a:cubicBezTo>
                    <a:lnTo>
                      <a:pt x="368" y="483"/>
                    </a:lnTo>
                    <a:close/>
                    <a:moveTo>
                      <a:pt x="289" y="436"/>
                    </a:moveTo>
                    <a:cubicBezTo>
                      <a:pt x="368" y="462"/>
                      <a:pt x="368" y="462"/>
                      <a:pt x="368" y="462"/>
                    </a:cubicBezTo>
                    <a:cubicBezTo>
                      <a:pt x="290" y="483"/>
                      <a:pt x="290" y="483"/>
                      <a:pt x="290" y="483"/>
                    </a:cubicBezTo>
                    <a:cubicBezTo>
                      <a:pt x="289" y="483"/>
                      <a:pt x="289" y="483"/>
                      <a:pt x="289" y="483"/>
                    </a:cubicBezTo>
                    <a:lnTo>
                      <a:pt x="289" y="436"/>
                    </a:lnTo>
                    <a:close/>
                    <a:moveTo>
                      <a:pt x="375" y="1092"/>
                    </a:moveTo>
                    <a:cubicBezTo>
                      <a:pt x="243" y="1092"/>
                      <a:pt x="243" y="1092"/>
                      <a:pt x="243" y="1092"/>
                    </a:cubicBezTo>
                    <a:cubicBezTo>
                      <a:pt x="295" y="1049"/>
                      <a:pt x="295" y="1049"/>
                      <a:pt x="295" y="1049"/>
                    </a:cubicBezTo>
                    <a:cubicBezTo>
                      <a:pt x="374" y="1087"/>
                      <a:pt x="374" y="1087"/>
                      <a:pt x="374" y="1087"/>
                    </a:cubicBezTo>
                    <a:lnTo>
                      <a:pt x="375" y="1092"/>
                    </a:lnTo>
                    <a:close/>
                    <a:moveTo>
                      <a:pt x="371" y="1076"/>
                    </a:moveTo>
                    <a:cubicBezTo>
                      <a:pt x="320" y="1051"/>
                      <a:pt x="320" y="1051"/>
                      <a:pt x="320" y="1051"/>
                    </a:cubicBezTo>
                    <a:cubicBezTo>
                      <a:pt x="366" y="1051"/>
                      <a:pt x="366" y="1051"/>
                      <a:pt x="366" y="1051"/>
                    </a:cubicBezTo>
                    <a:lnTo>
                      <a:pt x="371" y="1076"/>
                    </a:lnTo>
                    <a:close/>
                    <a:moveTo>
                      <a:pt x="365" y="1044"/>
                    </a:moveTo>
                    <a:cubicBezTo>
                      <a:pt x="301" y="1044"/>
                      <a:pt x="301" y="1044"/>
                      <a:pt x="301" y="1044"/>
                    </a:cubicBezTo>
                    <a:cubicBezTo>
                      <a:pt x="355" y="1000"/>
                      <a:pt x="355" y="1000"/>
                      <a:pt x="355" y="1000"/>
                    </a:cubicBezTo>
                    <a:lnTo>
                      <a:pt x="365" y="1044"/>
                    </a:lnTo>
                    <a:close/>
                    <a:moveTo>
                      <a:pt x="351" y="978"/>
                    </a:moveTo>
                    <a:cubicBezTo>
                      <a:pt x="232" y="978"/>
                      <a:pt x="232" y="978"/>
                      <a:pt x="232" y="978"/>
                    </a:cubicBezTo>
                    <a:cubicBezTo>
                      <a:pt x="232" y="905"/>
                      <a:pt x="232" y="905"/>
                      <a:pt x="232" y="905"/>
                    </a:cubicBezTo>
                    <a:cubicBezTo>
                      <a:pt x="350" y="974"/>
                      <a:pt x="350" y="974"/>
                      <a:pt x="350" y="974"/>
                    </a:cubicBezTo>
                    <a:lnTo>
                      <a:pt x="351" y="978"/>
                    </a:lnTo>
                    <a:close/>
                    <a:moveTo>
                      <a:pt x="239" y="899"/>
                    </a:moveTo>
                    <a:cubicBezTo>
                      <a:pt x="328" y="886"/>
                      <a:pt x="328" y="886"/>
                      <a:pt x="328" y="886"/>
                    </a:cubicBezTo>
                    <a:cubicBezTo>
                      <a:pt x="282" y="925"/>
                      <a:pt x="282" y="925"/>
                      <a:pt x="282" y="925"/>
                    </a:cubicBezTo>
                    <a:lnTo>
                      <a:pt x="239" y="899"/>
                    </a:lnTo>
                    <a:close/>
                    <a:moveTo>
                      <a:pt x="348" y="964"/>
                    </a:moveTo>
                    <a:cubicBezTo>
                      <a:pt x="290" y="930"/>
                      <a:pt x="290" y="930"/>
                      <a:pt x="290" y="930"/>
                    </a:cubicBezTo>
                    <a:cubicBezTo>
                      <a:pt x="340" y="930"/>
                      <a:pt x="340" y="930"/>
                      <a:pt x="340" y="930"/>
                    </a:cubicBezTo>
                    <a:lnTo>
                      <a:pt x="348" y="964"/>
                    </a:lnTo>
                    <a:close/>
                    <a:moveTo>
                      <a:pt x="339" y="922"/>
                    </a:moveTo>
                    <a:cubicBezTo>
                      <a:pt x="302" y="922"/>
                      <a:pt x="302" y="922"/>
                      <a:pt x="302" y="922"/>
                    </a:cubicBezTo>
                    <a:cubicBezTo>
                      <a:pt x="333" y="895"/>
                      <a:pt x="333" y="895"/>
                      <a:pt x="333" y="895"/>
                    </a:cubicBezTo>
                    <a:lnTo>
                      <a:pt x="339" y="922"/>
                    </a:lnTo>
                    <a:close/>
                    <a:moveTo>
                      <a:pt x="329" y="877"/>
                    </a:moveTo>
                    <a:cubicBezTo>
                      <a:pt x="252" y="889"/>
                      <a:pt x="252" y="889"/>
                      <a:pt x="252" y="889"/>
                    </a:cubicBezTo>
                    <a:cubicBezTo>
                      <a:pt x="323" y="847"/>
                      <a:pt x="323" y="847"/>
                      <a:pt x="323" y="847"/>
                    </a:cubicBezTo>
                    <a:lnTo>
                      <a:pt x="329" y="877"/>
                    </a:lnTo>
                    <a:close/>
                    <a:moveTo>
                      <a:pt x="317" y="821"/>
                    </a:moveTo>
                    <a:cubicBezTo>
                      <a:pt x="248" y="805"/>
                      <a:pt x="248" y="805"/>
                      <a:pt x="248" y="805"/>
                    </a:cubicBezTo>
                    <a:cubicBezTo>
                      <a:pt x="311" y="791"/>
                      <a:pt x="311" y="791"/>
                      <a:pt x="311" y="791"/>
                    </a:cubicBezTo>
                    <a:lnTo>
                      <a:pt x="317" y="821"/>
                    </a:lnTo>
                    <a:close/>
                    <a:moveTo>
                      <a:pt x="296" y="824"/>
                    </a:moveTo>
                    <a:cubicBezTo>
                      <a:pt x="162" y="824"/>
                      <a:pt x="162" y="824"/>
                      <a:pt x="162" y="824"/>
                    </a:cubicBezTo>
                    <a:cubicBezTo>
                      <a:pt x="229" y="809"/>
                      <a:pt x="229" y="809"/>
                      <a:pt x="229" y="809"/>
                    </a:cubicBezTo>
                    <a:lnTo>
                      <a:pt x="296" y="824"/>
                    </a:lnTo>
                    <a:close/>
                    <a:moveTo>
                      <a:pt x="307" y="774"/>
                    </a:moveTo>
                    <a:cubicBezTo>
                      <a:pt x="247" y="759"/>
                      <a:pt x="247" y="759"/>
                      <a:pt x="247" y="759"/>
                    </a:cubicBezTo>
                    <a:cubicBezTo>
                      <a:pt x="301" y="746"/>
                      <a:pt x="301" y="746"/>
                      <a:pt x="301" y="746"/>
                    </a:cubicBezTo>
                    <a:lnTo>
                      <a:pt x="307" y="774"/>
                    </a:lnTo>
                    <a:close/>
                    <a:moveTo>
                      <a:pt x="298" y="728"/>
                    </a:moveTo>
                    <a:cubicBezTo>
                      <a:pt x="245" y="714"/>
                      <a:pt x="245" y="714"/>
                      <a:pt x="245" y="714"/>
                    </a:cubicBezTo>
                    <a:cubicBezTo>
                      <a:pt x="292" y="702"/>
                      <a:pt x="292" y="702"/>
                      <a:pt x="292" y="702"/>
                    </a:cubicBezTo>
                    <a:lnTo>
                      <a:pt x="298" y="728"/>
                    </a:lnTo>
                    <a:close/>
                    <a:moveTo>
                      <a:pt x="288" y="682"/>
                    </a:moveTo>
                    <a:cubicBezTo>
                      <a:pt x="243" y="668"/>
                      <a:pt x="243" y="668"/>
                      <a:pt x="243" y="668"/>
                    </a:cubicBezTo>
                    <a:cubicBezTo>
                      <a:pt x="283" y="656"/>
                      <a:pt x="283" y="656"/>
                      <a:pt x="283" y="656"/>
                    </a:cubicBezTo>
                    <a:lnTo>
                      <a:pt x="288" y="682"/>
                    </a:lnTo>
                    <a:close/>
                    <a:moveTo>
                      <a:pt x="279" y="639"/>
                    </a:moveTo>
                    <a:cubicBezTo>
                      <a:pt x="242" y="626"/>
                      <a:pt x="242" y="626"/>
                      <a:pt x="242" y="626"/>
                    </a:cubicBezTo>
                    <a:cubicBezTo>
                      <a:pt x="274" y="615"/>
                      <a:pt x="274" y="615"/>
                      <a:pt x="274" y="615"/>
                    </a:cubicBezTo>
                    <a:lnTo>
                      <a:pt x="279" y="639"/>
                    </a:lnTo>
                    <a:close/>
                    <a:moveTo>
                      <a:pt x="270" y="596"/>
                    </a:moveTo>
                    <a:cubicBezTo>
                      <a:pt x="240" y="583"/>
                      <a:pt x="240" y="583"/>
                      <a:pt x="240" y="583"/>
                    </a:cubicBezTo>
                    <a:cubicBezTo>
                      <a:pt x="265" y="572"/>
                      <a:pt x="265" y="572"/>
                      <a:pt x="265" y="572"/>
                    </a:cubicBezTo>
                    <a:lnTo>
                      <a:pt x="270" y="596"/>
                    </a:lnTo>
                    <a:close/>
                    <a:moveTo>
                      <a:pt x="259" y="72"/>
                    </a:moveTo>
                    <a:cubicBezTo>
                      <a:pt x="234" y="30"/>
                      <a:pt x="234" y="30"/>
                      <a:pt x="234" y="30"/>
                    </a:cubicBezTo>
                    <a:cubicBezTo>
                      <a:pt x="242" y="16"/>
                      <a:pt x="242" y="16"/>
                      <a:pt x="242" y="16"/>
                    </a:cubicBezTo>
                    <a:lnTo>
                      <a:pt x="259" y="72"/>
                    </a:lnTo>
                    <a:close/>
                    <a:moveTo>
                      <a:pt x="237" y="9"/>
                    </a:moveTo>
                    <a:cubicBezTo>
                      <a:pt x="229" y="22"/>
                      <a:pt x="229" y="22"/>
                      <a:pt x="229" y="22"/>
                    </a:cubicBezTo>
                    <a:cubicBezTo>
                      <a:pt x="222" y="9"/>
                      <a:pt x="222" y="9"/>
                      <a:pt x="222" y="9"/>
                    </a:cubicBezTo>
                    <a:lnTo>
                      <a:pt x="237" y="9"/>
                    </a:lnTo>
                    <a:close/>
                    <a:moveTo>
                      <a:pt x="216" y="16"/>
                    </a:moveTo>
                    <a:cubicBezTo>
                      <a:pt x="224" y="30"/>
                      <a:pt x="224" y="30"/>
                      <a:pt x="224" y="30"/>
                    </a:cubicBezTo>
                    <a:cubicBezTo>
                      <a:pt x="200" y="72"/>
                      <a:pt x="200" y="72"/>
                      <a:pt x="200" y="72"/>
                    </a:cubicBezTo>
                    <a:lnTo>
                      <a:pt x="216" y="16"/>
                    </a:lnTo>
                    <a:close/>
                    <a:moveTo>
                      <a:pt x="229" y="38"/>
                    </a:moveTo>
                    <a:cubicBezTo>
                      <a:pt x="262" y="94"/>
                      <a:pt x="262" y="94"/>
                      <a:pt x="262" y="94"/>
                    </a:cubicBezTo>
                    <a:cubicBezTo>
                      <a:pt x="257" y="94"/>
                      <a:pt x="257" y="94"/>
                      <a:pt x="257" y="94"/>
                    </a:cubicBezTo>
                    <a:cubicBezTo>
                      <a:pt x="257" y="97"/>
                      <a:pt x="257" y="97"/>
                      <a:pt x="257" y="97"/>
                    </a:cubicBezTo>
                    <a:cubicBezTo>
                      <a:pt x="202" y="97"/>
                      <a:pt x="202" y="97"/>
                      <a:pt x="202" y="97"/>
                    </a:cubicBezTo>
                    <a:cubicBezTo>
                      <a:pt x="202" y="89"/>
                      <a:pt x="202" y="89"/>
                      <a:pt x="202" y="89"/>
                    </a:cubicBezTo>
                    <a:cubicBezTo>
                      <a:pt x="199" y="90"/>
                      <a:pt x="199" y="90"/>
                      <a:pt x="199" y="90"/>
                    </a:cubicBezTo>
                    <a:lnTo>
                      <a:pt x="229" y="38"/>
                    </a:lnTo>
                    <a:close/>
                    <a:moveTo>
                      <a:pt x="222" y="512"/>
                    </a:moveTo>
                    <a:cubicBezTo>
                      <a:pt x="202" y="524"/>
                      <a:pt x="202" y="524"/>
                      <a:pt x="202" y="524"/>
                    </a:cubicBezTo>
                    <a:cubicBezTo>
                      <a:pt x="202" y="501"/>
                      <a:pt x="202" y="501"/>
                      <a:pt x="202" y="501"/>
                    </a:cubicBezTo>
                    <a:lnTo>
                      <a:pt x="222" y="512"/>
                    </a:lnTo>
                    <a:close/>
                    <a:moveTo>
                      <a:pt x="204" y="494"/>
                    </a:moveTo>
                    <a:cubicBezTo>
                      <a:pt x="255" y="494"/>
                      <a:pt x="255" y="494"/>
                      <a:pt x="255" y="494"/>
                    </a:cubicBezTo>
                    <a:cubicBezTo>
                      <a:pt x="229" y="508"/>
                      <a:pt x="229" y="508"/>
                      <a:pt x="229" y="508"/>
                    </a:cubicBezTo>
                    <a:lnTo>
                      <a:pt x="204" y="494"/>
                    </a:lnTo>
                    <a:close/>
                    <a:moveTo>
                      <a:pt x="229" y="516"/>
                    </a:moveTo>
                    <a:cubicBezTo>
                      <a:pt x="255" y="531"/>
                      <a:pt x="255" y="531"/>
                      <a:pt x="255" y="531"/>
                    </a:cubicBezTo>
                    <a:cubicBezTo>
                      <a:pt x="203" y="531"/>
                      <a:pt x="203" y="531"/>
                      <a:pt x="203" y="531"/>
                    </a:cubicBezTo>
                    <a:lnTo>
                      <a:pt x="229" y="516"/>
                    </a:lnTo>
                    <a:close/>
                    <a:moveTo>
                      <a:pt x="236" y="512"/>
                    </a:moveTo>
                    <a:cubicBezTo>
                      <a:pt x="257" y="501"/>
                      <a:pt x="257" y="501"/>
                      <a:pt x="257" y="501"/>
                    </a:cubicBezTo>
                    <a:cubicBezTo>
                      <a:pt x="257" y="524"/>
                      <a:pt x="257" y="524"/>
                      <a:pt x="257" y="524"/>
                    </a:cubicBezTo>
                    <a:lnTo>
                      <a:pt x="236" y="512"/>
                    </a:lnTo>
                    <a:close/>
                    <a:moveTo>
                      <a:pt x="202" y="483"/>
                    </a:moveTo>
                    <a:cubicBezTo>
                      <a:pt x="202" y="480"/>
                      <a:pt x="202" y="480"/>
                      <a:pt x="202" y="480"/>
                    </a:cubicBezTo>
                    <a:cubicBezTo>
                      <a:pt x="229" y="461"/>
                      <a:pt x="229" y="461"/>
                      <a:pt x="229" y="461"/>
                    </a:cubicBezTo>
                    <a:cubicBezTo>
                      <a:pt x="257" y="480"/>
                      <a:pt x="257" y="480"/>
                      <a:pt x="257" y="480"/>
                    </a:cubicBezTo>
                    <a:cubicBezTo>
                      <a:pt x="257" y="483"/>
                      <a:pt x="257" y="483"/>
                      <a:pt x="257" y="483"/>
                    </a:cubicBezTo>
                    <a:lnTo>
                      <a:pt x="202" y="483"/>
                    </a:lnTo>
                    <a:close/>
                    <a:moveTo>
                      <a:pt x="202" y="470"/>
                    </a:moveTo>
                    <a:cubicBezTo>
                      <a:pt x="202" y="442"/>
                      <a:pt x="202" y="442"/>
                      <a:pt x="202" y="442"/>
                    </a:cubicBezTo>
                    <a:cubicBezTo>
                      <a:pt x="222" y="456"/>
                      <a:pt x="222" y="456"/>
                      <a:pt x="222" y="456"/>
                    </a:cubicBezTo>
                    <a:lnTo>
                      <a:pt x="202" y="470"/>
                    </a:lnTo>
                    <a:close/>
                    <a:moveTo>
                      <a:pt x="236" y="456"/>
                    </a:moveTo>
                    <a:cubicBezTo>
                      <a:pt x="257" y="442"/>
                      <a:pt x="257" y="442"/>
                      <a:pt x="257" y="442"/>
                    </a:cubicBezTo>
                    <a:cubicBezTo>
                      <a:pt x="257" y="470"/>
                      <a:pt x="257" y="470"/>
                      <a:pt x="257" y="470"/>
                    </a:cubicBezTo>
                    <a:lnTo>
                      <a:pt x="236" y="456"/>
                    </a:lnTo>
                    <a:close/>
                    <a:moveTo>
                      <a:pt x="229" y="451"/>
                    </a:moveTo>
                    <a:cubicBezTo>
                      <a:pt x="202" y="432"/>
                      <a:pt x="202" y="432"/>
                      <a:pt x="202" y="432"/>
                    </a:cubicBezTo>
                    <a:cubicBezTo>
                      <a:pt x="202" y="430"/>
                      <a:pt x="202" y="430"/>
                      <a:pt x="202" y="430"/>
                    </a:cubicBezTo>
                    <a:cubicBezTo>
                      <a:pt x="257" y="430"/>
                      <a:pt x="257" y="430"/>
                      <a:pt x="257" y="430"/>
                    </a:cubicBezTo>
                    <a:cubicBezTo>
                      <a:pt x="257" y="432"/>
                      <a:pt x="257" y="432"/>
                      <a:pt x="257" y="432"/>
                    </a:cubicBezTo>
                    <a:lnTo>
                      <a:pt x="229" y="451"/>
                    </a:lnTo>
                    <a:close/>
                    <a:moveTo>
                      <a:pt x="202" y="417"/>
                    </a:moveTo>
                    <a:cubicBezTo>
                      <a:pt x="202" y="393"/>
                      <a:pt x="202" y="393"/>
                      <a:pt x="202" y="393"/>
                    </a:cubicBezTo>
                    <a:cubicBezTo>
                      <a:pt x="222" y="405"/>
                      <a:pt x="222" y="405"/>
                      <a:pt x="222" y="405"/>
                    </a:cubicBezTo>
                    <a:lnTo>
                      <a:pt x="202" y="417"/>
                    </a:lnTo>
                    <a:close/>
                    <a:moveTo>
                      <a:pt x="229" y="409"/>
                    </a:moveTo>
                    <a:cubicBezTo>
                      <a:pt x="254" y="423"/>
                      <a:pt x="254" y="423"/>
                      <a:pt x="254" y="423"/>
                    </a:cubicBezTo>
                    <a:cubicBezTo>
                      <a:pt x="204" y="423"/>
                      <a:pt x="204" y="423"/>
                      <a:pt x="204" y="423"/>
                    </a:cubicBezTo>
                    <a:lnTo>
                      <a:pt x="229" y="409"/>
                    </a:lnTo>
                    <a:close/>
                    <a:moveTo>
                      <a:pt x="236" y="405"/>
                    </a:moveTo>
                    <a:cubicBezTo>
                      <a:pt x="257" y="393"/>
                      <a:pt x="257" y="393"/>
                      <a:pt x="257" y="393"/>
                    </a:cubicBezTo>
                    <a:cubicBezTo>
                      <a:pt x="257" y="417"/>
                      <a:pt x="257" y="417"/>
                      <a:pt x="257" y="417"/>
                    </a:cubicBezTo>
                    <a:lnTo>
                      <a:pt x="236" y="405"/>
                    </a:lnTo>
                    <a:close/>
                    <a:moveTo>
                      <a:pt x="229" y="401"/>
                    </a:moveTo>
                    <a:cubicBezTo>
                      <a:pt x="202" y="385"/>
                      <a:pt x="202" y="385"/>
                      <a:pt x="202" y="385"/>
                    </a:cubicBezTo>
                    <a:cubicBezTo>
                      <a:pt x="202" y="382"/>
                      <a:pt x="202" y="382"/>
                      <a:pt x="202" y="382"/>
                    </a:cubicBezTo>
                    <a:cubicBezTo>
                      <a:pt x="229" y="367"/>
                      <a:pt x="229" y="367"/>
                      <a:pt x="229" y="367"/>
                    </a:cubicBezTo>
                    <a:cubicBezTo>
                      <a:pt x="257" y="382"/>
                      <a:pt x="257" y="382"/>
                      <a:pt x="257" y="382"/>
                    </a:cubicBezTo>
                    <a:cubicBezTo>
                      <a:pt x="257" y="385"/>
                      <a:pt x="257" y="385"/>
                      <a:pt x="257" y="385"/>
                    </a:cubicBezTo>
                    <a:lnTo>
                      <a:pt x="229" y="401"/>
                    </a:lnTo>
                    <a:close/>
                    <a:moveTo>
                      <a:pt x="222" y="363"/>
                    </a:moveTo>
                    <a:cubicBezTo>
                      <a:pt x="202" y="374"/>
                      <a:pt x="202" y="374"/>
                      <a:pt x="202" y="374"/>
                    </a:cubicBezTo>
                    <a:cubicBezTo>
                      <a:pt x="202" y="351"/>
                      <a:pt x="202" y="351"/>
                      <a:pt x="202" y="351"/>
                    </a:cubicBezTo>
                    <a:lnTo>
                      <a:pt x="222" y="363"/>
                    </a:lnTo>
                    <a:close/>
                    <a:moveTo>
                      <a:pt x="203" y="344"/>
                    </a:moveTo>
                    <a:cubicBezTo>
                      <a:pt x="255" y="344"/>
                      <a:pt x="255" y="344"/>
                      <a:pt x="255" y="344"/>
                    </a:cubicBezTo>
                    <a:cubicBezTo>
                      <a:pt x="229" y="359"/>
                      <a:pt x="229" y="359"/>
                      <a:pt x="229" y="359"/>
                    </a:cubicBezTo>
                    <a:lnTo>
                      <a:pt x="203" y="344"/>
                    </a:lnTo>
                    <a:close/>
                    <a:moveTo>
                      <a:pt x="236" y="363"/>
                    </a:moveTo>
                    <a:cubicBezTo>
                      <a:pt x="257" y="351"/>
                      <a:pt x="257" y="351"/>
                      <a:pt x="257" y="351"/>
                    </a:cubicBezTo>
                    <a:cubicBezTo>
                      <a:pt x="257" y="374"/>
                      <a:pt x="257" y="374"/>
                      <a:pt x="257" y="374"/>
                    </a:cubicBezTo>
                    <a:lnTo>
                      <a:pt x="236" y="363"/>
                    </a:lnTo>
                    <a:close/>
                    <a:moveTo>
                      <a:pt x="202" y="333"/>
                    </a:moveTo>
                    <a:cubicBezTo>
                      <a:pt x="202" y="330"/>
                      <a:pt x="202" y="330"/>
                      <a:pt x="202" y="330"/>
                    </a:cubicBezTo>
                    <a:cubicBezTo>
                      <a:pt x="229" y="311"/>
                      <a:pt x="229" y="311"/>
                      <a:pt x="229" y="311"/>
                    </a:cubicBezTo>
                    <a:cubicBezTo>
                      <a:pt x="257" y="330"/>
                      <a:pt x="257" y="330"/>
                      <a:pt x="257" y="330"/>
                    </a:cubicBezTo>
                    <a:cubicBezTo>
                      <a:pt x="257" y="333"/>
                      <a:pt x="257" y="333"/>
                      <a:pt x="257" y="333"/>
                    </a:cubicBezTo>
                    <a:lnTo>
                      <a:pt x="202" y="333"/>
                    </a:lnTo>
                    <a:close/>
                    <a:moveTo>
                      <a:pt x="202" y="320"/>
                    </a:moveTo>
                    <a:cubicBezTo>
                      <a:pt x="202" y="292"/>
                      <a:pt x="202" y="292"/>
                      <a:pt x="202" y="292"/>
                    </a:cubicBezTo>
                    <a:cubicBezTo>
                      <a:pt x="222" y="306"/>
                      <a:pt x="222" y="306"/>
                      <a:pt x="222" y="306"/>
                    </a:cubicBezTo>
                    <a:lnTo>
                      <a:pt x="202" y="320"/>
                    </a:lnTo>
                    <a:close/>
                    <a:moveTo>
                      <a:pt x="236" y="306"/>
                    </a:moveTo>
                    <a:cubicBezTo>
                      <a:pt x="257" y="292"/>
                      <a:pt x="257" y="292"/>
                      <a:pt x="257" y="292"/>
                    </a:cubicBezTo>
                    <a:cubicBezTo>
                      <a:pt x="257" y="320"/>
                      <a:pt x="257" y="320"/>
                      <a:pt x="257" y="320"/>
                    </a:cubicBezTo>
                    <a:lnTo>
                      <a:pt x="236" y="306"/>
                    </a:lnTo>
                    <a:close/>
                    <a:moveTo>
                      <a:pt x="229" y="301"/>
                    </a:moveTo>
                    <a:cubicBezTo>
                      <a:pt x="202" y="282"/>
                      <a:pt x="202" y="282"/>
                      <a:pt x="202" y="282"/>
                    </a:cubicBezTo>
                    <a:cubicBezTo>
                      <a:pt x="202" y="280"/>
                      <a:pt x="202" y="280"/>
                      <a:pt x="202" y="280"/>
                    </a:cubicBezTo>
                    <a:cubicBezTo>
                      <a:pt x="257" y="280"/>
                      <a:pt x="257" y="280"/>
                      <a:pt x="257" y="280"/>
                    </a:cubicBezTo>
                    <a:cubicBezTo>
                      <a:pt x="257" y="282"/>
                      <a:pt x="257" y="282"/>
                      <a:pt x="257" y="282"/>
                    </a:cubicBezTo>
                    <a:lnTo>
                      <a:pt x="229" y="301"/>
                    </a:lnTo>
                    <a:close/>
                    <a:moveTo>
                      <a:pt x="202" y="264"/>
                    </a:moveTo>
                    <a:cubicBezTo>
                      <a:pt x="202" y="235"/>
                      <a:pt x="202" y="235"/>
                      <a:pt x="202" y="235"/>
                    </a:cubicBezTo>
                    <a:cubicBezTo>
                      <a:pt x="223" y="250"/>
                      <a:pt x="223" y="250"/>
                      <a:pt x="223" y="250"/>
                    </a:cubicBezTo>
                    <a:lnTo>
                      <a:pt x="202" y="264"/>
                    </a:lnTo>
                    <a:close/>
                    <a:moveTo>
                      <a:pt x="229" y="254"/>
                    </a:moveTo>
                    <a:cubicBezTo>
                      <a:pt x="256" y="273"/>
                      <a:pt x="256" y="273"/>
                      <a:pt x="256" y="273"/>
                    </a:cubicBezTo>
                    <a:cubicBezTo>
                      <a:pt x="202" y="273"/>
                      <a:pt x="202" y="273"/>
                      <a:pt x="202" y="273"/>
                    </a:cubicBezTo>
                    <a:lnTo>
                      <a:pt x="229" y="254"/>
                    </a:lnTo>
                    <a:close/>
                    <a:moveTo>
                      <a:pt x="236" y="250"/>
                    </a:moveTo>
                    <a:cubicBezTo>
                      <a:pt x="257" y="235"/>
                      <a:pt x="257" y="235"/>
                      <a:pt x="257" y="235"/>
                    </a:cubicBezTo>
                    <a:cubicBezTo>
                      <a:pt x="257" y="264"/>
                      <a:pt x="257" y="264"/>
                      <a:pt x="257" y="264"/>
                    </a:cubicBezTo>
                    <a:lnTo>
                      <a:pt x="236" y="250"/>
                    </a:lnTo>
                    <a:close/>
                    <a:moveTo>
                      <a:pt x="229" y="245"/>
                    </a:moveTo>
                    <a:cubicBezTo>
                      <a:pt x="202" y="226"/>
                      <a:pt x="202" y="226"/>
                      <a:pt x="202" y="226"/>
                    </a:cubicBezTo>
                    <a:cubicBezTo>
                      <a:pt x="202" y="217"/>
                      <a:pt x="202" y="217"/>
                      <a:pt x="202" y="217"/>
                    </a:cubicBezTo>
                    <a:cubicBezTo>
                      <a:pt x="229" y="197"/>
                      <a:pt x="229" y="197"/>
                      <a:pt x="229" y="197"/>
                    </a:cubicBezTo>
                    <a:cubicBezTo>
                      <a:pt x="257" y="217"/>
                      <a:pt x="257" y="217"/>
                      <a:pt x="257" y="217"/>
                    </a:cubicBezTo>
                    <a:cubicBezTo>
                      <a:pt x="257" y="226"/>
                      <a:pt x="257" y="226"/>
                      <a:pt x="257" y="226"/>
                    </a:cubicBezTo>
                    <a:lnTo>
                      <a:pt x="229" y="245"/>
                    </a:lnTo>
                    <a:close/>
                    <a:moveTo>
                      <a:pt x="202" y="208"/>
                    </a:moveTo>
                    <a:cubicBezTo>
                      <a:pt x="202" y="178"/>
                      <a:pt x="202" y="178"/>
                      <a:pt x="202" y="178"/>
                    </a:cubicBezTo>
                    <a:cubicBezTo>
                      <a:pt x="223" y="193"/>
                      <a:pt x="223" y="193"/>
                      <a:pt x="223" y="193"/>
                    </a:cubicBezTo>
                    <a:lnTo>
                      <a:pt x="202" y="208"/>
                    </a:lnTo>
                    <a:close/>
                    <a:moveTo>
                      <a:pt x="236" y="193"/>
                    </a:moveTo>
                    <a:cubicBezTo>
                      <a:pt x="257" y="178"/>
                      <a:pt x="257" y="178"/>
                      <a:pt x="257" y="178"/>
                    </a:cubicBezTo>
                    <a:cubicBezTo>
                      <a:pt x="257" y="208"/>
                      <a:pt x="257" y="208"/>
                      <a:pt x="257" y="208"/>
                    </a:cubicBezTo>
                    <a:lnTo>
                      <a:pt x="236" y="193"/>
                    </a:lnTo>
                    <a:close/>
                    <a:moveTo>
                      <a:pt x="229" y="188"/>
                    </a:moveTo>
                    <a:cubicBezTo>
                      <a:pt x="202" y="169"/>
                      <a:pt x="202" y="169"/>
                      <a:pt x="202" y="169"/>
                    </a:cubicBezTo>
                    <a:cubicBezTo>
                      <a:pt x="202" y="167"/>
                      <a:pt x="202" y="167"/>
                      <a:pt x="202" y="167"/>
                    </a:cubicBezTo>
                    <a:cubicBezTo>
                      <a:pt x="257" y="167"/>
                      <a:pt x="257" y="167"/>
                      <a:pt x="257" y="167"/>
                    </a:cubicBezTo>
                    <a:cubicBezTo>
                      <a:pt x="257" y="169"/>
                      <a:pt x="257" y="169"/>
                      <a:pt x="257" y="169"/>
                    </a:cubicBezTo>
                    <a:lnTo>
                      <a:pt x="229" y="188"/>
                    </a:lnTo>
                    <a:close/>
                    <a:moveTo>
                      <a:pt x="202" y="157"/>
                    </a:moveTo>
                    <a:cubicBezTo>
                      <a:pt x="202" y="154"/>
                      <a:pt x="202" y="154"/>
                      <a:pt x="202" y="154"/>
                    </a:cubicBezTo>
                    <a:cubicBezTo>
                      <a:pt x="229" y="135"/>
                      <a:pt x="229" y="135"/>
                      <a:pt x="229" y="135"/>
                    </a:cubicBezTo>
                    <a:cubicBezTo>
                      <a:pt x="257" y="154"/>
                      <a:pt x="257" y="154"/>
                      <a:pt x="257" y="154"/>
                    </a:cubicBezTo>
                    <a:cubicBezTo>
                      <a:pt x="257" y="157"/>
                      <a:pt x="257" y="157"/>
                      <a:pt x="257" y="157"/>
                    </a:cubicBezTo>
                    <a:lnTo>
                      <a:pt x="202" y="157"/>
                    </a:lnTo>
                    <a:close/>
                    <a:moveTo>
                      <a:pt x="202" y="144"/>
                    </a:moveTo>
                    <a:cubicBezTo>
                      <a:pt x="202" y="116"/>
                      <a:pt x="202" y="116"/>
                      <a:pt x="202" y="116"/>
                    </a:cubicBezTo>
                    <a:cubicBezTo>
                      <a:pt x="222" y="130"/>
                      <a:pt x="222" y="130"/>
                      <a:pt x="222" y="130"/>
                    </a:cubicBezTo>
                    <a:lnTo>
                      <a:pt x="202" y="144"/>
                    </a:lnTo>
                    <a:close/>
                    <a:moveTo>
                      <a:pt x="236" y="130"/>
                    </a:moveTo>
                    <a:cubicBezTo>
                      <a:pt x="257" y="116"/>
                      <a:pt x="257" y="116"/>
                      <a:pt x="257" y="116"/>
                    </a:cubicBezTo>
                    <a:cubicBezTo>
                      <a:pt x="257" y="144"/>
                      <a:pt x="257" y="144"/>
                      <a:pt x="257" y="144"/>
                    </a:cubicBezTo>
                    <a:lnTo>
                      <a:pt x="236" y="130"/>
                    </a:lnTo>
                    <a:close/>
                    <a:moveTo>
                      <a:pt x="229" y="125"/>
                    </a:moveTo>
                    <a:cubicBezTo>
                      <a:pt x="202" y="105"/>
                      <a:pt x="202" y="105"/>
                      <a:pt x="202" y="105"/>
                    </a:cubicBezTo>
                    <a:cubicBezTo>
                      <a:pt x="202" y="103"/>
                      <a:pt x="202" y="103"/>
                      <a:pt x="202" y="103"/>
                    </a:cubicBezTo>
                    <a:cubicBezTo>
                      <a:pt x="257" y="103"/>
                      <a:pt x="257" y="103"/>
                      <a:pt x="257" y="103"/>
                    </a:cubicBezTo>
                    <a:cubicBezTo>
                      <a:pt x="257" y="105"/>
                      <a:pt x="257" y="105"/>
                      <a:pt x="257" y="105"/>
                    </a:cubicBezTo>
                    <a:lnTo>
                      <a:pt x="229" y="125"/>
                    </a:lnTo>
                    <a:close/>
                    <a:moveTo>
                      <a:pt x="200" y="539"/>
                    </a:moveTo>
                    <a:cubicBezTo>
                      <a:pt x="258" y="539"/>
                      <a:pt x="258" y="539"/>
                      <a:pt x="258" y="539"/>
                    </a:cubicBezTo>
                    <a:cubicBezTo>
                      <a:pt x="263" y="564"/>
                      <a:pt x="263" y="564"/>
                      <a:pt x="263" y="564"/>
                    </a:cubicBezTo>
                    <a:cubicBezTo>
                      <a:pt x="229" y="578"/>
                      <a:pt x="229" y="578"/>
                      <a:pt x="229" y="578"/>
                    </a:cubicBezTo>
                    <a:cubicBezTo>
                      <a:pt x="195" y="564"/>
                      <a:pt x="195" y="564"/>
                      <a:pt x="195" y="564"/>
                    </a:cubicBezTo>
                    <a:lnTo>
                      <a:pt x="200" y="539"/>
                    </a:lnTo>
                    <a:close/>
                    <a:moveTo>
                      <a:pt x="193" y="572"/>
                    </a:moveTo>
                    <a:cubicBezTo>
                      <a:pt x="218" y="583"/>
                      <a:pt x="218" y="583"/>
                      <a:pt x="218" y="583"/>
                    </a:cubicBezTo>
                    <a:cubicBezTo>
                      <a:pt x="189" y="596"/>
                      <a:pt x="189" y="596"/>
                      <a:pt x="189" y="596"/>
                    </a:cubicBezTo>
                    <a:lnTo>
                      <a:pt x="193" y="572"/>
                    </a:lnTo>
                    <a:close/>
                    <a:moveTo>
                      <a:pt x="186" y="606"/>
                    </a:moveTo>
                    <a:cubicBezTo>
                      <a:pt x="229" y="587"/>
                      <a:pt x="229" y="587"/>
                      <a:pt x="229" y="587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72" y="606"/>
                      <a:pt x="272" y="606"/>
                      <a:pt x="272" y="606"/>
                    </a:cubicBezTo>
                    <a:cubicBezTo>
                      <a:pt x="229" y="622"/>
                      <a:pt x="229" y="622"/>
                      <a:pt x="229" y="622"/>
                    </a:cubicBezTo>
                    <a:cubicBezTo>
                      <a:pt x="186" y="606"/>
                      <a:pt x="186" y="606"/>
                      <a:pt x="186" y="606"/>
                    </a:cubicBezTo>
                    <a:close/>
                    <a:moveTo>
                      <a:pt x="184" y="615"/>
                    </a:moveTo>
                    <a:cubicBezTo>
                      <a:pt x="217" y="626"/>
                      <a:pt x="217" y="626"/>
                      <a:pt x="217" y="626"/>
                    </a:cubicBezTo>
                    <a:cubicBezTo>
                      <a:pt x="179" y="639"/>
                      <a:pt x="179" y="639"/>
                      <a:pt x="179" y="639"/>
                    </a:cubicBezTo>
                    <a:lnTo>
                      <a:pt x="184" y="615"/>
                    </a:lnTo>
                    <a:close/>
                    <a:moveTo>
                      <a:pt x="229" y="630"/>
                    </a:moveTo>
                    <a:cubicBezTo>
                      <a:pt x="280" y="648"/>
                      <a:pt x="280" y="648"/>
                      <a:pt x="280" y="648"/>
                    </a:cubicBezTo>
                    <a:cubicBezTo>
                      <a:pt x="229" y="664"/>
                      <a:pt x="229" y="664"/>
                      <a:pt x="229" y="664"/>
                    </a:cubicBezTo>
                    <a:cubicBezTo>
                      <a:pt x="178" y="648"/>
                      <a:pt x="178" y="648"/>
                      <a:pt x="178" y="648"/>
                    </a:cubicBezTo>
                    <a:lnTo>
                      <a:pt x="229" y="630"/>
                    </a:lnTo>
                    <a:close/>
                    <a:moveTo>
                      <a:pt x="176" y="656"/>
                    </a:moveTo>
                    <a:cubicBezTo>
                      <a:pt x="215" y="668"/>
                      <a:pt x="215" y="668"/>
                      <a:pt x="215" y="668"/>
                    </a:cubicBezTo>
                    <a:cubicBezTo>
                      <a:pt x="170" y="682"/>
                      <a:pt x="170" y="682"/>
                      <a:pt x="170" y="682"/>
                    </a:cubicBezTo>
                    <a:lnTo>
                      <a:pt x="176" y="656"/>
                    </a:lnTo>
                    <a:close/>
                    <a:moveTo>
                      <a:pt x="82" y="157"/>
                    </a:moveTo>
                    <a:cubicBezTo>
                      <a:pt x="26" y="157"/>
                      <a:pt x="26" y="157"/>
                      <a:pt x="26" y="157"/>
                    </a:cubicBezTo>
                    <a:cubicBezTo>
                      <a:pt x="82" y="138"/>
                      <a:pt x="82" y="138"/>
                      <a:pt x="82" y="138"/>
                    </a:cubicBezTo>
                    <a:lnTo>
                      <a:pt x="82" y="157"/>
                    </a:lnTo>
                    <a:close/>
                    <a:moveTo>
                      <a:pt x="90" y="157"/>
                    </a:moveTo>
                    <a:cubicBezTo>
                      <a:pt x="90" y="139"/>
                      <a:pt x="90" y="139"/>
                      <a:pt x="90" y="139"/>
                    </a:cubicBezTo>
                    <a:cubicBezTo>
                      <a:pt x="155" y="157"/>
                      <a:pt x="155" y="157"/>
                      <a:pt x="155" y="157"/>
                    </a:cubicBezTo>
                    <a:lnTo>
                      <a:pt x="90" y="157"/>
                    </a:lnTo>
                    <a:close/>
                    <a:moveTo>
                      <a:pt x="95" y="134"/>
                    </a:moveTo>
                    <a:cubicBezTo>
                      <a:pt x="169" y="110"/>
                      <a:pt x="169" y="110"/>
                      <a:pt x="169" y="110"/>
                    </a:cubicBezTo>
                    <a:cubicBezTo>
                      <a:pt x="169" y="155"/>
                      <a:pt x="169" y="155"/>
                      <a:pt x="169" y="155"/>
                    </a:cubicBezTo>
                    <a:lnTo>
                      <a:pt x="95" y="134"/>
                    </a:lnTo>
                    <a:close/>
                    <a:moveTo>
                      <a:pt x="82" y="333"/>
                    </a:moveTo>
                    <a:cubicBezTo>
                      <a:pt x="26" y="333"/>
                      <a:pt x="26" y="333"/>
                      <a:pt x="26" y="333"/>
                    </a:cubicBezTo>
                    <a:cubicBezTo>
                      <a:pt x="82" y="315"/>
                      <a:pt x="82" y="315"/>
                      <a:pt x="82" y="315"/>
                    </a:cubicBezTo>
                    <a:lnTo>
                      <a:pt x="82" y="333"/>
                    </a:lnTo>
                    <a:close/>
                    <a:moveTo>
                      <a:pt x="90" y="333"/>
                    </a:moveTo>
                    <a:cubicBezTo>
                      <a:pt x="90" y="313"/>
                      <a:pt x="90" y="313"/>
                      <a:pt x="90" y="313"/>
                    </a:cubicBezTo>
                    <a:cubicBezTo>
                      <a:pt x="162" y="333"/>
                      <a:pt x="162" y="333"/>
                      <a:pt x="162" y="333"/>
                    </a:cubicBezTo>
                    <a:lnTo>
                      <a:pt x="90" y="333"/>
                    </a:lnTo>
                    <a:close/>
                    <a:moveTo>
                      <a:pt x="168" y="333"/>
                    </a:moveTo>
                    <a:cubicBezTo>
                      <a:pt x="90" y="312"/>
                      <a:pt x="90" y="312"/>
                      <a:pt x="90" y="312"/>
                    </a:cubicBezTo>
                    <a:cubicBezTo>
                      <a:pt x="169" y="286"/>
                      <a:pt x="169" y="286"/>
                      <a:pt x="169" y="286"/>
                    </a:cubicBezTo>
                    <a:cubicBezTo>
                      <a:pt x="169" y="333"/>
                      <a:pt x="169" y="333"/>
                      <a:pt x="169" y="333"/>
                    </a:cubicBezTo>
                    <a:lnTo>
                      <a:pt x="168" y="333"/>
                    </a:lnTo>
                    <a:close/>
                    <a:moveTo>
                      <a:pt x="82" y="483"/>
                    </a:moveTo>
                    <a:cubicBezTo>
                      <a:pt x="26" y="483"/>
                      <a:pt x="26" y="483"/>
                      <a:pt x="26" y="483"/>
                    </a:cubicBezTo>
                    <a:cubicBezTo>
                      <a:pt x="82" y="465"/>
                      <a:pt x="82" y="465"/>
                      <a:pt x="82" y="465"/>
                    </a:cubicBezTo>
                    <a:lnTo>
                      <a:pt x="82" y="483"/>
                    </a:lnTo>
                    <a:close/>
                    <a:moveTo>
                      <a:pt x="90" y="483"/>
                    </a:moveTo>
                    <a:cubicBezTo>
                      <a:pt x="90" y="463"/>
                      <a:pt x="90" y="463"/>
                      <a:pt x="90" y="463"/>
                    </a:cubicBezTo>
                    <a:cubicBezTo>
                      <a:pt x="163" y="483"/>
                      <a:pt x="163" y="483"/>
                      <a:pt x="163" y="483"/>
                    </a:cubicBezTo>
                    <a:lnTo>
                      <a:pt x="90" y="483"/>
                    </a:lnTo>
                    <a:close/>
                    <a:moveTo>
                      <a:pt x="168" y="483"/>
                    </a:moveTo>
                    <a:cubicBezTo>
                      <a:pt x="91" y="462"/>
                      <a:pt x="91" y="462"/>
                      <a:pt x="91" y="462"/>
                    </a:cubicBezTo>
                    <a:cubicBezTo>
                      <a:pt x="169" y="436"/>
                      <a:pt x="169" y="436"/>
                      <a:pt x="169" y="436"/>
                    </a:cubicBezTo>
                    <a:cubicBezTo>
                      <a:pt x="169" y="483"/>
                      <a:pt x="169" y="483"/>
                      <a:pt x="169" y="483"/>
                    </a:cubicBezTo>
                    <a:lnTo>
                      <a:pt x="168" y="483"/>
                    </a:lnTo>
                    <a:close/>
                    <a:moveTo>
                      <a:pt x="168" y="691"/>
                    </a:moveTo>
                    <a:cubicBezTo>
                      <a:pt x="229" y="673"/>
                      <a:pt x="229" y="673"/>
                      <a:pt x="229" y="673"/>
                    </a:cubicBezTo>
                    <a:cubicBezTo>
                      <a:pt x="290" y="691"/>
                      <a:pt x="290" y="691"/>
                      <a:pt x="290" y="691"/>
                    </a:cubicBezTo>
                    <a:cubicBezTo>
                      <a:pt x="290" y="694"/>
                      <a:pt x="290" y="694"/>
                      <a:pt x="290" y="694"/>
                    </a:cubicBezTo>
                    <a:cubicBezTo>
                      <a:pt x="229" y="710"/>
                      <a:pt x="229" y="710"/>
                      <a:pt x="229" y="710"/>
                    </a:cubicBezTo>
                    <a:cubicBezTo>
                      <a:pt x="168" y="694"/>
                      <a:pt x="168" y="694"/>
                      <a:pt x="168" y="694"/>
                    </a:cubicBezTo>
                    <a:lnTo>
                      <a:pt x="168" y="691"/>
                    </a:lnTo>
                    <a:close/>
                    <a:moveTo>
                      <a:pt x="166" y="702"/>
                    </a:moveTo>
                    <a:cubicBezTo>
                      <a:pt x="213" y="714"/>
                      <a:pt x="213" y="714"/>
                      <a:pt x="213" y="714"/>
                    </a:cubicBezTo>
                    <a:cubicBezTo>
                      <a:pt x="160" y="728"/>
                      <a:pt x="160" y="728"/>
                      <a:pt x="160" y="728"/>
                    </a:cubicBezTo>
                    <a:lnTo>
                      <a:pt x="166" y="702"/>
                    </a:lnTo>
                    <a:close/>
                    <a:moveTo>
                      <a:pt x="159" y="737"/>
                    </a:moveTo>
                    <a:cubicBezTo>
                      <a:pt x="229" y="719"/>
                      <a:pt x="229" y="719"/>
                      <a:pt x="229" y="719"/>
                    </a:cubicBezTo>
                    <a:cubicBezTo>
                      <a:pt x="300" y="737"/>
                      <a:pt x="300" y="737"/>
                      <a:pt x="300" y="737"/>
                    </a:cubicBezTo>
                    <a:cubicBezTo>
                      <a:pt x="300" y="738"/>
                      <a:pt x="300" y="738"/>
                      <a:pt x="300" y="738"/>
                    </a:cubicBezTo>
                    <a:cubicBezTo>
                      <a:pt x="229" y="755"/>
                      <a:pt x="229" y="755"/>
                      <a:pt x="229" y="755"/>
                    </a:cubicBezTo>
                    <a:cubicBezTo>
                      <a:pt x="158" y="738"/>
                      <a:pt x="158" y="738"/>
                      <a:pt x="158" y="738"/>
                    </a:cubicBezTo>
                    <a:lnTo>
                      <a:pt x="159" y="737"/>
                    </a:lnTo>
                    <a:close/>
                    <a:moveTo>
                      <a:pt x="157" y="746"/>
                    </a:moveTo>
                    <a:cubicBezTo>
                      <a:pt x="212" y="759"/>
                      <a:pt x="212" y="759"/>
                      <a:pt x="212" y="759"/>
                    </a:cubicBezTo>
                    <a:cubicBezTo>
                      <a:pt x="151" y="774"/>
                      <a:pt x="151" y="774"/>
                      <a:pt x="151" y="774"/>
                    </a:cubicBezTo>
                    <a:lnTo>
                      <a:pt x="157" y="746"/>
                    </a:lnTo>
                    <a:close/>
                    <a:moveTo>
                      <a:pt x="149" y="783"/>
                    </a:moveTo>
                    <a:cubicBezTo>
                      <a:pt x="229" y="763"/>
                      <a:pt x="229" y="763"/>
                      <a:pt x="229" y="76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309" y="783"/>
                      <a:pt x="309" y="783"/>
                      <a:pt x="309" y="783"/>
                    </a:cubicBezTo>
                    <a:cubicBezTo>
                      <a:pt x="229" y="801"/>
                      <a:pt x="229" y="801"/>
                      <a:pt x="229" y="801"/>
                    </a:cubicBezTo>
                    <a:cubicBezTo>
                      <a:pt x="149" y="783"/>
                      <a:pt x="149" y="783"/>
                      <a:pt x="149" y="783"/>
                    </a:cubicBezTo>
                    <a:close/>
                    <a:moveTo>
                      <a:pt x="147" y="791"/>
                    </a:moveTo>
                    <a:cubicBezTo>
                      <a:pt x="210" y="805"/>
                      <a:pt x="210" y="805"/>
                      <a:pt x="210" y="805"/>
                    </a:cubicBezTo>
                    <a:cubicBezTo>
                      <a:pt x="141" y="821"/>
                      <a:pt x="141" y="821"/>
                      <a:pt x="141" y="821"/>
                    </a:cubicBezTo>
                    <a:lnTo>
                      <a:pt x="147" y="791"/>
                    </a:lnTo>
                    <a:close/>
                    <a:moveTo>
                      <a:pt x="139" y="832"/>
                    </a:moveTo>
                    <a:cubicBezTo>
                      <a:pt x="320" y="832"/>
                      <a:pt x="320" y="832"/>
                      <a:pt x="320" y="832"/>
                    </a:cubicBezTo>
                    <a:cubicBezTo>
                      <a:pt x="321" y="839"/>
                      <a:pt x="321" y="839"/>
                      <a:pt x="321" y="839"/>
                    </a:cubicBezTo>
                    <a:cubicBezTo>
                      <a:pt x="231" y="892"/>
                      <a:pt x="231" y="892"/>
                      <a:pt x="231" y="892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30" y="893"/>
                      <a:pt x="230" y="893"/>
                      <a:pt x="230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8" y="893"/>
                      <a:pt x="228" y="893"/>
                      <a:pt x="228" y="893"/>
                    </a:cubicBezTo>
                    <a:cubicBezTo>
                      <a:pt x="229" y="893"/>
                      <a:pt x="229" y="893"/>
                      <a:pt x="229" y="893"/>
                    </a:cubicBezTo>
                    <a:cubicBezTo>
                      <a:pt x="227" y="892"/>
                      <a:pt x="227" y="892"/>
                      <a:pt x="227" y="892"/>
                    </a:cubicBezTo>
                    <a:cubicBezTo>
                      <a:pt x="137" y="839"/>
                      <a:pt x="137" y="839"/>
                      <a:pt x="137" y="839"/>
                    </a:cubicBezTo>
                    <a:lnTo>
                      <a:pt x="139" y="832"/>
                    </a:lnTo>
                    <a:close/>
                    <a:moveTo>
                      <a:pt x="135" y="847"/>
                    </a:moveTo>
                    <a:cubicBezTo>
                      <a:pt x="206" y="889"/>
                      <a:pt x="206" y="889"/>
                      <a:pt x="206" y="889"/>
                    </a:cubicBezTo>
                    <a:cubicBezTo>
                      <a:pt x="129" y="877"/>
                      <a:pt x="129" y="877"/>
                      <a:pt x="129" y="877"/>
                    </a:cubicBezTo>
                    <a:lnTo>
                      <a:pt x="135" y="847"/>
                    </a:lnTo>
                    <a:close/>
                    <a:moveTo>
                      <a:pt x="219" y="899"/>
                    </a:moveTo>
                    <a:cubicBezTo>
                      <a:pt x="176" y="925"/>
                      <a:pt x="176" y="925"/>
                      <a:pt x="176" y="925"/>
                    </a:cubicBezTo>
                    <a:cubicBezTo>
                      <a:pt x="130" y="886"/>
                      <a:pt x="130" y="886"/>
                      <a:pt x="130" y="886"/>
                    </a:cubicBezTo>
                    <a:lnTo>
                      <a:pt x="219" y="899"/>
                    </a:lnTo>
                    <a:close/>
                    <a:moveTo>
                      <a:pt x="125" y="895"/>
                    </a:moveTo>
                    <a:cubicBezTo>
                      <a:pt x="156" y="922"/>
                      <a:pt x="156" y="922"/>
                      <a:pt x="156" y="922"/>
                    </a:cubicBezTo>
                    <a:cubicBezTo>
                      <a:pt x="120" y="922"/>
                      <a:pt x="120" y="922"/>
                      <a:pt x="120" y="922"/>
                    </a:cubicBezTo>
                    <a:lnTo>
                      <a:pt x="125" y="895"/>
                    </a:lnTo>
                    <a:close/>
                    <a:moveTo>
                      <a:pt x="118" y="930"/>
                    </a:moveTo>
                    <a:cubicBezTo>
                      <a:pt x="168" y="930"/>
                      <a:pt x="168" y="930"/>
                      <a:pt x="168" y="930"/>
                    </a:cubicBezTo>
                    <a:cubicBezTo>
                      <a:pt x="111" y="964"/>
                      <a:pt x="111" y="964"/>
                      <a:pt x="111" y="964"/>
                    </a:cubicBezTo>
                    <a:lnTo>
                      <a:pt x="118" y="930"/>
                    </a:lnTo>
                    <a:close/>
                    <a:moveTo>
                      <a:pt x="108" y="974"/>
                    </a:moveTo>
                    <a:cubicBezTo>
                      <a:pt x="226" y="905"/>
                      <a:pt x="226" y="905"/>
                      <a:pt x="226" y="905"/>
                    </a:cubicBezTo>
                    <a:cubicBezTo>
                      <a:pt x="226" y="978"/>
                      <a:pt x="226" y="978"/>
                      <a:pt x="226" y="978"/>
                    </a:cubicBezTo>
                    <a:cubicBezTo>
                      <a:pt x="108" y="978"/>
                      <a:pt x="108" y="978"/>
                      <a:pt x="108" y="978"/>
                    </a:cubicBezTo>
                    <a:lnTo>
                      <a:pt x="108" y="974"/>
                    </a:lnTo>
                    <a:close/>
                    <a:moveTo>
                      <a:pt x="106" y="986"/>
                    </a:moveTo>
                    <a:cubicBezTo>
                      <a:pt x="352" y="986"/>
                      <a:pt x="352" y="986"/>
                      <a:pt x="352" y="986"/>
                    </a:cubicBezTo>
                    <a:cubicBezTo>
                      <a:pt x="353" y="988"/>
                      <a:pt x="353" y="988"/>
                      <a:pt x="353" y="988"/>
                    </a:cubicBezTo>
                    <a:cubicBezTo>
                      <a:pt x="229" y="1089"/>
                      <a:pt x="229" y="1089"/>
                      <a:pt x="229" y="1089"/>
                    </a:cubicBezTo>
                    <a:cubicBezTo>
                      <a:pt x="106" y="988"/>
                      <a:pt x="106" y="988"/>
                      <a:pt x="106" y="988"/>
                    </a:cubicBezTo>
                    <a:lnTo>
                      <a:pt x="106" y="986"/>
                    </a:lnTo>
                    <a:close/>
                    <a:moveTo>
                      <a:pt x="103" y="1000"/>
                    </a:moveTo>
                    <a:cubicBezTo>
                      <a:pt x="157" y="1044"/>
                      <a:pt x="157" y="1044"/>
                      <a:pt x="157" y="1044"/>
                    </a:cubicBezTo>
                    <a:cubicBezTo>
                      <a:pt x="94" y="1044"/>
                      <a:pt x="94" y="1044"/>
                      <a:pt x="94" y="1044"/>
                    </a:cubicBezTo>
                    <a:lnTo>
                      <a:pt x="103" y="1000"/>
                    </a:lnTo>
                    <a:close/>
                    <a:moveTo>
                      <a:pt x="92" y="1051"/>
                    </a:moveTo>
                    <a:cubicBezTo>
                      <a:pt x="138" y="1051"/>
                      <a:pt x="138" y="1051"/>
                      <a:pt x="138" y="1051"/>
                    </a:cubicBezTo>
                    <a:cubicBezTo>
                      <a:pt x="87" y="1076"/>
                      <a:pt x="87" y="1076"/>
                      <a:pt x="87" y="1076"/>
                    </a:cubicBezTo>
                    <a:lnTo>
                      <a:pt x="92" y="1051"/>
                    </a:lnTo>
                    <a:close/>
                    <a:moveTo>
                      <a:pt x="85" y="1087"/>
                    </a:moveTo>
                    <a:cubicBezTo>
                      <a:pt x="163" y="1049"/>
                      <a:pt x="163" y="1049"/>
                      <a:pt x="163" y="1049"/>
                    </a:cubicBezTo>
                    <a:cubicBezTo>
                      <a:pt x="215" y="1092"/>
                      <a:pt x="215" y="1092"/>
                      <a:pt x="215" y="1092"/>
                    </a:cubicBezTo>
                    <a:cubicBezTo>
                      <a:pt x="84" y="1092"/>
                      <a:pt x="84" y="1092"/>
                      <a:pt x="84" y="1092"/>
                    </a:cubicBezTo>
                    <a:lnTo>
                      <a:pt x="85" y="108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87" name="Freeform 54"/>
              <p:cNvSpPr>
                <a:spLocks noEditPoints="1"/>
              </p:cNvSpPr>
              <p:nvPr/>
            </p:nvSpPr>
            <p:spPr bwMode="gray">
              <a:xfrm>
                <a:off x="4658254" y="1871263"/>
                <a:ext cx="250825" cy="608013"/>
              </a:xfrm>
              <a:custGeom>
                <a:avLst/>
                <a:gdLst>
                  <a:gd name="T0" fmla="*/ 137 w 217"/>
                  <a:gd name="T1" fmla="*/ 252 h 528"/>
                  <a:gd name="T2" fmla="*/ 137 w 217"/>
                  <a:gd name="T3" fmla="*/ 203 h 528"/>
                  <a:gd name="T4" fmla="*/ 137 w 217"/>
                  <a:gd name="T5" fmla="*/ 132 h 528"/>
                  <a:gd name="T6" fmla="*/ 137 w 217"/>
                  <a:gd name="T7" fmla="*/ 48 h 528"/>
                  <a:gd name="T8" fmla="*/ 2 w 217"/>
                  <a:gd name="T9" fmla="*/ 74 h 528"/>
                  <a:gd name="T10" fmla="*/ 2 w 217"/>
                  <a:gd name="T11" fmla="*/ 158 h 528"/>
                  <a:gd name="T12" fmla="*/ 2 w 217"/>
                  <a:gd name="T13" fmla="*/ 229 h 528"/>
                  <a:gd name="T14" fmla="*/ 55 w 217"/>
                  <a:gd name="T15" fmla="*/ 371 h 528"/>
                  <a:gd name="T16" fmla="*/ 179 w 217"/>
                  <a:gd name="T17" fmla="*/ 74 h 528"/>
                  <a:gd name="T18" fmla="*/ 137 w 217"/>
                  <a:gd name="T19" fmla="*/ 73 h 528"/>
                  <a:gd name="T20" fmla="*/ 175 w 217"/>
                  <a:gd name="T21" fmla="*/ 148 h 528"/>
                  <a:gd name="T22" fmla="*/ 205 w 217"/>
                  <a:gd name="T23" fmla="*/ 229 h 528"/>
                  <a:gd name="T24" fmla="*/ 174 w 217"/>
                  <a:gd name="T25" fmla="*/ 219 h 528"/>
                  <a:gd name="T26" fmla="*/ 178 w 217"/>
                  <a:gd name="T27" fmla="*/ 518 h 528"/>
                  <a:gd name="T28" fmla="*/ 173 w 217"/>
                  <a:gd name="T29" fmla="*/ 495 h 528"/>
                  <a:gd name="T30" fmla="*/ 134 w 217"/>
                  <a:gd name="T31" fmla="*/ 439 h 528"/>
                  <a:gd name="T32" fmla="*/ 158 w 217"/>
                  <a:gd name="T33" fmla="*/ 424 h 528"/>
                  <a:gd name="T34" fmla="*/ 148 w 217"/>
                  <a:gd name="T35" fmla="*/ 375 h 528"/>
                  <a:gd name="T36" fmla="*/ 143 w 217"/>
                  <a:gd name="T37" fmla="*/ 354 h 528"/>
                  <a:gd name="T38" fmla="*/ 134 w 217"/>
                  <a:gd name="T39" fmla="*/ 311 h 528"/>
                  <a:gd name="T40" fmla="*/ 126 w 217"/>
                  <a:gd name="T41" fmla="*/ 271 h 528"/>
                  <a:gd name="T42" fmla="*/ 105 w 217"/>
                  <a:gd name="T43" fmla="*/ 4 h 528"/>
                  <a:gd name="T44" fmla="*/ 122 w 217"/>
                  <a:gd name="T45" fmla="*/ 44 h 528"/>
                  <a:gd name="T46" fmla="*/ 96 w 217"/>
                  <a:gd name="T47" fmla="*/ 237 h 528"/>
                  <a:gd name="T48" fmla="*/ 96 w 217"/>
                  <a:gd name="T49" fmla="*/ 252 h 528"/>
                  <a:gd name="T50" fmla="*/ 109 w 217"/>
                  <a:gd name="T51" fmla="*/ 219 h 528"/>
                  <a:gd name="T52" fmla="*/ 112 w 217"/>
                  <a:gd name="T53" fmla="*/ 216 h 528"/>
                  <a:gd name="T54" fmla="*/ 122 w 217"/>
                  <a:gd name="T55" fmla="*/ 205 h 528"/>
                  <a:gd name="T56" fmla="*/ 97 w 217"/>
                  <a:gd name="T57" fmla="*/ 201 h 528"/>
                  <a:gd name="T58" fmla="*/ 96 w 217"/>
                  <a:gd name="T59" fmla="*/ 181 h 528"/>
                  <a:gd name="T60" fmla="*/ 105 w 217"/>
                  <a:gd name="T61" fmla="*/ 172 h 528"/>
                  <a:gd name="T62" fmla="*/ 112 w 217"/>
                  <a:gd name="T63" fmla="*/ 172 h 528"/>
                  <a:gd name="T64" fmla="*/ 96 w 217"/>
                  <a:gd name="T65" fmla="*/ 138 h 528"/>
                  <a:gd name="T66" fmla="*/ 96 w 217"/>
                  <a:gd name="T67" fmla="*/ 133 h 528"/>
                  <a:gd name="T68" fmla="*/ 96 w 217"/>
                  <a:gd name="T69" fmla="*/ 125 h 528"/>
                  <a:gd name="T70" fmla="*/ 112 w 217"/>
                  <a:gd name="T71" fmla="*/ 118 h 528"/>
                  <a:gd name="T72" fmla="*/ 96 w 217"/>
                  <a:gd name="T73" fmla="*/ 98 h 528"/>
                  <a:gd name="T74" fmla="*/ 109 w 217"/>
                  <a:gd name="T75" fmla="*/ 89 h 528"/>
                  <a:gd name="T76" fmla="*/ 109 w 217"/>
                  <a:gd name="T77" fmla="*/ 64 h 528"/>
                  <a:gd name="T78" fmla="*/ 112 w 217"/>
                  <a:gd name="T79" fmla="*/ 61 h 528"/>
                  <a:gd name="T80" fmla="*/ 122 w 217"/>
                  <a:gd name="T81" fmla="*/ 50 h 528"/>
                  <a:gd name="T82" fmla="*/ 92 w 217"/>
                  <a:gd name="T83" fmla="*/ 271 h 528"/>
                  <a:gd name="T84" fmla="*/ 109 w 217"/>
                  <a:gd name="T85" fmla="*/ 295 h 528"/>
                  <a:gd name="T86" fmla="*/ 109 w 217"/>
                  <a:gd name="T87" fmla="*/ 315 h 528"/>
                  <a:gd name="T88" fmla="*/ 12 w 217"/>
                  <a:gd name="T89" fmla="*/ 74 h 528"/>
                  <a:gd name="T90" fmla="*/ 80 w 217"/>
                  <a:gd name="T91" fmla="*/ 52 h 528"/>
                  <a:gd name="T92" fmla="*/ 43 w 217"/>
                  <a:gd name="T93" fmla="*/ 148 h 528"/>
                  <a:gd name="T94" fmla="*/ 12 w 217"/>
                  <a:gd name="T95" fmla="*/ 229 h 528"/>
                  <a:gd name="T96" fmla="*/ 43 w 217"/>
                  <a:gd name="T97" fmla="*/ 219 h 528"/>
                  <a:gd name="T98" fmla="*/ 80 w 217"/>
                  <a:gd name="T99" fmla="*/ 329 h 528"/>
                  <a:gd name="T100" fmla="*/ 142 w 217"/>
                  <a:gd name="T101" fmla="*/ 350 h 528"/>
                  <a:gd name="T102" fmla="*/ 71 w 217"/>
                  <a:gd name="T103" fmla="*/ 371 h 528"/>
                  <a:gd name="T104" fmla="*/ 67 w 217"/>
                  <a:gd name="T105" fmla="*/ 389 h 528"/>
                  <a:gd name="T106" fmla="*/ 109 w 217"/>
                  <a:gd name="T107" fmla="*/ 424 h 528"/>
                  <a:gd name="T108" fmla="*/ 61 w 217"/>
                  <a:gd name="T109" fmla="*/ 416 h 528"/>
                  <a:gd name="T110" fmla="*/ 57 w 217"/>
                  <a:gd name="T111" fmla="*/ 437 h 528"/>
                  <a:gd name="T112" fmla="*/ 107 w 217"/>
                  <a:gd name="T113" fmla="*/ 464 h 528"/>
                  <a:gd name="T114" fmla="*/ 50 w 217"/>
                  <a:gd name="T115" fmla="*/ 467 h 528"/>
                  <a:gd name="T116" fmla="*/ 44 w 217"/>
                  <a:gd name="T117" fmla="*/ 499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17" h="528">
                    <a:moveTo>
                      <a:pt x="39" y="521"/>
                    </a:moveTo>
                    <a:cubicBezTo>
                      <a:pt x="178" y="521"/>
                      <a:pt x="178" y="521"/>
                      <a:pt x="178" y="521"/>
                    </a:cubicBezTo>
                    <a:cubicBezTo>
                      <a:pt x="180" y="528"/>
                      <a:pt x="180" y="528"/>
                      <a:pt x="180" y="528"/>
                    </a:cubicBezTo>
                    <a:cubicBezTo>
                      <a:pt x="196" y="528"/>
                      <a:pt x="196" y="528"/>
                      <a:pt x="196" y="528"/>
                    </a:cubicBezTo>
                    <a:cubicBezTo>
                      <a:pt x="163" y="372"/>
                      <a:pt x="163" y="372"/>
                      <a:pt x="163" y="372"/>
                    </a:cubicBezTo>
                    <a:cubicBezTo>
                      <a:pt x="163" y="371"/>
                      <a:pt x="163" y="371"/>
                      <a:pt x="163" y="371"/>
                    </a:cubicBezTo>
                    <a:cubicBezTo>
                      <a:pt x="162" y="371"/>
                      <a:pt x="162" y="371"/>
                      <a:pt x="162" y="371"/>
                    </a:cubicBezTo>
                    <a:cubicBezTo>
                      <a:pt x="137" y="252"/>
                      <a:pt x="137" y="252"/>
                      <a:pt x="137" y="252"/>
                    </a:cubicBezTo>
                    <a:cubicBezTo>
                      <a:pt x="137" y="234"/>
                      <a:pt x="137" y="234"/>
                      <a:pt x="137" y="234"/>
                    </a:cubicBezTo>
                    <a:cubicBezTo>
                      <a:pt x="211" y="234"/>
                      <a:pt x="211" y="234"/>
                      <a:pt x="211" y="234"/>
                    </a:cubicBezTo>
                    <a:cubicBezTo>
                      <a:pt x="211" y="258"/>
                      <a:pt x="211" y="258"/>
                      <a:pt x="211" y="258"/>
                    </a:cubicBezTo>
                    <a:cubicBezTo>
                      <a:pt x="211" y="259"/>
                      <a:pt x="212" y="260"/>
                      <a:pt x="214" y="260"/>
                    </a:cubicBezTo>
                    <a:cubicBezTo>
                      <a:pt x="216" y="260"/>
                      <a:pt x="217" y="259"/>
                      <a:pt x="217" y="258"/>
                    </a:cubicBezTo>
                    <a:cubicBezTo>
                      <a:pt x="217" y="229"/>
                      <a:pt x="217" y="229"/>
                      <a:pt x="217" y="229"/>
                    </a:cubicBezTo>
                    <a:cubicBezTo>
                      <a:pt x="215" y="229"/>
                      <a:pt x="215" y="229"/>
                      <a:pt x="215" y="229"/>
                    </a:cubicBezTo>
                    <a:cubicBezTo>
                      <a:pt x="137" y="203"/>
                      <a:pt x="137" y="203"/>
                      <a:pt x="137" y="203"/>
                    </a:cubicBezTo>
                    <a:cubicBezTo>
                      <a:pt x="137" y="163"/>
                      <a:pt x="137" y="163"/>
                      <a:pt x="137" y="163"/>
                    </a:cubicBezTo>
                    <a:cubicBezTo>
                      <a:pt x="211" y="163"/>
                      <a:pt x="211" y="163"/>
                      <a:pt x="211" y="163"/>
                    </a:cubicBezTo>
                    <a:cubicBezTo>
                      <a:pt x="211" y="187"/>
                      <a:pt x="211" y="187"/>
                      <a:pt x="211" y="187"/>
                    </a:cubicBezTo>
                    <a:cubicBezTo>
                      <a:pt x="211" y="188"/>
                      <a:pt x="212" y="189"/>
                      <a:pt x="214" y="189"/>
                    </a:cubicBezTo>
                    <a:cubicBezTo>
                      <a:pt x="216" y="189"/>
                      <a:pt x="217" y="188"/>
                      <a:pt x="217" y="187"/>
                    </a:cubicBezTo>
                    <a:cubicBezTo>
                      <a:pt x="217" y="158"/>
                      <a:pt x="217" y="158"/>
                      <a:pt x="217" y="158"/>
                    </a:cubicBezTo>
                    <a:cubicBezTo>
                      <a:pt x="215" y="158"/>
                      <a:pt x="215" y="158"/>
                      <a:pt x="215" y="158"/>
                    </a:cubicBezTo>
                    <a:cubicBezTo>
                      <a:pt x="137" y="132"/>
                      <a:pt x="137" y="132"/>
                      <a:pt x="137" y="132"/>
                    </a:cubicBezTo>
                    <a:cubicBezTo>
                      <a:pt x="137" y="79"/>
                      <a:pt x="137" y="79"/>
                      <a:pt x="137" y="79"/>
                    </a:cubicBezTo>
                    <a:cubicBezTo>
                      <a:pt x="211" y="79"/>
                      <a:pt x="211" y="79"/>
                      <a:pt x="211" y="79"/>
                    </a:cubicBezTo>
                    <a:cubicBezTo>
                      <a:pt x="211" y="103"/>
                      <a:pt x="211" y="103"/>
                      <a:pt x="211" y="103"/>
                    </a:cubicBezTo>
                    <a:cubicBezTo>
                      <a:pt x="211" y="104"/>
                      <a:pt x="212" y="105"/>
                      <a:pt x="214" y="105"/>
                    </a:cubicBezTo>
                    <a:cubicBezTo>
                      <a:pt x="216" y="105"/>
                      <a:pt x="217" y="104"/>
                      <a:pt x="217" y="103"/>
                    </a:cubicBezTo>
                    <a:cubicBezTo>
                      <a:pt x="217" y="74"/>
                      <a:pt x="217" y="74"/>
                      <a:pt x="217" y="74"/>
                    </a:cubicBezTo>
                    <a:cubicBezTo>
                      <a:pt x="215" y="74"/>
                      <a:pt x="215" y="74"/>
                      <a:pt x="215" y="74"/>
                    </a:cubicBezTo>
                    <a:cubicBezTo>
                      <a:pt x="137" y="48"/>
                      <a:pt x="137" y="48"/>
                      <a:pt x="137" y="48"/>
                    </a:cubicBezTo>
                    <a:cubicBezTo>
                      <a:pt x="137" y="44"/>
                      <a:pt x="137" y="44"/>
                      <a:pt x="137" y="44"/>
                    </a:cubicBezTo>
                    <a:cubicBezTo>
                      <a:pt x="132" y="44"/>
                      <a:pt x="132" y="44"/>
                      <a:pt x="132" y="44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85" y="45"/>
                      <a:pt x="85" y="45"/>
                      <a:pt x="85" y="45"/>
                    </a:cubicBezTo>
                    <a:cubicBezTo>
                      <a:pt x="80" y="47"/>
                      <a:pt x="80" y="47"/>
                      <a:pt x="80" y="47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2" y="74"/>
                      <a:pt x="2" y="74"/>
                      <a:pt x="2" y="74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2" y="105"/>
                      <a:pt x="3" y="105"/>
                    </a:cubicBezTo>
                    <a:cubicBezTo>
                      <a:pt x="5" y="105"/>
                      <a:pt x="7" y="104"/>
                      <a:pt x="7" y="103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80" y="79"/>
                      <a:pt x="80" y="79"/>
                      <a:pt x="80" y="79"/>
                    </a:cubicBezTo>
                    <a:cubicBezTo>
                      <a:pt x="80" y="132"/>
                      <a:pt x="80" y="132"/>
                      <a:pt x="80" y="132"/>
                    </a:cubicBezTo>
                    <a:cubicBezTo>
                      <a:pt x="2" y="158"/>
                      <a:pt x="2" y="158"/>
                      <a:pt x="2" y="158"/>
                    </a:cubicBezTo>
                    <a:cubicBezTo>
                      <a:pt x="0" y="158"/>
                      <a:pt x="0" y="158"/>
                      <a:pt x="0" y="158"/>
                    </a:cubicBezTo>
                    <a:cubicBezTo>
                      <a:pt x="0" y="187"/>
                      <a:pt x="0" y="187"/>
                      <a:pt x="0" y="187"/>
                    </a:cubicBezTo>
                    <a:cubicBezTo>
                      <a:pt x="0" y="188"/>
                      <a:pt x="2" y="189"/>
                      <a:pt x="3" y="189"/>
                    </a:cubicBezTo>
                    <a:cubicBezTo>
                      <a:pt x="5" y="189"/>
                      <a:pt x="7" y="188"/>
                      <a:pt x="7" y="187"/>
                    </a:cubicBezTo>
                    <a:cubicBezTo>
                      <a:pt x="7" y="163"/>
                      <a:pt x="7" y="163"/>
                      <a:pt x="7" y="163"/>
                    </a:cubicBezTo>
                    <a:cubicBezTo>
                      <a:pt x="80" y="163"/>
                      <a:pt x="80" y="163"/>
                      <a:pt x="80" y="163"/>
                    </a:cubicBezTo>
                    <a:cubicBezTo>
                      <a:pt x="80" y="203"/>
                      <a:pt x="80" y="203"/>
                      <a:pt x="80" y="203"/>
                    </a:cubicBezTo>
                    <a:cubicBezTo>
                      <a:pt x="2" y="229"/>
                      <a:pt x="2" y="229"/>
                      <a:pt x="2" y="229"/>
                    </a:cubicBezTo>
                    <a:cubicBezTo>
                      <a:pt x="0" y="229"/>
                      <a:pt x="0" y="229"/>
                      <a:pt x="0" y="229"/>
                    </a:cubicBez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9"/>
                      <a:pt x="2" y="260"/>
                      <a:pt x="3" y="260"/>
                    </a:cubicBezTo>
                    <a:cubicBezTo>
                      <a:pt x="5" y="260"/>
                      <a:pt x="7" y="259"/>
                      <a:pt x="7" y="258"/>
                    </a:cubicBezTo>
                    <a:cubicBezTo>
                      <a:pt x="7" y="234"/>
                      <a:pt x="7" y="234"/>
                      <a:pt x="7" y="234"/>
                    </a:cubicBezTo>
                    <a:cubicBezTo>
                      <a:pt x="80" y="234"/>
                      <a:pt x="80" y="234"/>
                      <a:pt x="80" y="234"/>
                    </a:cubicBezTo>
                    <a:cubicBezTo>
                      <a:pt x="80" y="252"/>
                      <a:pt x="80" y="252"/>
                      <a:pt x="80" y="252"/>
                    </a:cubicBezTo>
                    <a:cubicBezTo>
                      <a:pt x="55" y="371"/>
                      <a:pt x="55" y="371"/>
                      <a:pt x="55" y="371"/>
                    </a:cubicBezTo>
                    <a:cubicBezTo>
                      <a:pt x="54" y="371"/>
                      <a:pt x="54" y="371"/>
                      <a:pt x="54" y="371"/>
                    </a:cubicBezTo>
                    <a:cubicBezTo>
                      <a:pt x="55" y="372"/>
                      <a:pt x="55" y="372"/>
                      <a:pt x="55" y="372"/>
                    </a:cubicBezTo>
                    <a:cubicBezTo>
                      <a:pt x="22" y="528"/>
                      <a:pt x="22" y="528"/>
                      <a:pt x="22" y="528"/>
                    </a:cubicBezTo>
                    <a:cubicBezTo>
                      <a:pt x="37" y="528"/>
                      <a:pt x="37" y="528"/>
                      <a:pt x="37" y="528"/>
                    </a:cubicBezTo>
                    <a:lnTo>
                      <a:pt x="39" y="521"/>
                    </a:lnTo>
                    <a:close/>
                    <a:moveTo>
                      <a:pt x="179" y="65"/>
                    </a:moveTo>
                    <a:cubicBezTo>
                      <a:pt x="205" y="74"/>
                      <a:pt x="205" y="74"/>
                      <a:pt x="205" y="74"/>
                    </a:cubicBezTo>
                    <a:cubicBezTo>
                      <a:pt x="179" y="74"/>
                      <a:pt x="179" y="74"/>
                      <a:pt x="179" y="74"/>
                    </a:cubicBezTo>
                    <a:lnTo>
                      <a:pt x="179" y="65"/>
                    </a:lnTo>
                    <a:close/>
                    <a:moveTo>
                      <a:pt x="175" y="74"/>
                    </a:moveTo>
                    <a:cubicBezTo>
                      <a:pt x="144" y="74"/>
                      <a:pt x="144" y="74"/>
                      <a:pt x="144" y="74"/>
                    </a:cubicBezTo>
                    <a:cubicBezTo>
                      <a:pt x="175" y="66"/>
                      <a:pt x="175" y="66"/>
                      <a:pt x="175" y="66"/>
                    </a:cubicBezTo>
                    <a:lnTo>
                      <a:pt x="175" y="74"/>
                    </a:lnTo>
                    <a:close/>
                    <a:moveTo>
                      <a:pt x="137" y="52"/>
                    </a:moveTo>
                    <a:cubicBezTo>
                      <a:pt x="172" y="63"/>
                      <a:pt x="172" y="63"/>
                      <a:pt x="172" y="63"/>
                    </a:cubicBezTo>
                    <a:cubicBezTo>
                      <a:pt x="137" y="73"/>
                      <a:pt x="137" y="73"/>
                      <a:pt x="137" y="73"/>
                    </a:cubicBezTo>
                    <a:lnTo>
                      <a:pt x="137" y="52"/>
                    </a:lnTo>
                    <a:close/>
                    <a:moveTo>
                      <a:pt x="179" y="149"/>
                    </a:moveTo>
                    <a:cubicBezTo>
                      <a:pt x="205" y="158"/>
                      <a:pt x="205" y="158"/>
                      <a:pt x="205" y="158"/>
                    </a:cubicBezTo>
                    <a:cubicBezTo>
                      <a:pt x="179" y="158"/>
                      <a:pt x="179" y="158"/>
                      <a:pt x="179" y="158"/>
                    </a:cubicBezTo>
                    <a:lnTo>
                      <a:pt x="179" y="149"/>
                    </a:lnTo>
                    <a:close/>
                    <a:moveTo>
                      <a:pt x="175" y="158"/>
                    </a:moveTo>
                    <a:cubicBezTo>
                      <a:pt x="140" y="158"/>
                      <a:pt x="140" y="158"/>
                      <a:pt x="140" y="158"/>
                    </a:cubicBezTo>
                    <a:cubicBezTo>
                      <a:pt x="175" y="148"/>
                      <a:pt x="175" y="148"/>
                      <a:pt x="175" y="148"/>
                    </a:cubicBezTo>
                    <a:lnTo>
                      <a:pt x="175" y="158"/>
                    </a:lnTo>
                    <a:close/>
                    <a:moveTo>
                      <a:pt x="137" y="135"/>
                    </a:move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38" y="158"/>
                      <a:pt x="138" y="158"/>
                      <a:pt x="138" y="158"/>
                    </a:cubicBezTo>
                    <a:cubicBezTo>
                      <a:pt x="137" y="158"/>
                      <a:pt x="137" y="158"/>
                      <a:pt x="137" y="158"/>
                    </a:cubicBezTo>
                    <a:lnTo>
                      <a:pt x="137" y="135"/>
                    </a:lnTo>
                    <a:close/>
                    <a:moveTo>
                      <a:pt x="179" y="220"/>
                    </a:moveTo>
                    <a:cubicBezTo>
                      <a:pt x="205" y="229"/>
                      <a:pt x="205" y="229"/>
                      <a:pt x="205" y="229"/>
                    </a:cubicBezTo>
                    <a:cubicBezTo>
                      <a:pt x="179" y="229"/>
                      <a:pt x="179" y="229"/>
                      <a:pt x="179" y="229"/>
                    </a:cubicBezTo>
                    <a:lnTo>
                      <a:pt x="179" y="220"/>
                    </a:lnTo>
                    <a:close/>
                    <a:moveTo>
                      <a:pt x="175" y="229"/>
                    </a:moveTo>
                    <a:cubicBezTo>
                      <a:pt x="140" y="229"/>
                      <a:pt x="140" y="229"/>
                      <a:pt x="140" y="229"/>
                    </a:cubicBezTo>
                    <a:cubicBezTo>
                      <a:pt x="175" y="220"/>
                      <a:pt x="175" y="220"/>
                      <a:pt x="175" y="220"/>
                    </a:cubicBezTo>
                    <a:lnTo>
                      <a:pt x="175" y="229"/>
                    </a:lnTo>
                    <a:close/>
                    <a:moveTo>
                      <a:pt x="137" y="207"/>
                    </a:moveTo>
                    <a:cubicBezTo>
                      <a:pt x="174" y="219"/>
                      <a:pt x="174" y="219"/>
                      <a:pt x="174" y="219"/>
                    </a:cubicBezTo>
                    <a:cubicBezTo>
                      <a:pt x="138" y="229"/>
                      <a:pt x="138" y="229"/>
                      <a:pt x="138" y="229"/>
                    </a:cubicBezTo>
                    <a:cubicBezTo>
                      <a:pt x="137" y="229"/>
                      <a:pt x="137" y="229"/>
                      <a:pt x="137" y="229"/>
                    </a:cubicBezTo>
                    <a:lnTo>
                      <a:pt x="137" y="207"/>
                    </a:lnTo>
                    <a:close/>
                    <a:moveTo>
                      <a:pt x="178" y="518"/>
                    </a:moveTo>
                    <a:cubicBezTo>
                      <a:pt x="115" y="518"/>
                      <a:pt x="115" y="518"/>
                      <a:pt x="115" y="518"/>
                    </a:cubicBezTo>
                    <a:cubicBezTo>
                      <a:pt x="140" y="497"/>
                      <a:pt x="140" y="497"/>
                      <a:pt x="140" y="497"/>
                    </a:cubicBezTo>
                    <a:cubicBezTo>
                      <a:pt x="177" y="515"/>
                      <a:pt x="177" y="515"/>
                      <a:pt x="177" y="515"/>
                    </a:cubicBezTo>
                    <a:lnTo>
                      <a:pt x="178" y="518"/>
                    </a:lnTo>
                    <a:close/>
                    <a:moveTo>
                      <a:pt x="176" y="510"/>
                    </a:moveTo>
                    <a:cubicBezTo>
                      <a:pt x="152" y="499"/>
                      <a:pt x="152" y="499"/>
                      <a:pt x="152" y="499"/>
                    </a:cubicBezTo>
                    <a:cubicBezTo>
                      <a:pt x="174" y="499"/>
                      <a:pt x="174" y="499"/>
                      <a:pt x="174" y="499"/>
                    </a:cubicBezTo>
                    <a:lnTo>
                      <a:pt x="176" y="510"/>
                    </a:lnTo>
                    <a:close/>
                    <a:moveTo>
                      <a:pt x="173" y="495"/>
                    </a:moveTo>
                    <a:cubicBezTo>
                      <a:pt x="143" y="495"/>
                      <a:pt x="143" y="495"/>
                      <a:pt x="143" y="495"/>
                    </a:cubicBezTo>
                    <a:cubicBezTo>
                      <a:pt x="168" y="474"/>
                      <a:pt x="168" y="474"/>
                      <a:pt x="168" y="474"/>
                    </a:cubicBezTo>
                    <a:lnTo>
                      <a:pt x="173" y="495"/>
                    </a:lnTo>
                    <a:close/>
                    <a:moveTo>
                      <a:pt x="166" y="464"/>
                    </a:moveTo>
                    <a:cubicBezTo>
                      <a:pt x="110" y="464"/>
                      <a:pt x="110" y="464"/>
                      <a:pt x="110" y="464"/>
                    </a:cubicBezTo>
                    <a:cubicBezTo>
                      <a:pt x="110" y="429"/>
                      <a:pt x="110" y="429"/>
                      <a:pt x="110" y="429"/>
                    </a:cubicBezTo>
                    <a:cubicBezTo>
                      <a:pt x="166" y="462"/>
                      <a:pt x="166" y="462"/>
                      <a:pt x="166" y="462"/>
                    </a:cubicBezTo>
                    <a:lnTo>
                      <a:pt x="166" y="464"/>
                    </a:lnTo>
                    <a:close/>
                    <a:moveTo>
                      <a:pt x="113" y="426"/>
                    </a:moveTo>
                    <a:cubicBezTo>
                      <a:pt x="156" y="420"/>
                      <a:pt x="156" y="420"/>
                      <a:pt x="156" y="420"/>
                    </a:cubicBezTo>
                    <a:cubicBezTo>
                      <a:pt x="134" y="439"/>
                      <a:pt x="134" y="439"/>
                      <a:pt x="134" y="439"/>
                    </a:cubicBezTo>
                    <a:lnTo>
                      <a:pt x="113" y="426"/>
                    </a:lnTo>
                    <a:close/>
                    <a:moveTo>
                      <a:pt x="165" y="457"/>
                    </a:moveTo>
                    <a:cubicBezTo>
                      <a:pt x="138" y="441"/>
                      <a:pt x="138" y="441"/>
                      <a:pt x="138" y="441"/>
                    </a:cubicBezTo>
                    <a:cubicBezTo>
                      <a:pt x="161" y="441"/>
                      <a:pt x="161" y="441"/>
                      <a:pt x="161" y="441"/>
                    </a:cubicBezTo>
                    <a:lnTo>
                      <a:pt x="165" y="457"/>
                    </a:lnTo>
                    <a:close/>
                    <a:moveTo>
                      <a:pt x="161" y="437"/>
                    </a:moveTo>
                    <a:cubicBezTo>
                      <a:pt x="143" y="437"/>
                      <a:pt x="143" y="437"/>
                      <a:pt x="143" y="437"/>
                    </a:cubicBezTo>
                    <a:cubicBezTo>
                      <a:pt x="158" y="424"/>
                      <a:pt x="158" y="424"/>
                      <a:pt x="158" y="424"/>
                    </a:cubicBezTo>
                    <a:lnTo>
                      <a:pt x="161" y="437"/>
                    </a:lnTo>
                    <a:close/>
                    <a:moveTo>
                      <a:pt x="156" y="416"/>
                    </a:moveTo>
                    <a:cubicBezTo>
                      <a:pt x="120" y="422"/>
                      <a:pt x="120" y="422"/>
                      <a:pt x="120" y="422"/>
                    </a:cubicBezTo>
                    <a:cubicBezTo>
                      <a:pt x="153" y="402"/>
                      <a:pt x="153" y="402"/>
                      <a:pt x="153" y="402"/>
                    </a:cubicBezTo>
                    <a:lnTo>
                      <a:pt x="156" y="416"/>
                    </a:lnTo>
                    <a:close/>
                    <a:moveTo>
                      <a:pt x="151" y="389"/>
                    </a:moveTo>
                    <a:cubicBezTo>
                      <a:pt x="118" y="382"/>
                      <a:pt x="118" y="382"/>
                      <a:pt x="118" y="382"/>
                    </a:cubicBezTo>
                    <a:cubicBezTo>
                      <a:pt x="148" y="375"/>
                      <a:pt x="148" y="375"/>
                      <a:pt x="148" y="375"/>
                    </a:cubicBezTo>
                    <a:lnTo>
                      <a:pt x="151" y="389"/>
                    </a:lnTo>
                    <a:close/>
                    <a:moveTo>
                      <a:pt x="140" y="391"/>
                    </a:moveTo>
                    <a:cubicBezTo>
                      <a:pt x="77" y="391"/>
                      <a:pt x="77" y="391"/>
                      <a:pt x="77" y="391"/>
                    </a:cubicBezTo>
                    <a:cubicBezTo>
                      <a:pt x="109" y="384"/>
                      <a:pt x="109" y="384"/>
                      <a:pt x="109" y="384"/>
                    </a:cubicBezTo>
                    <a:lnTo>
                      <a:pt x="140" y="391"/>
                    </a:lnTo>
                    <a:close/>
                    <a:moveTo>
                      <a:pt x="146" y="367"/>
                    </a:moveTo>
                    <a:cubicBezTo>
                      <a:pt x="117" y="360"/>
                      <a:pt x="117" y="360"/>
                      <a:pt x="117" y="360"/>
                    </a:cubicBezTo>
                    <a:cubicBezTo>
                      <a:pt x="143" y="354"/>
                      <a:pt x="143" y="354"/>
                      <a:pt x="143" y="354"/>
                    </a:cubicBezTo>
                    <a:lnTo>
                      <a:pt x="146" y="367"/>
                    </a:lnTo>
                    <a:close/>
                    <a:moveTo>
                      <a:pt x="141" y="345"/>
                    </a:moveTo>
                    <a:cubicBezTo>
                      <a:pt x="116" y="339"/>
                      <a:pt x="116" y="339"/>
                      <a:pt x="116" y="339"/>
                    </a:cubicBezTo>
                    <a:cubicBezTo>
                      <a:pt x="139" y="333"/>
                      <a:pt x="139" y="333"/>
                      <a:pt x="139" y="333"/>
                    </a:cubicBezTo>
                    <a:lnTo>
                      <a:pt x="141" y="345"/>
                    </a:lnTo>
                    <a:close/>
                    <a:moveTo>
                      <a:pt x="137" y="323"/>
                    </a:moveTo>
                    <a:cubicBezTo>
                      <a:pt x="115" y="317"/>
                      <a:pt x="115" y="317"/>
                      <a:pt x="115" y="317"/>
                    </a:cubicBezTo>
                    <a:cubicBezTo>
                      <a:pt x="134" y="311"/>
                      <a:pt x="134" y="311"/>
                      <a:pt x="134" y="311"/>
                    </a:cubicBezTo>
                    <a:lnTo>
                      <a:pt x="137" y="323"/>
                    </a:lnTo>
                    <a:close/>
                    <a:moveTo>
                      <a:pt x="132" y="303"/>
                    </a:moveTo>
                    <a:cubicBezTo>
                      <a:pt x="115" y="297"/>
                      <a:pt x="115" y="297"/>
                      <a:pt x="115" y="297"/>
                    </a:cubicBezTo>
                    <a:cubicBezTo>
                      <a:pt x="130" y="291"/>
                      <a:pt x="130" y="291"/>
                      <a:pt x="130" y="291"/>
                    </a:cubicBezTo>
                    <a:lnTo>
                      <a:pt x="132" y="303"/>
                    </a:lnTo>
                    <a:close/>
                    <a:moveTo>
                      <a:pt x="128" y="282"/>
                    </a:moveTo>
                    <a:cubicBezTo>
                      <a:pt x="114" y="276"/>
                      <a:pt x="114" y="276"/>
                      <a:pt x="114" y="276"/>
                    </a:cubicBezTo>
                    <a:cubicBezTo>
                      <a:pt x="126" y="271"/>
                      <a:pt x="126" y="271"/>
                      <a:pt x="126" y="271"/>
                    </a:cubicBezTo>
                    <a:lnTo>
                      <a:pt x="128" y="282"/>
                    </a:lnTo>
                    <a:close/>
                    <a:moveTo>
                      <a:pt x="123" y="34"/>
                    </a:moveTo>
                    <a:cubicBezTo>
                      <a:pt x="111" y="14"/>
                      <a:pt x="111" y="14"/>
                      <a:pt x="111" y="14"/>
                    </a:cubicBezTo>
                    <a:cubicBezTo>
                      <a:pt x="115" y="7"/>
                      <a:pt x="115" y="7"/>
                      <a:pt x="115" y="7"/>
                    </a:cubicBezTo>
                    <a:lnTo>
                      <a:pt x="123" y="34"/>
                    </a:lnTo>
                    <a:close/>
                    <a:moveTo>
                      <a:pt x="112" y="4"/>
                    </a:moveTo>
                    <a:cubicBezTo>
                      <a:pt x="109" y="10"/>
                      <a:pt x="109" y="10"/>
                      <a:pt x="109" y="10"/>
                    </a:cubicBezTo>
                    <a:cubicBezTo>
                      <a:pt x="105" y="4"/>
                      <a:pt x="105" y="4"/>
                      <a:pt x="105" y="4"/>
                    </a:cubicBezTo>
                    <a:lnTo>
                      <a:pt x="112" y="4"/>
                    </a:lnTo>
                    <a:close/>
                    <a:moveTo>
                      <a:pt x="103" y="7"/>
                    </a:moveTo>
                    <a:cubicBezTo>
                      <a:pt x="106" y="14"/>
                      <a:pt x="106" y="14"/>
                      <a:pt x="106" y="14"/>
                    </a:cubicBezTo>
                    <a:cubicBezTo>
                      <a:pt x="95" y="34"/>
                      <a:pt x="95" y="34"/>
                      <a:pt x="95" y="34"/>
                    </a:cubicBezTo>
                    <a:lnTo>
                      <a:pt x="103" y="7"/>
                    </a:lnTo>
                    <a:close/>
                    <a:moveTo>
                      <a:pt x="109" y="18"/>
                    </a:moveTo>
                    <a:cubicBezTo>
                      <a:pt x="124" y="44"/>
                      <a:pt x="124" y="44"/>
                      <a:pt x="124" y="44"/>
                    </a:cubicBezTo>
                    <a:cubicBezTo>
                      <a:pt x="122" y="44"/>
                      <a:pt x="122" y="44"/>
                      <a:pt x="122" y="44"/>
                    </a:cubicBezTo>
                    <a:cubicBezTo>
                      <a:pt x="122" y="46"/>
                      <a:pt x="122" y="46"/>
                      <a:pt x="122" y="46"/>
                    </a:cubicBezTo>
                    <a:cubicBezTo>
                      <a:pt x="96" y="46"/>
                      <a:pt x="96" y="46"/>
                      <a:pt x="96" y="46"/>
                    </a:cubicBezTo>
                    <a:cubicBezTo>
                      <a:pt x="96" y="42"/>
                      <a:pt x="96" y="42"/>
                      <a:pt x="96" y="42"/>
                    </a:cubicBezTo>
                    <a:cubicBezTo>
                      <a:pt x="94" y="42"/>
                      <a:pt x="94" y="42"/>
                      <a:pt x="94" y="42"/>
                    </a:cubicBezTo>
                    <a:lnTo>
                      <a:pt x="109" y="18"/>
                    </a:lnTo>
                    <a:close/>
                    <a:moveTo>
                      <a:pt x="105" y="243"/>
                    </a:moveTo>
                    <a:cubicBezTo>
                      <a:pt x="96" y="248"/>
                      <a:pt x="96" y="248"/>
                      <a:pt x="96" y="248"/>
                    </a:cubicBezTo>
                    <a:cubicBezTo>
                      <a:pt x="96" y="237"/>
                      <a:pt x="96" y="237"/>
                      <a:pt x="96" y="237"/>
                    </a:cubicBezTo>
                    <a:lnTo>
                      <a:pt x="105" y="243"/>
                    </a:lnTo>
                    <a:close/>
                    <a:moveTo>
                      <a:pt x="97" y="234"/>
                    </a:moveTo>
                    <a:cubicBezTo>
                      <a:pt x="121" y="234"/>
                      <a:pt x="121" y="234"/>
                      <a:pt x="121" y="234"/>
                    </a:cubicBezTo>
                    <a:cubicBezTo>
                      <a:pt x="109" y="241"/>
                      <a:pt x="109" y="241"/>
                      <a:pt x="109" y="241"/>
                    </a:cubicBezTo>
                    <a:lnTo>
                      <a:pt x="97" y="234"/>
                    </a:lnTo>
                    <a:close/>
                    <a:moveTo>
                      <a:pt x="109" y="245"/>
                    </a:moveTo>
                    <a:cubicBezTo>
                      <a:pt x="121" y="252"/>
                      <a:pt x="121" y="252"/>
                      <a:pt x="121" y="252"/>
                    </a:cubicBezTo>
                    <a:cubicBezTo>
                      <a:pt x="96" y="252"/>
                      <a:pt x="96" y="252"/>
                      <a:pt x="96" y="252"/>
                    </a:cubicBezTo>
                    <a:lnTo>
                      <a:pt x="109" y="245"/>
                    </a:lnTo>
                    <a:close/>
                    <a:moveTo>
                      <a:pt x="112" y="243"/>
                    </a:moveTo>
                    <a:cubicBezTo>
                      <a:pt x="122" y="237"/>
                      <a:pt x="122" y="237"/>
                      <a:pt x="122" y="237"/>
                    </a:cubicBezTo>
                    <a:cubicBezTo>
                      <a:pt x="122" y="248"/>
                      <a:pt x="122" y="248"/>
                      <a:pt x="122" y="248"/>
                    </a:cubicBezTo>
                    <a:lnTo>
                      <a:pt x="112" y="243"/>
                    </a:lnTo>
                    <a:close/>
                    <a:moveTo>
                      <a:pt x="96" y="229"/>
                    </a:moveTo>
                    <a:cubicBezTo>
                      <a:pt x="96" y="228"/>
                      <a:pt x="96" y="228"/>
                      <a:pt x="96" y="228"/>
                    </a:cubicBezTo>
                    <a:cubicBezTo>
                      <a:pt x="109" y="219"/>
                      <a:pt x="109" y="219"/>
                      <a:pt x="109" y="219"/>
                    </a:cubicBezTo>
                    <a:cubicBezTo>
                      <a:pt x="122" y="228"/>
                      <a:pt x="122" y="228"/>
                      <a:pt x="122" y="228"/>
                    </a:cubicBezTo>
                    <a:cubicBezTo>
                      <a:pt x="122" y="229"/>
                      <a:pt x="122" y="229"/>
                      <a:pt x="122" y="229"/>
                    </a:cubicBezTo>
                    <a:lnTo>
                      <a:pt x="96" y="229"/>
                    </a:lnTo>
                    <a:close/>
                    <a:moveTo>
                      <a:pt x="96" y="223"/>
                    </a:moveTo>
                    <a:cubicBezTo>
                      <a:pt x="96" y="209"/>
                      <a:pt x="96" y="209"/>
                      <a:pt x="96" y="209"/>
                    </a:cubicBezTo>
                    <a:cubicBezTo>
                      <a:pt x="105" y="216"/>
                      <a:pt x="105" y="216"/>
                      <a:pt x="105" y="216"/>
                    </a:cubicBezTo>
                    <a:lnTo>
                      <a:pt x="96" y="223"/>
                    </a:lnTo>
                    <a:close/>
                    <a:moveTo>
                      <a:pt x="112" y="216"/>
                    </a:moveTo>
                    <a:cubicBezTo>
                      <a:pt x="122" y="209"/>
                      <a:pt x="122" y="209"/>
                      <a:pt x="122" y="209"/>
                    </a:cubicBezTo>
                    <a:cubicBezTo>
                      <a:pt x="122" y="223"/>
                      <a:pt x="122" y="223"/>
                      <a:pt x="122" y="223"/>
                    </a:cubicBezTo>
                    <a:lnTo>
                      <a:pt x="112" y="216"/>
                    </a:lnTo>
                    <a:close/>
                    <a:moveTo>
                      <a:pt x="109" y="214"/>
                    </a:moveTo>
                    <a:cubicBezTo>
                      <a:pt x="96" y="205"/>
                      <a:pt x="96" y="205"/>
                      <a:pt x="96" y="205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122" y="204"/>
                      <a:pt x="122" y="204"/>
                      <a:pt x="122" y="204"/>
                    </a:cubicBezTo>
                    <a:cubicBezTo>
                      <a:pt x="122" y="205"/>
                      <a:pt x="122" y="205"/>
                      <a:pt x="122" y="205"/>
                    </a:cubicBezTo>
                    <a:lnTo>
                      <a:pt x="109" y="214"/>
                    </a:lnTo>
                    <a:close/>
                    <a:moveTo>
                      <a:pt x="96" y="197"/>
                    </a:moveTo>
                    <a:cubicBezTo>
                      <a:pt x="96" y="186"/>
                      <a:pt x="96" y="186"/>
                      <a:pt x="96" y="186"/>
                    </a:cubicBezTo>
                    <a:cubicBezTo>
                      <a:pt x="105" y="192"/>
                      <a:pt x="105" y="192"/>
                      <a:pt x="105" y="192"/>
                    </a:cubicBezTo>
                    <a:lnTo>
                      <a:pt x="96" y="197"/>
                    </a:lnTo>
                    <a:close/>
                    <a:moveTo>
                      <a:pt x="109" y="194"/>
                    </a:moveTo>
                    <a:cubicBezTo>
                      <a:pt x="121" y="201"/>
                      <a:pt x="121" y="201"/>
                      <a:pt x="121" y="201"/>
                    </a:cubicBezTo>
                    <a:cubicBezTo>
                      <a:pt x="97" y="201"/>
                      <a:pt x="97" y="201"/>
                      <a:pt x="97" y="201"/>
                    </a:cubicBezTo>
                    <a:lnTo>
                      <a:pt x="109" y="194"/>
                    </a:lnTo>
                    <a:close/>
                    <a:moveTo>
                      <a:pt x="112" y="192"/>
                    </a:moveTo>
                    <a:cubicBezTo>
                      <a:pt x="122" y="186"/>
                      <a:pt x="122" y="186"/>
                      <a:pt x="122" y="186"/>
                    </a:cubicBezTo>
                    <a:cubicBezTo>
                      <a:pt x="122" y="197"/>
                      <a:pt x="122" y="197"/>
                      <a:pt x="122" y="197"/>
                    </a:cubicBezTo>
                    <a:lnTo>
                      <a:pt x="112" y="192"/>
                    </a:lnTo>
                    <a:close/>
                    <a:moveTo>
                      <a:pt x="109" y="190"/>
                    </a:moveTo>
                    <a:cubicBezTo>
                      <a:pt x="96" y="183"/>
                      <a:pt x="96" y="183"/>
                      <a:pt x="96" y="183"/>
                    </a:cubicBezTo>
                    <a:cubicBezTo>
                      <a:pt x="96" y="181"/>
                      <a:pt x="96" y="181"/>
                      <a:pt x="96" y="181"/>
                    </a:cubicBezTo>
                    <a:cubicBezTo>
                      <a:pt x="109" y="174"/>
                      <a:pt x="109" y="174"/>
                      <a:pt x="109" y="174"/>
                    </a:cubicBezTo>
                    <a:cubicBezTo>
                      <a:pt x="122" y="181"/>
                      <a:pt x="122" y="181"/>
                      <a:pt x="122" y="181"/>
                    </a:cubicBezTo>
                    <a:cubicBezTo>
                      <a:pt x="122" y="183"/>
                      <a:pt x="122" y="183"/>
                      <a:pt x="122" y="183"/>
                    </a:cubicBezTo>
                    <a:lnTo>
                      <a:pt x="109" y="190"/>
                    </a:lnTo>
                    <a:close/>
                    <a:moveTo>
                      <a:pt x="105" y="172"/>
                    </a:moveTo>
                    <a:cubicBezTo>
                      <a:pt x="96" y="177"/>
                      <a:pt x="96" y="177"/>
                      <a:pt x="96" y="177"/>
                    </a:cubicBezTo>
                    <a:cubicBezTo>
                      <a:pt x="96" y="166"/>
                      <a:pt x="96" y="166"/>
                      <a:pt x="96" y="166"/>
                    </a:cubicBezTo>
                    <a:lnTo>
                      <a:pt x="105" y="172"/>
                    </a:lnTo>
                    <a:close/>
                    <a:moveTo>
                      <a:pt x="96" y="163"/>
                    </a:moveTo>
                    <a:cubicBezTo>
                      <a:pt x="121" y="163"/>
                      <a:pt x="121" y="163"/>
                      <a:pt x="121" y="163"/>
                    </a:cubicBezTo>
                    <a:cubicBezTo>
                      <a:pt x="109" y="170"/>
                      <a:pt x="109" y="170"/>
                      <a:pt x="109" y="170"/>
                    </a:cubicBezTo>
                    <a:lnTo>
                      <a:pt x="96" y="163"/>
                    </a:lnTo>
                    <a:close/>
                    <a:moveTo>
                      <a:pt x="112" y="172"/>
                    </a:moveTo>
                    <a:cubicBezTo>
                      <a:pt x="122" y="166"/>
                      <a:pt x="122" y="166"/>
                      <a:pt x="122" y="166"/>
                    </a:cubicBezTo>
                    <a:cubicBezTo>
                      <a:pt x="122" y="177"/>
                      <a:pt x="122" y="177"/>
                      <a:pt x="122" y="177"/>
                    </a:cubicBezTo>
                    <a:lnTo>
                      <a:pt x="112" y="172"/>
                    </a:lnTo>
                    <a:close/>
                    <a:moveTo>
                      <a:pt x="96" y="158"/>
                    </a:moveTo>
                    <a:cubicBezTo>
                      <a:pt x="96" y="157"/>
                      <a:pt x="96" y="157"/>
                      <a:pt x="96" y="157"/>
                    </a:cubicBezTo>
                    <a:cubicBezTo>
                      <a:pt x="109" y="147"/>
                      <a:pt x="109" y="147"/>
                      <a:pt x="109" y="147"/>
                    </a:cubicBezTo>
                    <a:cubicBezTo>
                      <a:pt x="122" y="157"/>
                      <a:pt x="122" y="157"/>
                      <a:pt x="122" y="157"/>
                    </a:cubicBezTo>
                    <a:cubicBezTo>
                      <a:pt x="122" y="158"/>
                      <a:pt x="122" y="158"/>
                      <a:pt x="122" y="158"/>
                    </a:cubicBezTo>
                    <a:lnTo>
                      <a:pt x="96" y="158"/>
                    </a:lnTo>
                    <a:close/>
                    <a:moveTo>
                      <a:pt x="96" y="152"/>
                    </a:moveTo>
                    <a:cubicBezTo>
                      <a:pt x="96" y="138"/>
                      <a:pt x="96" y="138"/>
                      <a:pt x="96" y="138"/>
                    </a:cubicBezTo>
                    <a:cubicBezTo>
                      <a:pt x="105" y="145"/>
                      <a:pt x="105" y="145"/>
                      <a:pt x="105" y="145"/>
                    </a:cubicBezTo>
                    <a:lnTo>
                      <a:pt x="96" y="152"/>
                    </a:lnTo>
                    <a:close/>
                    <a:moveTo>
                      <a:pt x="112" y="145"/>
                    </a:moveTo>
                    <a:cubicBezTo>
                      <a:pt x="122" y="138"/>
                      <a:pt x="122" y="138"/>
                      <a:pt x="122" y="138"/>
                    </a:cubicBezTo>
                    <a:cubicBezTo>
                      <a:pt x="122" y="152"/>
                      <a:pt x="122" y="152"/>
                      <a:pt x="122" y="152"/>
                    </a:cubicBezTo>
                    <a:lnTo>
                      <a:pt x="112" y="145"/>
                    </a:lnTo>
                    <a:close/>
                    <a:moveTo>
                      <a:pt x="109" y="143"/>
                    </a:moveTo>
                    <a:cubicBezTo>
                      <a:pt x="96" y="133"/>
                      <a:pt x="96" y="133"/>
                      <a:pt x="96" y="133"/>
                    </a:cubicBezTo>
                    <a:cubicBezTo>
                      <a:pt x="96" y="132"/>
                      <a:pt x="96" y="132"/>
                      <a:pt x="96" y="132"/>
                    </a:cubicBezTo>
                    <a:cubicBezTo>
                      <a:pt x="122" y="132"/>
                      <a:pt x="122" y="132"/>
                      <a:pt x="122" y="132"/>
                    </a:cubicBezTo>
                    <a:cubicBezTo>
                      <a:pt x="122" y="133"/>
                      <a:pt x="122" y="133"/>
                      <a:pt x="122" y="133"/>
                    </a:cubicBezTo>
                    <a:lnTo>
                      <a:pt x="109" y="143"/>
                    </a:lnTo>
                    <a:close/>
                    <a:moveTo>
                      <a:pt x="96" y="125"/>
                    </a:moveTo>
                    <a:cubicBezTo>
                      <a:pt x="96" y="111"/>
                      <a:pt x="96" y="111"/>
                      <a:pt x="96" y="111"/>
                    </a:cubicBezTo>
                    <a:cubicBezTo>
                      <a:pt x="106" y="118"/>
                      <a:pt x="106" y="118"/>
                      <a:pt x="106" y="118"/>
                    </a:cubicBezTo>
                    <a:lnTo>
                      <a:pt x="96" y="125"/>
                    </a:lnTo>
                    <a:close/>
                    <a:moveTo>
                      <a:pt x="109" y="120"/>
                    </a:moveTo>
                    <a:cubicBezTo>
                      <a:pt x="122" y="129"/>
                      <a:pt x="122" y="129"/>
                      <a:pt x="122" y="129"/>
                    </a:cubicBezTo>
                    <a:cubicBezTo>
                      <a:pt x="96" y="129"/>
                      <a:pt x="96" y="129"/>
                      <a:pt x="96" y="129"/>
                    </a:cubicBezTo>
                    <a:lnTo>
                      <a:pt x="109" y="120"/>
                    </a:lnTo>
                    <a:close/>
                    <a:moveTo>
                      <a:pt x="112" y="118"/>
                    </a:move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2" y="125"/>
                      <a:pt x="122" y="125"/>
                      <a:pt x="122" y="125"/>
                    </a:cubicBezTo>
                    <a:lnTo>
                      <a:pt x="112" y="118"/>
                    </a:lnTo>
                    <a:close/>
                    <a:moveTo>
                      <a:pt x="109" y="116"/>
                    </a:moveTo>
                    <a:cubicBezTo>
                      <a:pt x="96" y="107"/>
                      <a:pt x="96" y="107"/>
                      <a:pt x="96" y="107"/>
                    </a:cubicBezTo>
                    <a:cubicBezTo>
                      <a:pt x="96" y="103"/>
                      <a:pt x="96" y="103"/>
                      <a:pt x="96" y="103"/>
                    </a:cubicBezTo>
                    <a:cubicBezTo>
                      <a:pt x="109" y="93"/>
                      <a:pt x="109" y="93"/>
                      <a:pt x="109" y="9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22" y="107"/>
                      <a:pt x="122" y="107"/>
                      <a:pt x="122" y="107"/>
                    </a:cubicBezTo>
                    <a:lnTo>
                      <a:pt x="109" y="116"/>
                    </a:lnTo>
                    <a:close/>
                    <a:moveTo>
                      <a:pt x="96" y="98"/>
                    </a:moveTo>
                    <a:cubicBezTo>
                      <a:pt x="96" y="84"/>
                      <a:pt x="96" y="84"/>
                      <a:pt x="96" y="84"/>
                    </a:cubicBezTo>
                    <a:cubicBezTo>
                      <a:pt x="106" y="91"/>
                      <a:pt x="106" y="91"/>
                      <a:pt x="106" y="91"/>
                    </a:cubicBezTo>
                    <a:lnTo>
                      <a:pt x="96" y="98"/>
                    </a:lnTo>
                    <a:close/>
                    <a:moveTo>
                      <a:pt x="112" y="91"/>
                    </a:moveTo>
                    <a:cubicBezTo>
                      <a:pt x="122" y="84"/>
                      <a:pt x="122" y="84"/>
                      <a:pt x="122" y="84"/>
                    </a:cubicBezTo>
                    <a:cubicBezTo>
                      <a:pt x="122" y="98"/>
                      <a:pt x="122" y="98"/>
                      <a:pt x="122" y="98"/>
                    </a:cubicBezTo>
                    <a:lnTo>
                      <a:pt x="112" y="91"/>
                    </a:lnTo>
                    <a:close/>
                    <a:moveTo>
                      <a:pt x="109" y="89"/>
                    </a:moveTo>
                    <a:cubicBezTo>
                      <a:pt x="96" y="80"/>
                      <a:pt x="96" y="80"/>
                      <a:pt x="96" y="80"/>
                    </a:cubicBezTo>
                    <a:cubicBezTo>
                      <a:pt x="96" y="79"/>
                      <a:pt x="96" y="79"/>
                      <a:pt x="96" y="79"/>
                    </a:cubicBezTo>
                    <a:cubicBezTo>
                      <a:pt x="122" y="79"/>
                      <a:pt x="122" y="79"/>
                      <a:pt x="122" y="79"/>
                    </a:cubicBezTo>
                    <a:cubicBezTo>
                      <a:pt x="122" y="80"/>
                      <a:pt x="122" y="80"/>
                      <a:pt x="122" y="80"/>
                    </a:cubicBezTo>
                    <a:lnTo>
                      <a:pt x="109" y="89"/>
                    </a:lnTo>
                    <a:close/>
                    <a:moveTo>
                      <a:pt x="96" y="74"/>
                    </a:moveTo>
                    <a:cubicBezTo>
                      <a:pt x="96" y="73"/>
                      <a:pt x="96" y="73"/>
                      <a:pt x="96" y="73"/>
                    </a:cubicBezTo>
                    <a:cubicBezTo>
                      <a:pt x="109" y="64"/>
                      <a:pt x="109" y="64"/>
                      <a:pt x="109" y="64"/>
                    </a:cubicBezTo>
                    <a:cubicBezTo>
                      <a:pt x="122" y="73"/>
                      <a:pt x="122" y="73"/>
                      <a:pt x="122" y="73"/>
                    </a:cubicBezTo>
                    <a:cubicBezTo>
                      <a:pt x="122" y="74"/>
                      <a:pt x="122" y="74"/>
                      <a:pt x="122" y="74"/>
                    </a:cubicBezTo>
                    <a:lnTo>
                      <a:pt x="96" y="74"/>
                    </a:lnTo>
                    <a:close/>
                    <a:moveTo>
                      <a:pt x="96" y="68"/>
                    </a:moveTo>
                    <a:cubicBezTo>
                      <a:pt x="96" y="55"/>
                      <a:pt x="96" y="55"/>
                      <a:pt x="96" y="55"/>
                    </a:cubicBezTo>
                    <a:cubicBezTo>
                      <a:pt x="105" y="61"/>
                      <a:pt x="105" y="61"/>
                      <a:pt x="105" y="61"/>
                    </a:cubicBezTo>
                    <a:lnTo>
                      <a:pt x="96" y="68"/>
                    </a:lnTo>
                    <a:close/>
                    <a:moveTo>
                      <a:pt x="112" y="61"/>
                    </a:moveTo>
                    <a:cubicBezTo>
                      <a:pt x="122" y="55"/>
                      <a:pt x="122" y="55"/>
                      <a:pt x="122" y="55"/>
                    </a:cubicBezTo>
                    <a:cubicBezTo>
                      <a:pt x="122" y="68"/>
                      <a:pt x="122" y="68"/>
                      <a:pt x="122" y="68"/>
                    </a:cubicBezTo>
                    <a:lnTo>
                      <a:pt x="112" y="61"/>
                    </a:lnTo>
                    <a:close/>
                    <a:moveTo>
                      <a:pt x="109" y="59"/>
                    </a:moveTo>
                    <a:cubicBezTo>
                      <a:pt x="96" y="50"/>
                      <a:pt x="96" y="50"/>
                      <a:pt x="96" y="50"/>
                    </a:cubicBezTo>
                    <a:cubicBezTo>
                      <a:pt x="96" y="49"/>
                      <a:pt x="96" y="49"/>
                      <a:pt x="96" y="49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2" y="50"/>
                      <a:pt x="122" y="50"/>
                      <a:pt x="122" y="50"/>
                    </a:cubicBezTo>
                    <a:lnTo>
                      <a:pt x="109" y="59"/>
                    </a:lnTo>
                    <a:close/>
                    <a:moveTo>
                      <a:pt x="95" y="255"/>
                    </a:moveTo>
                    <a:cubicBezTo>
                      <a:pt x="122" y="255"/>
                      <a:pt x="122" y="255"/>
                      <a:pt x="122" y="255"/>
                    </a:cubicBezTo>
                    <a:cubicBezTo>
                      <a:pt x="125" y="267"/>
                      <a:pt x="125" y="267"/>
                      <a:pt x="125" y="267"/>
                    </a:cubicBezTo>
                    <a:cubicBezTo>
                      <a:pt x="109" y="274"/>
                      <a:pt x="109" y="274"/>
                      <a:pt x="109" y="274"/>
                    </a:cubicBezTo>
                    <a:cubicBezTo>
                      <a:pt x="93" y="267"/>
                      <a:pt x="93" y="267"/>
                      <a:pt x="93" y="267"/>
                    </a:cubicBezTo>
                    <a:lnTo>
                      <a:pt x="95" y="255"/>
                    </a:lnTo>
                    <a:close/>
                    <a:moveTo>
                      <a:pt x="92" y="271"/>
                    </a:moveTo>
                    <a:cubicBezTo>
                      <a:pt x="104" y="276"/>
                      <a:pt x="104" y="276"/>
                      <a:pt x="104" y="276"/>
                    </a:cubicBezTo>
                    <a:cubicBezTo>
                      <a:pt x="89" y="282"/>
                      <a:pt x="89" y="282"/>
                      <a:pt x="89" y="282"/>
                    </a:cubicBezTo>
                    <a:lnTo>
                      <a:pt x="92" y="271"/>
                    </a:lnTo>
                    <a:close/>
                    <a:moveTo>
                      <a:pt x="88" y="287"/>
                    </a:moveTo>
                    <a:cubicBezTo>
                      <a:pt x="109" y="279"/>
                      <a:pt x="109" y="279"/>
                      <a:pt x="109" y="279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29" y="287"/>
                      <a:pt x="129" y="287"/>
                      <a:pt x="129" y="287"/>
                    </a:cubicBezTo>
                    <a:cubicBezTo>
                      <a:pt x="109" y="295"/>
                      <a:pt x="109" y="295"/>
                      <a:pt x="109" y="295"/>
                    </a:cubicBezTo>
                    <a:cubicBezTo>
                      <a:pt x="88" y="287"/>
                      <a:pt x="88" y="287"/>
                      <a:pt x="88" y="287"/>
                    </a:cubicBezTo>
                    <a:close/>
                    <a:moveTo>
                      <a:pt x="88" y="291"/>
                    </a:moveTo>
                    <a:cubicBezTo>
                      <a:pt x="103" y="297"/>
                      <a:pt x="103" y="297"/>
                      <a:pt x="103" y="297"/>
                    </a:cubicBezTo>
                    <a:cubicBezTo>
                      <a:pt x="85" y="303"/>
                      <a:pt x="85" y="303"/>
                      <a:pt x="85" y="303"/>
                    </a:cubicBezTo>
                    <a:lnTo>
                      <a:pt x="88" y="291"/>
                    </a:lnTo>
                    <a:close/>
                    <a:moveTo>
                      <a:pt x="109" y="299"/>
                    </a:moveTo>
                    <a:cubicBezTo>
                      <a:pt x="133" y="307"/>
                      <a:pt x="133" y="307"/>
                      <a:pt x="133" y="307"/>
                    </a:cubicBezTo>
                    <a:cubicBezTo>
                      <a:pt x="109" y="315"/>
                      <a:pt x="109" y="315"/>
                      <a:pt x="109" y="315"/>
                    </a:cubicBezTo>
                    <a:cubicBezTo>
                      <a:pt x="85" y="307"/>
                      <a:pt x="85" y="307"/>
                      <a:pt x="85" y="307"/>
                    </a:cubicBezTo>
                    <a:lnTo>
                      <a:pt x="109" y="299"/>
                    </a:lnTo>
                    <a:close/>
                    <a:moveTo>
                      <a:pt x="83" y="311"/>
                    </a:moveTo>
                    <a:cubicBezTo>
                      <a:pt x="102" y="317"/>
                      <a:pt x="102" y="317"/>
                      <a:pt x="102" y="317"/>
                    </a:cubicBezTo>
                    <a:cubicBezTo>
                      <a:pt x="81" y="323"/>
                      <a:pt x="81" y="323"/>
                      <a:pt x="81" y="323"/>
                    </a:cubicBezTo>
                    <a:lnTo>
                      <a:pt x="83" y="311"/>
                    </a:lnTo>
                    <a:close/>
                    <a:moveTo>
                      <a:pt x="39" y="74"/>
                    </a:moveTo>
                    <a:cubicBezTo>
                      <a:pt x="12" y="74"/>
                      <a:pt x="12" y="74"/>
                      <a:pt x="12" y="74"/>
                    </a:cubicBezTo>
                    <a:cubicBezTo>
                      <a:pt x="39" y="65"/>
                      <a:pt x="39" y="65"/>
                      <a:pt x="39" y="65"/>
                    </a:cubicBezTo>
                    <a:lnTo>
                      <a:pt x="39" y="74"/>
                    </a:lnTo>
                    <a:close/>
                    <a:moveTo>
                      <a:pt x="43" y="74"/>
                    </a:moveTo>
                    <a:cubicBezTo>
                      <a:pt x="43" y="66"/>
                      <a:pt x="43" y="66"/>
                      <a:pt x="43" y="66"/>
                    </a:cubicBezTo>
                    <a:cubicBezTo>
                      <a:pt x="74" y="74"/>
                      <a:pt x="74" y="74"/>
                      <a:pt x="74" y="74"/>
                    </a:cubicBezTo>
                    <a:lnTo>
                      <a:pt x="43" y="74"/>
                    </a:lnTo>
                    <a:close/>
                    <a:moveTo>
                      <a:pt x="45" y="63"/>
                    </a:moveTo>
                    <a:cubicBezTo>
                      <a:pt x="80" y="52"/>
                      <a:pt x="80" y="52"/>
                      <a:pt x="80" y="52"/>
                    </a:cubicBezTo>
                    <a:cubicBezTo>
                      <a:pt x="80" y="73"/>
                      <a:pt x="80" y="73"/>
                      <a:pt x="80" y="73"/>
                    </a:cubicBezTo>
                    <a:lnTo>
                      <a:pt x="45" y="63"/>
                    </a:lnTo>
                    <a:close/>
                    <a:moveTo>
                      <a:pt x="39" y="158"/>
                    </a:moveTo>
                    <a:cubicBezTo>
                      <a:pt x="12" y="158"/>
                      <a:pt x="12" y="158"/>
                      <a:pt x="12" y="158"/>
                    </a:cubicBezTo>
                    <a:cubicBezTo>
                      <a:pt x="39" y="149"/>
                      <a:pt x="39" y="149"/>
                      <a:pt x="39" y="149"/>
                    </a:cubicBezTo>
                    <a:lnTo>
                      <a:pt x="39" y="158"/>
                    </a:lnTo>
                    <a:close/>
                    <a:moveTo>
                      <a:pt x="43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77" y="158"/>
                      <a:pt x="77" y="158"/>
                      <a:pt x="77" y="158"/>
                    </a:cubicBezTo>
                    <a:lnTo>
                      <a:pt x="43" y="158"/>
                    </a:lnTo>
                    <a:close/>
                    <a:moveTo>
                      <a:pt x="80" y="158"/>
                    </a:moveTo>
                    <a:cubicBezTo>
                      <a:pt x="43" y="148"/>
                      <a:pt x="43" y="148"/>
                      <a:pt x="43" y="148"/>
                    </a:cubicBezTo>
                    <a:cubicBezTo>
                      <a:pt x="80" y="135"/>
                      <a:pt x="80" y="135"/>
                      <a:pt x="80" y="135"/>
                    </a:cubicBezTo>
                    <a:cubicBezTo>
                      <a:pt x="80" y="158"/>
                      <a:pt x="80" y="158"/>
                      <a:pt x="80" y="158"/>
                    </a:cubicBezTo>
                    <a:close/>
                    <a:moveTo>
                      <a:pt x="39" y="229"/>
                    </a:moveTo>
                    <a:cubicBezTo>
                      <a:pt x="12" y="229"/>
                      <a:pt x="12" y="229"/>
                      <a:pt x="12" y="229"/>
                    </a:cubicBezTo>
                    <a:cubicBezTo>
                      <a:pt x="39" y="220"/>
                      <a:pt x="39" y="220"/>
                      <a:pt x="39" y="220"/>
                    </a:cubicBezTo>
                    <a:lnTo>
                      <a:pt x="39" y="229"/>
                    </a:lnTo>
                    <a:close/>
                    <a:moveTo>
                      <a:pt x="43" y="229"/>
                    </a:moveTo>
                    <a:cubicBezTo>
                      <a:pt x="43" y="220"/>
                      <a:pt x="43" y="220"/>
                      <a:pt x="43" y="220"/>
                    </a:cubicBezTo>
                    <a:cubicBezTo>
                      <a:pt x="77" y="229"/>
                      <a:pt x="77" y="229"/>
                      <a:pt x="77" y="229"/>
                    </a:cubicBezTo>
                    <a:lnTo>
                      <a:pt x="43" y="229"/>
                    </a:lnTo>
                    <a:close/>
                    <a:moveTo>
                      <a:pt x="80" y="229"/>
                    </a:moveTo>
                    <a:cubicBezTo>
                      <a:pt x="43" y="219"/>
                      <a:pt x="43" y="219"/>
                      <a:pt x="43" y="219"/>
                    </a:cubicBezTo>
                    <a:cubicBezTo>
                      <a:pt x="80" y="207"/>
                      <a:pt x="80" y="207"/>
                      <a:pt x="80" y="207"/>
                    </a:cubicBezTo>
                    <a:cubicBezTo>
                      <a:pt x="80" y="229"/>
                      <a:pt x="80" y="229"/>
                      <a:pt x="80" y="229"/>
                    </a:cubicBezTo>
                    <a:close/>
                    <a:moveTo>
                      <a:pt x="80" y="328"/>
                    </a:moveTo>
                    <a:cubicBezTo>
                      <a:pt x="109" y="319"/>
                      <a:pt x="109" y="319"/>
                      <a:pt x="109" y="319"/>
                    </a:cubicBezTo>
                    <a:cubicBezTo>
                      <a:pt x="138" y="328"/>
                      <a:pt x="138" y="328"/>
                      <a:pt x="138" y="328"/>
                    </a:cubicBezTo>
                    <a:cubicBezTo>
                      <a:pt x="138" y="329"/>
                      <a:pt x="138" y="329"/>
                      <a:pt x="138" y="329"/>
                    </a:cubicBezTo>
                    <a:cubicBezTo>
                      <a:pt x="109" y="337"/>
                      <a:pt x="109" y="337"/>
                      <a:pt x="109" y="337"/>
                    </a:cubicBezTo>
                    <a:cubicBezTo>
                      <a:pt x="80" y="329"/>
                      <a:pt x="80" y="329"/>
                      <a:pt x="80" y="329"/>
                    </a:cubicBezTo>
                    <a:lnTo>
                      <a:pt x="80" y="328"/>
                    </a:lnTo>
                    <a:close/>
                    <a:moveTo>
                      <a:pt x="79" y="333"/>
                    </a:moveTo>
                    <a:cubicBezTo>
                      <a:pt x="101" y="339"/>
                      <a:pt x="101" y="339"/>
                      <a:pt x="101" y="339"/>
                    </a:cubicBezTo>
                    <a:cubicBezTo>
                      <a:pt x="76" y="345"/>
                      <a:pt x="76" y="345"/>
                      <a:pt x="76" y="345"/>
                    </a:cubicBezTo>
                    <a:lnTo>
                      <a:pt x="79" y="333"/>
                    </a:lnTo>
                    <a:close/>
                    <a:moveTo>
                      <a:pt x="75" y="350"/>
                    </a:moveTo>
                    <a:cubicBezTo>
                      <a:pt x="109" y="341"/>
                      <a:pt x="109" y="341"/>
                      <a:pt x="109" y="341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42" y="350"/>
                      <a:pt x="142" y="350"/>
                      <a:pt x="142" y="350"/>
                    </a:cubicBezTo>
                    <a:cubicBezTo>
                      <a:pt x="109" y="358"/>
                      <a:pt x="109" y="358"/>
                      <a:pt x="109" y="358"/>
                    </a:cubicBezTo>
                    <a:cubicBezTo>
                      <a:pt x="75" y="350"/>
                      <a:pt x="75" y="350"/>
                      <a:pt x="75" y="350"/>
                    </a:cubicBezTo>
                    <a:close/>
                    <a:moveTo>
                      <a:pt x="74" y="354"/>
                    </a:moveTo>
                    <a:cubicBezTo>
                      <a:pt x="100" y="360"/>
                      <a:pt x="100" y="360"/>
                      <a:pt x="100" y="360"/>
                    </a:cubicBezTo>
                    <a:cubicBezTo>
                      <a:pt x="72" y="367"/>
                      <a:pt x="72" y="367"/>
                      <a:pt x="72" y="367"/>
                    </a:cubicBezTo>
                    <a:lnTo>
                      <a:pt x="74" y="354"/>
                    </a:lnTo>
                    <a:close/>
                    <a:moveTo>
                      <a:pt x="71" y="371"/>
                    </a:moveTo>
                    <a:cubicBezTo>
                      <a:pt x="109" y="362"/>
                      <a:pt x="109" y="362"/>
                      <a:pt x="109" y="362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47" y="371"/>
                      <a:pt x="147" y="371"/>
                      <a:pt x="147" y="371"/>
                    </a:cubicBezTo>
                    <a:cubicBezTo>
                      <a:pt x="109" y="380"/>
                      <a:pt x="109" y="380"/>
                      <a:pt x="109" y="380"/>
                    </a:cubicBezTo>
                    <a:cubicBezTo>
                      <a:pt x="71" y="371"/>
                      <a:pt x="71" y="371"/>
                      <a:pt x="71" y="371"/>
                    </a:cubicBezTo>
                    <a:close/>
                    <a:moveTo>
                      <a:pt x="70" y="375"/>
                    </a:moveTo>
                    <a:cubicBezTo>
                      <a:pt x="100" y="382"/>
                      <a:pt x="100" y="382"/>
                      <a:pt x="100" y="382"/>
                    </a:cubicBezTo>
                    <a:cubicBezTo>
                      <a:pt x="67" y="389"/>
                      <a:pt x="67" y="389"/>
                      <a:pt x="67" y="389"/>
                    </a:cubicBezTo>
                    <a:lnTo>
                      <a:pt x="70" y="375"/>
                    </a:lnTo>
                    <a:close/>
                    <a:moveTo>
                      <a:pt x="66" y="394"/>
                    </a:moveTo>
                    <a:cubicBezTo>
                      <a:pt x="152" y="394"/>
                      <a:pt x="152" y="394"/>
                      <a:pt x="152" y="394"/>
                    </a:cubicBezTo>
                    <a:cubicBezTo>
                      <a:pt x="152" y="398"/>
                      <a:pt x="152" y="398"/>
                      <a:pt x="152" y="398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3"/>
                      <a:pt x="109" y="423"/>
                      <a:pt x="109" y="423"/>
                    </a:cubicBezTo>
                    <a:cubicBezTo>
                      <a:pt x="109" y="424"/>
                      <a:pt x="109" y="424"/>
                      <a:pt x="109" y="424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108" y="423"/>
                      <a:pt x="108" y="423"/>
                      <a:pt x="108" y="423"/>
                    </a:cubicBezTo>
                    <a:cubicBezTo>
                      <a:pt x="65" y="398"/>
                      <a:pt x="65" y="398"/>
                      <a:pt x="65" y="398"/>
                    </a:cubicBezTo>
                    <a:lnTo>
                      <a:pt x="66" y="394"/>
                    </a:lnTo>
                    <a:close/>
                    <a:moveTo>
                      <a:pt x="64" y="402"/>
                    </a:moveTo>
                    <a:cubicBezTo>
                      <a:pt x="98" y="422"/>
                      <a:pt x="98" y="422"/>
                      <a:pt x="98" y="422"/>
                    </a:cubicBezTo>
                    <a:cubicBezTo>
                      <a:pt x="61" y="416"/>
                      <a:pt x="61" y="416"/>
                      <a:pt x="61" y="416"/>
                    </a:cubicBezTo>
                    <a:lnTo>
                      <a:pt x="64" y="402"/>
                    </a:lnTo>
                    <a:close/>
                    <a:moveTo>
                      <a:pt x="104" y="426"/>
                    </a:moveTo>
                    <a:cubicBezTo>
                      <a:pt x="83" y="439"/>
                      <a:pt x="83" y="439"/>
                      <a:pt x="83" y="439"/>
                    </a:cubicBezTo>
                    <a:cubicBezTo>
                      <a:pt x="62" y="420"/>
                      <a:pt x="62" y="420"/>
                      <a:pt x="62" y="420"/>
                    </a:cubicBezTo>
                    <a:lnTo>
                      <a:pt x="104" y="426"/>
                    </a:lnTo>
                    <a:close/>
                    <a:moveTo>
                      <a:pt x="59" y="424"/>
                    </a:moveTo>
                    <a:cubicBezTo>
                      <a:pt x="74" y="437"/>
                      <a:pt x="74" y="437"/>
                      <a:pt x="74" y="437"/>
                    </a:cubicBezTo>
                    <a:cubicBezTo>
                      <a:pt x="57" y="437"/>
                      <a:pt x="57" y="437"/>
                      <a:pt x="57" y="437"/>
                    </a:cubicBezTo>
                    <a:lnTo>
                      <a:pt x="59" y="424"/>
                    </a:lnTo>
                    <a:close/>
                    <a:moveTo>
                      <a:pt x="56" y="441"/>
                    </a:moveTo>
                    <a:cubicBezTo>
                      <a:pt x="80" y="441"/>
                      <a:pt x="80" y="441"/>
                      <a:pt x="80" y="441"/>
                    </a:cubicBezTo>
                    <a:cubicBezTo>
                      <a:pt x="53" y="457"/>
                      <a:pt x="53" y="457"/>
                      <a:pt x="53" y="457"/>
                    </a:cubicBezTo>
                    <a:lnTo>
                      <a:pt x="56" y="441"/>
                    </a:lnTo>
                    <a:close/>
                    <a:moveTo>
                      <a:pt x="51" y="462"/>
                    </a:moveTo>
                    <a:cubicBezTo>
                      <a:pt x="107" y="429"/>
                      <a:pt x="107" y="429"/>
                      <a:pt x="107" y="429"/>
                    </a:cubicBezTo>
                    <a:cubicBezTo>
                      <a:pt x="107" y="464"/>
                      <a:pt x="107" y="464"/>
                      <a:pt x="107" y="464"/>
                    </a:cubicBezTo>
                    <a:cubicBezTo>
                      <a:pt x="51" y="464"/>
                      <a:pt x="51" y="464"/>
                      <a:pt x="51" y="464"/>
                    </a:cubicBezTo>
                    <a:lnTo>
                      <a:pt x="51" y="462"/>
                    </a:lnTo>
                    <a:close/>
                    <a:moveTo>
                      <a:pt x="50" y="467"/>
                    </a:moveTo>
                    <a:cubicBezTo>
                      <a:pt x="167" y="467"/>
                      <a:pt x="167" y="467"/>
                      <a:pt x="167" y="467"/>
                    </a:cubicBezTo>
                    <a:cubicBezTo>
                      <a:pt x="167" y="469"/>
                      <a:pt x="167" y="469"/>
                      <a:pt x="167" y="469"/>
                    </a:cubicBezTo>
                    <a:cubicBezTo>
                      <a:pt x="109" y="517"/>
                      <a:pt x="109" y="517"/>
                      <a:pt x="109" y="517"/>
                    </a:cubicBezTo>
                    <a:cubicBezTo>
                      <a:pt x="50" y="469"/>
                      <a:pt x="50" y="469"/>
                      <a:pt x="50" y="469"/>
                    </a:cubicBezTo>
                    <a:lnTo>
                      <a:pt x="50" y="467"/>
                    </a:lnTo>
                    <a:close/>
                    <a:moveTo>
                      <a:pt x="49" y="474"/>
                    </a:moveTo>
                    <a:cubicBezTo>
                      <a:pt x="75" y="495"/>
                      <a:pt x="75" y="495"/>
                      <a:pt x="75" y="495"/>
                    </a:cubicBezTo>
                    <a:cubicBezTo>
                      <a:pt x="44" y="495"/>
                      <a:pt x="44" y="495"/>
                      <a:pt x="44" y="495"/>
                    </a:cubicBezTo>
                    <a:lnTo>
                      <a:pt x="49" y="474"/>
                    </a:lnTo>
                    <a:close/>
                    <a:moveTo>
                      <a:pt x="44" y="499"/>
                    </a:moveTo>
                    <a:cubicBezTo>
                      <a:pt x="66" y="499"/>
                      <a:pt x="66" y="499"/>
                      <a:pt x="66" y="499"/>
                    </a:cubicBezTo>
                    <a:cubicBezTo>
                      <a:pt x="41" y="510"/>
                      <a:pt x="41" y="510"/>
                      <a:pt x="41" y="510"/>
                    </a:cubicBezTo>
                    <a:lnTo>
                      <a:pt x="44" y="499"/>
                    </a:lnTo>
                    <a:close/>
                    <a:moveTo>
                      <a:pt x="40" y="515"/>
                    </a:moveTo>
                    <a:cubicBezTo>
                      <a:pt x="77" y="497"/>
                      <a:pt x="77" y="497"/>
                      <a:pt x="77" y="497"/>
                    </a:cubicBezTo>
                    <a:cubicBezTo>
                      <a:pt x="102" y="518"/>
                      <a:pt x="102" y="518"/>
                      <a:pt x="102" y="518"/>
                    </a:cubicBezTo>
                    <a:cubicBezTo>
                      <a:pt x="40" y="518"/>
                      <a:pt x="40" y="518"/>
                      <a:pt x="40" y="518"/>
                    </a:cubicBezTo>
                    <a:lnTo>
                      <a:pt x="40" y="51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88" name="Rectangle 147"/>
              <p:cNvSpPr>
                <a:spLocks noChangeArrowheads="1"/>
              </p:cNvSpPr>
              <p:nvPr/>
            </p:nvSpPr>
            <p:spPr bwMode="gray">
              <a:xfrm>
                <a:off x="4548717" y="2493563"/>
                <a:ext cx="1379538" cy="381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457353">
                  <a:defRPr/>
                </a:pPr>
                <a:endParaRPr lang="zh-CN" altLang="en-US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 bwMode="gray">
            <a:xfrm>
              <a:off x="2340139" y="3578919"/>
              <a:ext cx="571599" cy="201142"/>
              <a:chOff x="2032000" y="5168900"/>
              <a:chExt cx="762000" cy="268107"/>
            </a:xfrm>
            <a:noFill/>
          </p:grpSpPr>
          <p:sp>
            <p:nvSpPr>
              <p:cNvPr id="77" name="任意多边形 76"/>
              <p:cNvSpPr/>
              <p:nvPr/>
            </p:nvSpPr>
            <p:spPr bwMode="gray">
              <a:xfrm>
                <a:off x="2038350" y="5168900"/>
                <a:ext cx="742950" cy="172178"/>
              </a:xfrm>
              <a:custGeom>
                <a:avLst/>
                <a:gdLst>
                  <a:gd name="connsiteX0" fmla="*/ 0 w 742950"/>
                  <a:gd name="connsiteY0" fmla="*/ 0 h 172178"/>
                  <a:gd name="connsiteX1" fmla="*/ 355600 w 742950"/>
                  <a:gd name="connsiteY1" fmla="*/ 146050 h 172178"/>
                  <a:gd name="connsiteX2" fmla="*/ 742950 w 742950"/>
                  <a:gd name="connsiteY2" fmla="*/ 171450 h 172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2950" h="172178">
                    <a:moveTo>
                      <a:pt x="0" y="0"/>
                    </a:moveTo>
                    <a:cubicBezTo>
                      <a:pt x="115887" y="58737"/>
                      <a:pt x="231775" y="117475"/>
                      <a:pt x="355600" y="146050"/>
                    </a:cubicBezTo>
                    <a:cubicBezTo>
                      <a:pt x="479425" y="174625"/>
                      <a:pt x="611187" y="173037"/>
                      <a:pt x="742950" y="17145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78" name="任意多边形 77"/>
              <p:cNvSpPr/>
              <p:nvPr/>
            </p:nvSpPr>
            <p:spPr bwMode="gray">
              <a:xfrm>
                <a:off x="2032000" y="5219700"/>
                <a:ext cx="762000" cy="172090"/>
              </a:xfrm>
              <a:custGeom>
                <a:avLst/>
                <a:gdLst>
                  <a:gd name="connsiteX0" fmla="*/ 0 w 762000"/>
                  <a:gd name="connsiteY0" fmla="*/ 0 h 172090"/>
                  <a:gd name="connsiteX1" fmla="*/ 393700 w 762000"/>
                  <a:gd name="connsiteY1" fmla="*/ 158750 h 172090"/>
                  <a:gd name="connsiteX2" fmla="*/ 762000 w 762000"/>
                  <a:gd name="connsiteY2" fmla="*/ 152400 h 172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2000" h="172090">
                    <a:moveTo>
                      <a:pt x="0" y="0"/>
                    </a:moveTo>
                    <a:cubicBezTo>
                      <a:pt x="133350" y="66675"/>
                      <a:pt x="266700" y="133350"/>
                      <a:pt x="393700" y="158750"/>
                    </a:cubicBezTo>
                    <a:cubicBezTo>
                      <a:pt x="520700" y="184150"/>
                      <a:pt x="641350" y="168275"/>
                      <a:pt x="762000" y="15240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79" name="任意多边形 78"/>
              <p:cNvSpPr/>
              <p:nvPr/>
            </p:nvSpPr>
            <p:spPr bwMode="gray">
              <a:xfrm>
                <a:off x="2032000" y="5283200"/>
                <a:ext cx="755650" cy="153807"/>
              </a:xfrm>
              <a:custGeom>
                <a:avLst/>
                <a:gdLst>
                  <a:gd name="connsiteX0" fmla="*/ 0 w 755650"/>
                  <a:gd name="connsiteY0" fmla="*/ 0 h 153807"/>
                  <a:gd name="connsiteX1" fmla="*/ 355600 w 755650"/>
                  <a:gd name="connsiteY1" fmla="*/ 146050 h 153807"/>
                  <a:gd name="connsiteX2" fmla="*/ 755650 w 755650"/>
                  <a:gd name="connsiteY2" fmla="*/ 120650 h 153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5650" h="153807">
                    <a:moveTo>
                      <a:pt x="0" y="0"/>
                    </a:moveTo>
                    <a:cubicBezTo>
                      <a:pt x="114829" y="62971"/>
                      <a:pt x="229658" y="125942"/>
                      <a:pt x="355600" y="146050"/>
                    </a:cubicBezTo>
                    <a:cubicBezTo>
                      <a:pt x="481542" y="166158"/>
                      <a:pt x="618596" y="143404"/>
                      <a:pt x="755650" y="12065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 bwMode="gray">
            <a:xfrm>
              <a:off x="3223261" y="3583248"/>
              <a:ext cx="571599" cy="201142"/>
              <a:chOff x="2032000" y="5168900"/>
              <a:chExt cx="762000" cy="268107"/>
            </a:xfrm>
            <a:noFill/>
          </p:grpSpPr>
          <p:sp>
            <p:nvSpPr>
              <p:cNvPr id="74" name="任意多边形 73"/>
              <p:cNvSpPr/>
              <p:nvPr/>
            </p:nvSpPr>
            <p:spPr bwMode="gray">
              <a:xfrm>
                <a:off x="2038350" y="5168900"/>
                <a:ext cx="742950" cy="172178"/>
              </a:xfrm>
              <a:custGeom>
                <a:avLst/>
                <a:gdLst>
                  <a:gd name="connsiteX0" fmla="*/ 0 w 742950"/>
                  <a:gd name="connsiteY0" fmla="*/ 0 h 172178"/>
                  <a:gd name="connsiteX1" fmla="*/ 355600 w 742950"/>
                  <a:gd name="connsiteY1" fmla="*/ 146050 h 172178"/>
                  <a:gd name="connsiteX2" fmla="*/ 742950 w 742950"/>
                  <a:gd name="connsiteY2" fmla="*/ 171450 h 172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42950" h="172178">
                    <a:moveTo>
                      <a:pt x="0" y="0"/>
                    </a:moveTo>
                    <a:cubicBezTo>
                      <a:pt x="115887" y="58737"/>
                      <a:pt x="231775" y="117475"/>
                      <a:pt x="355600" y="146050"/>
                    </a:cubicBezTo>
                    <a:cubicBezTo>
                      <a:pt x="479425" y="174625"/>
                      <a:pt x="611187" y="173037"/>
                      <a:pt x="742950" y="17145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75" name="任意多边形 74"/>
              <p:cNvSpPr/>
              <p:nvPr/>
            </p:nvSpPr>
            <p:spPr bwMode="gray">
              <a:xfrm>
                <a:off x="2032000" y="5219700"/>
                <a:ext cx="762000" cy="172090"/>
              </a:xfrm>
              <a:custGeom>
                <a:avLst/>
                <a:gdLst>
                  <a:gd name="connsiteX0" fmla="*/ 0 w 762000"/>
                  <a:gd name="connsiteY0" fmla="*/ 0 h 172090"/>
                  <a:gd name="connsiteX1" fmla="*/ 393700 w 762000"/>
                  <a:gd name="connsiteY1" fmla="*/ 158750 h 172090"/>
                  <a:gd name="connsiteX2" fmla="*/ 762000 w 762000"/>
                  <a:gd name="connsiteY2" fmla="*/ 152400 h 172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2000" h="172090">
                    <a:moveTo>
                      <a:pt x="0" y="0"/>
                    </a:moveTo>
                    <a:cubicBezTo>
                      <a:pt x="133350" y="66675"/>
                      <a:pt x="266700" y="133350"/>
                      <a:pt x="393700" y="158750"/>
                    </a:cubicBezTo>
                    <a:cubicBezTo>
                      <a:pt x="520700" y="184150"/>
                      <a:pt x="641350" y="168275"/>
                      <a:pt x="762000" y="15240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76" name="任意多边形 75"/>
              <p:cNvSpPr/>
              <p:nvPr/>
            </p:nvSpPr>
            <p:spPr bwMode="gray">
              <a:xfrm>
                <a:off x="2032000" y="5283200"/>
                <a:ext cx="755650" cy="153807"/>
              </a:xfrm>
              <a:custGeom>
                <a:avLst/>
                <a:gdLst>
                  <a:gd name="connsiteX0" fmla="*/ 0 w 755650"/>
                  <a:gd name="connsiteY0" fmla="*/ 0 h 153807"/>
                  <a:gd name="connsiteX1" fmla="*/ 355600 w 755650"/>
                  <a:gd name="connsiteY1" fmla="*/ 146050 h 153807"/>
                  <a:gd name="connsiteX2" fmla="*/ 755650 w 755650"/>
                  <a:gd name="connsiteY2" fmla="*/ 120650 h 153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5650" h="153807">
                    <a:moveTo>
                      <a:pt x="0" y="0"/>
                    </a:moveTo>
                    <a:cubicBezTo>
                      <a:pt x="114829" y="62971"/>
                      <a:pt x="229658" y="125942"/>
                      <a:pt x="355600" y="146050"/>
                    </a:cubicBezTo>
                    <a:cubicBezTo>
                      <a:pt x="481542" y="166158"/>
                      <a:pt x="618596" y="143404"/>
                      <a:pt x="755650" y="120650"/>
                    </a:cubicBezTo>
                  </a:path>
                </a:pathLst>
              </a:custGeom>
              <a:grpFill/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107" name="文本框 106"/>
          <p:cNvSpPr txBox="1"/>
          <p:nvPr/>
        </p:nvSpPr>
        <p:spPr bwMode="gray">
          <a:xfrm>
            <a:off x="4398943" y="250540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电力继保</a:t>
            </a:r>
          </a:p>
        </p:txBody>
      </p:sp>
      <p:sp>
        <p:nvSpPr>
          <p:cNvPr id="108" name="文本框 107"/>
          <p:cNvSpPr txBox="1"/>
          <p:nvPr/>
        </p:nvSpPr>
        <p:spPr bwMode="gray">
          <a:xfrm>
            <a:off x="5146592" y="29152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 </a:t>
            </a:r>
            <a:r>
              <a:rPr lang="en-US" altLang="zh-CN" sz="1200" b="1" dirty="0" err="1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b="1" dirty="0" smtClean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单向时延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文本框 108"/>
          <p:cNvSpPr txBox="1"/>
          <p:nvPr/>
        </p:nvSpPr>
        <p:spPr bwMode="gray">
          <a:xfrm>
            <a:off x="6746759" y="2915257"/>
            <a:ext cx="9541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200 us</a:t>
            </a:r>
            <a:endParaRPr lang="en-US" altLang="zh-CN" sz="12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双向时延差</a:t>
            </a:r>
          </a:p>
        </p:txBody>
      </p:sp>
      <p:sp>
        <p:nvSpPr>
          <p:cNvPr id="110" name="文本框 109"/>
          <p:cNvSpPr txBox="1"/>
          <p:nvPr/>
        </p:nvSpPr>
        <p:spPr bwMode="gray">
          <a:xfrm>
            <a:off x="4528487" y="3601629"/>
            <a:ext cx="3155041" cy="261283"/>
          </a:xfrm>
          <a:prstGeom prst="roundRect">
            <a:avLst>
              <a:gd name="adj" fmla="val 30653"/>
            </a:avLst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不满足可能会导致保护失效、造成事故</a:t>
            </a:r>
          </a:p>
        </p:txBody>
      </p:sp>
      <p:cxnSp>
        <p:nvCxnSpPr>
          <p:cNvPr id="6" name="直接连接符 5"/>
          <p:cNvCxnSpPr>
            <a:stCxn id="337" idx="1"/>
            <a:endCxn id="337" idx="3"/>
          </p:cNvCxnSpPr>
          <p:nvPr/>
        </p:nvCxnSpPr>
        <p:spPr bwMode="gray">
          <a:xfrm>
            <a:off x="4354157" y="4027740"/>
            <a:ext cx="3483685" cy="0"/>
          </a:xfrm>
          <a:prstGeom prst="line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</p:cxnSp>
      <p:sp>
        <p:nvSpPr>
          <p:cNvPr id="113" name="文本框 112"/>
          <p:cNvSpPr txBox="1"/>
          <p:nvPr/>
        </p:nvSpPr>
        <p:spPr bwMode="gray">
          <a:xfrm>
            <a:off x="4398943" y="479779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列车控制</a:t>
            </a:r>
          </a:p>
        </p:txBody>
      </p:sp>
      <p:sp>
        <p:nvSpPr>
          <p:cNvPr id="143" name="文本框 142"/>
          <p:cNvSpPr txBox="1"/>
          <p:nvPr/>
        </p:nvSpPr>
        <p:spPr bwMode="gray">
          <a:xfrm>
            <a:off x="5231830" y="48498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 </a:t>
            </a:r>
            <a:r>
              <a:rPr lang="en-US" altLang="zh-CN" sz="1200" b="1" dirty="0" err="1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b="1" dirty="0" smtClean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单向时延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4" name="文本框 143"/>
          <p:cNvSpPr txBox="1"/>
          <p:nvPr/>
        </p:nvSpPr>
        <p:spPr bwMode="gray">
          <a:xfrm>
            <a:off x="6669814" y="4849881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 </a:t>
            </a:r>
            <a:r>
              <a:rPr lang="en-US" altLang="zh-CN" sz="1200" b="1" dirty="0" err="1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ms</a:t>
            </a:r>
            <a:endParaRPr lang="en-US" altLang="zh-CN" sz="12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故障切换时间</a:t>
            </a:r>
          </a:p>
        </p:txBody>
      </p:sp>
      <p:grpSp>
        <p:nvGrpSpPr>
          <p:cNvPr id="145" name="组合 447"/>
          <p:cNvGrpSpPr>
            <a:grpSpLocks/>
          </p:cNvGrpSpPr>
          <p:nvPr/>
        </p:nvGrpSpPr>
        <p:grpSpPr bwMode="gray">
          <a:xfrm>
            <a:off x="6929057" y="4380986"/>
            <a:ext cx="616991" cy="344596"/>
            <a:chOff x="2190750" y="6761163"/>
            <a:chExt cx="695326" cy="388937"/>
          </a:xfrm>
        </p:grpSpPr>
        <p:sp>
          <p:nvSpPr>
            <p:cNvPr id="146" name="Freeform 324"/>
            <p:cNvSpPr>
              <a:spLocks/>
            </p:cNvSpPr>
            <p:nvPr/>
          </p:nvSpPr>
          <p:spPr bwMode="gray">
            <a:xfrm>
              <a:off x="2579688" y="7008812"/>
              <a:ext cx="52388" cy="50800"/>
            </a:xfrm>
            <a:custGeom>
              <a:avLst/>
              <a:gdLst>
                <a:gd name="T0" fmla="*/ 2147483646 w 38"/>
                <a:gd name="T1" fmla="*/ 2147483646 h 37"/>
                <a:gd name="T2" fmla="*/ 2147483646 w 38"/>
                <a:gd name="T3" fmla="*/ 2147483646 h 37"/>
                <a:gd name="T4" fmla="*/ 2147483646 w 38"/>
                <a:gd name="T5" fmla="*/ 2147483646 h 37"/>
                <a:gd name="T6" fmla="*/ 2147483646 w 38"/>
                <a:gd name="T7" fmla="*/ 2147483646 h 37"/>
                <a:gd name="T8" fmla="*/ 2147483646 w 38"/>
                <a:gd name="T9" fmla="*/ 214748364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37"/>
                <a:gd name="T17" fmla="*/ 38 w 38"/>
                <a:gd name="T18" fmla="*/ 37 h 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37">
                  <a:moveTo>
                    <a:pt x="2" y="22"/>
                  </a:moveTo>
                  <a:cubicBezTo>
                    <a:pt x="0" y="13"/>
                    <a:pt x="6" y="4"/>
                    <a:pt x="15" y="2"/>
                  </a:cubicBezTo>
                  <a:cubicBezTo>
                    <a:pt x="25" y="0"/>
                    <a:pt x="34" y="5"/>
                    <a:pt x="36" y="15"/>
                  </a:cubicBezTo>
                  <a:cubicBezTo>
                    <a:pt x="38" y="24"/>
                    <a:pt x="32" y="33"/>
                    <a:pt x="23" y="35"/>
                  </a:cubicBezTo>
                  <a:cubicBezTo>
                    <a:pt x="13" y="37"/>
                    <a:pt x="4" y="31"/>
                    <a:pt x="2" y="2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7" name="Freeform 325"/>
            <p:cNvSpPr>
              <a:spLocks/>
            </p:cNvSpPr>
            <p:nvPr/>
          </p:nvSpPr>
          <p:spPr bwMode="gray">
            <a:xfrm>
              <a:off x="2649538" y="6992937"/>
              <a:ext cx="50800" cy="50800"/>
            </a:xfrm>
            <a:custGeom>
              <a:avLst/>
              <a:gdLst>
                <a:gd name="T0" fmla="*/ 2147483646 w 38"/>
                <a:gd name="T1" fmla="*/ 2147483646 h 38"/>
                <a:gd name="T2" fmla="*/ 2147483646 w 38"/>
                <a:gd name="T3" fmla="*/ 2147483646 h 38"/>
                <a:gd name="T4" fmla="*/ 2147483646 w 38"/>
                <a:gd name="T5" fmla="*/ 2147483646 h 38"/>
                <a:gd name="T6" fmla="*/ 2147483646 w 38"/>
                <a:gd name="T7" fmla="*/ 2147483646 h 38"/>
                <a:gd name="T8" fmla="*/ 2147483646 w 38"/>
                <a:gd name="T9" fmla="*/ 214748364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"/>
                <a:gd name="T16" fmla="*/ 0 h 38"/>
                <a:gd name="T17" fmla="*/ 38 w 38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" h="38">
                  <a:moveTo>
                    <a:pt x="2" y="23"/>
                  </a:moveTo>
                  <a:cubicBezTo>
                    <a:pt x="0" y="14"/>
                    <a:pt x="6" y="4"/>
                    <a:pt x="15" y="2"/>
                  </a:cubicBezTo>
                  <a:cubicBezTo>
                    <a:pt x="25" y="0"/>
                    <a:pt x="34" y="6"/>
                    <a:pt x="36" y="15"/>
                  </a:cubicBezTo>
                  <a:cubicBezTo>
                    <a:pt x="38" y="25"/>
                    <a:pt x="32" y="34"/>
                    <a:pt x="23" y="36"/>
                  </a:cubicBezTo>
                  <a:cubicBezTo>
                    <a:pt x="13" y="38"/>
                    <a:pt x="4" y="32"/>
                    <a:pt x="2" y="23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8" name="Freeform 410"/>
            <p:cNvSpPr>
              <a:spLocks/>
            </p:cNvSpPr>
            <p:nvPr/>
          </p:nvSpPr>
          <p:spPr bwMode="gray">
            <a:xfrm>
              <a:off x="2227263" y="6761163"/>
              <a:ext cx="658813" cy="327025"/>
            </a:xfrm>
            <a:custGeom>
              <a:avLst/>
              <a:gdLst>
                <a:gd name="T0" fmla="*/ 2147483646 w 484"/>
                <a:gd name="T1" fmla="*/ 2147483646 h 240"/>
                <a:gd name="T2" fmla="*/ 2147483646 w 484"/>
                <a:gd name="T3" fmla="*/ 2147483646 h 240"/>
                <a:gd name="T4" fmla="*/ 2147483646 w 484"/>
                <a:gd name="T5" fmla="*/ 2147483646 h 240"/>
                <a:gd name="T6" fmla="*/ 2147483646 w 484"/>
                <a:gd name="T7" fmla="*/ 2147483646 h 240"/>
                <a:gd name="T8" fmla="*/ 2147483646 w 484"/>
                <a:gd name="T9" fmla="*/ 2147483646 h 240"/>
                <a:gd name="T10" fmla="*/ 2147483646 w 484"/>
                <a:gd name="T11" fmla="*/ 2147483646 h 240"/>
                <a:gd name="T12" fmla="*/ 2147483646 w 484"/>
                <a:gd name="T13" fmla="*/ 2147483646 h 240"/>
                <a:gd name="T14" fmla="*/ 2147483646 w 484"/>
                <a:gd name="T15" fmla="*/ 2147483646 h 240"/>
                <a:gd name="T16" fmla="*/ 2147483646 w 484"/>
                <a:gd name="T17" fmla="*/ 2147483646 h 240"/>
                <a:gd name="T18" fmla="*/ 2147483646 w 484"/>
                <a:gd name="T19" fmla="*/ 2147483646 h 240"/>
                <a:gd name="T20" fmla="*/ 2147483646 w 484"/>
                <a:gd name="T21" fmla="*/ 2147483646 h 240"/>
                <a:gd name="T22" fmla="*/ 2147483646 w 484"/>
                <a:gd name="T23" fmla="*/ 2147483646 h 240"/>
                <a:gd name="T24" fmla="*/ 2147483646 w 484"/>
                <a:gd name="T25" fmla="*/ 2147483646 h 240"/>
                <a:gd name="T26" fmla="*/ 2147483646 w 484"/>
                <a:gd name="T27" fmla="*/ 2147483646 h 240"/>
                <a:gd name="T28" fmla="*/ 2147483646 w 484"/>
                <a:gd name="T29" fmla="*/ 2147483646 h 240"/>
                <a:gd name="T30" fmla="*/ 2147483646 w 484"/>
                <a:gd name="T31" fmla="*/ 2147483646 h 240"/>
                <a:gd name="T32" fmla="*/ 2147483646 w 484"/>
                <a:gd name="T33" fmla="*/ 2147483646 h 240"/>
                <a:gd name="T34" fmla="*/ 2147483646 w 484"/>
                <a:gd name="T35" fmla="*/ 2147483646 h 240"/>
                <a:gd name="T36" fmla="*/ 2147483646 w 484"/>
                <a:gd name="T37" fmla="*/ 2147483646 h 240"/>
                <a:gd name="T38" fmla="*/ 2147483646 w 484"/>
                <a:gd name="T39" fmla="*/ 2147483646 h 240"/>
                <a:gd name="T40" fmla="*/ 2147483646 w 484"/>
                <a:gd name="T41" fmla="*/ 2147483646 h 240"/>
                <a:gd name="T42" fmla="*/ 2147483646 w 484"/>
                <a:gd name="T43" fmla="*/ 2147483646 h 240"/>
                <a:gd name="T44" fmla="*/ 2147483646 w 484"/>
                <a:gd name="T45" fmla="*/ 2147483646 h 240"/>
                <a:gd name="T46" fmla="*/ 2147483646 w 484"/>
                <a:gd name="T47" fmla="*/ 2147483646 h 240"/>
                <a:gd name="T48" fmla="*/ 2147483646 w 484"/>
                <a:gd name="T49" fmla="*/ 2147483646 h 24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84"/>
                <a:gd name="T76" fmla="*/ 0 h 240"/>
                <a:gd name="T77" fmla="*/ 484 w 484"/>
                <a:gd name="T78" fmla="*/ 240 h 24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84" h="240">
                  <a:moveTo>
                    <a:pt x="104" y="240"/>
                  </a:moveTo>
                  <a:cubicBezTo>
                    <a:pt x="88" y="240"/>
                    <a:pt x="71" y="239"/>
                    <a:pt x="56" y="235"/>
                  </a:cubicBezTo>
                  <a:cubicBezTo>
                    <a:pt x="54" y="234"/>
                    <a:pt x="22" y="225"/>
                    <a:pt x="9" y="196"/>
                  </a:cubicBezTo>
                  <a:cubicBezTo>
                    <a:pt x="0" y="178"/>
                    <a:pt x="2" y="156"/>
                    <a:pt x="14" y="131"/>
                  </a:cubicBezTo>
                  <a:cubicBezTo>
                    <a:pt x="58" y="38"/>
                    <a:pt x="139" y="0"/>
                    <a:pt x="235" y="26"/>
                  </a:cubicBezTo>
                  <a:cubicBezTo>
                    <a:pt x="344" y="55"/>
                    <a:pt x="476" y="94"/>
                    <a:pt x="478" y="95"/>
                  </a:cubicBezTo>
                  <a:cubicBezTo>
                    <a:pt x="481" y="96"/>
                    <a:pt x="484" y="99"/>
                    <a:pt x="484" y="103"/>
                  </a:cubicBezTo>
                  <a:cubicBezTo>
                    <a:pt x="484" y="157"/>
                    <a:pt x="484" y="157"/>
                    <a:pt x="484" y="157"/>
                  </a:cubicBezTo>
                  <a:cubicBezTo>
                    <a:pt x="484" y="161"/>
                    <a:pt x="481" y="165"/>
                    <a:pt x="477" y="166"/>
                  </a:cubicBezTo>
                  <a:cubicBezTo>
                    <a:pt x="331" y="198"/>
                    <a:pt x="331" y="198"/>
                    <a:pt x="331" y="198"/>
                  </a:cubicBezTo>
                  <a:cubicBezTo>
                    <a:pt x="326" y="199"/>
                    <a:pt x="321" y="196"/>
                    <a:pt x="320" y="191"/>
                  </a:cubicBezTo>
                  <a:cubicBezTo>
                    <a:pt x="319" y="186"/>
                    <a:pt x="322" y="181"/>
                    <a:pt x="327" y="180"/>
                  </a:cubicBezTo>
                  <a:cubicBezTo>
                    <a:pt x="466" y="150"/>
                    <a:pt x="466" y="150"/>
                    <a:pt x="466" y="150"/>
                  </a:cubicBezTo>
                  <a:cubicBezTo>
                    <a:pt x="466" y="110"/>
                    <a:pt x="466" y="110"/>
                    <a:pt x="466" y="110"/>
                  </a:cubicBezTo>
                  <a:cubicBezTo>
                    <a:pt x="438" y="102"/>
                    <a:pt x="325" y="69"/>
                    <a:pt x="231" y="44"/>
                  </a:cubicBezTo>
                  <a:cubicBezTo>
                    <a:pt x="111" y="11"/>
                    <a:pt x="53" y="89"/>
                    <a:pt x="30" y="139"/>
                  </a:cubicBezTo>
                  <a:cubicBezTo>
                    <a:pt x="20" y="158"/>
                    <a:pt x="19" y="175"/>
                    <a:pt x="25" y="189"/>
                  </a:cubicBezTo>
                  <a:cubicBezTo>
                    <a:pt x="35" y="210"/>
                    <a:pt x="60" y="217"/>
                    <a:pt x="60" y="217"/>
                  </a:cubicBezTo>
                  <a:cubicBezTo>
                    <a:pt x="116" y="231"/>
                    <a:pt x="194" y="210"/>
                    <a:pt x="195" y="210"/>
                  </a:cubicBezTo>
                  <a:cubicBezTo>
                    <a:pt x="195" y="210"/>
                    <a:pt x="195" y="209"/>
                    <a:pt x="195" y="209"/>
                  </a:cubicBezTo>
                  <a:cubicBezTo>
                    <a:pt x="277" y="191"/>
                    <a:pt x="277" y="191"/>
                    <a:pt x="277" y="191"/>
                  </a:cubicBezTo>
                  <a:cubicBezTo>
                    <a:pt x="282" y="190"/>
                    <a:pt x="286" y="193"/>
                    <a:pt x="287" y="198"/>
                  </a:cubicBezTo>
                  <a:cubicBezTo>
                    <a:pt x="288" y="203"/>
                    <a:pt x="285" y="208"/>
                    <a:pt x="281" y="209"/>
                  </a:cubicBezTo>
                  <a:cubicBezTo>
                    <a:pt x="199" y="227"/>
                    <a:pt x="199" y="227"/>
                    <a:pt x="199" y="227"/>
                  </a:cubicBezTo>
                  <a:cubicBezTo>
                    <a:pt x="195" y="228"/>
                    <a:pt x="151" y="240"/>
                    <a:pt x="104" y="24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9" name="Freeform 411"/>
            <p:cNvSpPr>
              <a:spLocks noEditPoints="1"/>
            </p:cNvSpPr>
            <p:nvPr/>
          </p:nvSpPr>
          <p:spPr bwMode="gray">
            <a:xfrm>
              <a:off x="2593975" y="6864350"/>
              <a:ext cx="96838" cy="76200"/>
            </a:xfrm>
            <a:custGeom>
              <a:avLst/>
              <a:gdLst>
                <a:gd name="T0" fmla="*/ 2147483646 w 72"/>
                <a:gd name="T1" fmla="*/ 2147483646 h 56"/>
                <a:gd name="T2" fmla="*/ 2147483646 w 72"/>
                <a:gd name="T3" fmla="*/ 2147483646 h 56"/>
                <a:gd name="T4" fmla="*/ 2147483646 w 72"/>
                <a:gd name="T5" fmla="*/ 2147483646 h 56"/>
                <a:gd name="T6" fmla="*/ 0 w 72"/>
                <a:gd name="T7" fmla="*/ 2147483646 h 56"/>
                <a:gd name="T8" fmla="*/ 0 w 72"/>
                <a:gd name="T9" fmla="*/ 2147483646 h 56"/>
                <a:gd name="T10" fmla="*/ 2147483646 w 72"/>
                <a:gd name="T11" fmla="*/ 2147483646 h 56"/>
                <a:gd name="T12" fmla="*/ 2147483646 w 72"/>
                <a:gd name="T13" fmla="*/ 0 h 56"/>
                <a:gd name="T14" fmla="*/ 2147483646 w 72"/>
                <a:gd name="T15" fmla="*/ 2147483646 h 56"/>
                <a:gd name="T16" fmla="*/ 2147483646 w 72"/>
                <a:gd name="T17" fmla="*/ 2147483646 h 56"/>
                <a:gd name="T18" fmla="*/ 2147483646 w 72"/>
                <a:gd name="T19" fmla="*/ 2147483646 h 56"/>
                <a:gd name="T20" fmla="*/ 2147483646 w 72"/>
                <a:gd name="T21" fmla="*/ 2147483646 h 56"/>
                <a:gd name="T22" fmla="*/ 2147483646 w 72"/>
                <a:gd name="T23" fmla="*/ 2147483646 h 56"/>
                <a:gd name="T24" fmla="*/ 2147483646 w 72"/>
                <a:gd name="T25" fmla="*/ 2147483646 h 56"/>
                <a:gd name="T26" fmla="*/ 2147483646 w 72"/>
                <a:gd name="T27" fmla="*/ 2147483646 h 56"/>
                <a:gd name="T28" fmla="*/ 2147483646 w 72"/>
                <a:gd name="T29" fmla="*/ 2147483646 h 56"/>
                <a:gd name="T30" fmla="*/ 2147483646 w 72"/>
                <a:gd name="T31" fmla="*/ 2147483646 h 56"/>
                <a:gd name="T32" fmla="*/ 2147483646 w 72"/>
                <a:gd name="T33" fmla="*/ 2147483646 h 5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2"/>
                <a:gd name="T52" fmla="*/ 0 h 56"/>
                <a:gd name="T53" fmla="*/ 72 w 72"/>
                <a:gd name="T54" fmla="*/ 56 h 5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2" h="56">
                  <a:moveTo>
                    <a:pt x="63" y="56"/>
                  </a:moveTo>
                  <a:cubicBezTo>
                    <a:pt x="62" y="56"/>
                    <a:pt x="62" y="56"/>
                    <a:pt x="62" y="56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3" y="52"/>
                    <a:pt x="0" y="48"/>
                    <a:pt x="0" y="4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"/>
                    <a:pt x="1" y="4"/>
                    <a:pt x="3" y="2"/>
                  </a:cubicBezTo>
                  <a:cubicBezTo>
                    <a:pt x="5" y="0"/>
                    <a:pt x="8" y="0"/>
                    <a:pt x="11" y="0"/>
                  </a:cubicBezTo>
                  <a:cubicBezTo>
                    <a:pt x="65" y="13"/>
                    <a:pt x="65" y="13"/>
                    <a:pt x="65" y="13"/>
                  </a:cubicBezTo>
                  <a:cubicBezTo>
                    <a:pt x="69" y="14"/>
                    <a:pt x="72" y="18"/>
                    <a:pt x="72" y="22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72" y="50"/>
                    <a:pt x="71" y="52"/>
                    <a:pt x="69" y="54"/>
                  </a:cubicBezTo>
                  <a:cubicBezTo>
                    <a:pt x="67" y="55"/>
                    <a:pt x="65" y="56"/>
                    <a:pt x="63" y="56"/>
                  </a:cubicBezTo>
                  <a:close/>
                  <a:moveTo>
                    <a:pt x="18" y="35"/>
                  </a:moveTo>
                  <a:cubicBezTo>
                    <a:pt x="54" y="38"/>
                    <a:pt x="54" y="38"/>
                    <a:pt x="54" y="38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18" y="21"/>
                    <a:pt x="18" y="21"/>
                    <a:pt x="18" y="21"/>
                  </a:cubicBezTo>
                  <a:lnTo>
                    <a:pt x="18" y="35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0" name="Freeform 412"/>
            <p:cNvSpPr>
              <a:spLocks/>
            </p:cNvSpPr>
            <p:nvPr/>
          </p:nvSpPr>
          <p:spPr bwMode="gray">
            <a:xfrm>
              <a:off x="2720975" y="6892925"/>
              <a:ext cx="61913" cy="53975"/>
            </a:xfrm>
            <a:custGeom>
              <a:avLst/>
              <a:gdLst>
                <a:gd name="T0" fmla="*/ 2147483646 w 46"/>
                <a:gd name="T1" fmla="*/ 2147483646 h 39"/>
                <a:gd name="T2" fmla="*/ 2147483646 w 46"/>
                <a:gd name="T3" fmla="*/ 2147483646 h 39"/>
                <a:gd name="T4" fmla="*/ 2147483646 w 46"/>
                <a:gd name="T5" fmla="*/ 2147483646 h 39"/>
                <a:gd name="T6" fmla="*/ 0 w 46"/>
                <a:gd name="T7" fmla="*/ 2147483646 h 39"/>
                <a:gd name="T8" fmla="*/ 0 w 46"/>
                <a:gd name="T9" fmla="*/ 2147483646 h 39"/>
                <a:gd name="T10" fmla="*/ 2147483646 w 46"/>
                <a:gd name="T11" fmla="*/ 2147483646 h 39"/>
                <a:gd name="T12" fmla="*/ 2147483646 w 46"/>
                <a:gd name="T13" fmla="*/ 2147483646 h 39"/>
                <a:gd name="T14" fmla="*/ 2147483646 w 46"/>
                <a:gd name="T15" fmla="*/ 2147483646 h 39"/>
                <a:gd name="T16" fmla="*/ 2147483646 w 46"/>
                <a:gd name="T17" fmla="*/ 2147483646 h 39"/>
                <a:gd name="T18" fmla="*/ 2147483646 w 46"/>
                <a:gd name="T19" fmla="*/ 2147483646 h 39"/>
                <a:gd name="T20" fmla="*/ 2147483646 w 46"/>
                <a:gd name="T21" fmla="*/ 2147483646 h 39"/>
                <a:gd name="T22" fmla="*/ 2147483646 w 46"/>
                <a:gd name="T23" fmla="*/ 2147483646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6"/>
                <a:gd name="T37" fmla="*/ 0 h 39"/>
                <a:gd name="T38" fmla="*/ 46 w 46"/>
                <a:gd name="T39" fmla="*/ 39 h 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6" h="39">
                  <a:moveTo>
                    <a:pt x="37" y="39"/>
                  </a:moveTo>
                  <a:cubicBezTo>
                    <a:pt x="37" y="39"/>
                    <a:pt x="37" y="39"/>
                    <a:pt x="36" y="39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3" y="36"/>
                    <a:pt x="0" y="32"/>
                    <a:pt x="0" y="2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4"/>
                    <a:pt x="3" y="3"/>
                  </a:cubicBezTo>
                  <a:cubicBezTo>
                    <a:pt x="5" y="1"/>
                    <a:pt x="8" y="0"/>
                    <a:pt x="11" y="1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43" y="9"/>
                    <a:pt x="46" y="12"/>
                    <a:pt x="46" y="17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32"/>
                    <a:pt x="45" y="35"/>
                    <a:pt x="43" y="37"/>
                  </a:cubicBezTo>
                  <a:cubicBezTo>
                    <a:pt x="41" y="38"/>
                    <a:pt x="39" y="39"/>
                    <a:pt x="37" y="39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1" name="Freeform 413"/>
            <p:cNvSpPr>
              <a:spLocks noEditPoints="1"/>
            </p:cNvSpPr>
            <p:nvPr/>
          </p:nvSpPr>
          <p:spPr bwMode="gray">
            <a:xfrm>
              <a:off x="2338388" y="6959600"/>
              <a:ext cx="88900" cy="84137"/>
            </a:xfrm>
            <a:custGeom>
              <a:avLst/>
              <a:gdLst>
                <a:gd name="T0" fmla="*/ 2147483646 w 66"/>
                <a:gd name="T1" fmla="*/ 2147483646 h 61"/>
                <a:gd name="T2" fmla="*/ 2147483646 w 66"/>
                <a:gd name="T3" fmla="*/ 2147483646 h 61"/>
                <a:gd name="T4" fmla="*/ 2147483646 w 66"/>
                <a:gd name="T5" fmla="*/ 2147483646 h 61"/>
                <a:gd name="T6" fmla="*/ 2147483646 w 66"/>
                <a:gd name="T7" fmla="*/ 2147483646 h 61"/>
                <a:gd name="T8" fmla="*/ 2147483646 w 66"/>
                <a:gd name="T9" fmla="*/ 2147483646 h 61"/>
                <a:gd name="T10" fmla="*/ 2147483646 w 66"/>
                <a:gd name="T11" fmla="*/ 0 h 61"/>
                <a:gd name="T12" fmla="*/ 2147483646 w 66"/>
                <a:gd name="T13" fmla="*/ 0 h 61"/>
                <a:gd name="T14" fmla="*/ 2147483646 w 66"/>
                <a:gd name="T15" fmla="*/ 2147483646 h 61"/>
                <a:gd name="T16" fmla="*/ 2147483646 w 66"/>
                <a:gd name="T17" fmla="*/ 2147483646 h 61"/>
                <a:gd name="T18" fmla="*/ 2147483646 w 66"/>
                <a:gd name="T19" fmla="*/ 2147483646 h 61"/>
                <a:gd name="T20" fmla="*/ 2147483646 w 66"/>
                <a:gd name="T21" fmla="*/ 2147483646 h 61"/>
                <a:gd name="T22" fmla="*/ 2147483646 w 66"/>
                <a:gd name="T23" fmla="*/ 2147483646 h 61"/>
                <a:gd name="T24" fmla="*/ 2147483646 w 66"/>
                <a:gd name="T25" fmla="*/ 2147483646 h 61"/>
                <a:gd name="T26" fmla="*/ 2147483646 w 66"/>
                <a:gd name="T27" fmla="*/ 2147483646 h 61"/>
                <a:gd name="T28" fmla="*/ 2147483646 w 66"/>
                <a:gd name="T29" fmla="*/ 2147483646 h 61"/>
                <a:gd name="T30" fmla="*/ 2147483646 w 66"/>
                <a:gd name="T31" fmla="*/ 2147483646 h 6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6"/>
                <a:gd name="T49" fmla="*/ 0 h 61"/>
                <a:gd name="T50" fmla="*/ 66 w 66"/>
                <a:gd name="T51" fmla="*/ 61 h 6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6" h="61">
                  <a:moveTo>
                    <a:pt x="40" y="61"/>
                  </a:moveTo>
                  <a:cubicBezTo>
                    <a:pt x="10" y="61"/>
                    <a:pt x="10" y="61"/>
                    <a:pt x="10" y="61"/>
                  </a:cubicBezTo>
                  <a:cubicBezTo>
                    <a:pt x="7" y="61"/>
                    <a:pt x="4" y="59"/>
                    <a:pt x="3" y="57"/>
                  </a:cubicBezTo>
                  <a:cubicBezTo>
                    <a:pt x="1" y="55"/>
                    <a:pt x="0" y="52"/>
                    <a:pt x="1" y="49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3" y="3"/>
                    <a:pt x="17" y="0"/>
                    <a:pt x="21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60" y="0"/>
                    <a:pt x="62" y="1"/>
                    <a:pt x="64" y="4"/>
                  </a:cubicBezTo>
                  <a:cubicBezTo>
                    <a:pt x="66" y="6"/>
                    <a:pt x="66" y="9"/>
                    <a:pt x="65" y="12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8"/>
                    <a:pt x="44" y="61"/>
                    <a:pt x="40" y="61"/>
                  </a:cubicBezTo>
                  <a:close/>
                  <a:moveTo>
                    <a:pt x="22" y="43"/>
                  </a:moveTo>
                  <a:cubicBezTo>
                    <a:pt x="34" y="43"/>
                    <a:pt x="34" y="43"/>
                    <a:pt x="34" y="43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28" y="18"/>
                    <a:pt x="28" y="18"/>
                    <a:pt x="28" y="18"/>
                  </a:cubicBezTo>
                  <a:lnTo>
                    <a:pt x="22" y="4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2" name="Freeform 414"/>
            <p:cNvSpPr>
              <a:spLocks/>
            </p:cNvSpPr>
            <p:nvPr/>
          </p:nvSpPr>
          <p:spPr bwMode="gray">
            <a:xfrm>
              <a:off x="2243138" y="6959600"/>
              <a:ext cx="66675" cy="84137"/>
            </a:xfrm>
            <a:custGeom>
              <a:avLst/>
              <a:gdLst>
                <a:gd name="T0" fmla="*/ 2147483646 w 49"/>
                <a:gd name="T1" fmla="*/ 2147483646 h 61"/>
                <a:gd name="T2" fmla="*/ 2147483646 w 49"/>
                <a:gd name="T3" fmla="*/ 2147483646 h 61"/>
                <a:gd name="T4" fmla="*/ 0 w 49"/>
                <a:gd name="T5" fmla="*/ 2147483646 h 61"/>
                <a:gd name="T6" fmla="*/ 2147483646 w 49"/>
                <a:gd name="T7" fmla="*/ 2147483646 h 61"/>
                <a:gd name="T8" fmla="*/ 2147483646 w 49"/>
                <a:gd name="T9" fmla="*/ 2147483646 h 61"/>
                <a:gd name="T10" fmla="*/ 2147483646 w 49"/>
                <a:gd name="T11" fmla="*/ 2147483646 h 61"/>
                <a:gd name="T12" fmla="*/ 2147483646 w 49"/>
                <a:gd name="T13" fmla="*/ 2147483646 h 61"/>
                <a:gd name="T14" fmla="*/ 2147483646 w 49"/>
                <a:gd name="T15" fmla="*/ 2147483646 h 61"/>
                <a:gd name="T16" fmla="*/ 2147483646 w 49"/>
                <a:gd name="T17" fmla="*/ 0 h 61"/>
                <a:gd name="T18" fmla="*/ 2147483646 w 49"/>
                <a:gd name="T19" fmla="*/ 0 h 61"/>
                <a:gd name="T20" fmla="*/ 2147483646 w 49"/>
                <a:gd name="T21" fmla="*/ 2147483646 h 61"/>
                <a:gd name="T22" fmla="*/ 2147483646 w 49"/>
                <a:gd name="T23" fmla="*/ 2147483646 h 61"/>
                <a:gd name="T24" fmla="*/ 2147483646 w 49"/>
                <a:gd name="T25" fmla="*/ 2147483646 h 61"/>
                <a:gd name="T26" fmla="*/ 2147483646 w 49"/>
                <a:gd name="T27" fmla="*/ 2147483646 h 6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49"/>
                <a:gd name="T43" fmla="*/ 0 h 61"/>
                <a:gd name="T44" fmla="*/ 49 w 49"/>
                <a:gd name="T45" fmla="*/ 61 h 6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49" h="61">
                  <a:moveTo>
                    <a:pt x="30" y="61"/>
                  </a:moveTo>
                  <a:cubicBezTo>
                    <a:pt x="9" y="61"/>
                    <a:pt x="9" y="61"/>
                    <a:pt x="9" y="61"/>
                  </a:cubicBezTo>
                  <a:cubicBezTo>
                    <a:pt x="4" y="61"/>
                    <a:pt x="0" y="57"/>
                    <a:pt x="0" y="52"/>
                  </a:cubicBezTo>
                  <a:cubicBezTo>
                    <a:pt x="0" y="47"/>
                    <a:pt x="4" y="43"/>
                    <a:pt x="9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5" y="18"/>
                    <a:pt x="1" y="14"/>
                    <a:pt x="1" y="9"/>
                  </a:cubicBezTo>
                  <a:cubicBezTo>
                    <a:pt x="1" y="4"/>
                    <a:pt x="5" y="0"/>
                    <a:pt x="10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3" y="0"/>
                    <a:pt x="45" y="1"/>
                    <a:pt x="47" y="3"/>
                  </a:cubicBezTo>
                  <a:cubicBezTo>
                    <a:pt x="49" y="6"/>
                    <a:pt x="49" y="8"/>
                    <a:pt x="49" y="11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38" y="58"/>
                    <a:pt x="35" y="61"/>
                    <a:pt x="30" y="6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3" name="Freeform 415"/>
            <p:cNvSpPr>
              <a:spLocks/>
            </p:cNvSpPr>
            <p:nvPr/>
          </p:nvSpPr>
          <p:spPr bwMode="gray">
            <a:xfrm>
              <a:off x="2251075" y="6926263"/>
              <a:ext cx="155575" cy="23812"/>
            </a:xfrm>
            <a:custGeom>
              <a:avLst/>
              <a:gdLst>
                <a:gd name="T0" fmla="*/ 2147483646 w 115"/>
                <a:gd name="T1" fmla="*/ 2147483646 h 18"/>
                <a:gd name="T2" fmla="*/ 2147483646 w 115"/>
                <a:gd name="T3" fmla="*/ 2147483646 h 18"/>
                <a:gd name="T4" fmla="*/ 0 w 115"/>
                <a:gd name="T5" fmla="*/ 2147483646 h 18"/>
                <a:gd name="T6" fmla="*/ 2147483646 w 115"/>
                <a:gd name="T7" fmla="*/ 0 h 18"/>
                <a:gd name="T8" fmla="*/ 2147483646 w 115"/>
                <a:gd name="T9" fmla="*/ 0 h 18"/>
                <a:gd name="T10" fmla="*/ 2147483646 w 115"/>
                <a:gd name="T11" fmla="*/ 2147483646 h 18"/>
                <a:gd name="T12" fmla="*/ 2147483646 w 115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5"/>
                <a:gd name="T22" fmla="*/ 0 h 18"/>
                <a:gd name="T23" fmla="*/ 115 w 115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5" h="18">
                  <a:moveTo>
                    <a:pt x="106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1" y="0"/>
                    <a:pt x="115" y="4"/>
                    <a:pt x="115" y="9"/>
                  </a:cubicBezTo>
                  <a:cubicBezTo>
                    <a:pt x="115" y="14"/>
                    <a:pt x="111" y="18"/>
                    <a:pt x="106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4" name="Freeform 416"/>
            <p:cNvSpPr>
              <a:spLocks/>
            </p:cNvSpPr>
            <p:nvPr/>
          </p:nvSpPr>
          <p:spPr bwMode="gray">
            <a:xfrm>
              <a:off x="2382838" y="6786563"/>
              <a:ext cx="133350" cy="163512"/>
            </a:xfrm>
            <a:custGeom>
              <a:avLst/>
              <a:gdLst>
                <a:gd name="T0" fmla="*/ 2147483646 w 98"/>
                <a:gd name="T1" fmla="*/ 2147483646 h 121"/>
                <a:gd name="T2" fmla="*/ 0 w 98"/>
                <a:gd name="T3" fmla="*/ 2147483646 h 121"/>
                <a:gd name="T4" fmla="*/ 2147483646 w 98"/>
                <a:gd name="T5" fmla="*/ 2147483646 h 121"/>
                <a:gd name="T6" fmla="*/ 2147483646 w 98"/>
                <a:gd name="T7" fmla="*/ 2147483646 h 121"/>
                <a:gd name="T8" fmla="*/ 2147483646 w 98"/>
                <a:gd name="T9" fmla="*/ 2147483646 h 121"/>
                <a:gd name="T10" fmla="*/ 2147483646 w 98"/>
                <a:gd name="T11" fmla="*/ 2147483646 h 121"/>
                <a:gd name="T12" fmla="*/ 2147483646 w 98"/>
                <a:gd name="T13" fmla="*/ 2147483646 h 121"/>
                <a:gd name="T14" fmla="*/ 2147483646 w 98"/>
                <a:gd name="T15" fmla="*/ 2147483646 h 121"/>
                <a:gd name="T16" fmla="*/ 2147483646 w 98"/>
                <a:gd name="T17" fmla="*/ 2147483646 h 1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8"/>
                <a:gd name="T28" fmla="*/ 0 h 121"/>
                <a:gd name="T29" fmla="*/ 98 w 98"/>
                <a:gd name="T30" fmla="*/ 121 h 1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8" h="121">
                  <a:moveTo>
                    <a:pt x="9" y="121"/>
                  </a:moveTo>
                  <a:cubicBezTo>
                    <a:pt x="4" y="121"/>
                    <a:pt x="0" y="117"/>
                    <a:pt x="0" y="112"/>
                  </a:cubicBezTo>
                  <a:cubicBezTo>
                    <a:pt x="0" y="107"/>
                    <a:pt x="4" y="103"/>
                    <a:pt x="9" y="103"/>
                  </a:cubicBezTo>
                  <a:cubicBezTo>
                    <a:pt x="48" y="103"/>
                    <a:pt x="80" y="71"/>
                    <a:pt x="80" y="32"/>
                  </a:cubicBezTo>
                  <a:cubicBezTo>
                    <a:pt x="80" y="26"/>
                    <a:pt x="79" y="19"/>
                    <a:pt x="77" y="13"/>
                  </a:cubicBezTo>
                  <a:cubicBezTo>
                    <a:pt x="76" y="8"/>
                    <a:pt x="79" y="3"/>
                    <a:pt x="84" y="2"/>
                  </a:cubicBezTo>
                  <a:cubicBezTo>
                    <a:pt x="88" y="0"/>
                    <a:pt x="93" y="3"/>
                    <a:pt x="95" y="8"/>
                  </a:cubicBezTo>
                  <a:cubicBezTo>
                    <a:pt x="97" y="16"/>
                    <a:pt x="98" y="24"/>
                    <a:pt x="98" y="32"/>
                  </a:cubicBezTo>
                  <a:cubicBezTo>
                    <a:pt x="98" y="81"/>
                    <a:pt x="58" y="121"/>
                    <a:pt x="9" y="12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5" name="Freeform 417"/>
            <p:cNvSpPr>
              <a:spLocks/>
            </p:cNvSpPr>
            <p:nvPr/>
          </p:nvSpPr>
          <p:spPr bwMode="gray">
            <a:xfrm>
              <a:off x="2190750" y="7046913"/>
              <a:ext cx="106363" cy="46037"/>
            </a:xfrm>
            <a:custGeom>
              <a:avLst/>
              <a:gdLst>
                <a:gd name="T0" fmla="*/ 2147483646 w 78"/>
                <a:gd name="T1" fmla="*/ 2147483646 h 34"/>
                <a:gd name="T2" fmla="*/ 2147483646 w 78"/>
                <a:gd name="T3" fmla="*/ 2147483646 h 34"/>
                <a:gd name="T4" fmla="*/ 2147483646 w 78"/>
                <a:gd name="T5" fmla="*/ 2147483646 h 34"/>
                <a:gd name="T6" fmla="*/ 2147483646 w 78"/>
                <a:gd name="T7" fmla="*/ 2147483646 h 34"/>
                <a:gd name="T8" fmla="*/ 2147483646 w 78"/>
                <a:gd name="T9" fmla="*/ 2147483646 h 34"/>
                <a:gd name="T10" fmla="*/ 2147483646 w 78"/>
                <a:gd name="T11" fmla="*/ 2147483646 h 34"/>
                <a:gd name="T12" fmla="*/ 2147483646 w 78"/>
                <a:gd name="T13" fmla="*/ 2147483646 h 34"/>
                <a:gd name="T14" fmla="*/ 2147483646 w 78"/>
                <a:gd name="T15" fmla="*/ 2147483646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8"/>
                <a:gd name="T25" fmla="*/ 0 h 34"/>
                <a:gd name="T26" fmla="*/ 78 w 78"/>
                <a:gd name="T27" fmla="*/ 34 h 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8" h="34">
                  <a:moveTo>
                    <a:pt x="10" y="34"/>
                  </a:moveTo>
                  <a:cubicBezTo>
                    <a:pt x="6" y="34"/>
                    <a:pt x="3" y="31"/>
                    <a:pt x="2" y="27"/>
                  </a:cubicBezTo>
                  <a:cubicBezTo>
                    <a:pt x="0" y="22"/>
                    <a:pt x="3" y="17"/>
                    <a:pt x="8" y="16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71" y="0"/>
                    <a:pt x="76" y="2"/>
                    <a:pt x="77" y="7"/>
                  </a:cubicBezTo>
                  <a:cubicBezTo>
                    <a:pt x="78" y="12"/>
                    <a:pt x="75" y="17"/>
                    <a:pt x="71" y="18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2" y="34"/>
                    <a:pt x="11" y="34"/>
                    <a:pt x="10" y="34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6" name="Freeform 418"/>
            <p:cNvSpPr>
              <a:spLocks/>
            </p:cNvSpPr>
            <p:nvPr/>
          </p:nvSpPr>
          <p:spPr bwMode="gray">
            <a:xfrm>
              <a:off x="2241550" y="7032625"/>
              <a:ext cx="325438" cy="117475"/>
            </a:xfrm>
            <a:custGeom>
              <a:avLst/>
              <a:gdLst>
                <a:gd name="T0" fmla="*/ 2147483646 w 239"/>
                <a:gd name="T1" fmla="*/ 2147483646 h 87"/>
                <a:gd name="T2" fmla="*/ 2147483646 w 239"/>
                <a:gd name="T3" fmla="*/ 2147483646 h 87"/>
                <a:gd name="T4" fmla="*/ 2147483646 w 239"/>
                <a:gd name="T5" fmla="*/ 2147483646 h 87"/>
                <a:gd name="T6" fmla="*/ 2147483646 w 239"/>
                <a:gd name="T7" fmla="*/ 2147483646 h 87"/>
                <a:gd name="T8" fmla="*/ 2147483646 w 239"/>
                <a:gd name="T9" fmla="*/ 2147483646 h 87"/>
                <a:gd name="T10" fmla="*/ 2147483646 w 239"/>
                <a:gd name="T11" fmla="*/ 2147483646 h 87"/>
                <a:gd name="T12" fmla="*/ 2147483646 w 239"/>
                <a:gd name="T13" fmla="*/ 2147483646 h 87"/>
                <a:gd name="T14" fmla="*/ 2147483646 w 239"/>
                <a:gd name="T15" fmla="*/ 2147483646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9"/>
                <a:gd name="T25" fmla="*/ 0 h 87"/>
                <a:gd name="T26" fmla="*/ 239 w 239"/>
                <a:gd name="T27" fmla="*/ 87 h 8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9" h="87">
                  <a:moveTo>
                    <a:pt x="10" y="87"/>
                  </a:moveTo>
                  <a:cubicBezTo>
                    <a:pt x="6" y="87"/>
                    <a:pt x="2" y="85"/>
                    <a:pt x="1" y="81"/>
                  </a:cubicBezTo>
                  <a:cubicBezTo>
                    <a:pt x="0" y="76"/>
                    <a:pt x="2" y="71"/>
                    <a:pt x="7" y="70"/>
                  </a:cubicBezTo>
                  <a:cubicBezTo>
                    <a:pt x="226" y="1"/>
                    <a:pt x="226" y="1"/>
                    <a:pt x="226" y="1"/>
                  </a:cubicBezTo>
                  <a:cubicBezTo>
                    <a:pt x="231" y="0"/>
                    <a:pt x="236" y="3"/>
                    <a:pt x="237" y="7"/>
                  </a:cubicBezTo>
                  <a:cubicBezTo>
                    <a:pt x="239" y="12"/>
                    <a:pt x="236" y="17"/>
                    <a:pt x="231" y="19"/>
                  </a:cubicBezTo>
                  <a:cubicBezTo>
                    <a:pt x="12" y="87"/>
                    <a:pt x="12" y="87"/>
                    <a:pt x="12" y="87"/>
                  </a:cubicBezTo>
                  <a:cubicBezTo>
                    <a:pt x="11" y="87"/>
                    <a:pt x="10" y="87"/>
                    <a:pt x="10" y="8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pic>
        <p:nvPicPr>
          <p:cNvPr id="171" name="图片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gray">
          <a:xfrm>
            <a:off x="5428990" y="4364920"/>
            <a:ext cx="409777" cy="383759"/>
          </a:xfrm>
          <a:prstGeom prst="rect">
            <a:avLst/>
          </a:prstGeom>
        </p:spPr>
      </p:pic>
      <p:sp>
        <p:nvSpPr>
          <p:cNvPr id="172" name="文本框 171"/>
          <p:cNvSpPr txBox="1"/>
          <p:nvPr/>
        </p:nvSpPr>
        <p:spPr bwMode="gray">
          <a:xfrm>
            <a:off x="4998481" y="5663455"/>
            <a:ext cx="2196108" cy="261283"/>
          </a:xfrm>
          <a:prstGeom prst="roundRect">
            <a:avLst>
              <a:gd name="adj" fmla="val 30653"/>
            </a:avLst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不满足可能会造成列车失控</a:t>
            </a:r>
          </a:p>
        </p:txBody>
      </p:sp>
      <p:grpSp>
        <p:nvGrpSpPr>
          <p:cNvPr id="173" name="组合 172"/>
          <p:cNvGrpSpPr/>
          <p:nvPr/>
        </p:nvGrpSpPr>
        <p:grpSpPr bwMode="gray">
          <a:xfrm>
            <a:off x="9113071" y="2908204"/>
            <a:ext cx="218371" cy="195861"/>
            <a:chOff x="7875588" y="733425"/>
            <a:chExt cx="536574" cy="625476"/>
          </a:xfrm>
          <a:solidFill>
            <a:srgbClr val="1D1D1A"/>
          </a:solidFill>
        </p:grpSpPr>
        <p:sp>
          <p:nvSpPr>
            <p:cNvPr id="174" name="Freeform 85"/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5" name="Freeform 86"/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6" name="Freeform 87"/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7" name="Freeform 88"/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8" name="Freeform 89"/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79" name="组合 178"/>
          <p:cNvGrpSpPr/>
          <p:nvPr/>
        </p:nvGrpSpPr>
        <p:grpSpPr bwMode="gray">
          <a:xfrm>
            <a:off x="10278472" y="2908204"/>
            <a:ext cx="218371" cy="195861"/>
            <a:chOff x="7875588" y="733425"/>
            <a:chExt cx="536574" cy="625476"/>
          </a:xfrm>
          <a:solidFill>
            <a:srgbClr val="1D1D1A"/>
          </a:solidFill>
        </p:grpSpPr>
        <p:sp>
          <p:nvSpPr>
            <p:cNvPr id="180" name="Freeform 85"/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1" name="Freeform 86"/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2" name="Freeform 87"/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3" name="Freeform 88"/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4" name="Freeform 89"/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85" name="组合 184"/>
          <p:cNvGrpSpPr/>
          <p:nvPr/>
        </p:nvGrpSpPr>
        <p:grpSpPr bwMode="gray">
          <a:xfrm>
            <a:off x="9113071" y="3441682"/>
            <a:ext cx="218371" cy="195861"/>
            <a:chOff x="7875588" y="733425"/>
            <a:chExt cx="536574" cy="625476"/>
          </a:xfrm>
          <a:solidFill>
            <a:srgbClr val="1D1D1A"/>
          </a:solidFill>
        </p:grpSpPr>
        <p:sp>
          <p:nvSpPr>
            <p:cNvPr id="186" name="Freeform 85"/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7" name="Freeform 86"/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8" name="Freeform 87"/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9" name="Freeform 88"/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0" name="Freeform 89"/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 bwMode="gray">
          <a:xfrm>
            <a:off x="10278472" y="3441682"/>
            <a:ext cx="218371" cy="195861"/>
            <a:chOff x="7875588" y="733425"/>
            <a:chExt cx="536574" cy="625476"/>
          </a:xfrm>
          <a:solidFill>
            <a:srgbClr val="1D1D1A"/>
          </a:solidFill>
        </p:grpSpPr>
        <p:sp>
          <p:nvSpPr>
            <p:cNvPr id="192" name="Freeform 85"/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3" name="Freeform 86"/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4" name="Freeform 87"/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5" name="Freeform 88"/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6" name="Freeform 89"/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97" name="椭圆 196"/>
          <p:cNvSpPr/>
          <p:nvPr/>
        </p:nvSpPr>
        <p:spPr bwMode="gray">
          <a:xfrm>
            <a:off x="9190598" y="2862666"/>
            <a:ext cx="1303014" cy="836985"/>
          </a:xfrm>
          <a:prstGeom prst="ellipse">
            <a:avLst/>
          </a:prstGeom>
          <a:noFill/>
          <a:ln w="19050" cap="flat" cmpd="sng" algn="ctr">
            <a:solidFill>
              <a:srgbClr val="FFFFFF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algn="ctr" defTabSz="913668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398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8" name="椭圆 197"/>
          <p:cNvSpPr/>
          <p:nvPr/>
        </p:nvSpPr>
        <p:spPr bwMode="gray">
          <a:xfrm>
            <a:off x="8470765" y="2400285"/>
            <a:ext cx="2742680" cy="1761748"/>
          </a:xfrm>
          <a:prstGeom prst="ellipse">
            <a:avLst/>
          </a:prstGeom>
          <a:noFill/>
          <a:ln w="19050" cap="flat" cmpd="sng" algn="ctr">
            <a:solidFill>
              <a:srgbClr val="FFFFFF">
                <a:lumMod val="75000"/>
              </a:srgbClr>
            </a:solidFill>
            <a:prstDash val="sysDot"/>
          </a:ln>
          <a:effectLst/>
        </p:spPr>
        <p:txBody>
          <a:bodyPr rtlCol="0" anchor="ctr"/>
          <a:lstStyle/>
          <a:p>
            <a:pPr algn="ctr" defTabSz="91366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8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99" name="直接连接符 198"/>
          <p:cNvCxnSpPr/>
          <p:nvPr/>
        </p:nvCxnSpPr>
        <p:spPr bwMode="gray">
          <a:xfrm flipV="1">
            <a:off x="8635402" y="3551789"/>
            <a:ext cx="467526" cy="31806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00" name="直接连接符 199"/>
          <p:cNvCxnSpPr/>
          <p:nvPr/>
        </p:nvCxnSpPr>
        <p:spPr bwMode="gray">
          <a:xfrm flipV="1">
            <a:off x="9125346" y="3633876"/>
            <a:ext cx="112416" cy="280511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01" name="直接连接符 200"/>
          <p:cNvCxnSpPr/>
          <p:nvPr/>
        </p:nvCxnSpPr>
        <p:spPr bwMode="gray">
          <a:xfrm flipH="1" flipV="1">
            <a:off x="10396221" y="3624831"/>
            <a:ext cx="88536" cy="324732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02" name="直接连接符 201"/>
          <p:cNvCxnSpPr/>
          <p:nvPr/>
        </p:nvCxnSpPr>
        <p:spPr bwMode="gray">
          <a:xfrm flipH="1" flipV="1">
            <a:off x="10495377" y="3535138"/>
            <a:ext cx="564533" cy="69014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03" name="直接连接符 202"/>
          <p:cNvCxnSpPr>
            <a:endCxn id="178" idx="11"/>
          </p:cNvCxnSpPr>
          <p:nvPr/>
        </p:nvCxnSpPr>
        <p:spPr bwMode="gray">
          <a:xfrm flipH="1">
            <a:off x="9319644" y="2509119"/>
            <a:ext cx="500580" cy="479420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04" name="直接连接符 203"/>
          <p:cNvCxnSpPr>
            <a:endCxn id="184" idx="22"/>
          </p:cNvCxnSpPr>
          <p:nvPr/>
        </p:nvCxnSpPr>
        <p:spPr bwMode="gray">
          <a:xfrm>
            <a:off x="9848723" y="2521128"/>
            <a:ext cx="441371" cy="433995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05" name="直接连接符 204"/>
          <p:cNvCxnSpPr>
            <a:endCxn id="184" idx="2"/>
          </p:cNvCxnSpPr>
          <p:nvPr/>
        </p:nvCxnSpPr>
        <p:spPr bwMode="gray">
          <a:xfrm flipH="1">
            <a:off x="10485042" y="2615418"/>
            <a:ext cx="147971" cy="395083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06" name="直接连接符 205"/>
          <p:cNvCxnSpPr>
            <a:endCxn id="178" idx="18"/>
          </p:cNvCxnSpPr>
          <p:nvPr/>
        </p:nvCxnSpPr>
        <p:spPr bwMode="gray">
          <a:xfrm>
            <a:off x="9090488" y="2628637"/>
            <a:ext cx="131768" cy="288571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grpSp>
        <p:nvGrpSpPr>
          <p:cNvPr id="207" name="组合 206"/>
          <p:cNvGrpSpPr/>
          <p:nvPr/>
        </p:nvGrpSpPr>
        <p:grpSpPr bwMode="gray">
          <a:xfrm>
            <a:off x="8959804" y="3907275"/>
            <a:ext cx="199659" cy="199307"/>
            <a:chOff x="983727" y="5709720"/>
            <a:chExt cx="185415" cy="203883"/>
          </a:xfrm>
        </p:grpSpPr>
        <p:sp>
          <p:nvSpPr>
            <p:cNvPr id="208" name="Freeform 12"/>
            <p:cNvSpPr>
              <a:spLocks/>
            </p:cNvSpPr>
            <p:nvPr/>
          </p:nvSpPr>
          <p:spPr bwMode="gray">
            <a:xfrm>
              <a:off x="983727" y="5709720"/>
              <a:ext cx="184726" cy="81698"/>
            </a:xfrm>
            <a:custGeom>
              <a:avLst/>
              <a:gdLst/>
              <a:ahLst/>
              <a:cxnLst>
                <a:cxn ang="0">
                  <a:pos x="3890" y="0"/>
                </a:cxn>
                <a:cxn ang="0">
                  <a:pos x="5834" y="1638"/>
                </a:cxn>
                <a:cxn ang="0">
                  <a:pos x="7779" y="3275"/>
                </a:cxn>
                <a:cxn ang="0">
                  <a:pos x="3890" y="3275"/>
                </a:cxn>
                <a:cxn ang="0">
                  <a:pos x="0" y="3275"/>
                </a:cxn>
                <a:cxn ang="0">
                  <a:pos x="1945" y="1638"/>
                </a:cxn>
                <a:cxn ang="0">
                  <a:pos x="3890" y="0"/>
                </a:cxn>
              </a:cxnLst>
              <a:rect l="0" t="0" r="r" b="b"/>
              <a:pathLst>
                <a:path w="7779" h="3275">
                  <a:moveTo>
                    <a:pt x="3890" y="0"/>
                  </a:moveTo>
                  <a:lnTo>
                    <a:pt x="5834" y="1638"/>
                  </a:lnTo>
                  <a:lnTo>
                    <a:pt x="7779" y="3275"/>
                  </a:lnTo>
                  <a:lnTo>
                    <a:pt x="3890" y="3275"/>
                  </a:lnTo>
                  <a:lnTo>
                    <a:pt x="0" y="3275"/>
                  </a:lnTo>
                  <a:lnTo>
                    <a:pt x="1945" y="163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ysClr val="window" lastClr="FFFFFF">
                <a:lumMod val="65000"/>
              </a:sys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53" tIns="45677" rIns="91353" bIns="45677" numCol="1" anchor="t" anchorCtr="0" compatLnSpc="1">
              <a:prstTxWarp prst="textNoShape">
                <a:avLst/>
              </a:prstTxWarp>
            </a:bodyPr>
            <a:lstStyle/>
            <a:p>
              <a:pPr defTabSz="914034">
                <a:defRPr/>
              </a:pPr>
              <a:endParaRPr lang="zh-CN" altLang="en-US" sz="1598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 Unicode MS" panose="020B0604020202020204" pitchFamily="34" charset="-122"/>
                <a:sym typeface="Huawei Sans" panose="020C0503030203020204" pitchFamily="34" charset="0"/>
              </a:endParaRPr>
            </a:p>
          </p:txBody>
        </p:sp>
        <p:sp>
          <p:nvSpPr>
            <p:cNvPr id="209" name="Freeform 13"/>
            <p:cNvSpPr>
              <a:spLocks noEditPoints="1"/>
            </p:cNvSpPr>
            <p:nvPr/>
          </p:nvSpPr>
          <p:spPr bwMode="gray">
            <a:xfrm>
              <a:off x="983727" y="5801539"/>
              <a:ext cx="185415" cy="112064"/>
            </a:xfrm>
            <a:custGeom>
              <a:avLst/>
              <a:gdLst/>
              <a:ahLst/>
              <a:cxnLst>
                <a:cxn ang="0">
                  <a:pos x="7792" y="0"/>
                </a:cxn>
                <a:cxn ang="0">
                  <a:pos x="0" y="0"/>
                </a:cxn>
                <a:cxn ang="0">
                  <a:pos x="0" y="4498"/>
                </a:cxn>
                <a:cxn ang="0">
                  <a:pos x="7792" y="4498"/>
                </a:cxn>
                <a:cxn ang="0">
                  <a:pos x="7792" y="0"/>
                </a:cxn>
                <a:cxn ang="0">
                  <a:pos x="687" y="578"/>
                </a:cxn>
                <a:cxn ang="0">
                  <a:pos x="2079" y="578"/>
                </a:cxn>
                <a:cxn ang="0">
                  <a:pos x="2079" y="1971"/>
                </a:cxn>
                <a:cxn ang="0">
                  <a:pos x="687" y="1971"/>
                </a:cxn>
                <a:cxn ang="0">
                  <a:pos x="687" y="578"/>
                </a:cxn>
                <a:cxn ang="0">
                  <a:pos x="687" y="2473"/>
                </a:cxn>
                <a:cxn ang="0">
                  <a:pos x="2079" y="2473"/>
                </a:cxn>
                <a:cxn ang="0">
                  <a:pos x="2079" y="3866"/>
                </a:cxn>
                <a:cxn ang="0">
                  <a:pos x="687" y="3866"/>
                </a:cxn>
                <a:cxn ang="0">
                  <a:pos x="687" y="2473"/>
                </a:cxn>
                <a:cxn ang="0">
                  <a:pos x="2361" y="2473"/>
                </a:cxn>
                <a:cxn ang="0">
                  <a:pos x="3755" y="2473"/>
                </a:cxn>
                <a:cxn ang="0">
                  <a:pos x="3755" y="3866"/>
                </a:cxn>
                <a:cxn ang="0">
                  <a:pos x="2361" y="3866"/>
                </a:cxn>
                <a:cxn ang="0">
                  <a:pos x="2361" y="2473"/>
                </a:cxn>
                <a:cxn ang="0">
                  <a:pos x="4037" y="2473"/>
                </a:cxn>
                <a:cxn ang="0">
                  <a:pos x="5429" y="2473"/>
                </a:cxn>
                <a:cxn ang="0">
                  <a:pos x="5429" y="3866"/>
                </a:cxn>
                <a:cxn ang="0">
                  <a:pos x="4037" y="3866"/>
                </a:cxn>
                <a:cxn ang="0">
                  <a:pos x="4037" y="2473"/>
                </a:cxn>
                <a:cxn ang="0">
                  <a:pos x="2361" y="578"/>
                </a:cxn>
                <a:cxn ang="0">
                  <a:pos x="3755" y="578"/>
                </a:cxn>
                <a:cxn ang="0">
                  <a:pos x="3755" y="1971"/>
                </a:cxn>
                <a:cxn ang="0">
                  <a:pos x="2361" y="1971"/>
                </a:cxn>
                <a:cxn ang="0">
                  <a:pos x="2361" y="578"/>
                </a:cxn>
                <a:cxn ang="0">
                  <a:pos x="4037" y="578"/>
                </a:cxn>
                <a:cxn ang="0">
                  <a:pos x="5429" y="578"/>
                </a:cxn>
                <a:cxn ang="0">
                  <a:pos x="5429" y="1971"/>
                </a:cxn>
                <a:cxn ang="0">
                  <a:pos x="4037" y="1971"/>
                </a:cxn>
                <a:cxn ang="0">
                  <a:pos x="4037" y="578"/>
                </a:cxn>
                <a:cxn ang="0">
                  <a:pos x="5713" y="578"/>
                </a:cxn>
                <a:cxn ang="0">
                  <a:pos x="7105" y="578"/>
                </a:cxn>
                <a:cxn ang="0">
                  <a:pos x="7105" y="1971"/>
                </a:cxn>
                <a:cxn ang="0">
                  <a:pos x="5713" y="1971"/>
                </a:cxn>
                <a:cxn ang="0">
                  <a:pos x="5713" y="578"/>
                </a:cxn>
                <a:cxn ang="0">
                  <a:pos x="5713" y="2473"/>
                </a:cxn>
                <a:cxn ang="0">
                  <a:pos x="7105" y="2473"/>
                </a:cxn>
                <a:cxn ang="0">
                  <a:pos x="7105" y="3866"/>
                </a:cxn>
                <a:cxn ang="0">
                  <a:pos x="5713" y="3866"/>
                </a:cxn>
                <a:cxn ang="0">
                  <a:pos x="5713" y="2473"/>
                </a:cxn>
              </a:cxnLst>
              <a:rect l="0" t="0" r="r" b="b"/>
              <a:pathLst>
                <a:path w="7792" h="4498">
                  <a:moveTo>
                    <a:pt x="7792" y="0"/>
                  </a:moveTo>
                  <a:lnTo>
                    <a:pt x="0" y="0"/>
                  </a:lnTo>
                  <a:lnTo>
                    <a:pt x="0" y="4498"/>
                  </a:lnTo>
                  <a:lnTo>
                    <a:pt x="7792" y="4498"/>
                  </a:lnTo>
                  <a:lnTo>
                    <a:pt x="7792" y="0"/>
                  </a:lnTo>
                  <a:close/>
                  <a:moveTo>
                    <a:pt x="687" y="578"/>
                  </a:moveTo>
                  <a:lnTo>
                    <a:pt x="2079" y="578"/>
                  </a:lnTo>
                  <a:lnTo>
                    <a:pt x="2079" y="1971"/>
                  </a:lnTo>
                  <a:lnTo>
                    <a:pt x="687" y="1971"/>
                  </a:lnTo>
                  <a:lnTo>
                    <a:pt x="687" y="578"/>
                  </a:lnTo>
                  <a:close/>
                  <a:moveTo>
                    <a:pt x="687" y="2473"/>
                  </a:moveTo>
                  <a:lnTo>
                    <a:pt x="2079" y="2473"/>
                  </a:lnTo>
                  <a:lnTo>
                    <a:pt x="2079" y="3866"/>
                  </a:lnTo>
                  <a:lnTo>
                    <a:pt x="687" y="3866"/>
                  </a:lnTo>
                  <a:lnTo>
                    <a:pt x="687" y="2473"/>
                  </a:lnTo>
                  <a:close/>
                  <a:moveTo>
                    <a:pt x="2361" y="2473"/>
                  </a:moveTo>
                  <a:lnTo>
                    <a:pt x="3755" y="2473"/>
                  </a:lnTo>
                  <a:lnTo>
                    <a:pt x="3755" y="3866"/>
                  </a:lnTo>
                  <a:lnTo>
                    <a:pt x="2361" y="3866"/>
                  </a:lnTo>
                  <a:lnTo>
                    <a:pt x="2361" y="2473"/>
                  </a:lnTo>
                  <a:close/>
                  <a:moveTo>
                    <a:pt x="4037" y="2473"/>
                  </a:moveTo>
                  <a:lnTo>
                    <a:pt x="5429" y="2473"/>
                  </a:lnTo>
                  <a:lnTo>
                    <a:pt x="5429" y="3866"/>
                  </a:lnTo>
                  <a:lnTo>
                    <a:pt x="4037" y="3866"/>
                  </a:lnTo>
                  <a:lnTo>
                    <a:pt x="4037" y="2473"/>
                  </a:lnTo>
                  <a:close/>
                  <a:moveTo>
                    <a:pt x="2361" y="578"/>
                  </a:moveTo>
                  <a:lnTo>
                    <a:pt x="3755" y="578"/>
                  </a:lnTo>
                  <a:lnTo>
                    <a:pt x="3755" y="1971"/>
                  </a:lnTo>
                  <a:lnTo>
                    <a:pt x="2361" y="1971"/>
                  </a:lnTo>
                  <a:lnTo>
                    <a:pt x="2361" y="578"/>
                  </a:lnTo>
                  <a:close/>
                  <a:moveTo>
                    <a:pt x="4037" y="578"/>
                  </a:moveTo>
                  <a:lnTo>
                    <a:pt x="5429" y="578"/>
                  </a:lnTo>
                  <a:lnTo>
                    <a:pt x="5429" y="1971"/>
                  </a:lnTo>
                  <a:lnTo>
                    <a:pt x="4037" y="1971"/>
                  </a:lnTo>
                  <a:lnTo>
                    <a:pt x="4037" y="578"/>
                  </a:lnTo>
                  <a:close/>
                  <a:moveTo>
                    <a:pt x="5713" y="578"/>
                  </a:moveTo>
                  <a:lnTo>
                    <a:pt x="7105" y="578"/>
                  </a:lnTo>
                  <a:lnTo>
                    <a:pt x="7105" y="1971"/>
                  </a:lnTo>
                  <a:lnTo>
                    <a:pt x="5713" y="1971"/>
                  </a:lnTo>
                  <a:lnTo>
                    <a:pt x="5713" y="578"/>
                  </a:lnTo>
                  <a:close/>
                  <a:moveTo>
                    <a:pt x="5713" y="2473"/>
                  </a:moveTo>
                  <a:lnTo>
                    <a:pt x="7105" y="2473"/>
                  </a:lnTo>
                  <a:lnTo>
                    <a:pt x="7105" y="3866"/>
                  </a:lnTo>
                  <a:lnTo>
                    <a:pt x="5713" y="3866"/>
                  </a:lnTo>
                  <a:lnTo>
                    <a:pt x="5713" y="2473"/>
                  </a:lnTo>
                  <a:close/>
                </a:path>
              </a:pathLst>
            </a:custGeom>
            <a:solidFill>
              <a:sysClr val="window" lastClr="FFFFFF">
                <a:lumMod val="65000"/>
              </a:sys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53" tIns="45677" rIns="91353" bIns="45677" numCol="1" anchor="t" anchorCtr="0" compatLnSpc="1">
              <a:prstTxWarp prst="textNoShape">
                <a:avLst/>
              </a:prstTxWarp>
            </a:bodyPr>
            <a:lstStyle/>
            <a:p>
              <a:pPr defTabSz="914034">
                <a:defRPr/>
              </a:pPr>
              <a:endParaRPr lang="zh-CN" altLang="en-US" sz="1598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 Unicode MS" panose="020B0604020202020204" pitchFamily="34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10" name="Freeform 12"/>
          <p:cNvSpPr>
            <a:spLocks/>
          </p:cNvSpPr>
          <p:nvPr/>
        </p:nvSpPr>
        <p:spPr bwMode="gray">
          <a:xfrm>
            <a:off x="10392703" y="3959670"/>
            <a:ext cx="198918" cy="79864"/>
          </a:xfrm>
          <a:custGeom>
            <a:avLst/>
            <a:gdLst/>
            <a:ahLst/>
            <a:cxnLst>
              <a:cxn ang="0">
                <a:pos x="3890" y="0"/>
              </a:cxn>
              <a:cxn ang="0">
                <a:pos x="5834" y="1638"/>
              </a:cxn>
              <a:cxn ang="0">
                <a:pos x="7779" y="3275"/>
              </a:cxn>
              <a:cxn ang="0">
                <a:pos x="3890" y="3275"/>
              </a:cxn>
              <a:cxn ang="0">
                <a:pos x="0" y="3275"/>
              </a:cxn>
              <a:cxn ang="0">
                <a:pos x="1945" y="1638"/>
              </a:cxn>
              <a:cxn ang="0">
                <a:pos x="3890" y="0"/>
              </a:cxn>
            </a:cxnLst>
            <a:rect l="0" t="0" r="r" b="b"/>
            <a:pathLst>
              <a:path w="7779" h="3275">
                <a:moveTo>
                  <a:pt x="3890" y="0"/>
                </a:moveTo>
                <a:lnTo>
                  <a:pt x="5834" y="1638"/>
                </a:lnTo>
                <a:lnTo>
                  <a:pt x="7779" y="3275"/>
                </a:lnTo>
                <a:lnTo>
                  <a:pt x="3890" y="3275"/>
                </a:lnTo>
                <a:lnTo>
                  <a:pt x="0" y="3275"/>
                </a:lnTo>
                <a:lnTo>
                  <a:pt x="1945" y="1638"/>
                </a:lnTo>
                <a:lnTo>
                  <a:pt x="3890" y="0"/>
                </a:lnTo>
                <a:close/>
              </a:path>
            </a:pathLst>
          </a:custGeom>
          <a:solidFill>
            <a:sysClr val="window" lastClr="FFFFFF">
              <a:lumMod val="65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91353" tIns="45677" rIns="91353" bIns="45677" numCol="1" anchor="t" anchorCtr="0" compatLnSpc="1">
            <a:prstTxWarp prst="textNoShape">
              <a:avLst/>
            </a:prstTxWarp>
          </a:bodyPr>
          <a:lstStyle/>
          <a:p>
            <a:pPr defTabSz="914034">
              <a:defRPr/>
            </a:pPr>
            <a:endParaRPr lang="zh-CN" altLang="en-US" sz="1598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 Unicode MS" panose="020B0604020202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211" name="Freeform 13"/>
          <p:cNvSpPr>
            <a:spLocks noEditPoints="1"/>
          </p:cNvSpPr>
          <p:nvPr/>
        </p:nvSpPr>
        <p:spPr bwMode="gray">
          <a:xfrm>
            <a:off x="10392703" y="4049429"/>
            <a:ext cx="199659" cy="109549"/>
          </a:xfrm>
          <a:custGeom>
            <a:avLst/>
            <a:gdLst/>
            <a:ahLst/>
            <a:cxnLst>
              <a:cxn ang="0">
                <a:pos x="7792" y="0"/>
              </a:cxn>
              <a:cxn ang="0">
                <a:pos x="0" y="0"/>
              </a:cxn>
              <a:cxn ang="0">
                <a:pos x="0" y="4498"/>
              </a:cxn>
              <a:cxn ang="0">
                <a:pos x="7792" y="4498"/>
              </a:cxn>
              <a:cxn ang="0">
                <a:pos x="7792" y="0"/>
              </a:cxn>
              <a:cxn ang="0">
                <a:pos x="687" y="578"/>
              </a:cxn>
              <a:cxn ang="0">
                <a:pos x="2079" y="578"/>
              </a:cxn>
              <a:cxn ang="0">
                <a:pos x="2079" y="1971"/>
              </a:cxn>
              <a:cxn ang="0">
                <a:pos x="687" y="1971"/>
              </a:cxn>
              <a:cxn ang="0">
                <a:pos x="687" y="578"/>
              </a:cxn>
              <a:cxn ang="0">
                <a:pos x="687" y="2473"/>
              </a:cxn>
              <a:cxn ang="0">
                <a:pos x="2079" y="2473"/>
              </a:cxn>
              <a:cxn ang="0">
                <a:pos x="2079" y="3866"/>
              </a:cxn>
              <a:cxn ang="0">
                <a:pos x="687" y="3866"/>
              </a:cxn>
              <a:cxn ang="0">
                <a:pos x="687" y="2473"/>
              </a:cxn>
              <a:cxn ang="0">
                <a:pos x="2361" y="2473"/>
              </a:cxn>
              <a:cxn ang="0">
                <a:pos x="3755" y="2473"/>
              </a:cxn>
              <a:cxn ang="0">
                <a:pos x="3755" y="3866"/>
              </a:cxn>
              <a:cxn ang="0">
                <a:pos x="2361" y="3866"/>
              </a:cxn>
              <a:cxn ang="0">
                <a:pos x="2361" y="2473"/>
              </a:cxn>
              <a:cxn ang="0">
                <a:pos x="4037" y="2473"/>
              </a:cxn>
              <a:cxn ang="0">
                <a:pos x="5429" y="2473"/>
              </a:cxn>
              <a:cxn ang="0">
                <a:pos x="5429" y="3866"/>
              </a:cxn>
              <a:cxn ang="0">
                <a:pos x="4037" y="3866"/>
              </a:cxn>
              <a:cxn ang="0">
                <a:pos x="4037" y="2473"/>
              </a:cxn>
              <a:cxn ang="0">
                <a:pos x="2361" y="578"/>
              </a:cxn>
              <a:cxn ang="0">
                <a:pos x="3755" y="578"/>
              </a:cxn>
              <a:cxn ang="0">
                <a:pos x="3755" y="1971"/>
              </a:cxn>
              <a:cxn ang="0">
                <a:pos x="2361" y="1971"/>
              </a:cxn>
              <a:cxn ang="0">
                <a:pos x="2361" y="578"/>
              </a:cxn>
              <a:cxn ang="0">
                <a:pos x="4037" y="578"/>
              </a:cxn>
              <a:cxn ang="0">
                <a:pos x="5429" y="578"/>
              </a:cxn>
              <a:cxn ang="0">
                <a:pos x="5429" y="1971"/>
              </a:cxn>
              <a:cxn ang="0">
                <a:pos x="4037" y="1971"/>
              </a:cxn>
              <a:cxn ang="0">
                <a:pos x="4037" y="578"/>
              </a:cxn>
              <a:cxn ang="0">
                <a:pos x="5713" y="578"/>
              </a:cxn>
              <a:cxn ang="0">
                <a:pos x="7105" y="578"/>
              </a:cxn>
              <a:cxn ang="0">
                <a:pos x="7105" y="1971"/>
              </a:cxn>
              <a:cxn ang="0">
                <a:pos x="5713" y="1971"/>
              </a:cxn>
              <a:cxn ang="0">
                <a:pos x="5713" y="578"/>
              </a:cxn>
              <a:cxn ang="0">
                <a:pos x="5713" y="2473"/>
              </a:cxn>
              <a:cxn ang="0">
                <a:pos x="7105" y="2473"/>
              </a:cxn>
              <a:cxn ang="0">
                <a:pos x="7105" y="3866"/>
              </a:cxn>
              <a:cxn ang="0">
                <a:pos x="5713" y="3866"/>
              </a:cxn>
              <a:cxn ang="0">
                <a:pos x="5713" y="2473"/>
              </a:cxn>
            </a:cxnLst>
            <a:rect l="0" t="0" r="r" b="b"/>
            <a:pathLst>
              <a:path w="7792" h="4498">
                <a:moveTo>
                  <a:pt x="7792" y="0"/>
                </a:moveTo>
                <a:lnTo>
                  <a:pt x="0" y="0"/>
                </a:lnTo>
                <a:lnTo>
                  <a:pt x="0" y="4498"/>
                </a:lnTo>
                <a:lnTo>
                  <a:pt x="7792" y="4498"/>
                </a:lnTo>
                <a:lnTo>
                  <a:pt x="7792" y="0"/>
                </a:lnTo>
                <a:close/>
                <a:moveTo>
                  <a:pt x="687" y="578"/>
                </a:moveTo>
                <a:lnTo>
                  <a:pt x="2079" y="578"/>
                </a:lnTo>
                <a:lnTo>
                  <a:pt x="2079" y="1971"/>
                </a:lnTo>
                <a:lnTo>
                  <a:pt x="687" y="1971"/>
                </a:lnTo>
                <a:lnTo>
                  <a:pt x="687" y="578"/>
                </a:lnTo>
                <a:close/>
                <a:moveTo>
                  <a:pt x="687" y="2473"/>
                </a:moveTo>
                <a:lnTo>
                  <a:pt x="2079" y="2473"/>
                </a:lnTo>
                <a:lnTo>
                  <a:pt x="2079" y="3866"/>
                </a:lnTo>
                <a:lnTo>
                  <a:pt x="687" y="3866"/>
                </a:lnTo>
                <a:lnTo>
                  <a:pt x="687" y="2473"/>
                </a:lnTo>
                <a:close/>
                <a:moveTo>
                  <a:pt x="2361" y="2473"/>
                </a:moveTo>
                <a:lnTo>
                  <a:pt x="3755" y="2473"/>
                </a:lnTo>
                <a:lnTo>
                  <a:pt x="3755" y="3866"/>
                </a:lnTo>
                <a:lnTo>
                  <a:pt x="2361" y="3866"/>
                </a:lnTo>
                <a:lnTo>
                  <a:pt x="2361" y="2473"/>
                </a:lnTo>
                <a:close/>
                <a:moveTo>
                  <a:pt x="4037" y="2473"/>
                </a:moveTo>
                <a:lnTo>
                  <a:pt x="5429" y="2473"/>
                </a:lnTo>
                <a:lnTo>
                  <a:pt x="5429" y="3866"/>
                </a:lnTo>
                <a:lnTo>
                  <a:pt x="4037" y="3866"/>
                </a:lnTo>
                <a:lnTo>
                  <a:pt x="4037" y="2473"/>
                </a:lnTo>
                <a:close/>
                <a:moveTo>
                  <a:pt x="2361" y="578"/>
                </a:moveTo>
                <a:lnTo>
                  <a:pt x="3755" y="578"/>
                </a:lnTo>
                <a:lnTo>
                  <a:pt x="3755" y="1971"/>
                </a:lnTo>
                <a:lnTo>
                  <a:pt x="2361" y="1971"/>
                </a:lnTo>
                <a:lnTo>
                  <a:pt x="2361" y="578"/>
                </a:lnTo>
                <a:close/>
                <a:moveTo>
                  <a:pt x="4037" y="578"/>
                </a:moveTo>
                <a:lnTo>
                  <a:pt x="5429" y="578"/>
                </a:lnTo>
                <a:lnTo>
                  <a:pt x="5429" y="1971"/>
                </a:lnTo>
                <a:lnTo>
                  <a:pt x="4037" y="1971"/>
                </a:lnTo>
                <a:lnTo>
                  <a:pt x="4037" y="578"/>
                </a:lnTo>
                <a:close/>
                <a:moveTo>
                  <a:pt x="5713" y="578"/>
                </a:moveTo>
                <a:lnTo>
                  <a:pt x="7105" y="578"/>
                </a:lnTo>
                <a:lnTo>
                  <a:pt x="7105" y="1971"/>
                </a:lnTo>
                <a:lnTo>
                  <a:pt x="5713" y="1971"/>
                </a:lnTo>
                <a:lnTo>
                  <a:pt x="5713" y="578"/>
                </a:lnTo>
                <a:close/>
                <a:moveTo>
                  <a:pt x="5713" y="2473"/>
                </a:moveTo>
                <a:lnTo>
                  <a:pt x="7105" y="2473"/>
                </a:lnTo>
                <a:lnTo>
                  <a:pt x="7105" y="3866"/>
                </a:lnTo>
                <a:lnTo>
                  <a:pt x="5713" y="3866"/>
                </a:lnTo>
                <a:lnTo>
                  <a:pt x="5713" y="2473"/>
                </a:lnTo>
                <a:close/>
              </a:path>
            </a:pathLst>
          </a:custGeom>
          <a:solidFill>
            <a:sysClr val="window" lastClr="FFFFFF">
              <a:lumMod val="65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91353" tIns="45677" rIns="91353" bIns="45677" numCol="1" anchor="t" anchorCtr="0" compatLnSpc="1">
            <a:prstTxWarp prst="textNoShape">
              <a:avLst/>
            </a:prstTxWarp>
          </a:bodyPr>
          <a:lstStyle/>
          <a:p>
            <a:pPr defTabSz="914034">
              <a:defRPr/>
            </a:pPr>
            <a:endParaRPr lang="zh-CN" altLang="en-US" sz="1598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 Unicode MS" panose="020B0604020202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212" name="Freeform 12"/>
          <p:cNvSpPr>
            <a:spLocks/>
          </p:cNvSpPr>
          <p:nvPr/>
        </p:nvSpPr>
        <p:spPr bwMode="gray">
          <a:xfrm>
            <a:off x="11027772" y="3538405"/>
            <a:ext cx="198918" cy="79864"/>
          </a:xfrm>
          <a:custGeom>
            <a:avLst/>
            <a:gdLst/>
            <a:ahLst/>
            <a:cxnLst>
              <a:cxn ang="0">
                <a:pos x="3890" y="0"/>
              </a:cxn>
              <a:cxn ang="0">
                <a:pos x="5834" y="1638"/>
              </a:cxn>
              <a:cxn ang="0">
                <a:pos x="7779" y="3275"/>
              </a:cxn>
              <a:cxn ang="0">
                <a:pos x="3890" y="3275"/>
              </a:cxn>
              <a:cxn ang="0">
                <a:pos x="0" y="3275"/>
              </a:cxn>
              <a:cxn ang="0">
                <a:pos x="1945" y="1638"/>
              </a:cxn>
              <a:cxn ang="0">
                <a:pos x="3890" y="0"/>
              </a:cxn>
            </a:cxnLst>
            <a:rect l="0" t="0" r="r" b="b"/>
            <a:pathLst>
              <a:path w="7779" h="3275">
                <a:moveTo>
                  <a:pt x="3890" y="0"/>
                </a:moveTo>
                <a:lnTo>
                  <a:pt x="5834" y="1638"/>
                </a:lnTo>
                <a:lnTo>
                  <a:pt x="7779" y="3275"/>
                </a:lnTo>
                <a:lnTo>
                  <a:pt x="3890" y="3275"/>
                </a:lnTo>
                <a:lnTo>
                  <a:pt x="0" y="3275"/>
                </a:lnTo>
                <a:lnTo>
                  <a:pt x="1945" y="1638"/>
                </a:lnTo>
                <a:lnTo>
                  <a:pt x="3890" y="0"/>
                </a:lnTo>
                <a:close/>
              </a:path>
            </a:pathLst>
          </a:custGeom>
          <a:solidFill>
            <a:sysClr val="window" lastClr="FFFFFF">
              <a:lumMod val="65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91353" tIns="45677" rIns="91353" bIns="45677" numCol="1" anchor="t" anchorCtr="0" compatLnSpc="1">
            <a:prstTxWarp prst="textNoShape">
              <a:avLst/>
            </a:prstTxWarp>
          </a:bodyPr>
          <a:lstStyle/>
          <a:p>
            <a:pPr defTabSz="914034">
              <a:defRPr/>
            </a:pPr>
            <a:endParaRPr lang="zh-CN" altLang="en-US" sz="1598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 Unicode MS" panose="020B0604020202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213" name="Freeform 13"/>
          <p:cNvSpPr>
            <a:spLocks noEditPoints="1"/>
          </p:cNvSpPr>
          <p:nvPr/>
        </p:nvSpPr>
        <p:spPr bwMode="gray">
          <a:xfrm>
            <a:off x="11027772" y="3628163"/>
            <a:ext cx="199659" cy="109549"/>
          </a:xfrm>
          <a:custGeom>
            <a:avLst/>
            <a:gdLst/>
            <a:ahLst/>
            <a:cxnLst>
              <a:cxn ang="0">
                <a:pos x="7792" y="0"/>
              </a:cxn>
              <a:cxn ang="0">
                <a:pos x="0" y="0"/>
              </a:cxn>
              <a:cxn ang="0">
                <a:pos x="0" y="4498"/>
              </a:cxn>
              <a:cxn ang="0">
                <a:pos x="7792" y="4498"/>
              </a:cxn>
              <a:cxn ang="0">
                <a:pos x="7792" y="0"/>
              </a:cxn>
              <a:cxn ang="0">
                <a:pos x="687" y="578"/>
              </a:cxn>
              <a:cxn ang="0">
                <a:pos x="2079" y="578"/>
              </a:cxn>
              <a:cxn ang="0">
                <a:pos x="2079" y="1971"/>
              </a:cxn>
              <a:cxn ang="0">
                <a:pos x="687" y="1971"/>
              </a:cxn>
              <a:cxn ang="0">
                <a:pos x="687" y="578"/>
              </a:cxn>
              <a:cxn ang="0">
                <a:pos x="687" y="2473"/>
              </a:cxn>
              <a:cxn ang="0">
                <a:pos x="2079" y="2473"/>
              </a:cxn>
              <a:cxn ang="0">
                <a:pos x="2079" y="3866"/>
              </a:cxn>
              <a:cxn ang="0">
                <a:pos x="687" y="3866"/>
              </a:cxn>
              <a:cxn ang="0">
                <a:pos x="687" y="2473"/>
              </a:cxn>
              <a:cxn ang="0">
                <a:pos x="2361" y="2473"/>
              </a:cxn>
              <a:cxn ang="0">
                <a:pos x="3755" y="2473"/>
              </a:cxn>
              <a:cxn ang="0">
                <a:pos x="3755" y="3866"/>
              </a:cxn>
              <a:cxn ang="0">
                <a:pos x="2361" y="3866"/>
              </a:cxn>
              <a:cxn ang="0">
                <a:pos x="2361" y="2473"/>
              </a:cxn>
              <a:cxn ang="0">
                <a:pos x="4037" y="2473"/>
              </a:cxn>
              <a:cxn ang="0">
                <a:pos x="5429" y="2473"/>
              </a:cxn>
              <a:cxn ang="0">
                <a:pos x="5429" y="3866"/>
              </a:cxn>
              <a:cxn ang="0">
                <a:pos x="4037" y="3866"/>
              </a:cxn>
              <a:cxn ang="0">
                <a:pos x="4037" y="2473"/>
              </a:cxn>
              <a:cxn ang="0">
                <a:pos x="2361" y="578"/>
              </a:cxn>
              <a:cxn ang="0">
                <a:pos x="3755" y="578"/>
              </a:cxn>
              <a:cxn ang="0">
                <a:pos x="3755" y="1971"/>
              </a:cxn>
              <a:cxn ang="0">
                <a:pos x="2361" y="1971"/>
              </a:cxn>
              <a:cxn ang="0">
                <a:pos x="2361" y="578"/>
              </a:cxn>
              <a:cxn ang="0">
                <a:pos x="4037" y="578"/>
              </a:cxn>
              <a:cxn ang="0">
                <a:pos x="5429" y="578"/>
              </a:cxn>
              <a:cxn ang="0">
                <a:pos x="5429" y="1971"/>
              </a:cxn>
              <a:cxn ang="0">
                <a:pos x="4037" y="1971"/>
              </a:cxn>
              <a:cxn ang="0">
                <a:pos x="4037" y="578"/>
              </a:cxn>
              <a:cxn ang="0">
                <a:pos x="5713" y="578"/>
              </a:cxn>
              <a:cxn ang="0">
                <a:pos x="7105" y="578"/>
              </a:cxn>
              <a:cxn ang="0">
                <a:pos x="7105" y="1971"/>
              </a:cxn>
              <a:cxn ang="0">
                <a:pos x="5713" y="1971"/>
              </a:cxn>
              <a:cxn ang="0">
                <a:pos x="5713" y="578"/>
              </a:cxn>
              <a:cxn ang="0">
                <a:pos x="5713" y="2473"/>
              </a:cxn>
              <a:cxn ang="0">
                <a:pos x="7105" y="2473"/>
              </a:cxn>
              <a:cxn ang="0">
                <a:pos x="7105" y="3866"/>
              </a:cxn>
              <a:cxn ang="0">
                <a:pos x="5713" y="3866"/>
              </a:cxn>
              <a:cxn ang="0">
                <a:pos x="5713" y="2473"/>
              </a:cxn>
            </a:cxnLst>
            <a:rect l="0" t="0" r="r" b="b"/>
            <a:pathLst>
              <a:path w="7792" h="4498">
                <a:moveTo>
                  <a:pt x="7792" y="0"/>
                </a:moveTo>
                <a:lnTo>
                  <a:pt x="0" y="0"/>
                </a:lnTo>
                <a:lnTo>
                  <a:pt x="0" y="4498"/>
                </a:lnTo>
                <a:lnTo>
                  <a:pt x="7792" y="4498"/>
                </a:lnTo>
                <a:lnTo>
                  <a:pt x="7792" y="0"/>
                </a:lnTo>
                <a:close/>
                <a:moveTo>
                  <a:pt x="687" y="578"/>
                </a:moveTo>
                <a:lnTo>
                  <a:pt x="2079" y="578"/>
                </a:lnTo>
                <a:lnTo>
                  <a:pt x="2079" y="1971"/>
                </a:lnTo>
                <a:lnTo>
                  <a:pt x="687" y="1971"/>
                </a:lnTo>
                <a:lnTo>
                  <a:pt x="687" y="578"/>
                </a:lnTo>
                <a:close/>
                <a:moveTo>
                  <a:pt x="687" y="2473"/>
                </a:moveTo>
                <a:lnTo>
                  <a:pt x="2079" y="2473"/>
                </a:lnTo>
                <a:lnTo>
                  <a:pt x="2079" y="3866"/>
                </a:lnTo>
                <a:lnTo>
                  <a:pt x="687" y="3866"/>
                </a:lnTo>
                <a:lnTo>
                  <a:pt x="687" y="2473"/>
                </a:lnTo>
                <a:close/>
                <a:moveTo>
                  <a:pt x="2361" y="2473"/>
                </a:moveTo>
                <a:lnTo>
                  <a:pt x="3755" y="2473"/>
                </a:lnTo>
                <a:lnTo>
                  <a:pt x="3755" y="3866"/>
                </a:lnTo>
                <a:lnTo>
                  <a:pt x="2361" y="3866"/>
                </a:lnTo>
                <a:lnTo>
                  <a:pt x="2361" y="2473"/>
                </a:lnTo>
                <a:close/>
                <a:moveTo>
                  <a:pt x="4037" y="2473"/>
                </a:moveTo>
                <a:lnTo>
                  <a:pt x="5429" y="2473"/>
                </a:lnTo>
                <a:lnTo>
                  <a:pt x="5429" y="3866"/>
                </a:lnTo>
                <a:lnTo>
                  <a:pt x="4037" y="3866"/>
                </a:lnTo>
                <a:lnTo>
                  <a:pt x="4037" y="2473"/>
                </a:lnTo>
                <a:close/>
                <a:moveTo>
                  <a:pt x="2361" y="578"/>
                </a:moveTo>
                <a:lnTo>
                  <a:pt x="3755" y="578"/>
                </a:lnTo>
                <a:lnTo>
                  <a:pt x="3755" y="1971"/>
                </a:lnTo>
                <a:lnTo>
                  <a:pt x="2361" y="1971"/>
                </a:lnTo>
                <a:lnTo>
                  <a:pt x="2361" y="578"/>
                </a:lnTo>
                <a:close/>
                <a:moveTo>
                  <a:pt x="4037" y="578"/>
                </a:moveTo>
                <a:lnTo>
                  <a:pt x="5429" y="578"/>
                </a:lnTo>
                <a:lnTo>
                  <a:pt x="5429" y="1971"/>
                </a:lnTo>
                <a:lnTo>
                  <a:pt x="4037" y="1971"/>
                </a:lnTo>
                <a:lnTo>
                  <a:pt x="4037" y="578"/>
                </a:lnTo>
                <a:close/>
                <a:moveTo>
                  <a:pt x="5713" y="578"/>
                </a:moveTo>
                <a:lnTo>
                  <a:pt x="7105" y="578"/>
                </a:lnTo>
                <a:lnTo>
                  <a:pt x="7105" y="1971"/>
                </a:lnTo>
                <a:lnTo>
                  <a:pt x="5713" y="1971"/>
                </a:lnTo>
                <a:lnTo>
                  <a:pt x="5713" y="578"/>
                </a:lnTo>
                <a:close/>
                <a:moveTo>
                  <a:pt x="5713" y="2473"/>
                </a:moveTo>
                <a:lnTo>
                  <a:pt x="7105" y="2473"/>
                </a:lnTo>
                <a:lnTo>
                  <a:pt x="7105" y="3866"/>
                </a:lnTo>
                <a:lnTo>
                  <a:pt x="5713" y="3866"/>
                </a:lnTo>
                <a:lnTo>
                  <a:pt x="5713" y="2473"/>
                </a:lnTo>
                <a:close/>
              </a:path>
            </a:pathLst>
          </a:custGeom>
          <a:solidFill>
            <a:sysClr val="window" lastClr="FFFFFF">
              <a:lumMod val="65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91353" tIns="45677" rIns="91353" bIns="45677" numCol="1" anchor="t" anchorCtr="0" compatLnSpc="1">
            <a:prstTxWarp prst="textNoShape">
              <a:avLst/>
            </a:prstTxWarp>
          </a:bodyPr>
          <a:lstStyle/>
          <a:p>
            <a:pPr defTabSz="914034">
              <a:defRPr/>
            </a:pPr>
            <a:endParaRPr lang="zh-CN" altLang="en-US" sz="1598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 Unicode MS" panose="020B0604020202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214" name="Freeform 12"/>
          <p:cNvSpPr>
            <a:spLocks/>
          </p:cNvSpPr>
          <p:nvPr/>
        </p:nvSpPr>
        <p:spPr bwMode="gray">
          <a:xfrm>
            <a:off x="8478930" y="3499304"/>
            <a:ext cx="198918" cy="79864"/>
          </a:xfrm>
          <a:custGeom>
            <a:avLst/>
            <a:gdLst/>
            <a:ahLst/>
            <a:cxnLst>
              <a:cxn ang="0">
                <a:pos x="3890" y="0"/>
              </a:cxn>
              <a:cxn ang="0">
                <a:pos x="5834" y="1638"/>
              </a:cxn>
              <a:cxn ang="0">
                <a:pos x="7779" y="3275"/>
              </a:cxn>
              <a:cxn ang="0">
                <a:pos x="3890" y="3275"/>
              </a:cxn>
              <a:cxn ang="0">
                <a:pos x="0" y="3275"/>
              </a:cxn>
              <a:cxn ang="0">
                <a:pos x="1945" y="1638"/>
              </a:cxn>
              <a:cxn ang="0">
                <a:pos x="3890" y="0"/>
              </a:cxn>
            </a:cxnLst>
            <a:rect l="0" t="0" r="r" b="b"/>
            <a:pathLst>
              <a:path w="7779" h="3275">
                <a:moveTo>
                  <a:pt x="3890" y="0"/>
                </a:moveTo>
                <a:lnTo>
                  <a:pt x="5834" y="1638"/>
                </a:lnTo>
                <a:lnTo>
                  <a:pt x="7779" y="3275"/>
                </a:lnTo>
                <a:lnTo>
                  <a:pt x="3890" y="3275"/>
                </a:lnTo>
                <a:lnTo>
                  <a:pt x="0" y="3275"/>
                </a:lnTo>
                <a:lnTo>
                  <a:pt x="1945" y="1638"/>
                </a:lnTo>
                <a:lnTo>
                  <a:pt x="3890" y="0"/>
                </a:lnTo>
                <a:close/>
              </a:path>
            </a:pathLst>
          </a:custGeom>
          <a:solidFill>
            <a:sysClr val="window" lastClr="FFFFFF">
              <a:lumMod val="65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91353" tIns="45677" rIns="91353" bIns="45677" numCol="1" anchor="t" anchorCtr="0" compatLnSpc="1">
            <a:prstTxWarp prst="textNoShape">
              <a:avLst/>
            </a:prstTxWarp>
          </a:bodyPr>
          <a:lstStyle/>
          <a:p>
            <a:pPr defTabSz="914034">
              <a:defRPr/>
            </a:pPr>
            <a:endParaRPr lang="zh-CN" altLang="en-US" sz="1598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 Unicode MS" panose="020B0604020202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215" name="Freeform 13"/>
          <p:cNvSpPr>
            <a:spLocks noEditPoints="1"/>
          </p:cNvSpPr>
          <p:nvPr/>
        </p:nvSpPr>
        <p:spPr bwMode="gray">
          <a:xfrm>
            <a:off x="8478930" y="3589062"/>
            <a:ext cx="199659" cy="109549"/>
          </a:xfrm>
          <a:custGeom>
            <a:avLst/>
            <a:gdLst/>
            <a:ahLst/>
            <a:cxnLst>
              <a:cxn ang="0">
                <a:pos x="7792" y="0"/>
              </a:cxn>
              <a:cxn ang="0">
                <a:pos x="0" y="0"/>
              </a:cxn>
              <a:cxn ang="0">
                <a:pos x="0" y="4498"/>
              </a:cxn>
              <a:cxn ang="0">
                <a:pos x="7792" y="4498"/>
              </a:cxn>
              <a:cxn ang="0">
                <a:pos x="7792" y="0"/>
              </a:cxn>
              <a:cxn ang="0">
                <a:pos x="687" y="578"/>
              </a:cxn>
              <a:cxn ang="0">
                <a:pos x="2079" y="578"/>
              </a:cxn>
              <a:cxn ang="0">
                <a:pos x="2079" y="1971"/>
              </a:cxn>
              <a:cxn ang="0">
                <a:pos x="687" y="1971"/>
              </a:cxn>
              <a:cxn ang="0">
                <a:pos x="687" y="578"/>
              </a:cxn>
              <a:cxn ang="0">
                <a:pos x="687" y="2473"/>
              </a:cxn>
              <a:cxn ang="0">
                <a:pos x="2079" y="2473"/>
              </a:cxn>
              <a:cxn ang="0">
                <a:pos x="2079" y="3866"/>
              </a:cxn>
              <a:cxn ang="0">
                <a:pos x="687" y="3866"/>
              </a:cxn>
              <a:cxn ang="0">
                <a:pos x="687" y="2473"/>
              </a:cxn>
              <a:cxn ang="0">
                <a:pos x="2361" y="2473"/>
              </a:cxn>
              <a:cxn ang="0">
                <a:pos x="3755" y="2473"/>
              </a:cxn>
              <a:cxn ang="0">
                <a:pos x="3755" y="3866"/>
              </a:cxn>
              <a:cxn ang="0">
                <a:pos x="2361" y="3866"/>
              </a:cxn>
              <a:cxn ang="0">
                <a:pos x="2361" y="2473"/>
              </a:cxn>
              <a:cxn ang="0">
                <a:pos x="4037" y="2473"/>
              </a:cxn>
              <a:cxn ang="0">
                <a:pos x="5429" y="2473"/>
              </a:cxn>
              <a:cxn ang="0">
                <a:pos x="5429" y="3866"/>
              </a:cxn>
              <a:cxn ang="0">
                <a:pos x="4037" y="3866"/>
              </a:cxn>
              <a:cxn ang="0">
                <a:pos x="4037" y="2473"/>
              </a:cxn>
              <a:cxn ang="0">
                <a:pos x="2361" y="578"/>
              </a:cxn>
              <a:cxn ang="0">
                <a:pos x="3755" y="578"/>
              </a:cxn>
              <a:cxn ang="0">
                <a:pos x="3755" y="1971"/>
              </a:cxn>
              <a:cxn ang="0">
                <a:pos x="2361" y="1971"/>
              </a:cxn>
              <a:cxn ang="0">
                <a:pos x="2361" y="578"/>
              </a:cxn>
              <a:cxn ang="0">
                <a:pos x="4037" y="578"/>
              </a:cxn>
              <a:cxn ang="0">
                <a:pos x="5429" y="578"/>
              </a:cxn>
              <a:cxn ang="0">
                <a:pos x="5429" y="1971"/>
              </a:cxn>
              <a:cxn ang="0">
                <a:pos x="4037" y="1971"/>
              </a:cxn>
              <a:cxn ang="0">
                <a:pos x="4037" y="578"/>
              </a:cxn>
              <a:cxn ang="0">
                <a:pos x="5713" y="578"/>
              </a:cxn>
              <a:cxn ang="0">
                <a:pos x="7105" y="578"/>
              </a:cxn>
              <a:cxn ang="0">
                <a:pos x="7105" y="1971"/>
              </a:cxn>
              <a:cxn ang="0">
                <a:pos x="5713" y="1971"/>
              </a:cxn>
              <a:cxn ang="0">
                <a:pos x="5713" y="578"/>
              </a:cxn>
              <a:cxn ang="0">
                <a:pos x="5713" y="2473"/>
              </a:cxn>
              <a:cxn ang="0">
                <a:pos x="7105" y="2473"/>
              </a:cxn>
              <a:cxn ang="0">
                <a:pos x="7105" y="3866"/>
              </a:cxn>
              <a:cxn ang="0">
                <a:pos x="5713" y="3866"/>
              </a:cxn>
              <a:cxn ang="0">
                <a:pos x="5713" y="2473"/>
              </a:cxn>
            </a:cxnLst>
            <a:rect l="0" t="0" r="r" b="b"/>
            <a:pathLst>
              <a:path w="7792" h="4498">
                <a:moveTo>
                  <a:pt x="7792" y="0"/>
                </a:moveTo>
                <a:lnTo>
                  <a:pt x="0" y="0"/>
                </a:lnTo>
                <a:lnTo>
                  <a:pt x="0" y="4498"/>
                </a:lnTo>
                <a:lnTo>
                  <a:pt x="7792" y="4498"/>
                </a:lnTo>
                <a:lnTo>
                  <a:pt x="7792" y="0"/>
                </a:lnTo>
                <a:close/>
                <a:moveTo>
                  <a:pt x="687" y="578"/>
                </a:moveTo>
                <a:lnTo>
                  <a:pt x="2079" y="578"/>
                </a:lnTo>
                <a:lnTo>
                  <a:pt x="2079" y="1971"/>
                </a:lnTo>
                <a:lnTo>
                  <a:pt x="687" y="1971"/>
                </a:lnTo>
                <a:lnTo>
                  <a:pt x="687" y="578"/>
                </a:lnTo>
                <a:close/>
                <a:moveTo>
                  <a:pt x="687" y="2473"/>
                </a:moveTo>
                <a:lnTo>
                  <a:pt x="2079" y="2473"/>
                </a:lnTo>
                <a:lnTo>
                  <a:pt x="2079" y="3866"/>
                </a:lnTo>
                <a:lnTo>
                  <a:pt x="687" y="3866"/>
                </a:lnTo>
                <a:lnTo>
                  <a:pt x="687" y="2473"/>
                </a:lnTo>
                <a:close/>
                <a:moveTo>
                  <a:pt x="2361" y="2473"/>
                </a:moveTo>
                <a:lnTo>
                  <a:pt x="3755" y="2473"/>
                </a:lnTo>
                <a:lnTo>
                  <a:pt x="3755" y="3866"/>
                </a:lnTo>
                <a:lnTo>
                  <a:pt x="2361" y="3866"/>
                </a:lnTo>
                <a:lnTo>
                  <a:pt x="2361" y="2473"/>
                </a:lnTo>
                <a:close/>
                <a:moveTo>
                  <a:pt x="4037" y="2473"/>
                </a:moveTo>
                <a:lnTo>
                  <a:pt x="5429" y="2473"/>
                </a:lnTo>
                <a:lnTo>
                  <a:pt x="5429" y="3866"/>
                </a:lnTo>
                <a:lnTo>
                  <a:pt x="4037" y="3866"/>
                </a:lnTo>
                <a:lnTo>
                  <a:pt x="4037" y="2473"/>
                </a:lnTo>
                <a:close/>
                <a:moveTo>
                  <a:pt x="2361" y="578"/>
                </a:moveTo>
                <a:lnTo>
                  <a:pt x="3755" y="578"/>
                </a:lnTo>
                <a:lnTo>
                  <a:pt x="3755" y="1971"/>
                </a:lnTo>
                <a:lnTo>
                  <a:pt x="2361" y="1971"/>
                </a:lnTo>
                <a:lnTo>
                  <a:pt x="2361" y="578"/>
                </a:lnTo>
                <a:close/>
                <a:moveTo>
                  <a:pt x="4037" y="578"/>
                </a:moveTo>
                <a:lnTo>
                  <a:pt x="5429" y="578"/>
                </a:lnTo>
                <a:lnTo>
                  <a:pt x="5429" y="1971"/>
                </a:lnTo>
                <a:lnTo>
                  <a:pt x="4037" y="1971"/>
                </a:lnTo>
                <a:lnTo>
                  <a:pt x="4037" y="578"/>
                </a:lnTo>
                <a:close/>
                <a:moveTo>
                  <a:pt x="5713" y="578"/>
                </a:moveTo>
                <a:lnTo>
                  <a:pt x="7105" y="578"/>
                </a:lnTo>
                <a:lnTo>
                  <a:pt x="7105" y="1971"/>
                </a:lnTo>
                <a:lnTo>
                  <a:pt x="5713" y="1971"/>
                </a:lnTo>
                <a:lnTo>
                  <a:pt x="5713" y="578"/>
                </a:lnTo>
                <a:close/>
                <a:moveTo>
                  <a:pt x="5713" y="2473"/>
                </a:moveTo>
                <a:lnTo>
                  <a:pt x="7105" y="2473"/>
                </a:lnTo>
                <a:lnTo>
                  <a:pt x="7105" y="3866"/>
                </a:lnTo>
                <a:lnTo>
                  <a:pt x="5713" y="3866"/>
                </a:lnTo>
                <a:lnTo>
                  <a:pt x="5713" y="2473"/>
                </a:lnTo>
                <a:close/>
              </a:path>
            </a:pathLst>
          </a:custGeom>
          <a:solidFill>
            <a:sysClr val="window" lastClr="FFFFFF">
              <a:lumMod val="65000"/>
            </a:sysClr>
          </a:solidFill>
          <a:ln w="9525">
            <a:noFill/>
            <a:round/>
            <a:headEnd/>
            <a:tailEnd/>
          </a:ln>
        </p:spPr>
        <p:txBody>
          <a:bodyPr vert="horz" wrap="square" lIns="91353" tIns="45677" rIns="91353" bIns="45677" numCol="1" anchor="t" anchorCtr="0" compatLnSpc="1">
            <a:prstTxWarp prst="textNoShape">
              <a:avLst/>
            </a:prstTxWarp>
          </a:bodyPr>
          <a:lstStyle/>
          <a:p>
            <a:pPr defTabSz="914034">
              <a:defRPr/>
            </a:pPr>
            <a:endParaRPr lang="zh-CN" altLang="en-US" sz="1598" ker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 Unicode MS" panose="020B0604020202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216" name="矩形 215"/>
          <p:cNvSpPr/>
          <p:nvPr/>
        </p:nvSpPr>
        <p:spPr bwMode="gray">
          <a:xfrm>
            <a:off x="9441002" y="3122178"/>
            <a:ext cx="815461" cy="257369"/>
          </a:xfrm>
          <a:prstGeom prst="rect">
            <a:avLst/>
          </a:prstGeom>
          <a:noFill/>
        </p:spPr>
        <p:txBody>
          <a:bodyPr wrap="none" lIns="72000" tIns="36000" rIns="72000" bIns="36000" anchor="ctr">
            <a:spAutoFit/>
          </a:bodyPr>
          <a:lstStyle/>
          <a:p>
            <a:pPr algn="ctr" defTabSz="913655">
              <a:defRPr/>
            </a:pPr>
            <a:r>
              <a:rPr lang="zh-CN" altLang="en-US" sz="1200" b="1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联接</a:t>
            </a:r>
            <a:r>
              <a:rPr lang="en-US" altLang="zh-CN" sz="1200" b="1" kern="0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X100</a:t>
            </a:r>
            <a:endParaRPr lang="en-US" altLang="zh-CN" sz="1200" b="1" kern="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17" name="组合 216"/>
          <p:cNvGrpSpPr/>
          <p:nvPr/>
        </p:nvGrpSpPr>
        <p:grpSpPr bwMode="gray">
          <a:xfrm>
            <a:off x="9724042" y="3578271"/>
            <a:ext cx="218371" cy="195861"/>
            <a:chOff x="7875588" y="733425"/>
            <a:chExt cx="536574" cy="625476"/>
          </a:xfrm>
          <a:solidFill>
            <a:srgbClr val="1D1D1A"/>
          </a:solidFill>
        </p:grpSpPr>
        <p:sp>
          <p:nvSpPr>
            <p:cNvPr id="218" name="Freeform 85"/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9" name="Freeform 86"/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0" name="Freeform 87"/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1" name="Freeform 88"/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2" name="Freeform 89"/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406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98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223" name="组合 222"/>
          <p:cNvGrpSpPr/>
          <p:nvPr/>
        </p:nvGrpSpPr>
        <p:grpSpPr bwMode="gray">
          <a:xfrm>
            <a:off x="9730804" y="4010333"/>
            <a:ext cx="199659" cy="199307"/>
            <a:chOff x="10740226" y="2757237"/>
            <a:chExt cx="154811" cy="154538"/>
          </a:xfrm>
        </p:grpSpPr>
        <p:sp>
          <p:nvSpPr>
            <p:cNvPr id="224" name="Freeform 12"/>
            <p:cNvSpPr>
              <a:spLocks/>
            </p:cNvSpPr>
            <p:nvPr/>
          </p:nvSpPr>
          <p:spPr bwMode="gray">
            <a:xfrm>
              <a:off x="10740226" y="2757237"/>
              <a:ext cx="154236" cy="61925"/>
            </a:xfrm>
            <a:custGeom>
              <a:avLst/>
              <a:gdLst/>
              <a:ahLst/>
              <a:cxnLst>
                <a:cxn ang="0">
                  <a:pos x="3890" y="0"/>
                </a:cxn>
                <a:cxn ang="0">
                  <a:pos x="5834" y="1638"/>
                </a:cxn>
                <a:cxn ang="0">
                  <a:pos x="7779" y="3275"/>
                </a:cxn>
                <a:cxn ang="0">
                  <a:pos x="3890" y="3275"/>
                </a:cxn>
                <a:cxn ang="0">
                  <a:pos x="0" y="3275"/>
                </a:cxn>
                <a:cxn ang="0">
                  <a:pos x="1945" y="1638"/>
                </a:cxn>
                <a:cxn ang="0">
                  <a:pos x="3890" y="0"/>
                </a:cxn>
              </a:cxnLst>
              <a:rect l="0" t="0" r="r" b="b"/>
              <a:pathLst>
                <a:path w="7779" h="3275">
                  <a:moveTo>
                    <a:pt x="3890" y="0"/>
                  </a:moveTo>
                  <a:lnTo>
                    <a:pt x="5834" y="1638"/>
                  </a:lnTo>
                  <a:lnTo>
                    <a:pt x="7779" y="3275"/>
                  </a:lnTo>
                  <a:lnTo>
                    <a:pt x="3890" y="3275"/>
                  </a:lnTo>
                  <a:lnTo>
                    <a:pt x="0" y="3275"/>
                  </a:lnTo>
                  <a:lnTo>
                    <a:pt x="1945" y="163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ysClr val="window" lastClr="FFFFFF">
                <a:lumMod val="65000"/>
              </a:sys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53" tIns="45677" rIns="91353" bIns="45677" numCol="1" anchor="t" anchorCtr="0" compatLnSpc="1">
              <a:prstTxWarp prst="textNoShape">
                <a:avLst/>
              </a:prstTxWarp>
            </a:bodyPr>
            <a:lstStyle/>
            <a:p>
              <a:pPr defTabSz="914034">
                <a:defRPr/>
              </a:pPr>
              <a:endParaRPr lang="zh-CN" altLang="en-US" sz="1598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 Unicode MS" panose="020B0604020202020204" pitchFamily="34" charset="-122"/>
                <a:sym typeface="Huawei Sans" panose="020C0503030203020204" pitchFamily="34" charset="0"/>
              </a:endParaRPr>
            </a:p>
          </p:txBody>
        </p:sp>
        <p:sp>
          <p:nvSpPr>
            <p:cNvPr id="225" name="Freeform 13"/>
            <p:cNvSpPr>
              <a:spLocks noEditPoints="1"/>
            </p:cNvSpPr>
            <p:nvPr/>
          </p:nvSpPr>
          <p:spPr bwMode="gray">
            <a:xfrm>
              <a:off x="10740226" y="2826833"/>
              <a:ext cx="154811" cy="84942"/>
            </a:xfrm>
            <a:custGeom>
              <a:avLst/>
              <a:gdLst/>
              <a:ahLst/>
              <a:cxnLst>
                <a:cxn ang="0">
                  <a:pos x="7792" y="0"/>
                </a:cxn>
                <a:cxn ang="0">
                  <a:pos x="0" y="0"/>
                </a:cxn>
                <a:cxn ang="0">
                  <a:pos x="0" y="4498"/>
                </a:cxn>
                <a:cxn ang="0">
                  <a:pos x="7792" y="4498"/>
                </a:cxn>
                <a:cxn ang="0">
                  <a:pos x="7792" y="0"/>
                </a:cxn>
                <a:cxn ang="0">
                  <a:pos x="687" y="578"/>
                </a:cxn>
                <a:cxn ang="0">
                  <a:pos x="2079" y="578"/>
                </a:cxn>
                <a:cxn ang="0">
                  <a:pos x="2079" y="1971"/>
                </a:cxn>
                <a:cxn ang="0">
                  <a:pos x="687" y="1971"/>
                </a:cxn>
                <a:cxn ang="0">
                  <a:pos x="687" y="578"/>
                </a:cxn>
                <a:cxn ang="0">
                  <a:pos x="687" y="2473"/>
                </a:cxn>
                <a:cxn ang="0">
                  <a:pos x="2079" y="2473"/>
                </a:cxn>
                <a:cxn ang="0">
                  <a:pos x="2079" y="3866"/>
                </a:cxn>
                <a:cxn ang="0">
                  <a:pos x="687" y="3866"/>
                </a:cxn>
                <a:cxn ang="0">
                  <a:pos x="687" y="2473"/>
                </a:cxn>
                <a:cxn ang="0">
                  <a:pos x="2361" y="2473"/>
                </a:cxn>
                <a:cxn ang="0">
                  <a:pos x="3755" y="2473"/>
                </a:cxn>
                <a:cxn ang="0">
                  <a:pos x="3755" y="3866"/>
                </a:cxn>
                <a:cxn ang="0">
                  <a:pos x="2361" y="3866"/>
                </a:cxn>
                <a:cxn ang="0">
                  <a:pos x="2361" y="2473"/>
                </a:cxn>
                <a:cxn ang="0">
                  <a:pos x="4037" y="2473"/>
                </a:cxn>
                <a:cxn ang="0">
                  <a:pos x="5429" y="2473"/>
                </a:cxn>
                <a:cxn ang="0">
                  <a:pos x="5429" y="3866"/>
                </a:cxn>
                <a:cxn ang="0">
                  <a:pos x="4037" y="3866"/>
                </a:cxn>
                <a:cxn ang="0">
                  <a:pos x="4037" y="2473"/>
                </a:cxn>
                <a:cxn ang="0">
                  <a:pos x="2361" y="578"/>
                </a:cxn>
                <a:cxn ang="0">
                  <a:pos x="3755" y="578"/>
                </a:cxn>
                <a:cxn ang="0">
                  <a:pos x="3755" y="1971"/>
                </a:cxn>
                <a:cxn ang="0">
                  <a:pos x="2361" y="1971"/>
                </a:cxn>
                <a:cxn ang="0">
                  <a:pos x="2361" y="578"/>
                </a:cxn>
                <a:cxn ang="0">
                  <a:pos x="4037" y="578"/>
                </a:cxn>
                <a:cxn ang="0">
                  <a:pos x="5429" y="578"/>
                </a:cxn>
                <a:cxn ang="0">
                  <a:pos x="5429" y="1971"/>
                </a:cxn>
                <a:cxn ang="0">
                  <a:pos x="4037" y="1971"/>
                </a:cxn>
                <a:cxn ang="0">
                  <a:pos x="4037" y="578"/>
                </a:cxn>
                <a:cxn ang="0">
                  <a:pos x="5713" y="578"/>
                </a:cxn>
                <a:cxn ang="0">
                  <a:pos x="7105" y="578"/>
                </a:cxn>
                <a:cxn ang="0">
                  <a:pos x="7105" y="1971"/>
                </a:cxn>
                <a:cxn ang="0">
                  <a:pos x="5713" y="1971"/>
                </a:cxn>
                <a:cxn ang="0">
                  <a:pos x="5713" y="578"/>
                </a:cxn>
                <a:cxn ang="0">
                  <a:pos x="5713" y="2473"/>
                </a:cxn>
                <a:cxn ang="0">
                  <a:pos x="7105" y="2473"/>
                </a:cxn>
                <a:cxn ang="0">
                  <a:pos x="7105" y="3866"/>
                </a:cxn>
                <a:cxn ang="0">
                  <a:pos x="5713" y="3866"/>
                </a:cxn>
                <a:cxn ang="0">
                  <a:pos x="5713" y="2473"/>
                </a:cxn>
              </a:cxnLst>
              <a:rect l="0" t="0" r="r" b="b"/>
              <a:pathLst>
                <a:path w="7792" h="4498">
                  <a:moveTo>
                    <a:pt x="7792" y="0"/>
                  </a:moveTo>
                  <a:lnTo>
                    <a:pt x="0" y="0"/>
                  </a:lnTo>
                  <a:lnTo>
                    <a:pt x="0" y="4498"/>
                  </a:lnTo>
                  <a:lnTo>
                    <a:pt x="7792" y="4498"/>
                  </a:lnTo>
                  <a:lnTo>
                    <a:pt x="7792" y="0"/>
                  </a:lnTo>
                  <a:close/>
                  <a:moveTo>
                    <a:pt x="687" y="578"/>
                  </a:moveTo>
                  <a:lnTo>
                    <a:pt x="2079" y="578"/>
                  </a:lnTo>
                  <a:lnTo>
                    <a:pt x="2079" y="1971"/>
                  </a:lnTo>
                  <a:lnTo>
                    <a:pt x="687" y="1971"/>
                  </a:lnTo>
                  <a:lnTo>
                    <a:pt x="687" y="578"/>
                  </a:lnTo>
                  <a:close/>
                  <a:moveTo>
                    <a:pt x="687" y="2473"/>
                  </a:moveTo>
                  <a:lnTo>
                    <a:pt x="2079" y="2473"/>
                  </a:lnTo>
                  <a:lnTo>
                    <a:pt x="2079" y="3866"/>
                  </a:lnTo>
                  <a:lnTo>
                    <a:pt x="687" y="3866"/>
                  </a:lnTo>
                  <a:lnTo>
                    <a:pt x="687" y="2473"/>
                  </a:lnTo>
                  <a:close/>
                  <a:moveTo>
                    <a:pt x="2361" y="2473"/>
                  </a:moveTo>
                  <a:lnTo>
                    <a:pt x="3755" y="2473"/>
                  </a:lnTo>
                  <a:lnTo>
                    <a:pt x="3755" y="3866"/>
                  </a:lnTo>
                  <a:lnTo>
                    <a:pt x="2361" y="3866"/>
                  </a:lnTo>
                  <a:lnTo>
                    <a:pt x="2361" y="2473"/>
                  </a:lnTo>
                  <a:close/>
                  <a:moveTo>
                    <a:pt x="4037" y="2473"/>
                  </a:moveTo>
                  <a:lnTo>
                    <a:pt x="5429" y="2473"/>
                  </a:lnTo>
                  <a:lnTo>
                    <a:pt x="5429" y="3866"/>
                  </a:lnTo>
                  <a:lnTo>
                    <a:pt x="4037" y="3866"/>
                  </a:lnTo>
                  <a:lnTo>
                    <a:pt x="4037" y="2473"/>
                  </a:lnTo>
                  <a:close/>
                  <a:moveTo>
                    <a:pt x="2361" y="578"/>
                  </a:moveTo>
                  <a:lnTo>
                    <a:pt x="3755" y="578"/>
                  </a:lnTo>
                  <a:lnTo>
                    <a:pt x="3755" y="1971"/>
                  </a:lnTo>
                  <a:lnTo>
                    <a:pt x="2361" y="1971"/>
                  </a:lnTo>
                  <a:lnTo>
                    <a:pt x="2361" y="578"/>
                  </a:lnTo>
                  <a:close/>
                  <a:moveTo>
                    <a:pt x="4037" y="578"/>
                  </a:moveTo>
                  <a:lnTo>
                    <a:pt x="5429" y="578"/>
                  </a:lnTo>
                  <a:lnTo>
                    <a:pt x="5429" y="1971"/>
                  </a:lnTo>
                  <a:lnTo>
                    <a:pt x="4037" y="1971"/>
                  </a:lnTo>
                  <a:lnTo>
                    <a:pt x="4037" y="578"/>
                  </a:lnTo>
                  <a:close/>
                  <a:moveTo>
                    <a:pt x="5713" y="578"/>
                  </a:moveTo>
                  <a:lnTo>
                    <a:pt x="7105" y="578"/>
                  </a:lnTo>
                  <a:lnTo>
                    <a:pt x="7105" y="1971"/>
                  </a:lnTo>
                  <a:lnTo>
                    <a:pt x="5713" y="1971"/>
                  </a:lnTo>
                  <a:lnTo>
                    <a:pt x="5713" y="578"/>
                  </a:lnTo>
                  <a:close/>
                  <a:moveTo>
                    <a:pt x="5713" y="2473"/>
                  </a:moveTo>
                  <a:lnTo>
                    <a:pt x="7105" y="2473"/>
                  </a:lnTo>
                  <a:lnTo>
                    <a:pt x="7105" y="3866"/>
                  </a:lnTo>
                  <a:lnTo>
                    <a:pt x="5713" y="3866"/>
                  </a:lnTo>
                  <a:lnTo>
                    <a:pt x="5713" y="2473"/>
                  </a:lnTo>
                  <a:close/>
                </a:path>
              </a:pathLst>
            </a:custGeom>
            <a:solidFill>
              <a:sysClr val="window" lastClr="FFFFFF">
                <a:lumMod val="65000"/>
              </a:sys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353" tIns="45677" rIns="91353" bIns="45677" numCol="1" anchor="t" anchorCtr="0" compatLnSpc="1">
              <a:prstTxWarp prst="textNoShape">
                <a:avLst/>
              </a:prstTxWarp>
            </a:bodyPr>
            <a:lstStyle/>
            <a:p>
              <a:pPr defTabSz="914034">
                <a:defRPr/>
              </a:pPr>
              <a:endParaRPr lang="zh-CN" altLang="en-US" sz="1598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 Unicode MS" panose="020B0604020202020204" pitchFamily="34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226" name="直接连接符 225"/>
          <p:cNvCxnSpPr/>
          <p:nvPr/>
        </p:nvCxnSpPr>
        <p:spPr bwMode="gray">
          <a:xfrm flipH="1" flipV="1">
            <a:off x="9833216" y="3772069"/>
            <a:ext cx="29731" cy="263438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27" name="直接连接符 226"/>
          <p:cNvCxnSpPr/>
          <p:nvPr/>
        </p:nvCxnSpPr>
        <p:spPr bwMode="gray">
          <a:xfrm flipV="1">
            <a:off x="10498432" y="2948269"/>
            <a:ext cx="542156" cy="55190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cxnSp>
        <p:nvCxnSpPr>
          <p:cNvPr id="228" name="直接连接符 227"/>
          <p:cNvCxnSpPr/>
          <p:nvPr/>
        </p:nvCxnSpPr>
        <p:spPr bwMode="gray">
          <a:xfrm>
            <a:off x="8662911" y="2944351"/>
            <a:ext cx="448395" cy="86428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solid"/>
          </a:ln>
          <a:effectLst/>
        </p:spPr>
      </p:cxnSp>
      <p:sp>
        <p:nvSpPr>
          <p:cNvPr id="229" name="Freeform 123"/>
          <p:cNvSpPr>
            <a:spLocks/>
          </p:cNvSpPr>
          <p:nvPr/>
        </p:nvSpPr>
        <p:spPr bwMode="gray">
          <a:xfrm>
            <a:off x="8805740" y="2457102"/>
            <a:ext cx="300917" cy="184374"/>
          </a:xfrm>
          <a:custGeom>
            <a:avLst/>
            <a:gdLst>
              <a:gd name="T0" fmla="*/ 2147483646 w 1339"/>
              <a:gd name="T1" fmla="*/ 2147483646 h 820"/>
              <a:gd name="T2" fmla="*/ 2147483646 w 1339"/>
              <a:gd name="T3" fmla="*/ 2147483646 h 820"/>
              <a:gd name="T4" fmla="*/ 2147483646 w 1339"/>
              <a:gd name="T5" fmla="*/ 2147483646 h 820"/>
              <a:gd name="T6" fmla="*/ 0 w 1339"/>
              <a:gd name="T7" fmla="*/ 2147483646 h 820"/>
              <a:gd name="T8" fmla="*/ 2147483646 w 1339"/>
              <a:gd name="T9" fmla="*/ 2147483646 h 820"/>
              <a:gd name="T10" fmla="*/ 2147483646 w 1339"/>
              <a:gd name="T11" fmla="*/ 0 h 820"/>
              <a:gd name="T12" fmla="*/ 2147483646 w 1339"/>
              <a:gd name="T13" fmla="*/ 2147483646 h 820"/>
              <a:gd name="T14" fmla="*/ 2147483646 w 1339"/>
              <a:gd name="T15" fmla="*/ 2147483646 h 820"/>
              <a:gd name="T16" fmla="*/ 2147483646 w 1339"/>
              <a:gd name="T17" fmla="*/ 2147483646 h 820"/>
              <a:gd name="T18" fmla="*/ 2147483646 w 1339"/>
              <a:gd name="T19" fmla="*/ 2147483646 h 820"/>
              <a:gd name="T20" fmla="*/ 2147483646 w 1339"/>
              <a:gd name="T21" fmla="*/ 2147483646 h 820"/>
              <a:gd name="T22" fmla="*/ 2147483646 w 1339"/>
              <a:gd name="T23" fmla="*/ 2147483646 h 820"/>
              <a:gd name="T24" fmla="*/ 2147483646 w 1339"/>
              <a:gd name="T25" fmla="*/ 2147483646 h 820"/>
              <a:gd name="T26" fmla="*/ 2147483646 w 1339"/>
              <a:gd name="T27" fmla="*/ 2147483646 h 820"/>
              <a:gd name="T28" fmla="*/ 2147483646 w 1339"/>
              <a:gd name="T29" fmla="*/ 2147483646 h 820"/>
              <a:gd name="T30" fmla="*/ 2147483646 w 1339"/>
              <a:gd name="T31" fmla="*/ 2147483646 h 820"/>
              <a:gd name="T32" fmla="*/ 2147483646 w 1339"/>
              <a:gd name="T33" fmla="*/ 2147483646 h 820"/>
              <a:gd name="T34" fmla="*/ 2147483646 w 1339"/>
              <a:gd name="T35" fmla="*/ 2147483646 h 820"/>
              <a:gd name="T36" fmla="*/ 2147483646 w 1339"/>
              <a:gd name="T37" fmla="*/ 2147483646 h 820"/>
              <a:gd name="T38" fmla="*/ 2147483646 w 1339"/>
              <a:gd name="T39" fmla="*/ 2147483646 h 820"/>
              <a:gd name="T40" fmla="*/ 2147483646 w 1339"/>
              <a:gd name="T41" fmla="*/ 2147483646 h 820"/>
              <a:gd name="T42" fmla="*/ 2147483646 w 1339"/>
              <a:gd name="T43" fmla="*/ 2147483646 h 820"/>
              <a:gd name="T44" fmla="*/ 2147483646 w 1339"/>
              <a:gd name="T45" fmla="*/ 2147483646 h 820"/>
              <a:gd name="T46" fmla="*/ 2147483646 w 1339"/>
              <a:gd name="T47" fmla="*/ 2147483646 h 82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339"/>
              <a:gd name="T73" fmla="*/ 0 h 820"/>
              <a:gd name="T74" fmla="*/ 1339 w 1339"/>
              <a:gd name="T75" fmla="*/ 820 h 82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339" h="820">
                <a:moveTo>
                  <a:pt x="948" y="820"/>
                </a:moveTo>
                <a:lnTo>
                  <a:pt x="948" y="820"/>
                </a:lnTo>
                <a:lnTo>
                  <a:pt x="247" y="820"/>
                </a:lnTo>
                <a:cubicBezTo>
                  <a:pt x="110" y="820"/>
                  <a:pt x="0" y="710"/>
                  <a:pt x="0" y="574"/>
                </a:cubicBezTo>
                <a:cubicBezTo>
                  <a:pt x="0" y="460"/>
                  <a:pt x="79" y="360"/>
                  <a:pt x="189" y="334"/>
                </a:cubicBezTo>
                <a:cubicBezTo>
                  <a:pt x="249" y="136"/>
                  <a:pt x="432" y="0"/>
                  <a:pt x="640" y="0"/>
                </a:cubicBezTo>
                <a:cubicBezTo>
                  <a:pt x="805" y="0"/>
                  <a:pt x="958" y="87"/>
                  <a:pt x="1044" y="227"/>
                </a:cubicBezTo>
                <a:cubicBezTo>
                  <a:pt x="1209" y="239"/>
                  <a:pt x="1339" y="377"/>
                  <a:pt x="1339" y="544"/>
                </a:cubicBezTo>
                <a:cubicBezTo>
                  <a:pt x="1339" y="645"/>
                  <a:pt x="1297" y="723"/>
                  <a:pt x="1209" y="781"/>
                </a:cubicBezTo>
                <a:cubicBezTo>
                  <a:pt x="1201" y="787"/>
                  <a:pt x="1191" y="792"/>
                  <a:pt x="1181" y="796"/>
                </a:cubicBezTo>
                <a:cubicBezTo>
                  <a:pt x="1164" y="803"/>
                  <a:pt x="1144" y="795"/>
                  <a:pt x="1137" y="778"/>
                </a:cubicBezTo>
                <a:cubicBezTo>
                  <a:pt x="1130" y="761"/>
                  <a:pt x="1138" y="742"/>
                  <a:pt x="1155" y="735"/>
                </a:cubicBezTo>
                <a:cubicBezTo>
                  <a:pt x="1162" y="732"/>
                  <a:pt x="1168" y="729"/>
                  <a:pt x="1173" y="725"/>
                </a:cubicBezTo>
                <a:cubicBezTo>
                  <a:pt x="1241" y="680"/>
                  <a:pt x="1273" y="622"/>
                  <a:pt x="1273" y="544"/>
                </a:cubicBezTo>
                <a:cubicBezTo>
                  <a:pt x="1273" y="407"/>
                  <a:pt x="1161" y="295"/>
                  <a:pt x="1024" y="293"/>
                </a:cubicBezTo>
                <a:cubicBezTo>
                  <a:pt x="1012" y="293"/>
                  <a:pt x="1001" y="286"/>
                  <a:pt x="995" y="276"/>
                </a:cubicBezTo>
                <a:cubicBezTo>
                  <a:pt x="924" y="147"/>
                  <a:pt x="787" y="67"/>
                  <a:pt x="640" y="67"/>
                </a:cubicBezTo>
                <a:cubicBezTo>
                  <a:pt x="455" y="67"/>
                  <a:pt x="294" y="192"/>
                  <a:pt x="247" y="371"/>
                </a:cubicBezTo>
                <a:cubicBezTo>
                  <a:pt x="244" y="384"/>
                  <a:pt x="233" y="394"/>
                  <a:pt x="220" y="396"/>
                </a:cubicBezTo>
                <a:cubicBezTo>
                  <a:pt x="132" y="409"/>
                  <a:pt x="66" y="485"/>
                  <a:pt x="66" y="574"/>
                </a:cubicBezTo>
                <a:cubicBezTo>
                  <a:pt x="66" y="673"/>
                  <a:pt x="147" y="754"/>
                  <a:pt x="247" y="754"/>
                </a:cubicBezTo>
                <a:lnTo>
                  <a:pt x="948" y="754"/>
                </a:lnTo>
                <a:cubicBezTo>
                  <a:pt x="967" y="754"/>
                  <a:pt x="981" y="769"/>
                  <a:pt x="981" y="787"/>
                </a:cubicBezTo>
                <a:cubicBezTo>
                  <a:pt x="981" y="806"/>
                  <a:pt x="967" y="820"/>
                  <a:pt x="948" y="820"/>
                </a:cubicBezTo>
                <a:close/>
              </a:path>
            </a:pathLst>
          </a:custGeom>
          <a:solidFill>
            <a:srgbClr val="1D1D1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0" name="Freeform 123"/>
          <p:cNvSpPr>
            <a:spLocks/>
          </p:cNvSpPr>
          <p:nvPr/>
        </p:nvSpPr>
        <p:spPr bwMode="gray">
          <a:xfrm>
            <a:off x="9691646" y="2263141"/>
            <a:ext cx="300917" cy="184374"/>
          </a:xfrm>
          <a:custGeom>
            <a:avLst/>
            <a:gdLst>
              <a:gd name="T0" fmla="*/ 2147483646 w 1339"/>
              <a:gd name="T1" fmla="*/ 2147483646 h 820"/>
              <a:gd name="T2" fmla="*/ 2147483646 w 1339"/>
              <a:gd name="T3" fmla="*/ 2147483646 h 820"/>
              <a:gd name="T4" fmla="*/ 2147483646 w 1339"/>
              <a:gd name="T5" fmla="*/ 2147483646 h 820"/>
              <a:gd name="T6" fmla="*/ 0 w 1339"/>
              <a:gd name="T7" fmla="*/ 2147483646 h 820"/>
              <a:gd name="T8" fmla="*/ 2147483646 w 1339"/>
              <a:gd name="T9" fmla="*/ 2147483646 h 820"/>
              <a:gd name="T10" fmla="*/ 2147483646 w 1339"/>
              <a:gd name="T11" fmla="*/ 0 h 820"/>
              <a:gd name="T12" fmla="*/ 2147483646 w 1339"/>
              <a:gd name="T13" fmla="*/ 2147483646 h 820"/>
              <a:gd name="T14" fmla="*/ 2147483646 w 1339"/>
              <a:gd name="T15" fmla="*/ 2147483646 h 820"/>
              <a:gd name="T16" fmla="*/ 2147483646 w 1339"/>
              <a:gd name="T17" fmla="*/ 2147483646 h 820"/>
              <a:gd name="T18" fmla="*/ 2147483646 w 1339"/>
              <a:gd name="T19" fmla="*/ 2147483646 h 820"/>
              <a:gd name="T20" fmla="*/ 2147483646 w 1339"/>
              <a:gd name="T21" fmla="*/ 2147483646 h 820"/>
              <a:gd name="T22" fmla="*/ 2147483646 w 1339"/>
              <a:gd name="T23" fmla="*/ 2147483646 h 820"/>
              <a:gd name="T24" fmla="*/ 2147483646 w 1339"/>
              <a:gd name="T25" fmla="*/ 2147483646 h 820"/>
              <a:gd name="T26" fmla="*/ 2147483646 w 1339"/>
              <a:gd name="T27" fmla="*/ 2147483646 h 820"/>
              <a:gd name="T28" fmla="*/ 2147483646 w 1339"/>
              <a:gd name="T29" fmla="*/ 2147483646 h 820"/>
              <a:gd name="T30" fmla="*/ 2147483646 w 1339"/>
              <a:gd name="T31" fmla="*/ 2147483646 h 820"/>
              <a:gd name="T32" fmla="*/ 2147483646 w 1339"/>
              <a:gd name="T33" fmla="*/ 2147483646 h 820"/>
              <a:gd name="T34" fmla="*/ 2147483646 w 1339"/>
              <a:gd name="T35" fmla="*/ 2147483646 h 820"/>
              <a:gd name="T36" fmla="*/ 2147483646 w 1339"/>
              <a:gd name="T37" fmla="*/ 2147483646 h 820"/>
              <a:gd name="T38" fmla="*/ 2147483646 w 1339"/>
              <a:gd name="T39" fmla="*/ 2147483646 h 820"/>
              <a:gd name="T40" fmla="*/ 2147483646 w 1339"/>
              <a:gd name="T41" fmla="*/ 2147483646 h 820"/>
              <a:gd name="T42" fmla="*/ 2147483646 w 1339"/>
              <a:gd name="T43" fmla="*/ 2147483646 h 820"/>
              <a:gd name="T44" fmla="*/ 2147483646 w 1339"/>
              <a:gd name="T45" fmla="*/ 2147483646 h 820"/>
              <a:gd name="T46" fmla="*/ 2147483646 w 1339"/>
              <a:gd name="T47" fmla="*/ 2147483646 h 82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339"/>
              <a:gd name="T73" fmla="*/ 0 h 820"/>
              <a:gd name="T74" fmla="*/ 1339 w 1339"/>
              <a:gd name="T75" fmla="*/ 820 h 82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339" h="820">
                <a:moveTo>
                  <a:pt x="948" y="820"/>
                </a:moveTo>
                <a:lnTo>
                  <a:pt x="948" y="820"/>
                </a:lnTo>
                <a:lnTo>
                  <a:pt x="247" y="820"/>
                </a:lnTo>
                <a:cubicBezTo>
                  <a:pt x="110" y="820"/>
                  <a:pt x="0" y="710"/>
                  <a:pt x="0" y="574"/>
                </a:cubicBezTo>
                <a:cubicBezTo>
                  <a:pt x="0" y="460"/>
                  <a:pt x="79" y="360"/>
                  <a:pt x="189" y="334"/>
                </a:cubicBezTo>
                <a:cubicBezTo>
                  <a:pt x="249" y="136"/>
                  <a:pt x="432" y="0"/>
                  <a:pt x="640" y="0"/>
                </a:cubicBezTo>
                <a:cubicBezTo>
                  <a:pt x="805" y="0"/>
                  <a:pt x="958" y="87"/>
                  <a:pt x="1044" y="227"/>
                </a:cubicBezTo>
                <a:cubicBezTo>
                  <a:pt x="1209" y="239"/>
                  <a:pt x="1339" y="377"/>
                  <a:pt x="1339" y="544"/>
                </a:cubicBezTo>
                <a:cubicBezTo>
                  <a:pt x="1339" y="645"/>
                  <a:pt x="1297" y="723"/>
                  <a:pt x="1209" y="781"/>
                </a:cubicBezTo>
                <a:cubicBezTo>
                  <a:pt x="1201" y="787"/>
                  <a:pt x="1191" y="792"/>
                  <a:pt x="1181" y="796"/>
                </a:cubicBezTo>
                <a:cubicBezTo>
                  <a:pt x="1164" y="803"/>
                  <a:pt x="1144" y="795"/>
                  <a:pt x="1137" y="778"/>
                </a:cubicBezTo>
                <a:cubicBezTo>
                  <a:pt x="1130" y="761"/>
                  <a:pt x="1138" y="742"/>
                  <a:pt x="1155" y="735"/>
                </a:cubicBezTo>
                <a:cubicBezTo>
                  <a:pt x="1162" y="732"/>
                  <a:pt x="1168" y="729"/>
                  <a:pt x="1173" y="725"/>
                </a:cubicBezTo>
                <a:cubicBezTo>
                  <a:pt x="1241" y="680"/>
                  <a:pt x="1273" y="622"/>
                  <a:pt x="1273" y="544"/>
                </a:cubicBezTo>
                <a:cubicBezTo>
                  <a:pt x="1273" y="407"/>
                  <a:pt x="1161" y="295"/>
                  <a:pt x="1024" y="293"/>
                </a:cubicBezTo>
                <a:cubicBezTo>
                  <a:pt x="1012" y="293"/>
                  <a:pt x="1001" y="286"/>
                  <a:pt x="995" y="276"/>
                </a:cubicBezTo>
                <a:cubicBezTo>
                  <a:pt x="924" y="147"/>
                  <a:pt x="787" y="67"/>
                  <a:pt x="640" y="67"/>
                </a:cubicBezTo>
                <a:cubicBezTo>
                  <a:pt x="455" y="67"/>
                  <a:pt x="294" y="192"/>
                  <a:pt x="247" y="371"/>
                </a:cubicBezTo>
                <a:cubicBezTo>
                  <a:pt x="244" y="384"/>
                  <a:pt x="233" y="394"/>
                  <a:pt x="220" y="396"/>
                </a:cubicBezTo>
                <a:cubicBezTo>
                  <a:pt x="132" y="409"/>
                  <a:pt x="66" y="485"/>
                  <a:pt x="66" y="574"/>
                </a:cubicBezTo>
                <a:cubicBezTo>
                  <a:pt x="66" y="673"/>
                  <a:pt x="147" y="754"/>
                  <a:pt x="247" y="754"/>
                </a:cubicBezTo>
                <a:lnTo>
                  <a:pt x="948" y="754"/>
                </a:lnTo>
                <a:cubicBezTo>
                  <a:pt x="967" y="754"/>
                  <a:pt x="981" y="769"/>
                  <a:pt x="981" y="787"/>
                </a:cubicBezTo>
                <a:cubicBezTo>
                  <a:pt x="981" y="806"/>
                  <a:pt x="967" y="820"/>
                  <a:pt x="948" y="820"/>
                </a:cubicBezTo>
                <a:close/>
              </a:path>
            </a:pathLst>
          </a:custGeom>
          <a:solidFill>
            <a:srgbClr val="1D1D1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1" name="Freeform 123"/>
          <p:cNvSpPr>
            <a:spLocks/>
          </p:cNvSpPr>
          <p:nvPr/>
        </p:nvSpPr>
        <p:spPr bwMode="gray">
          <a:xfrm>
            <a:off x="10518823" y="2405945"/>
            <a:ext cx="300917" cy="184374"/>
          </a:xfrm>
          <a:custGeom>
            <a:avLst/>
            <a:gdLst>
              <a:gd name="T0" fmla="*/ 2147483646 w 1339"/>
              <a:gd name="T1" fmla="*/ 2147483646 h 820"/>
              <a:gd name="T2" fmla="*/ 2147483646 w 1339"/>
              <a:gd name="T3" fmla="*/ 2147483646 h 820"/>
              <a:gd name="T4" fmla="*/ 2147483646 w 1339"/>
              <a:gd name="T5" fmla="*/ 2147483646 h 820"/>
              <a:gd name="T6" fmla="*/ 0 w 1339"/>
              <a:gd name="T7" fmla="*/ 2147483646 h 820"/>
              <a:gd name="T8" fmla="*/ 2147483646 w 1339"/>
              <a:gd name="T9" fmla="*/ 2147483646 h 820"/>
              <a:gd name="T10" fmla="*/ 2147483646 w 1339"/>
              <a:gd name="T11" fmla="*/ 0 h 820"/>
              <a:gd name="T12" fmla="*/ 2147483646 w 1339"/>
              <a:gd name="T13" fmla="*/ 2147483646 h 820"/>
              <a:gd name="T14" fmla="*/ 2147483646 w 1339"/>
              <a:gd name="T15" fmla="*/ 2147483646 h 820"/>
              <a:gd name="T16" fmla="*/ 2147483646 w 1339"/>
              <a:gd name="T17" fmla="*/ 2147483646 h 820"/>
              <a:gd name="T18" fmla="*/ 2147483646 w 1339"/>
              <a:gd name="T19" fmla="*/ 2147483646 h 820"/>
              <a:gd name="T20" fmla="*/ 2147483646 w 1339"/>
              <a:gd name="T21" fmla="*/ 2147483646 h 820"/>
              <a:gd name="T22" fmla="*/ 2147483646 w 1339"/>
              <a:gd name="T23" fmla="*/ 2147483646 h 820"/>
              <a:gd name="T24" fmla="*/ 2147483646 w 1339"/>
              <a:gd name="T25" fmla="*/ 2147483646 h 820"/>
              <a:gd name="T26" fmla="*/ 2147483646 w 1339"/>
              <a:gd name="T27" fmla="*/ 2147483646 h 820"/>
              <a:gd name="T28" fmla="*/ 2147483646 w 1339"/>
              <a:gd name="T29" fmla="*/ 2147483646 h 820"/>
              <a:gd name="T30" fmla="*/ 2147483646 w 1339"/>
              <a:gd name="T31" fmla="*/ 2147483646 h 820"/>
              <a:gd name="T32" fmla="*/ 2147483646 w 1339"/>
              <a:gd name="T33" fmla="*/ 2147483646 h 820"/>
              <a:gd name="T34" fmla="*/ 2147483646 w 1339"/>
              <a:gd name="T35" fmla="*/ 2147483646 h 820"/>
              <a:gd name="T36" fmla="*/ 2147483646 w 1339"/>
              <a:gd name="T37" fmla="*/ 2147483646 h 820"/>
              <a:gd name="T38" fmla="*/ 2147483646 w 1339"/>
              <a:gd name="T39" fmla="*/ 2147483646 h 820"/>
              <a:gd name="T40" fmla="*/ 2147483646 w 1339"/>
              <a:gd name="T41" fmla="*/ 2147483646 h 820"/>
              <a:gd name="T42" fmla="*/ 2147483646 w 1339"/>
              <a:gd name="T43" fmla="*/ 2147483646 h 820"/>
              <a:gd name="T44" fmla="*/ 2147483646 w 1339"/>
              <a:gd name="T45" fmla="*/ 2147483646 h 820"/>
              <a:gd name="T46" fmla="*/ 2147483646 w 1339"/>
              <a:gd name="T47" fmla="*/ 2147483646 h 82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339"/>
              <a:gd name="T73" fmla="*/ 0 h 820"/>
              <a:gd name="T74" fmla="*/ 1339 w 1339"/>
              <a:gd name="T75" fmla="*/ 820 h 82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339" h="820">
                <a:moveTo>
                  <a:pt x="948" y="820"/>
                </a:moveTo>
                <a:lnTo>
                  <a:pt x="948" y="820"/>
                </a:lnTo>
                <a:lnTo>
                  <a:pt x="247" y="820"/>
                </a:lnTo>
                <a:cubicBezTo>
                  <a:pt x="110" y="820"/>
                  <a:pt x="0" y="710"/>
                  <a:pt x="0" y="574"/>
                </a:cubicBezTo>
                <a:cubicBezTo>
                  <a:pt x="0" y="460"/>
                  <a:pt x="79" y="360"/>
                  <a:pt x="189" y="334"/>
                </a:cubicBezTo>
                <a:cubicBezTo>
                  <a:pt x="249" y="136"/>
                  <a:pt x="432" y="0"/>
                  <a:pt x="640" y="0"/>
                </a:cubicBezTo>
                <a:cubicBezTo>
                  <a:pt x="805" y="0"/>
                  <a:pt x="958" y="87"/>
                  <a:pt x="1044" y="227"/>
                </a:cubicBezTo>
                <a:cubicBezTo>
                  <a:pt x="1209" y="239"/>
                  <a:pt x="1339" y="377"/>
                  <a:pt x="1339" y="544"/>
                </a:cubicBezTo>
                <a:cubicBezTo>
                  <a:pt x="1339" y="645"/>
                  <a:pt x="1297" y="723"/>
                  <a:pt x="1209" y="781"/>
                </a:cubicBezTo>
                <a:cubicBezTo>
                  <a:pt x="1201" y="787"/>
                  <a:pt x="1191" y="792"/>
                  <a:pt x="1181" y="796"/>
                </a:cubicBezTo>
                <a:cubicBezTo>
                  <a:pt x="1164" y="803"/>
                  <a:pt x="1144" y="795"/>
                  <a:pt x="1137" y="778"/>
                </a:cubicBezTo>
                <a:cubicBezTo>
                  <a:pt x="1130" y="761"/>
                  <a:pt x="1138" y="742"/>
                  <a:pt x="1155" y="735"/>
                </a:cubicBezTo>
                <a:cubicBezTo>
                  <a:pt x="1162" y="732"/>
                  <a:pt x="1168" y="729"/>
                  <a:pt x="1173" y="725"/>
                </a:cubicBezTo>
                <a:cubicBezTo>
                  <a:pt x="1241" y="680"/>
                  <a:pt x="1273" y="622"/>
                  <a:pt x="1273" y="544"/>
                </a:cubicBezTo>
                <a:cubicBezTo>
                  <a:pt x="1273" y="407"/>
                  <a:pt x="1161" y="295"/>
                  <a:pt x="1024" y="293"/>
                </a:cubicBezTo>
                <a:cubicBezTo>
                  <a:pt x="1012" y="293"/>
                  <a:pt x="1001" y="286"/>
                  <a:pt x="995" y="276"/>
                </a:cubicBezTo>
                <a:cubicBezTo>
                  <a:pt x="924" y="147"/>
                  <a:pt x="787" y="67"/>
                  <a:pt x="640" y="67"/>
                </a:cubicBezTo>
                <a:cubicBezTo>
                  <a:pt x="455" y="67"/>
                  <a:pt x="294" y="192"/>
                  <a:pt x="247" y="371"/>
                </a:cubicBezTo>
                <a:cubicBezTo>
                  <a:pt x="244" y="384"/>
                  <a:pt x="233" y="394"/>
                  <a:pt x="220" y="396"/>
                </a:cubicBezTo>
                <a:cubicBezTo>
                  <a:pt x="132" y="409"/>
                  <a:pt x="66" y="485"/>
                  <a:pt x="66" y="574"/>
                </a:cubicBezTo>
                <a:cubicBezTo>
                  <a:pt x="66" y="673"/>
                  <a:pt x="147" y="754"/>
                  <a:pt x="247" y="754"/>
                </a:cubicBezTo>
                <a:lnTo>
                  <a:pt x="948" y="754"/>
                </a:lnTo>
                <a:cubicBezTo>
                  <a:pt x="967" y="754"/>
                  <a:pt x="981" y="769"/>
                  <a:pt x="981" y="787"/>
                </a:cubicBezTo>
                <a:cubicBezTo>
                  <a:pt x="981" y="806"/>
                  <a:pt x="967" y="820"/>
                  <a:pt x="948" y="820"/>
                </a:cubicBezTo>
                <a:close/>
              </a:path>
            </a:pathLst>
          </a:custGeom>
          <a:solidFill>
            <a:srgbClr val="1D1D1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2" name="Freeform 123"/>
          <p:cNvSpPr>
            <a:spLocks/>
          </p:cNvSpPr>
          <p:nvPr/>
        </p:nvSpPr>
        <p:spPr bwMode="gray">
          <a:xfrm>
            <a:off x="8367767" y="2775264"/>
            <a:ext cx="300917" cy="184374"/>
          </a:xfrm>
          <a:custGeom>
            <a:avLst/>
            <a:gdLst>
              <a:gd name="T0" fmla="*/ 2147483646 w 1339"/>
              <a:gd name="T1" fmla="*/ 2147483646 h 820"/>
              <a:gd name="T2" fmla="*/ 2147483646 w 1339"/>
              <a:gd name="T3" fmla="*/ 2147483646 h 820"/>
              <a:gd name="T4" fmla="*/ 2147483646 w 1339"/>
              <a:gd name="T5" fmla="*/ 2147483646 h 820"/>
              <a:gd name="T6" fmla="*/ 0 w 1339"/>
              <a:gd name="T7" fmla="*/ 2147483646 h 820"/>
              <a:gd name="T8" fmla="*/ 2147483646 w 1339"/>
              <a:gd name="T9" fmla="*/ 2147483646 h 820"/>
              <a:gd name="T10" fmla="*/ 2147483646 w 1339"/>
              <a:gd name="T11" fmla="*/ 0 h 820"/>
              <a:gd name="T12" fmla="*/ 2147483646 w 1339"/>
              <a:gd name="T13" fmla="*/ 2147483646 h 820"/>
              <a:gd name="T14" fmla="*/ 2147483646 w 1339"/>
              <a:gd name="T15" fmla="*/ 2147483646 h 820"/>
              <a:gd name="T16" fmla="*/ 2147483646 w 1339"/>
              <a:gd name="T17" fmla="*/ 2147483646 h 820"/>
              <a:gd name="T18" fmla="*/ 2147483646 w 1339"/>
              <a:gd name="T19" fmla="*/ 2147483646 h 820"/>
              <a:gd name="T20" fmla="*/ 2147483646 w 1339"/>
              <a:gd name="T21" fmla="*/ 2147483646 h 820"/>
              <a:gd name="T22" fmla="*/ 2147483646 w 1339"/>
              <a:gd name="T23" fmla="*/ 2147483646 h 820"/>
              <a:gd name="T24" fmla="*/ 2147483646 w 1339"/>
              <a:gd name="T25" fmla="*/ 2147483646 h 820"/>
              <a:gd name="T26" fmla="*/ 2147483646 w 1339"/>
              <a:gd name="T27" fmla="*/ 2147483646 h 820"/>
              <a:gd name="T28" fmla="*/ 2147483646 w 1339"/>
              <a:gd name="T29" fmla="*/ 2147483646 h 820"/>
              <a:gd name="T30" fmla="*/ 2147483646 w 1339"/>
              <a:gd name="T31" fmla="*/ 2147483646 h 820"/>
              <a:gd name="T32" fmla="*/ 2147483646 w 1339"/>
              <a:gd name="T33" fmla="*/ 2147483646 h 820"/>
              <a:gd name="T34" fmla="*/ 2147483646 w 1339"/>
              <a:gd name="T35" fmla="*/ 2147483646 h 820"/>
              <a:gd name="T36" fmla="*/ 2147483646 w 1339"/>
              <a:gd name="T37" fmla="*/ 2147483646 h 820"/>
              <a:gd name="T38" fmla="*/ 2147483646 w 1339"/>
              <a:gd name="T39" fmla="*/ 2147483646 h 820"/>
              <a:gd name="T40" fmla="*/ 2147483646 w 1339"/>
              <a:gd name="T41" fmla="*/ 2147483646 h 820"/>
              <a:gd name="T42" fmla="*/ 2147483646 w 1339"/>
              <a:gd name="T43" fmla="*/ 2147483646 h 820"/>
              <a:gd name="T44" fmla="*/ 2147483646 w 1339"/>
              <a:gd name="T45" fmla="*/ 2147483646 h 820"/>
              <a:gd name="T46" fmla="*/ 2147483646 w 1339"/>
              <a:gd name="T47" fmla="*/ 2147483646 h 82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339"/>
              <a:gd name="T73" fmla="*/ 0 h 820"/>
              <a:gd name="T74" fmla="*/ 1339 w 1339"/>
              <a:gd name="T75" fmla="*/ 820 h 82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339" h="820">
                <a:moveTo>
                  <a:pt x="948" y="820"/>
                </a:moveTo>
                <a:lnTo>
                  <a:pt x="948" y="820"/>
                </a:lnTo>
                <a:lnTo>
                  <a:pt x="247" y="820"/>
                </a:lnTo>
                <a:cubicBezTo>
                  <a:pt x="110" y="820"/>
                  <a:pt x="0" y="710"/>
                  <a:pt x="0" y="574"/>
                </a:cubicBezTo>
                <a:cubicBezTo>
                  <a:pt x="0" y="460"/>
                  <a:pt x="79" y="360"/>
                  <a:pt x="189" y="334"/>
                </a:cubicBezTo>
                <a:cubicBezTo>
                  <a:pt x="249" y="136"/>
                  <a:pt x="432" y="0"/>
                  <a:pt x="640" y="0"/>
                </a:cubicBezTo>
                <a:cubicBezTo>
                  <a:pt x="805" y="0"/>
                  <a:pt x="958" y="87"/>
                  <a:pt x="1044" y="227"/>
                </a:cubicBezTo>
                <a:cubicBezTo>
                  <a:pt x="1209" y="239"/>
                  <a:pt x="1339" y="377"/>
                  <a:pt x="1339" y="544"/>
                </a:cubicBezTo>
                <a:cubicBezTo>
                  <a:pt x="1339" y="645"/>
                  <a:pt x="1297" y="723"/>
                  <a:pt x="1209" y="781"/>
                </a:cubicBezTo>
                <a:cubicBezTo>
                  <a:pt x="1201" y="787"/>
                  <a:pt x="1191" y="792"/>
                  <a:pt x="1181" y="796"/>
                </a:cubicBezTo>
                <a:cubicBezTo>
                  <a:pt x="1164" y="803"/>
                  <a:pt x="1144" y="795"/>
                  <a:pt x="1137" y="778"/>
                </a:cubicBezTo>
                <a:cubicBezTo>
                  <a:pt x="1130" y="761"/>
                  <a:pt x="1138" y="742"/>
                  <a:pt x="1155" y="735"/>
                </a:cubicBezTo>
                <a:cubicBezTo>
                  <a:pt x="1162" y="732"/>
                  <a:pt x="1168" y="729"/>
                  <a:pt x="1173" y="725"/>
                </a:cubicBezTo>
                <a:cubicBezTo>
                  <a:pt x="1241" y="680"/>
                  <a:pt x="1273" y="622"/>
                  <a:pt x="1273" y="544"/>
                </a:cubicBezTo>
                <a:cubicBezTo>
                  <a:pt x="1273" y="407"/>
                  <a:pt x="1161" y="295"/>
                  <a:pt x="1024" y="293"/>
                </a:cubicBezTo>
                <a:cubicBezTo>
                  <a:pt x="1012" y="293"/>
                  <a:pt x="1001" y="286"/>
                  <a:pt x="995" y="276"/>
                </a:cubicBezTo>
                <a:cubicBezTo>
                  <a:pt x="924" y="147"/>
                  <a:pt x="787" y="67"/>
                  <a:pt x="640" y="67"/>
                </a:cubicBezTo>
                <a:cubicBezTo>
                  <a:pt x="455" y="67"/>
                  <a:pt x="294" y="192"/>
                  <a:pt x="247" y="371"/>
                </a:cubicBezTo>
                <a:cubicBezTo>
                  <a:pt x="244" y="384"/>
                  <a:pt x="233" y="394"/>
                  <a:pt x="220" y="396"/>
                </a:cubicBezTo>
                <a:cubicBezTo>
                  <a:pt x="132" y="409"/>
                  <a:pt x="66" y="485"/>
                  <a:pt x="66" y="574"/>
                </a:cubicBezTo>
                <a:cubicBezTo>
                  <a:pt x="66" y="673"/>
                  <a:pt x="147" y="754"/>
                  <a:pt x="247" y="754"/>
                </a:cubicBezTo>
                <a:lnTo>
                  <a:pt x="948" y="754"/>
                </a:lnTo>
                <a:cubicBezTo>
                  <a:pt x="967" y="754"/>
                  <a:pt x="981" y="769"/>
                  <a:pt x="981" y="787"/>
                </a:cubicBezTo>
                <a:cubicBezTo>
                  <a:pt x="981" y="806"/>
                  <a:pt x="967" y="820"/>
                  <a:pt x="948" y="820"/>
                </a:cubicBezTo>
                <a:close/>
              </a:path>
            </a:pathLst>
          </a:custGeom>
          <a:solidFill>
            <a:srgbClr val="1D1D1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3" name="Freeform 123"/>
          <p:cNvSpPr>
            <a:spLocks/>
          </p:cNvSpPr>
          <p:nvPr/>
        </p:nvSpPr>
        <p:spPr bwMode="gray">
          <a:xfrm>
            <a:off x="11064575" y="2775264"/>
            <a:ext cx="300917" cy="184374"/>
          </a:xfrm>
          <a:custGeom>
            <a:avLst/>
            <a:gdLst>
              <a:gd name="T0" fmla="*/ 2147483646 w 1339"/>
              <a:gd name="T1" fmla="*/ 2147483646 h 820"/>
              <a:gd name="T2" fmla="*/ 2147483646 w 1339"/>
              <a:gd name="T3" fmla="*/ 2147483646 h 820"/>
              <a:gd name="T4" fmla="*/ 2147483646 w 1339"/>
              <a:gd name="T5" fmla="*/ 2147483646 h 820"/>
              <a:gd name="T6" fmla="*/ 0 w 1339"/>
              <a:gd name="T7" fmla="*/ 2147483646 h 820"/>
              <a:gd name="T8" fmla="*/ 2147483646 w 1339"/>
              <a:gd name="T9" fmla="*/ 2147483646 h 820"/>
              <a:gd name="T10" fmla="*/ 2147483646 w 1339"/>
              <a:gd name="T11" fmla="*/ 0 h 820"/>
              <a:gd name="T12" fmla="*/ 2147483646 w 1339"/>
              <a:gd name="T13" fmla="*/ 2147483646 h 820"/>
              <a:gd name="T14" fmla="*/ 2147483646 w 1339"/>
              <a:gd name="T15" fmla="*/ 2147483646 h 820"/>
              <a:gd name="T16" fmla="*/ 2147483646 w 1339"/>
              <a:gd name="T17" fmla="*/ 2147483646 h 820"/>
              <a:gd name="T18" fmla="*/ 2147483646 w 1339"/>
              <a:gd name="T19" fmla="*/ 2147483646 h 820"/>
              <a:gd name="T20" fmla="*/ 2147483646 w 1339"/>
              <a:gd name="T21" fmla="*/ 2147483646 h 820"/>
              <a:gd name="T22" fmla="*/ 2147483646 w 1339"/>
              <a:gd name="T23" fmla="*/ 2147483646 h 820"/>
              <a:gd name="T24" fmla="*/ 2147483646 w 1339"/>
              <a:gd name="T25" fmla="*/ 2147483646 h 820"/>
              <a:gd name="T26" fmla="*/ 2147483646 w 1339"/>
              <a:gd name="T27" fmla="*/ 2147483646 h 820"/>
              <a:gd name="T28" fmla="*/ 2147483646 w 1339"/>
              <a:gd name="T29" fmla="*/ 2147483646 h 820"/>
              <a:gd name="T30" fmla="*/ 2147483646 w 1339"/>
              <a:gd name="T31" fmla="*/ 2147483646 h 820"/>
              <a:gd name="T32" fmla="*/ 2147483646 w 1339"/>
              <a:gd name="T33" fmla="*/ 2147483646 h 820"/>
              <a:gd name="T34" fmla="*/ 2147483646 w 1339"/>
              <a:gd name="T35" fmla="*/ 2147483646 h 820"/>
              <a:gd name="T36" fmla="*/ 2147483646 w 1339"/>
              <a:gd name="T37" fmla="*/ 2147483646 h 820"/>
              <a:gd name="T38" fmla="*/ 2147483646 w 1339"/>
              <a:gd name="T39" fmla="*/ 2147483646 h 820"/>
              <a:gd name="T40" fmla="*/ 2147483646 w 1339"/>
              <a:gd name="T41" fmla="*/ 2147483646 h 820"/>
              <a:gd name="T42" fmla="*/ 2147483646 w 1339"/>
              <a:gd name="T43" fmla="*/ 2147483646 h 820"/>
              <a:gd name="T44" fmla="*/ 2147483646 w 1339"/>
              <a:gd name="T45" fmla="*/ 2147483646 h 820"/>
              <a:gd name="T46" fmla="*/ 2147483646 w 1339"/>
              <a:gd name="T47" fmla="*/ 2147483646 h 820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1339"/>
              <a:gd name="T73" fmla="*/ 0 h 820"/>
              <a:gd name="T74" fmla="*/ 1339 w 1339"/>
              <a:gd name="T75" fmla="*/ 820 h 820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1339" h="820">
                <a:moveTo>
                  <a:pt x="948" y="820"/>
                </a:moveTo>
                <a:lnTo>
                  <a:pt x="948" y="820"/>
                </a:lnTo>
                <a:lnTo>
                  <a:pt x="247" y="820"/>
                </a:lnTo>
                <a:cubicBezTo>
                  <a:pt x="110" y="820"/>
                  <a:pt x="0" y="710"/>
                  <a:pt x="0" y="574"/>
                </a:cubicBezTo>
                <a:cubicBezTo>
                  <a:pt x="0" y="460"/>
                  <a:pt x="79" y="360"/>
                  <a:pt x="189" y="334"/>
                </a:cubicBezTo>
                <a:cubicBezTo>
                  <a:pt x="249" y="136"/>
                  <a:pt x="432" y="0"/>
                  <a:pt x="640" y="0"/>
                </a:cubicBezTo>
                <a:cubicBezTo>
                  <a:pt x="805" y="0"/>
                  <a:pt x="958" y="87"/>
                  <a:pt x="1044" y="227"/>
                </a:cubicBezTo>
                <a:cubicBezTo>
                  <a:pt x="1209" y="239"/>
                  <a:pt x="1339" y="377"/>
                  <a:pt x="1339" y="544"/>
                </a:cubicBezTo>
                <a:cubicBezTo>
                  <a:pt x="1339" y="645"/>
                  <a:pt x="1297" y="723"/>
                  <a:pt x="1209" y="781"/>
                </a:cubicBezTo>
                <a:cubicBezTo>
                  <a:pt x="1201" y="787"/>
                  <a:pt x="1191" y="792"/>
                  <a:pt x="1181" y="796"/>
                </a:cubicBezTo>
                <a:cubicBezTo>
                  <a:pt x="1164" y="803"/>
                  <a:pt x="1144" y="795"/>
                  <a:pt x="1137" y="778"/>
                </a:cubicBezTo>
                <a:cubicBezTo>
                  <a:pt x="1130" y="761"/>
                  <a:pt x="1138" y="742"/>
                  <a:pt x="1155" y="735"/>
                </a:cubicBezTo>
                <a:cubicBezTo>
                  <a:pt x="1162" y="732"/>
                  <a:pt x="1168" y="729"/>
                  <a:pt x="1173" y="725"/>
                </a:cubicBezTo>
                <a:cubicBezTo>
                  <a:pt x="1241" y="680"/>
                  <a:pt x="1273" y="622"/>
                  <a:pt x="1273" y="544"/>
                </a:cubicBezTo>
                <a:cubicBezTo>
                  <a:pt x="1273" y="407"/>
                  <a:pt x="1161" y="295"/>
                  <a:pt x="1024" y="293"/>
                </a:cubicBezTo>
                <a:cubicBezTo>
                  <a:pt x="1012" y="293"/>
                  <a:pt x="1001" y="286"/>
                  <a:pt x="995" y="276"/>
                </a:cubicBezTo>
                <a:cubicBezTo>
                  <a:pt x="924" y="147"/>
                  <a:pt x="787" y="67"/>
                  <a:pt x="640" y="67"/>
                </a:cubicBezTo>
                <a:cubicBezTo>
                  <a:pt x="455" y="67"/>
                  <a:pt x="294" y="192"/>
                  <a:pt x="247" y="371"/>
                </a:cubicBezTo>
                <a:cubicBezTo>
                  <a:pt x="244" y="384"/>
                  <a:pt x="233" y="394"/>
                  <a:pt x="220" y="396"/>
                </a:cubicBezTo>
                <a:cubicBezTo>
                  <a:pt x="132" y="409"/>
                  <a:pt x="66" y="485"/>
                  <a:pt x="66" y="574"/>
                </a:cubicBezTo>
                <a:cubicBezTo>
                  <a:pt x="66" y="673"/>
                  <a:pt x="147" y="754"/>
                  <a:pt x="247" y="754"/>
                </a:cubicBezTo>
                <a:lnTo>
                  <a:pt x="948" y="754"/>
                </a:lnTo>
                <a:cubicBezTo>
                  <a:pt x="967" y="754"/>
                  <a:pt x="981" y="769"/>
                  <a:pt x="981" y="787"/>
                </a:cubicBezTo>
                <a:cubicBezTo>
                  <a:pt x="981" y="806"/>
                  <a:pt x="967" y="820"/>
                  <a:pt x="948" y="820"/>
                </a:cubicBezTo>
                <a:close/>
              </a:path>
            </a:pathLst>
          </a:custGeom>
          <a:solidFill>
            <a:srgbClr val="1D1D1A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99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5" name="文本框 234"/>
          <p:cNvSpPr txBox="1"/>
          <p:nvPr/>
        </p:nvSpPr>
        <p:spPr bwMode="gray">
          <a:xfrm>
            <a:off x="8432250" y="4654071"/>
            <a:ext cx="113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花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屏、</a:t>
            </a:r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卡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顿</a:t>
            </a:r>
          </a:p>
        </p:txBody>
      </p:sp>
      <p:sp>
        <p:nvSpPr>
          <p:cNvPr id="236" name="文本框 235"/>
          <p:cNvSpPr txBox="1"/>
          <p:nvPr/>
        </p:nvSpPr>
        <p:spPr bwMode="gray">
          <a:xfrm>
            <a:off x="10093448" y="4654071"/>
            <a:ext cx="11352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7x24</a:t>
            </a:r>
            <a:r>
              <a:rPr lang="zh-CN" altLang="en-US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小时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在线</a:t>
            </a:r>
          </a:p>
        </p:txBody>
      </p:sp>
      <p:grpSp>
        <p:nvGrpSpPr>
          <p:cNvPr id="238" name="组合 639"/>
          <p:cNvGrpSpPr>
            <a:grpSpLocks/>
          </p:cNvGrpSpPr>
          <p:nvPr/>
        </p:nvGrpSpPr>
        <p:grpSpPr bwMode="gray">
          <a:xfrm>
            <a:off x="8686512" y="5139471"/>
            <a:ext cx="608750" cy="501056"/>
            <a:chOff x="4611688" y="2801938"/>
            <a:chExt cx="684212" cy="565150"/>
          </a:xfrm>
        </p:grpSpPr>
        <p:sp>
          <p:nvSpPr>
            <p:cNvPr id="239" name="Oval 550"/>
            <p:cNvSpPr>
              <a:spLocks noChangeArrowheads="1"/>
            </p:cNvSpPr>
            <p:nvPr/>
          </p:nvSpPr>
          <p:spPr bwMode="gray">
            <a:xfrm>
              <a:off x="5189538" y="3173413"/>
              <a:ext cx="55563" cy="539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0" name="Oval 551"/>
            <p:cNvSpPr>
              <a:spLocks noChangeArrowheads="1"/>
            </p:cNvSpPr>
            <p:nvPr/>
          </p:nvSpPr>
          <p:spPr bwMode="gray">
            <a:xfrm>
              <a:off x="5108575" y="3173413"/>
              <a:ext cx="53975" cy="539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1" name="Freeform 552"/>
            <p:cNvSpPr>
              <a:spLocks noEditPoints="1"/>
            </p:cNvSpPr>
            <p:nvPr/>
          </p:nvSpPr>
          <p:spPr bwMode="gray">
            <a:xfrm>
              <a:off x="4884738" y="2925763"/>
              <a:ext cx="138113" cy="138113"/>
            </a:xfrm>
            <a:custGeom>
              <a:avLst/>
              <a:gdLst>
                <a:gd name="T0" fmla="*/ 2147483646 w 64"/>
                <a:gd name="T1" fmla="*/ 2147483646 h 64"/>
                <a:gd name="T2" fmla="*/ 0 w 64"/>
                <a:gd name="T3" fmla="*/ 2147483646 h 64"/>
                <a:gd name="T4" fmla="*/ 2147483646 w 64"/>
                <a:gd name="T5" fmla="*/ 0 h 64"/>
                <a:gd name="T6" fmla="*/ 2147483646 w 64"/>
                <a:gd name="T7" fmla="*/ 2147483646 h 64"/>
                <a:gd name="T8" fmla="*/ 2147483646 w 64"/>
                <a:gd name="T9" fmla="*/ 2147483646 h 64"/>
                <a:gd name="T10" fmla="*/ 2147483646 w 64"/>
                <a:gd name="T11" fmla="*/ 2147483646 h 64"/>
                <a:gd name="T12" fmla="*/ 2147483646 w 64"/>
                <a:gd name="T13" fmla="*/ 2147483646 h 64"/>
                <a:gd name="T14" fmla="*/ 2147483646 w 64"/>
                <a:gd name="T15" fmla="*/ 2147483646 h 64"/>
                <a:gd name="T16" fmla="*/ 2147483646 w 64"/>
                <a:gd name="T17" fmla="*/ 2147483646 h 64"/>
                <a:gd name="T18" fmla="*/ 2147483646 w 64"/>
                <a:gd name="T19" fmla="*/ 2147483646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4"/>
                <a:gd name="T31" fmla="*/ 0 h 64"/>
                <a:gd name="T32" fmla="*/ 64 w 64"/>
                <a:gd name="T33" fmla="*/ 64 h 6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4" h="64">
                  <a:moveTo>
                    <a:pt x="32" y="64"/>
                  </a:moveTo>
                  <a:cubicBezTo>
                    <a:pt x="15" y="64"/>
                    <a:pt x="0" y="49"/>
                    <a:pt x="0" y="32"/>
                  </a:cubicBezTo>
                  <a:cubicBezTo>
                    <a:pt x="0" y="14"/>
                    <a:pt x="15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cubicBezTo>
                    <a:pt x="64" y="49"/>
                    <a:pt x="49" y="64"/>
                    <a:pt x="32" y="64"/>
                  </a:cubicBezTo>
                  <a:close/>
                  <a:moveTo>
                    <a:pt x="32" y="11"/>
                  </a:moveTo>
                  <a:cubicBezTo>
                    <a:pt x="21" y="11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3" y="43"/>
                    <a:pt x="53" y="32"/>
                  </a:cubicBezTo>
                  <a:cubicBezTo>
                    <a:pt x="53" y="21"/>
                    <a:pt x="43" y="11"/>
                    <a:pt x="32" y="1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2" name="Freeform 553"/>
            <p:cNvSpPr>
              <a:spLocks noEditPoints="1"/>
            </p:cNvSpPr>
            <p:nvPr/>
          </p:nvSpPr>
          <p:spPr bwMode="gray">
            <a:xfrm>
              <a:off x="4611688" y="2801938"/>
              <a:ext cx="217488" cy="217488"/>
            </a:xfrm>
            <a:custGeom>
              <a:avLst/>
              <a:gdLst>
                <a:gd name="T0" fmla="*/ 2147483646 w 100"/>
                <a:gd name="T1" fmla="*/ 2147483646 h 100"/>
                <a:gd name="T2" fmla="*/ 2147483646 w 100"/>
                <a:gd name="T3" fmla="*/ 2147483646 h 100"/>
                <a:gd name="T4" fmla="*/ 0 w 100"/>
                <a:gd name="T5" fmla="*/ 2147483646 h 100"/>
                <a:gd name="T6" fmla="*/ 0 w 100"/>
                <a:gd name="T7" fmla="*/ 2147483646 h 100"/>
                <a:gd name="T8" fmla="*/ 2147483646 w 100"/>
                <a:gd name="T9" fmla="*/ 0 h 100"/>
                <a:gd name="T10" fmla="*/ 2147483646 w 100"/>
                <a:gd name="T11" fmla="*/ 0 h 100"/>
                <a:gd name="T12" fmla="*/ 2147483646 w 100"/>
                <a:gd name="T13" fmla="*/ 2147483646 h 100"/>
                <a:gd name="T14" fmla="*/ 2147483646 w 100"/>
                <a:gd name="T15" fmla="*/ 2147483646 h 100"/>
                <a:gd name="T16" fmla="*/ 2147483646 w 100"/>
                <a:gd name="T17" fmla="*/ 2147483646 h 100"/>
                <a:gd name="T18" fmla="*/ 2147483646 w 100"/>
                <a:gd name="T19" fmla="*/ 2147483646 h 100"/>
                <a:gd name="T20" fmla="*/ 2147483646 w 100"/>
                <a:gd name="T21" fmla="*/ 2147483646 h 100"/>
                <a:gd name="T22" fmla="*/ 2147483646 w 100"/>
                <a:gd name="T23" fmla="*/ 2147483646 h 100"/>
                <a:gd name="T24" fmla="*/ 2147483646 w 100"/>
                <a:gd name="T25" fmla="*/ 2147483646 h 100"/>
                <a:gd name="T26" fmla="*/ 2147483646 w 100"/>
                <a:gd name="T27" fmla="*/ 2147483646 h 100"/>
                <a:gd name="T28" fmla="*/ 2147483646 w 100"/>
                <a:gd name="T29" fmla="*/ 2147483646 h 100"/>
                <a:gd name="T30" fmla="*/ 2147483646 w 100"/>
                <a:gd name="T31" fmla="*/ 2147483646 h 100"/>
                <a:gd name="T32" fmla="*/ 2147483646 w 100"/>
                <a:gd name="T33" fmla="*/ 2147483646 h 100"/>
                <a:gd name="T34" fmla="*/ 2147483646 w 100"/>
                <a:gd name="T35" fmla="*/ 2147483646 h 1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0"/>
                <a:gd name="T55" fmla="*/ 0 h 100"/>
                <a:gd name="T56" fmla="*/ 100 w 100"/>
                <a:gd name="T57" fmla="*/ 100 h 10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0" h="100">
                  <a:moveTo>
                    <a:pt x="80" y="100"/>
                  </a:moveTo>
                  <a:cubicBezTo>
                    <a:pt x="20" y="100"/>
                    <a:pt x="20" y="100"/>
                    <a:pt x="20" y="100"/>
                  </a:cubicBezTo>
                  <a:cubicBezTo>
                    <a:pt x="9" y="100"/>
                    <a:pt x="0" y="91"/>
                    <a:pt x="0" y="8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91" y="0"/>
                    <a:pt x="100" y="9"/>
                    <a:pt x="100" y="19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100" y="91"/>
                    <a:pt x="91" y="100"/>
                    <a:pt x="80" y="100"/>
                  </a:cubicBezTo>
                  <a:close/>
                  <a:moveTo>
                    <a:pt x="20" y="11"/>
                  </a:moveTo>
                  <a:cubicBezTo>
                    <a:pt x="15" y="11"/>
                    <a:pt x="11" y="15"/>
                    <a:pt x="11" y="19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5"/>
                    <a:pt x="15" y="89"/>
                    <a:pt x="20" y="89"/>
                  </a:cubicBezTo>
                  <a:cubicBezTo>
                    <a:pt x="80" y="89"/>
                    <a:pt x="80" y="89"/>
                    <a:pt x="80" y="89"/>
                  </a:cubicBezTo>
                  <a:cubicBezTo>
                    <a:pt x="85" y="89"/>
                    <a:pt x="89" y="85"/>
                    <a:pt x="89" y="80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89" y="15"/>
                    <a:pt x="85" y="11"/>
                    <a:pt x="80" y="11"/>
                  </a:cubicBezTo>
                  <a:lnTo>
                    <a:pt x="20" y="11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3" name="Freeform 554"/>
            <p:cNvSpPr>
              <a:spLocks/>
            </p:cNvSpPr>
            <p:nvPr/>
          </p:nvSpPr>
          <p:spPr bwMode="gray">
            <a:xfrm>
              <a:off x="4846638" y="2801938"/>
              <a:ext cx="215900" cy="217488"/>
            </a:xfrm>
            <a:custGeom>
              <a:avLst/>
              <a:gdLst>
                <a:gd name="T0" fmla="*/ 2147483646 w 100"/>
                <a:gd name="T1" fmla="*/ 2147483646 h 100"/>
                <a:gd name="T2" fmla="*/ 2147483646 w 100"/>
                <a:gd name="T3" fmla="*/ 2147483646 h 100"/>
                <a:gd name="T4" fmla="*/ 2147483646 w 100"/>
                <a:gd name="T5" fmla="*/ 2147483646 h 100"/>
                <a:gd name="T6" fmla="*/ 2147483646 w 100"/>
                <a:gd name="T7" fmla="*/ 2147483646 h 100"/>
                <a:gd name="T8" fmla="*/ 2147483646 w 100"/>
                <a:gd name="T9" fmla="*/ 2147483646 h 100"/>
                <a:gd name="T10" fmla="*/ 2147483646 w 100"/>
                <a:gd name="T11" fmla="*/ 2147483646 h 100"/>
                <a:gd name="T12" fmla="*/ 2147483646 w 100"/>
                <a:gd name="T13" fmla="*/ 2147483646 h 100"/>
                <a:gd name="T14" fmla="*/ 2147483646 w 100"/>
                <a:gd name="T15" fmla="*/ 2147483646 h 100"/>
                <a:gd name="T16" fmla="*/ 2147483646 w 100"/>
                <a:gd name="T17" fmla="*/ 2147483646 h 100"/>
                <a:gd name="T18" fmla="*/ 2147483646 w 100"/>
                <a:gd name="T19" fmla="*/ 2147483646 h 100"/>
                <a:gd name="T20" fmla="*/ 2147483646 w 100"/>
                <a:gd name="T21" fmla="*/ 2147483646 h 100"/>
                <a:gd name="T22" fmla="*/ 2147483646 w 100"/>
                <a:gd name="T23" fmla="*/ 2147483646 h 100"/>
                <a:gd name="T24" fmla="*/ 0 w 100"/>
                <a:gd name="T25" fmla="*/ 2147483646 h 100"/>
                <a:gd name="T26" fmla="*/ 0 w 100"/>
                <a:gd name="T27" fmla="*/ 2147483646 h 100"/>
                <a:gd name="T28" fmla="*/ 2147483646 w 100"/>
                <a:gd name="T29" fmla="*/ 0 h 100"/>
                <a:gd name="T30" fmla="*/ 2147483646 w 100"/>
                <a:gd name="T31" fmla="*/ 0 h 100"/>
                <a:gd name="T32" fmla="*/ 2147483646 w 100"/>
                <a:gd name="T33" fmla="*/ 2147483646 h 100"/>
                <a:gd name="T34" fmla="*/ 2147483646 w 100"/>
                <a:gd name="T35" fmla="*/ 2147483646 h 100"/>
                <a:gd name="T36" fmla="*/ 2147483646 w 100"/>
                <a:gd name="T37" fmla="*/ 2147483646 h 10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00"/>
                <a:gd name="T58" fmla="*/ 0 h 100"/>
                <a:gd name="T59" fmla="*/ 100 w 100"/>
                <a:gd name="T60" fmla="*/ 100 h 10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00" h="100">
                  <a:moveTo>
                    <a:pt x="80" y="100"/>
                  </a:moveTo>
                  <a:cubicBezTo>
                    <a:pt x="77" y="100"/>
                    <a:pt x="75" y="97"/>
                    <a:pt x="75" y="94"/>
                  </a:cubicBezTo>
                  <a:cubicBezTo>
                    <a:pt x="75" y="91"/>
                    <a:pt x="77" y="89"/>
                    <a:pt x="80" y="89"/>
                  </a:cubicBezTo>
                  <a:cubicBezTo>
                    <a:pt x="85" y="89"/>
                    <a:pt x="89" y="85"/>
                    <a:pt x="89" y="80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89" y="15"/>
                    <a:pt x="85" y="11"/>
                    <a:pt x="8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15" y="11"/>
                    <a:pt x="11" y="15"/>
                    <a:pt x="11" y="19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5"/>
                    <a:pt x="15" y="89"/>
                    <a:pt x="20" y="89"/>
                  </a:cubicBezTo>
                  <a:cubicBezTo>
                    <a:pt x="23" y="89"/>
                    <a:pt x="25" y="91"/>
                    <a:pt x="25" y="94"/>
                  </a:cubicBezTo>
                  <a:cubicBezTo>
                    <a:pt x="25" y="97"/>
                    <a:pt x="23" y="100"/>
                    <a:pt x="20" y="100"/>
                  </a:cubicBezTo>
                  <a:cubicBezTo>
                    <a:pt x="9" y="100"/>
                    <a:pt x="0" y="91"/>
                    <a:pt x="0" y="8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91" y="0"/>
                    <a:pt x="100" y="9"/>
                    <a:pt x="100" y="19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100" y="91"/>
                    <a:pt x="91" y="100"/>
                    <a:pt x="80" y="10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4" name="Freeform 555"/>
            <p:cNvSpPr>
              <a:spLocks noEditPoints="1"/>
            </p:cNvSpPr>
            <p:nvPr/>
          </p:nvSpPr>
          <p:spPr bwMode="gray">
            <a:xfrm>
              <a:off x="5080000" y="2801938"/>
              <a:ext cx="215900" cy="217488"/>
            </a:xfrm>
            <a:custGeom>
              <a:avLst/>
              <a:gdLst>
                <a:gd name="T0" fmla="*/ 2147483646 w 100"/>
                <a:gd name="T1" fmla="*/ 2147483646 h 100"/>
                <a:gd name="T2" fmla="*/ 2147483646 w 100"/>
                <a:gd name="T3" fmla="*/ 2147483646 h 100"/>
                <a:gd name="T4" fmla="*/ 0 w 100"/>
                <a:gd name="T5" fmla="*/ 2147483646 h 100"/>
                <a:gd name="T6" fmla="*/ 0 w 100"/>
                <a:gd name="T7" fmla="*/ 2147483646 h 100"/>
                <a:gd name="T8" fmla="*/ 2147483646 w 100"/>
                <a:gd name="T9" fmla="*/ 0 h 100"/>
                <a:gd name="T10" fmla="*/ 2147483646 w 100"/>
                <a:gd name="T11" fmla="*/ 0 h 100"/>
                <a:gd name="T12" fmla="*/ 2147483646 w 100"/>
                <a:gd name="T13" fmla="*/ 2147483646 h 100"/>
                <a:gd name="T14" fmla="*/ 2147483646 w 100"/>
                <a:gd name="T15" fmla="*/ 2147483646 h 100"/>
                <a:gd name="T16" fmla="*/ 2147483646 w 100"/>
                <a:gd name="T17" fmla="*/ 2147483646 h 100"/>
                <a:gd name="T18" fmla="*/ 2147483646 w 100"/>
                <a:gd name="T19" fmla="*/ 2147483646 h 100"/>
                <a:gd name="T20" fmla="*/ 2147483646 w 100"/>
                <a:gd name="T21" fmla="*/ 2147483646 h 100"/>
                <a:gd name="T22" fmla="*/ 2147483646 w 100"/>
                <a:gd name="T23" fmla="*/ 2147483646 h 100"/>
                <a:gd name="T24" fmla="*/ 2147483646 w 100"/>
                <a:gd name="T25" fmla="*/ 2147483646 h 100"/>
                <a:gd name="T26" fmla="*/ 2147483646 w 100"/>
                <a:gd name="T27" fmla="*/ 2147483646 h 100"/>
                <a:gd name="T28" fmla="*/ 2147483646 w 100"/>
                <a:gd name="T29" fmla="*/ 2147483646 h 100"/>
                <a:gd name="T30" fmla="*/ 2147483646 w 100"/>
                <a:gd name="T31" fmla="*/ 2147483646 h 100"/>
                <a:gd name="T32" fmla="*/ 2147483646 w 100"/>
                <a:gd name="T33" fmla="*/ 2147483646 h 100"/>
                <a:gd name="T34" fmla="*/ 2147483646 w 100"/>
                <a:gd name="T35" fmla="*/ 2147483646 h 10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0"/>
                <a:gd name="T55" fmla="*/ 0 h 100"/>
                <a:gd name="T56" fmla="*/ 100 w 100"/>
                <a:gd name="T57" fmla="*/ 100 h 100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0" h="100">
                  <a:moveTo>
                    <a:pt x="80" y="100"/>
                  </a:moveTo>
                  <a:cubicBezTo>
                    <a:pt x="20" y="100"/>
                    <a:pt x="20" y="100"/>
                    <a:pt x="20" y="100"/>
                  </a:cubicBezTo>
                  <a:cubicBezTo>
                    <a:pt x="9" y="100"/>
                    <a:pt x="0" y="91"/>
                    <a:pt x="0" y="8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91" y="0"/>
                    <a:pt x="100" y="9"/>
                    <a:pt x="100" y="19"/>
                  </a:cubicBezTo>
                  <a:cubicBezTo>
                    <a:pt x="100" y="80"/>
                    <a:pt x="100" y="80"/>
                    <a:pt x="100" y="80"/>
                  </a:cubicBezTo>
                  <a:cubicBezTo>
                    <a:pt x="100" y="91"/>
                    <a:pt x="91" y="100"/>
                    <a:pt x="80" y="100"/>
                  </a:cubicBezTo>
                  <a:close/>
                  <a:moveTo>
                    <a:pt x="20" y="11"/>
                  </a:moveTo>
                  <a:cubicBezTo>
                    <a:pt x="15" y="11"/>
                    <a:pt x="11" y="15"/>
                    <a:pt x="11" y="19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5"/>
                    <a:pt x="15" y="89"/>
                    <a:pt x="20" y="89"/>
                  </a:cubicBezTo>
                  <a:cubicBezTo>
                    <a:pt x="80" y="89"/>
                    <a:pt x="80" y="89"/>
                    <a:pt x="80" y="89"/>
                  </a:cubicBezTo>
                  <a:cubicBezTo>
                    <a:pt x="85" y="89"/>
                    <a:pt x="89" y="85"/>
                    <a:pt x="89" y="80"/>
                  </a:cubicBezTo>
                  <a:cubicBezTo>
                    <a:pt x="89" y="19"/>
                    <a:pt x="89" y="19"/>
                    <a:pt x="89" y="19"/>
                  </a:cubicBezTo>
                  <a:cubicBezTo>
                    <a:pt x="89" y="15"/>
                    <a:pt x="85" y="11"/>
                    <a:pt x="80" y="11"/>
                  </a:cubicBezTo>
                  <a:lnTo>
                    <a:pt x="20" y="11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5" name="Freeform 556"/>
            <p:cNvSpPr>
              <a:spLocks noEditPoints="1"/>
            </p:cNvSpPr>
            <p:nvPr/>
          </p:nvSpPr>
          <p:spPr bwMode="gray">
            <a:xfrm>
              <a:off x="4829175" y="3108325"/>
              <a:ext cx="250825" cy="192088"/>
            </a:xfrm>
            <a:custGeom>
              <a:avLst/>
              <a:gdLst>
                <a:gd name="T0" fmla="*/ 2147483646 w 116"/>
                <a:gd name="T1" fmla="*/ 2147483646 h 89"/>
                <a:gd name="T2" fmla="*/ 2147483646 w 116"/>
                <a:gd name="T3" fmla="*/ 2147483646 h 89"/>
                <a:gd name="T4" fmla="*/ 0 w 116"/>
                <a:gd name="T5" fmla="*/ 2147483646 h 89"/>
                <a:gd name="T6" fmla="*/ 0 w 116"/>
                <a:gd name="T7" fmla="*/ 2147483646 h 89"/>
                <a:gd name="T8" fmla="*/ 2147483646 w 116"/>
                <a:gd name="T9" fmla="*/ 0 h 89"/>
                <a:gd name="T10" fmla="*/ 2147483646 w 116"/>
                <a:gd name="T11" fmla="*/ 0 h 89"/>
                <a:gd name="T12" fmla="*/ 2147483646 w 116"/>
                <a:gd name="T13" fmla="*/ 2147483646 h 89"/>
                <a:gd name="T14" fmla="*/ 2147483646 w 116"/>
                <a:gd name="T15" fmla="*/ 2147483646 h 89"/>
                <a:gd name="T16" fmla="*/ 2147483646 w 116"/>
                <a:gd name="T17" fmla="*/ 2147483646 h 89"/>
                <a:gd name="T18" fmla="*/ 2147483646 w 116"/>
                <a:gd name="T19" fmla="*/ 2147483646 h 89"/>
                <a:gd name="T20" fmla="*/ 2147483646 w 116"/>
                <a:gd name="T21" fmla="*/ 2147483646 h 89"/>
                <a:gd name="T22" fmla="*/ 2147483646 w 116"/>
                <a:gd name="T23" fmla="*/ 2147483646 h 89"/>
                <a:gd name="T24" fmla="*/ 2147483646 w 116"/>
                <a:gd name="T25" fmla="*/ 2147483646 h 89"/>
                <a:gd name="T26" fmla="*/ 2147483646 w 116"/>
                <a:gd name="T27" fmla="*/ 2147483646 h 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6"/>
                <a:gd name="T43" fmla="*/ 0 h 89"/>
                <a:gd name="T44" fmla="*/ 116 w 116"/>
                <a:gd name="T45" fmla="*/ 89 h 8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6" h="89">
                  <a:moveTo>
                    <a:pt x="111" y="89"/>
                  </a:moveTo>
                  <a:cubicBezTo>
                    <a:pt x="5" y="89"/>
                    <a:pt x="5" y="89"/>
                    <a:pt x="5" y="89"/>
                  </a:cubicBezTo>
                  <a:cubicBezTo>
                    <a:pt x="2" y="89"/>
                    <a:pt x="0" y="86"/>
                    <a:pt x="0" y="8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4" y="0"/>
                    <a:pt x="116" y="3"/>
                    <a:pt x="116" y="6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6" y="86"/>
                    <a:pt x="114" y="89"/>
                    <a:pt x="111" y="89"/>
                  </a:cubicBezTo>
                  <a:close/>
                  <a:moveTo>
                    <a:pt x="11" y="78"/>
                  </a:moveTo>
                  <a:cubicBezTo>
                    <a:pt x="105" y="78"/>
                    <a:pt x="105" y="78"/>
                    <a:pt x="105" y="78"/>
                  </a:cubicBezTo>
                  <a:cubicBezTo>
                    <a:pt x="105" y="11"/>
                    <a:pt x="105" y="11"/>
                    <a:pt x="105" y="11"/>
                  </a:cubicBezTo>
                  <a:cubicBezTo>
                    <a:pt x="11" y="11"/>
                    <a:pt x="11" y="11"/>
                    <a:pt x="11" y="11"/>
                  </a:cubicBezTo>
                  <a:lnTo>
                    <a:pt x="11" y="7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6" name="Freeform 557"/>
            <p:cNvSpPr>
              <a:spLocks/>
            </p:cNvSpPr>
            <p:nvPr/>
          </p:nvSpPr>
          <p:spPr bwMode="gray">
            <a:xfrm>
              <a:off x="4941888" y="3276600"/>
              <a:ext cx="25400" cy="90488"/>
            </a:xfrm>
            <a:custGeom>
              <a:avLst/>
              <a:gdLst>
                <a:gd name="T0" fmla="*/ 2147483646 w 12"/>
                <a:gd name="T1" fmla="*/ 2147483646 h 42"/>
                <a:gd name="T2" fmla="*/ 0 w 12"/>
                <a:gd name="T3" fmla="*/ 2147483646 h 42"/>
                <a:gd name="T4" fmla="*/ 0 w 12"/>
                <a:gd name="T5" fmla="*/ 2147483646 h 42"/>
                <a:gd name="T6" fmla="*/ 2147483646 w 12"/>
                <a:gd name="T7" fmla="*/ 0 h 42"/>
                <a:gd name="T8" fmla="*/ 2147483646 w 12"/>
                <a:gd name="T9" fmla="*/ 2147483646 h 42"/>
                <a:gd name="T10" fmla="*/ 2147483646 w 12"/>
                <a:gd name="T11" fmla="*/ 2147483646 h 42"/>
                <a:gd name="T12" fmla="*/ 2147483646 w 12"/>
                <a:gd name="T13" fmla="*/ 2147483646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42"/>
                <a:gd name="T23" fmla="*/ 12 w 12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42">
                  <a:moveTo>
                    <a:pt x="6" y="42"/>
                  </a:moveTo>
                  <a:cubicBezTo>
                    <a:pt x="3" y="42"/>
                    <a:pt x="0" y="40"/>
                    <a:pt x="0" y="3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5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40"/>
                    <a:pt x="9" y="42"/>
                    <a:pt x="6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7" name="Freeform 558"/>
            <p:cNvSpPr>
              <a:spLocks/>
            </p:cNvSpPr>
            <p:nvPr/>
          </p:nvSpPr>
          <p:spPr bwMode="gray">
            <a:xfrm>
              <a:off x="4862513" y="3343275"/>
              <a:ext cx="187325" cy="23813"/>
            </a:xfrm>
            <a:custGeom>
              <a:avLst/>
              <a:gdLst>
                <a:gd name="T0" fmla="*/ 2147483646 w 86"/>
                <a:gd name="T1" fmla="*/ 2147483646 h 11"/>
                <a:gd name="T2" fmla="*/ 2147483646 w 86"/>
                <a:gd name="T3" fmla="*/ 2147483646 h 11"/>
                <a:gd name="T4" fmla="*/ 0 w 86"/>
                <a:gd name="T5" fmla="*/ 2147483646 h 11"/>
                <a:gd name="T6" fmla="*/ 2147483646 w 86"/>
                <a:gd name="T7" fmla="*/ 0 h 11"/>
                <a:gd name="T8" fmla="*/ 2147483646 w 86"/>
                <a:gd name="T9" fmla="*/ 0 h 11"/>
                <a:gd name="T10" fmla="*/ 2147483646 w 86"/>
                <a:gd name="T11" fmla="*/ 2147483646 h 11"/>
                <a:gd name="T12" fmla="*/ 2147483646 w 86"/>
                <a:gd name="T13" fmla="*/ 2147483646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6"/>
                <a:gd name="T22" fmla="*/ 0 h 11"/>
                <a:gd name="T23" fmla="*/ 86 w 86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6" h="11">
                  <a:moveTo>
                    <a:pt x="8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84" y="0"/>
                    <a:pt x="86" y="2"/>
                    <a:pt x="86" y="6"/>
                  </a:cubicBezTo>
                  <a:cubicBezTo>
                    <a:pt x="86" y="9"/>
                    <a:pt x="84" y="11"/>
                    <a:pt x="81" y="1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8" name="Freeform 559"/>
            <p:cNvSpPr>
              <a:spLocks/>
            </p:cNvSpPr>
            <p:nvPr/>
          </p:nvSpPr>
          <p:spPr bwMode="gray">
            <a:xfrm>
              <a:off x="4611688" y="2992438"/>
              <a:ext cx="241300" cy="219075"/>
            </a:xfrm>
            <a:custGeom>
              <a:avLst/>
              <a:gdLst>
                <a:gd name="T0" fmla="*/ 2147483646 w 111"/>
                <a:gd name="T1" fmla="*/ 2147483646 h 101"/>
                <a:gd name="T2" fmla="*/ 2147483646 w 111"/>
                <a:gd name="T3" fmla="*/ 2147483646 h 101"/>
                <a:gd name="T4" fmla="*/ 2147483646 w 111"/>
                <a:gd name="T5" fmla="*/ 2147483646 h 101"/>
                <a:gd name="T6" fmla="*/ 0 w 111"/>
                <a:gd name="T7" fmla="*/ 2147483646 h 101"/>
                <a:gd name="T8" fmla="*/ 2147483646 w 111"/>
                <a:gd name="T9" fmla="*/ 2147483646 h 101"/>
                <a:gd name="T10" fmla="*/ 2147483646 w 111"/>
                <a:gd name="T11" fmla="*/ 2147483646 h 101"/>
                <a:gd name="T12" fmla="*/ 2147483646 w 111"/>
                <a:gd name="T13" fmla="*/ 2147483646 h 101"/>
                <a:gd name="T14" fmla="*/ 2147483646 w 111"/>
                <a:gd name="T15" fmla="*/ 2147483646 h 101"/>
                <a:gd name="T16" fmla="*/ 2147483646 w 111"/>
                <a:gd name="T17" fmla="*/ 2147483646 h 101"/>
                <a:gd name="T18" fmla="*/ 2147483646 w 111"/>
                <a:gd name="T19" fmla="*/ 2147483646 h 101"/>
                <a:gd name="T20" fmla="*/ 2147483646 w 111"/>
                <a:gd name="T21" fmla="*/ 2147483646 h 1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1"/>
                <a:gd name="T34" fmla="*/ 0 h 101"/>
                <a:gd name="T35" fmla="*/ 111 w 111"/>
                <a:gd name="T36" fmla="*/ 101 h 1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1" h="101">
                  <a:moveTo>
                    <a:pt x="105" y="101"/>
                  </a:moveTo>
                  <a:cubicBezTo>
                    <a:pt x="6" y="101"/>
                    <a:pt x="6" y="101"/>
                    <a:pt x="6" y="101"/>
                  </a:cubicBezTo>
                  <a:cubicBezTo>
                    <a:pt x="4" y="101"/>
                    <a:pt x="2" y="100"/>
                    <a:pt x="1" y="98"/>
                  </a:cubicBezTo>
                  <a:cubicBezTo>
                    <a:pt x="0" y="97"/>
                    <a:pt x="0" y="95"/>
                    <a:pt x="0" y="9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4" y="2"/>
                    <a:pt x="27" y="0"/>
                    <a:pt x="30" y="1"/>
                  </a:cubicBezTo>
                  <a:cubicBezTo>
                    <a:pt x="33" y="1"/>
                    <a:pt x="34" y="4"/>
                    <a:pt x="34" y="7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105" y="90"/>
                    <a:pt x="105" y="90"/>
                    <a:pt x="105" y="90"/>
                  </a:cubicBezTo>
                  <a:cubicBezTo>
                    <a:pt x="108" y="90"/>
                    <a:pt x="111" y="92"/>
                    <a:pt x="111" y="95"/>
                  </a:cubicBezTo>
                  <a:cubicBezTo>
                    <a:pt x="111" y="98"/>
                    <a:pt x="108" y="101"/>
                    <a:pt x="105" y="10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9" name="Freeform 560"/>
            <p:cNvSpPr>
              <a:spLocks/>
            </p:cNvSpPr>
            <p:nvPr/>
          </p:nvSpPr>
          <p:spPr bwMode="gray">
            <a:xfrm>
              <a:off x="5056188" y="3187700"/>
              <a:ext cx="93663" cy="23813"/>
            </a:xfrm>
            <a:custGeom>
              <a:avLst/>
              <a:gdLst>
                <a:gd name="T0" fmla="*/ 2147483646 w 43"/>
                <a:gd name="T1" fmla="*/ 2147483646 h 11"/>
                <a:gd name="T2" fmla="*/ 2147483646 w 43"/>
                <a:gd name="T3" fmla="*/ 2147483646 h 11"/>
                <a:gd name="T4" fmla="*/ 0 w 43"/>
                <a:gd name="T5" fmla="*/ 2147483646 h 11"/>
                <a:gd name="T6" fmla="*/ 2147483646 w 43"/>
                <a:gd name="T7" fmla="*/ 0 h 11"/>
                <a:gd name="T8" fmla="*/ 2147483646 w 43"/>
                <a:gd name="T9" fmla="*/ 0 h 11"/>
                <a:gd name="T10" fmla="*/ 2147483646 w 43"/>
                <a:gd name="T11" fmla="*/ 2147483646 h 11"/>
                <a:gd name="T12" fmla="*/ 2147483646 w 43"/>
                <a:gd name="T13" fmla="*/ 2147483646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3"/>
                <a:gd name="T22" fmla="*/ 0 h 11"/>
                <a:gd name="T23" fmla="*/ 43 w 43"/>
                <a:gd name="T24" fmla="*/ 11 h 1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3" h="11">
                  <a:moveTo>
                    <a:pt x="37" y="11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40" y="0"/>
                    <a:pt x="43" y="2"/>
                    <a:pt x="43" y="5"/>
                  </a:cubicBezTo>
                  <a:cubicBezTo>
                    <a:pt x="43" y="8"/>
                    <a:pt x="40" y="11"/>
                    <a:pt x="37" y="1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0" name="Freeform 561"/>
            <p:cNvSpPr>
              <a:spLocks/>
            </p:cNvSpPr>
            <p:nvPr/>
          </p:nvSpPr>
          <p:spPr bwMode="gray">
            <a:xfrm>
              <a:off x="5205413" y="2992438"/>
              <a:ext cx="88900" cy="219075"/>
            </a:xfrm>
            <a:custGeom>
              <a:avLst/>
              <a:gdLst>
                <a:gd name="T0" fmla="*/ 2147483646 w 41"/>
                <a:gd name="T1" fmla="*/ 2147483646 h 101"/>
                <a:gd name="T2" fmla="*/ 2147483646 w 41"/>
                <a:gd name="T3" fmla="*/ 2147483646 h 101"/>
                <a:gd name="T4" fmla="*/ 0 w 41"/>
                <a:gd name="T5" fmla="*/ 2147483646 h 101"/>
                <a:gd name="T6" fmla="*/ 2147483646 w 41"/>
                <a:gd name="T7" fmla="*/ 2147483646 h 101"/>
                <a:gd name="T8" fmla="*/ 2147483646 w 41"/>
                <a:gd name="T9" fmla="*/ 2147483646 h 101"/>
                <a:gd name="T10" fmla="*/ 2147483646 w 41"/>
                <a:gd name="T11" fmla="*/ 2147483646 h 101"/>
                <a:gd name="T12" fmla="*/ 2147483646 w 41"/>
                <a:gd name="T13" fmla="*/ 2147483646 h 101"/>
                <a:gd name="T14" fmla="*/ 2147483646 w 41"/>
                <a:gd name="T15" fmla="*/ 2147483646 h 101"/>
                <a:gd name="T16" fmla="*/ 2147483646 w 41"/>
                <a:gd name="T17" fmla="*/ 2147483646 h 101"/>
                <a:gd name="T18" fmla="*/ 2147483646 w 41"/>
                <a:gd name="T19" fmla="*/ 2147483646 h 101"/>
                <a:gd name="T20" fmla="*/ 2147483646 w 41"/>
                <a:gd name="T21" fmla="*/ 2147483646 h 1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1"/>
                <a:gd name="T34" fmla="*/ 0 h 101"/>
                <a:gd name="T35" fmla="*/ 41 w 41"/>
                <a:gd name="T36" fmla="*/ 101 h 10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1" h="101">
                  <a:moveTo>
                    <a:pt x="35" y="101"/>
                  </a:moveTo>
                  <a:cubicBezTo>
                    <a:pt x="6" y="101"/>
                    <a:pt x="6" y="101"/>
                    <a:pt x="6" y="101"/>
                  </a:cubicBezTo>
                  <a:cubicBezTo>
                    <a:pt x="3" y="101"/>
                    <a:pt x="0" y="98"/>
                    <a:pt x="0" y="95"/>
                  </a:cubicBezTo>
                  <a:cubicBezTo>
                    <a:pt x="0" y="92"/>
                    <a:pt x="3" y="90"/>
                    <a:pt x="6" y="90"/>
                  </a:cubicBezTo>
                  <a:cubicBezTo>
                    <a:pt x="28" y="90"/>
                    <a:pt x="28" y="90"/>
                    <a:pt x="28" y="90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4"/>
                    <a:pt x="8" y="1"/>
                    <a:pt x="11" y="1"/>
                  </a:cubicBezTo>
                  <a:cubicBezTo>
                    <a:pt x="14" y="0"/>
                    <a:pt x="17" y="2"/>
                    <a:pt x="18" y="5"/>
                  </a:cubicBezTo>
                  <a:cubicBezTo>
                    <a:pt x="41" y="94"/>
                    <a:pt x="41" y="94"/>
                    <a:pt x="41" y="94"/>
                  </a:cubicBezTo>
                  <a:cubicBezTo>
                    <a:pt x="41" y="95"/>
                    <a:pt x="41" y="97"/>
                    <a:pt x="40" y="98"/>
                  </a:cubicBezTo>
                  <a:cubicBezTo>
                    <a:pt x="38" y="100"/>
                    <a:pt x="37" y="101"/>
                    <a:pt x="35" y="10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1" name="Freeform 562"/>
            <p:cNvSpPr>
              <a:spLocks/>
            </p:cNvSpPr>
            <p:nvPr/>
          </p:nvSpPr>
          <p:spPr bwMode="gray">
            <a:xfrm>
              <a:off x="4973638" y="3028950"/>
              <a:ext cx="95250" cy="103188"/>
            </a:xfrm>
            <a:custGeom>
              <a:avLst/>
              <a:gdLst>
                <a:gd name="T0" fmla="*/ 2147483646 w 44"/>
                <a:gd name="T1" fmla="*/ 2147483646 h 47"/>
                <a:gd name="T2" fmla="*/ 2147483646 w 44"/>
                <a:gd name="T3" fmla="*/ 2147483646 h 47"/>
                <a:gd name="T4" fmla="*/ 2147483646 w 44"/>
                <a:gd name="T5" fmla="*/ 2147483646 h 47"/>
                <a:gd name="T6" fmla="*/ 2147483646 w 44"/>
                <a:gd name="T7" fmla="*/ 2147483646 h 47"/>
                <a:gd name="T8" fmla="*/ 2147483646 w 44"/>
                <a:gd name="T9" fmla="*/ 2147483646 h 47"/>
                <a:gd name="T10" fmla="*/ 2147483646 w 44"/>
                <a:gd name="T11" fmla="*/ 2147483646 h 47"/>
                <a:gd name="T12" fmla="*/ 2147483646 w 44"/>
                <a:gd name="T13" fmla="*/ 2147483646 h 47"/>
                <a:gd name="T14" fmla="*/ 2147483646 w 44"/>
                <a:gd name="T15" fmla="*/ 2147483646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4"/>
                <a:gd name="T25" fmla="*/ 0 h 47"/>
                <a:gd name="T26" fmla="*/ 44 w 44"/>
                <a:gd name="T27" fmla="*/ 47 h 4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4" h="47">
                  <a:moveTo>
                    <a:pt x="38" y="47"/>
                  </a:moveTo>
                  <a:cubicBezTo>
                    <a:pt x="35" y="47"/>
                    <a:pt x="33" y="46"/>
                    <a:pt x="33" y="43"/>
                  </a:cubicBezTo>
                  <a:cubicBezTo>
                    <a:pt x="30" y="28"/>
                    <a:pt x="19" y="16"/>
                    <a:pt x="5" y="11"/>
                  </a:cubicBezTo>
                  <a:cubicBezTo>
                    <a:pt x="2" y="10"/>
                    <a:pt x="0" y="7"/>
                    <a:pt x="1" y="4"/>
                  </a:cubicBezTo>
                  <a:cubicBezTo>
                    <a:pt x="2" y="1"/>
                    <a:pt x="6" y="0"/>
                    <a:pt x="8" y="1"/>
                  </a:cubicBezTo>
                  <a:cubicBezTo>
                    <a:pt x="26" y="7"/>
                    <a:pt x="40" y="22"/>
                    <a:pt x="43" y="41"/>
                  </a:cubicBezTo>
                  <a:cubicBezTo>
                    <a:pt x="44" y="44"/>
                    <a:pt x="42" y="47"/>
                    <a:pt x="39" y="47"/>
                  </a:cubicBezTo>
                  <a:cubicBezTo>
                    <a:pt x="39" y="47"/>
                    <a:pt x="38" y="47"/>
                    <a:pt x="38" y="4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2" name="Freeform 563"/>
            <p:cNvSpPr>
              <a:spLocks/>
            </p:cNvSpPr>
            <p:nvPr/>
          </p:nvSpPr>
          <p:spPr bwMode="gray">
            <a:xfrm>
              <a:off x="4838700" y="3028950"/>
              <a:ext cx="95250" cy="103188"/>
            </a:xfrm>
            <a:custGeom>
              <a:avLst/>
              <a:gdLst>
                <a:gd name="T0" fmla="*/ 2147483646 w 44"/>
                <a:gd name="T1" fmla="*/ 2147483646 h 47"/>
                <a:gd name="T2" fmla="*/ 2147483646 w 44"/>
                <a:gd name="T3" fmla="*/ 2147483646 h 47"/>
                <a:gd name="T4" fmla="*/ 2147483646 w 44"/>
                <a:gd name="T5" fmla="*/ 2147483646 h 47"/>
                <a:gd name="T6" fmla="*/ 2147483646 w 44"/>
                <a:gd name="T7" fmla="*/ 2147483646 h 47"/>
                <a:gd name="T8" fmla="*/ 2147483646 w 44"/>
                <a:gd name="T9" fmla="*/ 2147483646 h 47"/>
                <a:gd name="T10" fmla="*/ 2147483646 w 44"/>
                <a:gd name="T11" fmla="*/ 2147483646 h 47"/>
                <a:gd name="T12" fmla="*/ 2147483646 w 44"/>
                <a:gd name="T13" fmla="*/ 2147483646 h 47"/>
                <a:gd name="T14" fmla="*/ 2147483646 w 44"/>
                <a:gd name="T15" fmla="*/ 2147483646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4"/>
                <a:gd name="T25" fmla="*/ 0 h 47"/>
                <a:gd name="T26" fmla="*/ 44 w 44"/>
                <a:gd name="T27" fmla="*/ 47 h 4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4" h="47">
                  <a:moveTo>
                    <a:pt x="6" y="47"/>
                  </a:moveTo>
                  <a:cubicBezTo>
                    <a:pt x="6" y="47"/>
                    <a:pt x="5" y="47"/>
                    <a:pt x="5" y="47"/>
                  </a:cubicBezTo>
                  <a:cubicBezTo>
                    <a:pt x="2" y="47"/>
                    <a:pt x="0" y="44"/>
                    <a:pt x="1" y="41"/>
                  </a:cubicBezTo>
                  <a:cubicBezTo>
                    <a:pt x="4" y="22"/>
                    <a:pt x="18" y="7"/>
                    <a:pt x="36" y="1"/>
                  </a:cubicBezTo>
                  <a:cubicBezTo>
                    <a:pt x="38" y="0"/>
                    <a:pt x="42" y="1"/>
                    <a:pt x="43" y="4"/>
                  </a:cubicBezTo>
                  <a:cubicBezTo>
                    <a:pt x="44" y="7"/>
                    <a:pt x="42" y="10"/>
                    <a:pt x="39" y="11"/>
                  </a:cubicBezTo>
                  <a:cubicBezTo>
                    <a:pt x="25" y="16"/>
                    <a:pt x="14" y="28"/>
                    <a:pt x="11" y="43"/>
                  </a:cubicBezTo>
                  <a:cubicBezTo>
                    <a:pt x="11" y="46"/>
                    <a:pt x="9" y="47"/>
                    <a:pt x="6" y="4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3" name="Oval 564"/>
            <p:cNvSpPr>
              <a:spLocks noChangeArrowheads="1"/>
            </p:cNvSpPr>
            <p:nvPr/>
          </p:nvSpPr>
          <p:spPr bwMode="gray">
            <a:xfrm>
              <a:off x="4694238" y="2897188"/>
              <a:ext cx="42863" cy="412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4" name="Oval 565"/>
            <p:cNvSpPr>
              <a:spLocks noChangeArrowheads="1"/>
            </p:cNvSpPr>
            <p:nvPr/>
          </p:nvSpPr>
          <p:spPr bwMode="gray">
            <a:xfrm>
              <a:off x="4648200" y="2919413"/>
              <a:ext cx="34925" cy="3651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5" name="Oval 566"/>
            <p:cNvSpPr>
              <a:spLocks noChangeArrowheads="1"/>
            </p:cNvSpPr>
            <p:nvPr/>
          </p:nvSpPr>
          <p:spPr bwMode="gray">
            <a:xfrm>
              <a:off x="4724400" y="2835275"/>
              <a:ext cx="42863" cy="428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6" name="Oval 567"/>
            <p:cNvSpPr>
              <a:spLocks noChangeArrowheads="1"/>
            </p:cNvSpPr>
            <p:nvPr/>
          </p:nvSpPr>
          <p:spPr bwMode="gray">
            <a:xfrm>
              <a:off x="4670425" y="2865438"/>
              <a:ext cx="28575" cy="285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7" name="Oval 568"/>
            <p:cNvSpPr>
              <a:spLocks noChangeArrowheads="1"/>
            </p:cNvSpPr>
            <p:nvPr/>
          </p:nvSpPr>
          <p:spPr bwMode="gray">
            <a:xfrm>
              <a:off x="4741863" y="2938463"/>
              <a:ext cx="31750" cy="3333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8" name="Oval 569"/>
            <p:cNvSpPr>
              <a:spLocks noChangeArrowheads="1"/>
            </p:cNvSpPr>
            <p:nvPr/>
          </p:nvSpPr>
          <p:spPr bwMode="gray">
            <a:xfrm>
              <a:off x="5194300" y="2846388"/>
              <a:ext cx="28575" cy="301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9" name="Freeform 570"/>
            <p:cNvSpPr>
              <a:spLocks/>
            </p:cNvSpPr>
            <p:nvPr/>
          </p:nvSpPr>
          <p:spPr bwMode="gray">
            <a:xfrm>
              <a:off x="4672013" y="2924175"/>
              <a:ext cx="26988" cy="12700"/>
            </a:xfrm>
            <a:custGeom>
              <a:avLst/>
              <a:gdLst>
                <a:gd name="T0" fmla="*/ 2147483646 w 12"/>
                <a:gd name="T1" fmla="*/ 2147483646 h 6"/>
                <a:gd name="T2" fmla="*/ 0 w 12"/>
                <a:gd name="T3" fmla="*/ 2147483646 h 6"/>
                <a:gd name="T4" fmla="*/ 2147483646 w 12"/>
                <a:gd name="T5" fmla="*/ 2147483646 h 6"/>
                <a:gd name="T6" fmla="*/ 2147483646 w 12"/>
                <a:gd name="T7" fmla="*/ 0 h 6"/>
                <a:gd name="T8" fmla="*/ 2147483646 w 12"/>
                <a:gd name="T9" fmla="*/ 2147483646 h 6"/>
                <a:gd name="T10" fmla="*/ 2147483646 w 12"/>
                <a:gd name="T11" fmla="*/ 2147483646 h 6"/>
                <a:gd name="T12" fmla="*/ 2147483646 w 12"/>
                <a:gd name="T13" fmla="*/ 2147483646 h 6"/>
                <a:gd name="T14" fmla="*/ 2147483646 w 12"/>
                <a:gd name="T15" fmla="*/ 2147483646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"/>
                <a:gd name="T25" fmla="*/ 0 h 6"/>
                <a:gd name="T26" fmla="*/ 12 w 12"/>
                <a:gd name="T27" fmla="*/ 6 h 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" h="6">
                  <a:moveTo>
                    <a:pt x="1" y="6"/>
                  </a:move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0"/>
                    <a:pt x="12" y="1"/>
                  </a:cubicBezTo>
                  <a:cubicBezTo>
                    <a:pt x="12" y="1"/>
                    <a:pt x="12" y="2"/>
                    <a:pt x="11" y="2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6"/>
                    <a:pt x="1" y="6"/>
                    <a:pt x="1" y="6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0" name="Freeform 571"/>
            <p:cNvSpPr>
              <a:spLocks/>
            </p:cNvSpPr>
            <p:nvPr/>
          </p:nvSpPr>
          <p:spPr bwMode="gray">
            <a:xfrm>
              <a:off x="4722813" y="2865438"/>
              <a:ext cx="20638" cy="36513"/>
            </a:xfrm>
            <a:custGeom>
              <a:avLst/>
              <a:gdLst>
                <a:gd name="T0" fmla="*/ 2147483646 w 10"/>
                <a:gd name="T1" fmla="*/ 2147483646 h 17"/>
                <a:gd name="T2" fmla="*/ 2147483646 w 10"/>
                <a:gd name="T3" fmla="*/ 2147483646 h 17"/>
                <a:gd name="T4" fmla="*/ 0 w 10"/>
                <a:gd name="T5" fmla="*/ 2147483646 h 17"/>
                <a:gd name="T6" fmla="*/ 2147483646 w 10"/>
                <a:gd name="T7" fmla="*/ 2147483646 h 17"/>
                <a:gd name="T8" fmla="*/ 2147483646 w 10"/>
                <a:gd name="T9" fmla="*/ 2147483646 h 17"/>
                <a:gd name="T10" fmla="*/ 2147483646 w 10"/>
                <a:gd name="T11" fmla="*/ 2147483646 h 17"/>
                <a:gd name="T12" fmla="*/ 2147483646 w 10"/>
                <a:gd name="T13" fmla="*/ 2147483646 h 17"/>
                <a:gd name="T14" fmla="*/ 2147483646 w 10"/>
                <a:gd name="T15" fmla="*/ 2147483646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"/>
                <a:gd name="T25" fmla="*/ 0 h 17"/>
                <a:gd name="T26" fmla="*/ 10 w 10"/>
                <a:gd name="T27" fmla="*/ 17 h 1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" h="17">
                  <a:moveTo>
                    <a:pt x="1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0" y="17"/>
                    <a:pt x="0" y="16"/>
                    <a:pt x="0" y="15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8" y="0"/>
                    <a:pt x="9" y="1"/>
                  </a:cubicBezTo>
                  <a:cubicBezTo>
                    <a:pt x="9" y="1"/>
                    <a:pt x="10" y="2"/>
                    <a:pt x="9" y="2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7"/>
                    <a:pt x="2" y="17"/>
                    <a:pt x="1" y="1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1" name="Freeform 572"/>
            <p:cNvSpPr>
              <a:spLocks/>
            </p:cNvSpPr>
            <p:nvPr/>
          </p:nvSpPr>
          <p:spPr bwMode="gray">
            <a:xfrm>
              <a:off x="4687888" y="2882900"/>
              <a:ext cx="17463" cy="20638"/>
            </a:xfrm>
            <a:custGeom>
              <a:avLst/>
              <a:gdLst>
                <a:gd name="T0" fmla="*/ 2147483646 w 8"/>
                <a:gd name="T1" fmla="*/ 2147483646 h 10"/>
                <a:gd name="T2" fmla="*/ 2147483646 w 8"/>
                <a:gd name="T3" fmla="*/ 2147483646 h 10"/>
                <a:gd name="T4" fmla="*/ 0 w 8"/>
                <a:gd name="T5" fmla="*/ 2147483646 h 10"/>
                <a:gd name="T6" fmla="*/ 0 w 8"/>
                <a:gd name="T7" fmla="*/ 2147483646 h 10"/>
                <a:gd name="T8" fmla="*/ 2147483646 w 8"/>
                <a:gd name="T9" fmla="*/ 2147483646 h 10"/>
                <a:gd name="T10" fmla="*/ 2147483646 w 8"/>
                <a:gd name="T11" fmla="*/ 2147483646 h 10"/>
                <a:gd name="T12" fmla="*/ 2147483646 w 8"/>
                <a:gd name="T13" fmla="*/ 2147483646 h 10"/>
                <a:gd name="T14" fmla="*/ 2147483646 w 8"/>
                <a:gd name="T15" fmla="*/ 2147483646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"/>
                <a:gd name="T25" fmla="*/ 0 h 10"/>
                <a:gd name="T26" fmla="*/ 8 w 8"/>
                <a:gd name="T27" fmla="*/ 10 h 1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" h="10">
                  <a:moveTo>
                    <a:pt x="7" y="10"/>
                  </a:moveTo>
                  <a:cubicBezTo>
                    <a:pt x="6" y="10"/>
                    <a:pt x="6" y="10"/>
                    <a:pt x="6" y="1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1" y="0"/>
                    <a:pt x="1" y="0"/>
                    <a:pt x="2" y="1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9"/>
                    <a:pt x="8" y="9"/>
                    <a:pt x="8" y="10"/>
                  </a:cubicBezTo>
                  <a:cubicBezTo>
                    <a:pt x="7" y="10"/>
                    <a:pt x="7" y="10"/>
                    <a:pt x="7" y="1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2" name="Freeform 573"/>
            <p:cNvSpPr>
              <a:spLocks/>
            </p:cNvSpPr>
            <p:nvPr/>
          </p:nvSpPr>
          <p:spPr bwMode="gray">
            <a:xfrm>
              <a:off x="4713288" y="2914650"/>
              <a:ext cx="47625" cy="42863"/>
            </a:xfrm>
            <a:custGeom>
              <a:avLst/>
              <a:gdLst>
                <a:gd name="T0" fmla="*/ 2147483646 w 22"/>
                <a:gd name="T1" fmla="*/ 2147483646 h 20"/>
                <a:gd name="T2" fmla="*/ 2147483646 w 22"/>
                <a:gd name="T3" fmla="*/ 2147483646 h 20"/>
                <a:gd name="T4" fmla="*/ 0 w 22"/>
                <a:gd name="T5" fmla="*/ 2147483646 h 20"/>
                <a:gd name="T6" fmla="*/ 0 w 22"/>
                <a:gd name="T7" fmla="*/ 2147483646 h 20"/>
                <a:gd name="T8" fmla="*/ 2147483646 w 22"/>
                <a:gd name="T9" fmla="*/ 2147483646 h 20"/>
                <a:gd name="T10" fmla="*/ 2147483646 w 22"/>
                <a:gd name="T11" fmla="*/ 2147483646 h 20"/>
                <a:gd name="T12" fmla="*/ 2147483646 w 22"/>
                <a:gd name="T13" fmla="*/ 2147483646 h 20"/>
                <a:gd name="T14" fmla="*/ 2147483646 w 22"/>
                <a:gd name="T15" fmla="*/ 2147483646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"/>
                <a:gd name="T25" fmla="*/ 0 h 20"/>
                <a:gd name="T26" fmla="*/ 22 w 22"/>
                <a:gd name="T27" fmla="*/ 20 h 2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" h="20">
                  <a:moveTo>
                    <a:pt x="21" y="20"/>
                  </a:moveTo>
                  <a:cubicBezTo>
                    <a:pt x="21" y="20"/>
                    <a:pt x="20" y="20"/>
                    <a:pt x="20" y="2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0"/>
                    <a:pt x="1" y="0"/>
                    <a:pt x="2" y="1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9"/>
                    <a:pt x="22" y="20"/>
                  </a:cubicBezTo>
                  <a:cubicBezTo>
                    <a:pt x="21" y="20"/>
                    <a:pt x="21" y="20"/>
                    <a:pt x="21" y="2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3" name="Freeform 574"/>
            <p:cNvSpPr>
              <a:spLocks noEditPoints="1"/>
            </p:cNvSpPr>
            <p:nvPr/>
          </p:nvSpPr>
          <p:spPr bwMode="gray">
            <a:xfrm>
              <a:off x="5133975" y="2847975"/>
              <a:ext cx="107950" cy="119063"/>
            </a:xfrm>
            <a:custGeom>
              <a:avLst/>
              <a:gdLst>
                <a:gd name="T0" fmla="*/ 2147483646 w 50"/>
                <a:gd name="T1" fmla="*/ 2147483646 h 55"/>
                <a:gd name="T2" fmla="*/ 2147483646 w 50"/>
                <a:gd name="T3" fmla="*/ 2147483646 h 55"/>
                <a:gd name="T4" fmla="*/ 2147483646 w 50"/>
                <a:gd name="T5" fmla="*/ 2147483646 h 55"/>
                <a:gd name="T6" fmla="*/ 2147483646 w 50"/>
                <a:gd name="T7" fmla="*/ 2147483646 h 55"/>
                <a:gd name="T8" fmla="*/ 2147483646 w 50"/>
                <a:gd name="T9" fmla="*/ 2147483646 h 55"/>
                <a:gd name="T10" fmla="*/ 2147483646 w 50"/>
                <a:gd name="T11" fmla="*/ 2147483646 h 55"/>
                <a:gd name="T12" fmla="*/ 2147483646 w 50"/>
                <a:gd name="T13" fmla="*/ 2147483646 h 55"/>
                <a:gd name="T14" fmla="*/ 2147483646 w 50"/>
                <a:gd name="T15" fmla="*/ 2147483646 h 55"/>
                <a:gd name="T16" fmla="*/ 2147483646 w 50"/>
                <a:gd name="T17" fmla="*/ 2147483646 h 55"/>
                <a:gd name="T18" fmla="*/ 2147483646 w 50"/>
                <a:gd name="T19" fmla="*/ 2147483646 h 55"/>
                <a:gd name="T20" fmla="*/ 2147483646 w 50"/>
                <a:gd name="T21" fmla="*/ 2147483646 h 55"/>
                <a:gd name="T22" fmla="*/ 2147483646 w 50"/>
                <a:gd name="T23" fmla="*/ 2147483646 h 55"/>
                <a:gd name="T24" fmla="*/ 2147483646 w 50"/>
                <a:gd name="T25" fmla="*/ 2147483646 h 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0"/>
                <a:gd name="T40" fmla="*/ 0 h 55"/>
                <a:gd name="T41" fmla="*/ 50 w 50"/>
                <a:gd name="T42" fmla="*/ 55 h 5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0" h="55">
                  <a:moveTo>
                    <a:pt x="41" y="55"/>
                  </a:moveTo>
                  <a:cubicBezTo>
                    <a:pt x="35" y="55"/>
                    <a:pt x="25" y="48"/>
                    <a:pt x="16" y="36"/>
                  </a:cubicBezTo>
                  <a:cubicBezTo>
                    <a:pt x="4" y="22"/>
                    <a:pt x="0" y="8"/>
                    <a:pt x="5" y="4"/>
                  </a:cubicBezTo>
                  <a:cubicBezTo>
                    <a:pt x="11" y="0"/>
                    <a:pt x="23" y="7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46" y="35"/>
                    <a:pt x="50" y="49"/>
                    <a:pt x="45" y="54"/>
                  </a:cubicBezTo>
                  <a:cubicBezTo>
                    <a:pt x="44" y="54"/>
                    <a:pt x="42" y="55"/>
                    <a:pt x="41" y="55"/>
                  </a:cubicBezTo>
                  <a:close/>
                  <a:moveTo>
                    <a:pt x="9" y="5"/>
                  </a:moveTo>
                  <a:cubicBezTo>
                    <a:pt x="8" y="5"/>
                    <a:pt x="8" y="5"/>
                    <a:pt x="7" y="6"/>
                  </a:cubicBezTo>
                  <a:cubicBezTo>
                    <a:pt x="3" y="9"/>
                    <a:pt x="7" y="21"/>
                    <a:pt x="18" y="35"/>
                  </a:cubicBezTo>
                  <a:cubicBezTo>
                    <a:pt x="28" y="48"/>
                    <a:pt x="40" y="54"/>
                    <a:pt x="43" y="52"/>
                  </a:cubicBezTo>
                  <a:cubicBezTo>
                    <a:pt x="47" y="49"/>
                    <a:pt x="43" y="36"/>
                    <a:pt x="33" y="23"/>
                  </a:cubicBezTo>
                  <a:cubicBezTo>
                    <a:pt x="24" y="11"/>
                    <a:pt x="14" y="5"/>
                    <a:pt x="9" y="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4" name="Freeform 575"/>
            <p:cNvSpPr>
              <a:spLocks noEditPoints="1"/>
            </p:cNvSpPr>
            <p:nvPr/>
          </p:nvSpPr>
          <p:spPr bwMode="gray">
            <a:xfrm>
              <a:off x="5121275" y="2884488"/>
              <a:ext cx="136525" cy="52388"/>
            </a:xfrm>
            <a:custGeom>
              <a:avLst/>
              <a:gdLst>
                <a:gd name="T0" fmla="*/ 2147483646 w 63"/>
                <a:gd name="T1" fmla="*/ 2147483646 h 24"/>
                <a:gd name="T2" fmla="*/ 0 w 63"/>
                <a:gd name="T3" fmla="*/ 2147483646 h 24"/>
                <a:gd name="T4" fmla="*/ 2147483646 w 63"/>
                <a:gd name="T5" fmla="*/ 0 h 24"/>
                <a:gd name="T6" fmla="*/ 2147483646 w 63"/>
                <a:gd name="T7" fmla="*/ 2147483646 h 24"/>
                <a:gd name="T8" fmla="*/ 2147483646 w 63"/>
                <a:gd name="T9" fmla="*/ 2147483646 h 24"/>
                <a:gd name="T10" fmla="*/ 2147483646 w 63"/>
                <a:gd name="T11" fmla="*/ 2147483646 h 24"/>
                <a:gd name="T12" fmla="*/ 2147483646 w 63"/>
                <a:gd name="T13" fmla="*/ 2147483646 h 24"/>
                <a:gd name="T14" fmla="*/ 2147483646 w 63"/>
                <a:gd name="T15" fmla="*/ 2147483646 h 24"/>
                <a:gd name="T16" fmla="*/ 2147483646 w 63"/>
                <a:gd name="T17" fmla="*/ 2147483646 h 24"/>
                <a:gd name="T18" fmla="*/ 2147483646 w 63"/>
                <a:gd name="T19" fmla="*/ 2147483646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3"/>
                <a:gd name="T31" fmla="*/ 0 h 24"/>
                <a:gd name="T32" fmla="*/ 63 w 63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3" h="24">
                  <a:moveTo>
                    <a:pt x="31" y="24"/>
                  </a:moveTo>
                  <a:cubicBezTo>
                    <a:pt x="13" y="24"/>
                    <a:pt x="0" y="19"/>
                    <a:pt x="0" y="12"/>
                  </a:cubicBezTo>
                  <a:cubicBezTo>
                    <a:pt x="0" y="5"/>
                    <a:pt x="13" y="0"/>
                    <a:pt x="31" y="0"/>
                  </a:cubicBezTo>
                  <a:cubicBezTo>
                    <a:pt x="49" y="0"/>
                    <a:pt x="63" y="5"/>
                    <a:pt x="63" y="12"/>
                  </a:cubicBezTo>
                  <a:cubicBezTo>
                    <a:pt x="63" y="19"/>
                    <a:pt x="49" y="24"/>
                    <a:pt x="31" y="24"/>
                  </a:cubicBezTo>
                  <a:close/>
                  <a:moveTo>
                    <a:pt x="31" y="2"/>
                  </a:moveTo>
                  <a:cubicBezTo>
                    <a:pt x="14" y="2"/>
                    <a:pt x="2" y="7"/>
                    <a:pt x="2" y="12"/>
                  </a:cubicBezTo>
                  <a:cubicBezTo>
                    <a:pt x="2" y="16"/>
                    <a:pt x="14" y="21"/>
                    <a:pt x="31" y="21"/>
                  </a:cubicBezTo>
                  <a:cubicBezTo>
                    <a:pt x="48" y="21"/>
                    <a:pt x="60" y="16"/>
                    <a:pt x="60" y="12"/>
                  </a:cubicBezTo>
                  <a:cubicBezTo>
                    <a:pt x="60" y="7"/>
                    <a:pt x="48" y="2"/>
                    <a:pt x="31" y="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5" name="Freeform 576"/>
            <p:cNvSpPr>
              <a:spLocks noEditPoints="1"/>
            </p:cNvSpPr>
            <p:nvPr/>
          </p:nvSpPr>
          <p:spPr bwMode="gray">
            <a:xfrm>
              <a:off x="5133975" y="2847975"/>
              <a:ext cx="107950" cy="119063"/>
            </a:xfrm>
            <a:custGeom>
              <a:avLst/>
              <a:gdLst>
                <a:gd name="T0" fmla="*/ 2147483646 w 50"/>
                <a:gd name="T1" fmla="*/ 2147483646 h 55"/>
                <a:gd name="T2" fmla="*/ 2147483646 w 50"/>
                <a:gd name="T3" fmla="*/ 2147483646 h 55"/>
                <a:gd name="T4" fmla="*/ 2147483646 w 50"/>
                <a:gd name="T5" fmla="*/ 2147483646 h 55"/>
                <a:gd name="T6" fmla="*/ 2147483646 w 50"/>
                <a:gd name="T7" fmla="*/ 2147483646 h 55"/>
                <a:gd name="T8" fmla="*/ 2147483646 w 50"/>
                <a:gd name="T9" fmla="*/ 2147483646 h 55"/>
                <a:gd name="T10" fmla="*/ 2147483646 w 50"/>
                <a:gd name="T11" fmla="*/ 2147483646 h 55"/>
                <a:gd name="T12" fmla="*/ 2147483646 w 50"/>
                <a:gd name="T13" fmla="*/ 2147483646 h 55"/>
                <a:gd name="T14" fmla="*/ 2147483646 w 50"/>
                <a:gd name="T15" fmla="*/ 2147483646 h 55"/>
                <a:gd name="T16" fmla="*/ 2147483646 w 50"/>
                <a:gd name="T17" fmla="*/ 2147483646 h 55"/>
                <a:gd name="T18" fmla="*/ 2147483646 w 50"/>
                <a:gd name="T19" fmla="*/ 2147483646 h 55"/>
                <a:gd name="T20" fmla="*/ 2147483646 w 50"/>
                <a:gd name="T21" fmla="*/ 2147483646 h 55"/>
                <a:gd name="T22" fmla="*/ 2147483646 w 50"/>
                <a:gd name="T23" fmla="*/ 2147483646 h 55"/>
                <a:gd name="T24" fmla="*/ 2147483646 w 50"/>
                <a:gd name="T25" fmla="*/ 2147483646 h 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0"/>
                <a:gd name="T40" fmla="*/ 0 h 55"/>
                <a:gd name="T41" fmla="*/ 50 w 50"/>
                <a:gd name="T42" fmla="*/ 55 h 5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0" h="55">
                  <a:moveTo>
                    <a:pt x="9" y="55"/>
                  </a:moveTo>
                  <a:cubicBezTo>
                    <a:pt x="8" y="55"/>
                    <a:pt x="6" y="54"/>
                    <a:pt x="5" y="54"/>
                  </a:cubicBezTo>
                  <a:cubicBezTo>
                    <a:pt x="0" y="49"/>
                    <a:pt x="4" y="35"/>
                    <a:pt x="16" y="21"/>
                  </a:cubicBezTo>
                  <a:cubicBezTo>
                    <a:pt x="27" y="7"/>
                    <a:pt x="39" y="0"/>
                    <a:pt x="45" y="4"/>
                  </a:cubicBezTo>
                  <a:cubicBezTo>
                    <a:pt x="50" y="8"/>
                    <a:pt x="46" y="22"/>
                    <a:pt x="35" y="36"/>
                  </a:cubicBezTo>
                  <a:cubicBezTo>
                    <a:pt x="26" y="48"/>
                    <a:pt x="16" y="55"/>
                    <a:pt x="9" y="55"/>
                  </a:cubicBezTo>
                  <a:close/>
                  <a:moveTo>
                    <a:pt x="17" y="22"/>
                  </a:moveTo>
                  <a:cubicBezTo>
                    <a:pt x="18" y="23"/>
                    <a:pt x="18" y="23"/>
                    <a:pt x="18" y="23"/>
                  </a:cubicBezTo>
                  <a:cubicBezTo>
                    <a:pt x="7" y="36"/>
                    <a:pt x="3" y="49"/>
                    <a:pt x="7" y="52"/>
                  </a:cubicBezTo>
                  <a:cubicBezTo>
                    <a:pt x="11" y="54"/>
                    <a:pt x="22" y="48"/>
                    <a:pt x="33" y="35"/>
                  </a:cubicBezTo>
                  <a:cubicBezTo>
                    <a:pt x="43" y="21"/>
                    <a:pt x="47" y="9"/>
                    <a:pt x="43" y="6"/>
                  </a:cubicBezTo>
                  <a:cubicBezTo>
                    <a:pt x="40" y="3"/>
                    <a:pt x="28" y="9"/>
                    <a:pt x="18" y="23"/>
                  </a:cubicBezTo>
                  <a:lnTo>
                    <a:pt x="17" y="22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276" name="组合 413"/>
          <p:cNvGrpSpPr>
            <a:grpSpLocks/>
          </p:cNvGrpSpPr>
          <p:nvPr/>
        </p:nvGrpSpPr>
        <p:grpSpPr bwMode="gray">
          <a:xfrm>
            <a:off x="10383269" y="5117723"/>
            <a:ext cx="555605" cy="506940"/>
            <a:chOff x="5665788" y="728664"/>
            <a:chExt cx="534987" cy="487363"/>
          </a:xfrm>
        </p:grpSpPr>
        <p:sp>
          <p:nvSpPr>
            <p:cNvPr id="277" name="Freeform 21"/>
            <p:cNvSpPr>
              <a:spLocks/>
            </p:cNvSpPr>
            <p:nvPr/>
          </p:nvSpPr>
          <p:spPr bwMode="gray">
            <a:xfrm>
              <a:off x="5792788" y="1150939"/>
              <a:ext cx="63500" cy="65088"/>
            </a:xfrm>
            <a:custGeom>
              <a:avLst/>
              <a:gdLst>
                <a:gd name="T0" fmla="*/ 2147483646 w 46"/>
                <a:gd name="T1" fmla="*/ 2147483646 h 46"/>
                <a:gd name="T2" fmla="*/ 2147483646 w 46"/>
                <a:gd name="T3" fmla="*/ 2147483646 h 46"/>
                <a:gd name="T4" fmla="*/ 2147483646 w 46"/>
                <a:gd name="T5" fmla="*/ 2147483646 h 46"/>
                <a:gd name="T6" fmla="*/ 2147483646 w 46"/>
                <a:gd name="T7" fmla="*/ 2147483646 h 46"/>
                <a:gd name="T8" fmla="*/ 2147483646 w 46"/>
                <a:gd name="T9" fmla="*/ 214748364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46"/>
                <a:gd name="T17" fmla="*/ 46 w 46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46">
                  <a:moveTo>
                    <a:pt x="41" y="32"/>
                  </a:moveTo>
                  <a:cubicBezTo>
                    <a:pt x="36" y="42"/>
                    <a:pt x="24" y="46"/>
                    <a:pt x="14" y="41"/>
                  </a:cubicBezTo>
                  <a:cubicBezTo>
                    <a:pt x="4" y="36"/>
                    <a:pt x="0" y="24"/>
                    <a:pt x="5" y="14"/>
                  </a:cubicBezTo>
                  <a:cubicBezTo>
                    <a:pt x="10" y="4"/>
                    <a:pt x="22" y="0"/>
                    <a:pt x="32" y="5"/>
                  </a:cubicBezTo>
                  <a:cubicBezTo>
                    <a:pt x="42" y="10"/>
                    <a:pt x="46" y="22"/>
                    <a:pt x="41" y="3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8" name="Freeform 22"/>
            <p:cNvSpPr>
              <a:spLocks/>
            </p:cNvSpPr>
            <p:nvPr/>
          </p:nvSpPr>
          <p:spPr bwMode="gray">
            <a:xfrm>
              <a:off x="5715000" y="1112839"/>
              <a:ext cx="65088" cy="63500"/>
            </a:xfrm>
            <a:custGeom>
              <a:avLst/>
              <a:gdLst>
                <a:gd name="T0" fmla="*/ 2147483646 w 46"/>
                <a:gd name="T1" fmla="*/ 2147483646 h 46"/>
                <a:gd name="T2" fmla="*/ 2147483646 w 46"/>
                <a:gd name="T3" fmla="*/ 2147483646 h 46"/>
                <a:gd name="T4" fmla="*/ 2147483646 w 46"/>
                <a:gd name="T5" fmla="*/ 2147483646 h 46"/>
                <a:gd name="T6" fmla="*/ 2147483646 w 46"/>
                <a:gd name="T7" fmla="*/ 2147483646 h 46"/>
                <a:gd name="T8" fmla="*/ 2147483646 w 46"/>
                <a:gd name="T9" fmla="*/ 214748364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46"/>
                <a:gd name="T17" fmla="*/ 46 w 46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46">
                  <a:moveTo>
                    <a:pt x="41" y="32"/>
                  </a:moveTo>
                  <a:cubicBezTo>
                    <a:pt x="36" y="42"/>
                    <a:pt x="24" y="46"/>
                    <a:pt x="14" y="41"/>
                  </a:cubicBezTo>
                  <a:cubicBezTo>
                    <a:pt x="4" y="36"/>
                    <a:pt x="0" y="24"/>
                    <a:pt x="5" y="14"/>
                  </a:cubicBezTo>
                  <a:cubicBezTo>
                    <a:pt x="10" y="4"/>
                    <a:pt x="22" y="0"/>
                    <a:pt x="32" y="5"/>
                  </a:cubicBezTo>
                  <a:cubicBezTo>
                    <a:pt x="42" y="10"/>
                    <a:pt x="46" y="22"/>
                    <a:pt x="41" y="3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9" name="Freeform 46"/>
            <p:cNvSpPr>
              <a:spLocks/>
            </p:cNvSpPr>
            <p:nvPr/>
          </p:nvSpPr>
          <p:spPr bwMode="gray">
            <a:xfrm>
              <a:off x="5913438" y="1030289"/>
              <a:ext cx="80963" cy="127000"/>
            </a:xfrm>
            <a:custGeom>
              <a:avLst/>
              <a:gdLst>
                <a:gd name="T0" fmla="*/ 0 w 57"/>
                <a:gd name="T1" fmla="*/ 2147483646 h 91"/>
                <a:gd name="T2" fmla="*/ 0 w 57"/>
                <a:gd name="T3" fmla="*/ 2147483646 h 91"/>
                <a:gd name="T4" fmla="*/ 2147483646 w 57"/>
                <a:gd name="T5" fmla="*/ 2147483646 h 91"/>
                <a:gd name="T6" fmla="*/ 2147483646 w 57"/>
                <a:gd name="T7" fmla="*/ 2147483646 h 91"/>
                <a:gd name="T8" fmla="*/ 2147483646 w 57"/>
                <a:gd name="T9" fmla="*/ 2147483646 h 91"/>
                <a:gd name="T10" fmla="*/ 2147483646 w 57"/>
                <a:gd name="T11" fmla="*/ 2147483646 h 91"/>
                <a:gd name="T12" fmla="*/ 0 w 57"/>
                <a:gd name="T13" fmla="*/ 2147483646 h 91"/>
                <a:gd name="T14" fmla="*/ 2147483646 w 57"/>
                <a:gd name="T15" fmla="*/ 0 h 91"/>
                <a:gd name="T16" fmla="*/ 2147483646 w 57"/>
                <a:gd name="T17" fmla="*/ 2147483646 h 91"/>
                <a:gd name="T18" fmla="*/ 2147483646 w 57"/>
                <a:gd name="T19" fmla="*/ 2147483646 h 91"/>
                <a:gd name="T20" fmla="*/ 2147483646 w 57"/>
                <a:gd name="T21" fmla="*/ 2147483646 h 91"/>
                <a:gd name="T22" fmla="*/ 2147483646 w 57"/>
                <a:gd name="T23" fmla="*/ 2147483646 h 91"/>
                <a:gd name="T24" fmla="*/ 2147483646 w 57"/>
                <a:gd name="T25" fmla="*/ 2147483646 h 91"/>
                <a:gd name="T26" fmla="*/ 0 w 57"/>
                <a:gd name="T27" fmla="*/ 2147483646 h 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7"/>
                <a:gd name="T43" fmla="*/ 0 h 91"/>
                <a:gd name="T44" fmla="*/ 57 w 57"/>
                <a:gd name="T45" fmla="*/ 91 h 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7" h="91">
                  <a:moveTo>
                    <a:pt x="0" y="91"/>
                  </a:moveTo>
                  <a:cubicBezTo>
                    <a:pt x="0" y="78"/>
                    <a:pt x="0" y="78"/>
                    <a:pt x="0" y="78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8" y="33"/>
                    <a:pt x="39" y="29"/>
                    <a:pt x="39" y="25"/>
                  </a:cubicBezTo>
                  <a:cubicBezTo>
                    <a:pt x="39" y="19"/>
                    <a:pt x="36" y="14"/>
                    <a:pt x="28" y="14"/>
                  </a:cubicBezTo>
                  <a:cubicBezTo>
                    <a:pt x="21" y="14"/>
                    <a:pt x="16" y="20"/>
                    <a:pt x="16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1"/>
                    <a:pt x="10" y="0"/>
                    <a:pt x="28" y="0"/>
                  </a:cubicBezTo>
                  <a:cubicBezTo>
                    <a:pt x="44" y="0"/>
                    <a:pt x="56" y="9"/>
                    <a:pt x="56" y="25"/>
                  </a:cubicBezTo>
                  <a:cubicBezTo>
                    <a:pt x="56" y="33"/>
                    <a:pt x="51" y="41"/>
                    <a:pt x="46" y="47"/>
                  </a:cubicBezTo>
                  <a:cubicBezTo>
                    <a:pt x="21" y="76"/>
                    <a:pt x="21" y="76"/>
                    <a:pt x="21" y="76"/>
                  </a:cubicBezTo>
                  <a:cubicBezTo>
                    <a:pt x="57" y="76"/>
                    <a:pt x="57" y="76"/>
                    <a:pt x="57" y="76"/>
                  </a:cubicBezTo>
                  <a:cubicBezTo>
                    <a:pt x="57" y="91"/>
                    <a:pt x="57" y="91"/>
                    <a:pt x="57" y="91"/>
                  </a:cubicBezTo>
                  <a:lnTo>
                    <a:pt x="0" y="91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0" name="Freeform 47"/>
            <p:cNvSpPr>
              <a:spLocks/>
            </p:cNvSpPr>
            <p:nvPr/>
          </p:nvSpPr>
          <p:spPr bwMode="gray">
            <a:xfrm>
              <a:off x="6010275" y="1033464"/>
              <a:ext cx="92075" cy="123825"/>
            </a:xfrm>
            <a:custGeom>
              <a:avLst/>
              <a:gdLst>
                <a:gd name="T0" fmla="*/ 2147483646 w 58"/>
                <a:gd name="T1" fmla="*/ 2147483646 h 78"/>
                <a:gd name="T2" fmla="*/ 2147483646 w 58"/>
                <a:gd name="T3" fmla="*/ 2147483646 h 78"/>
                <a:gd name="T4" fmla="*/ 2147483646 w 58"/>
                <a:gd name="T5" fmla="*/ 2147483646 h 78"/>
                <a:gd name="T6" fmla="*/ 2147483646 w 58"/>
                <a:gd name="T7" fmla="*/ 2147483646 h 78"/>
                <a:gd name="T8" fmla="*/ 0 w 58"/>
                <a:gd name="T9" fmla="*/ 2147483646 h 78"/>
                <a:gd name="T10" fmla="*/ 0 w 58"/>
                <a:gd name="T11" fmla="*/ 2147483646 h 78"/>
                <a:gd name="T12" fmla="*/ 2147483646 w 58"/>
                <a:gd name="T13" fmla="*/ 0 h 78"/>
                <a:gd name="T14" fmla="*/ 2147483646 w 58"/>
                <a:gd name="T15" fmla="*/ 0 h 78"/>
                <a:gd name="T16" fmla="*/ 2147483646 w 58"/>
                <a:gd name="T17" fmla="*/ 2147483646 h 78"/>
                <a:gd name="T18" fmla="*/ 2147483646 w 58"/>
                <a:gd name="T19" fmla="*/ 2147483646 h 78"/>
                <a:gd name="T20" fmla="*/ 2147483646 w 58"/>
                <a:gd name="T21" fmla="*/ 2147483646 h 78"/>
                <a:gd name="T22" fmla="*/ 2147483646 w 58"/>
                <a:gd name="T23" fmla="*/ 2147483646 h 78"/>
                <a:gd name="T24" fmla="*/ 2147483646 w 58"/>
                <a:gd name="T25" fmla="*/ 2147483646 h 78"/>
                <a:gd name="T26" fmla="*/ 2147483646 w 58"/>
                <a:gd name="T27" fmla="*/ 2147483646 h 78"/>
                <a:gd name="T28" fmla="*/ 2147483646 w 58"/>
                <a:gd name="T29" fmla="*/ 2147483646 h 78"/>
                <a:gd name="T30" fmla="*/ 2147483646 w 58"/>
                <a:gd name="T31" fmla="*/ 2147483646 h 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8"/>
                <a:gd name="T49" fmla="*/ 0 h 78"/>
                <a:gd name="T50" fmla="*/ 58 w 58"/>
                <a:gd name="T51" fmla="*/ 78 h 7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8" h="78">
                  <a:moveTo>
                    <a:pt x="49" y="62"/>
                  </a:moveTo>
                  <a:lnTo>
                    <a:pt x="49" y="78"/>
                  </a:lnTo>
                  <a:lnTo>
                    <a:pt x="35" y="78"/>
                  </a:lnTo>
                  <a:lnTo>
                    <a:pt x="35" y="62"/>
                  </a:lnTo>
                  <a:lnTo>
                    <a:pt x="0" y="62"/>
                  </a:lnTo>
                  <a:lnTo>
                    <a:pt x="0" y="49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14" y="49"/>
                  </a:lnTo>
                  <a:lnTo>
                    <a:pt x="35" y="49"/>
                  </a:lnTo>
                  <a:lnTo>
                    <a:pt x="35" y="30"/>
                  </a:lnTo>
                  <a:lnTo>
                    <a:pt x="49" y="30"/>
                  </a:lnTo>
                  <a:lnTo>
                    <a:pt x="49" y="49"/>
                  </a:lnTo>
                  <a:lnTo>
                    <a:pt x="58" y="49"/>
                  </a:lnTo>
                  <a:lnTo>
                    <a:pt x="58" y="62"/>
                  </a:lnTo>
                  <a:lnTo>
                    <a:pt x="49" y="62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1" name="Freeform 48"/>
            <p:cNvSpPr>
              <a:spLocks/>
            </p:cNvSpPr>
            <p:nvPr/>
          </p:nvSpPr>
          <p:spPr bwMode="gray">
            <a:xfrm>
              <a:off x="6121400" y="949326"/>
              <a:ext cx="79375" cy="207963"/>
            </a:xfrm>
            <a:custGeom>
              <a:avLst/>
              <a:gdLst>
                <a:gd name="T0" fmla="*/ 2147483646 w 57"/>
                <a:gd name="T1" fmla="*/ 2147483646 h 149"/>
                <a:gd name="T2" fmla="*/ 2147483646 w 57"/>
                <a:gd name="T3" fmla="*/ 2147483646 h 149"/>
                <a:gd name="T4" fmla="*/ 2147483646 w 57"/>
                <a:gd name="T5" fmla="*/ 2147483646 h 149"/>
                <a:gd name="T6" fmla="*/ 2147483646 w 57"/>
                <a:gd name="T7" fmla="*/ 2147483646 h 149"/>
                <a:gd name="T8" fmla="*/ 2147483646 w 57"/>
                <a:gd name="T9" fmla="*/ 2147483646 h 149"/>
                <a:gd name="T10" fmla="*/ 0 w 57"/>
                <a:gd name="T11" fmla="*/ 2147483646 h 149"/>
                <a:gd name="T12" fmla="*/ 0 w 57"/>
                <a:gd name="T13" fmla="*/ 0 h 149"/>
                <a:gd name="T14" fmla="*/ 2147483646 w 57"/>
                <a:gd name="T15" fmla="*/ 0 h 149"/>
                <a:gd name="T16" fmla="*/ 2147483646 w 57"/>
                <a:gd name="T17" fmla="*/ 2147483646 h 149"/>
                <a:gd name="T18" fmla="*/ 2147483646 w 57"/>
                <a:gd name="T19" fmla="*/ 2147483646 h 149"/>
                <a:gd name="T20" fmla="*/ 2147483646 w 57"/>
                <a:gd name="T21" fmla="*/ 2147483646 h 149"/>
                <a:gd name="T22" fmla="*/ 2147483646 w 57"/>
                <a:gd name="T23" fmla="*/ 2147483646 h 149"/>
                <a:gd name="T24" fmla="*/ 2147483646 w 57"/>
                <a:gd name="T25" fmla="*/ 2147483646 h 1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7"/>
                <a:gd name="T40" fmla="*/ 0 h 149"/>
                <a:gd name="T41" fmla="*/ 57 w 57"/>
                <a:gd name="T42" fmla="*/ 149 h 14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7" h="149">
                  <a:moveTo>
                    <a:pt x="41" y="149"/>
                  </a:moveTo>
                  <a:cubicBezTo>
                    <a:pt x="41" y="108"/>
                    <a:pt x="41" y="108"/>
                    <a:pt x="41" y="108"/>
                  </a:cubicBezTo>
                  <a:cubicBezTo>
                    <a:pt x="41" y="100"/>
                    <a:pt x="38" y="95"/>
                    <a:pt x="30" y="95"/>
                  </a:cubicBezTo>
                  <a:cubicBezTo>
                    <a:pt x="20" y="95"/>
                    <a:pt x="16" y="105"/>
                    <a:pt x="16" y="114"/>
                  </a:cubicBezTo>
                  <a:cubicBezTo>
                    <a:pt x="16" y="149"/>
                    <a:pt x="16" y="149"/>
                    <a:pt x="16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20" y="84"/>
                    <a:pt x="27" y="80"/>
                    <a:pt x="34" y="80"/>
                  </a:cubicBezTo>
                  <a:cubicBezTo>
                    <a:pt x="48" y="80"/>
                    <a:pt x="57" y="91"/>
                    <a:pt x="57" y="104"/>
                  </a:cubicBezTo>
                  <a:cubicBezTo>
                    <a:pt x="57" y="149"/>
                    <a:pt x="57" y="149"/>
                    <a:pt x="57" y="149"/>
                  </a:cubicBezTo>
                  <a:lnTo>
                    <a:pt x="41" y="14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2" name="Freeform 147"/>
            <p:cNvSpPr>
              <a:spLocks/>
            </p:cNvSpPr>
            <p:nvPr/>
          </p:nvSpPr>
          <p:spPr bwMode="gray">
            <a:xfrm>
              <a:off x="5665788" y="728664"/>
              <a:ext cx="479425" cy="427038"/>
            </a:xfrm>
            <a:custGeom>
              <a:avLst/>
              <a:gdLst>
                <a:gd name="T0" fmla="*/ 2147483646 w 343"/>
                <a:gd name="T1" fmla="*/ 2147483646 h 305"/>
                <a:gd name="T2" fmla="*/ 2147483646 w 343"/>
                <a:gd name="T3" fmla="*/ 2147483646 h 305"/>
                <a:gd name="T4" fmla="*/ 0 w 343"/>
                <a:gd name="T5" fmla="*/ 2147483646 h 305"/>
                <a:gd name="T6" fmla="*/ 2147483646 w 343"/>
                <a:gd name="T7" fmla="*/ 0 h 305"/>
                <a:gd name="T8" fmla="*/ 2147483646 w 343"/>
                <a:gd name="T9" fmla="*/ 2147483646 h 305"/>
                <a:gd name="T10" fmla="*/ 2147483646 w 343"/>
                <a:gd name="T11" fmla="*/ 2147483646 h 305"/>
                <a:gd name="T12" fmla="*/ 2147483646 w 343"/>
                <a:gd name="T13" fmla="*/ 2147483646 h 305"/>
                <a:gd name="T14" fmla="*/ 2147483646 w 343"/>
                <a:gd name="T15" fmla="*/ 2147483646 h 305"/>
                <a:gd name="T16" fmla="*/ 2147483646 w 343"/>
                <a:gd name="T17" fmla="*/ 2147483646 h 305"/>
                <a:gd name="T18" fmla="*/ 2147483646 w 343"/>
                <a:gd name="T19" fmla="*/ 2147483646 h 305"/>
                <a:gd name="T20" fmla="*/ 2147483646 w 343"/>
                <a:gd name="T21" fmla="*/ 2147483646 h 305"/>
                <a:gd name="T22" fmla="*/ 2147483646 w 343"/>
                <a:gd name="T23" fmla="*/ 2147483646 h 3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3"/>
                <a:gd name="T37" fmla="*/ 0 h 305"/>
                <a:gd name="T38" fmla="*/ 343 w 343"/>
                <a:gd name="T39" fmla="*/ 305 h 30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3" h="305">
                  <a:moveTo>
                    <a:pt x="65" y="305"/>
                  </a:moveTo>
                  <a:cubicBezTo>
                    <a:pt x="63" y="305"/>
                    <a:pt x="61" y="304"/>
                    <a:pt x="60" y="302"/>
                  </a:cubicBezTo>
                  <a:cubicBezTo>
                    <a:pt x="21" y="270"/>
                    <a:pt x="0" y="222"/>
                    <a:pt x="0" y="172"/>
                  </a:cubicBezTo>
                  <a:cubicBezTo>
                    <a:pt x="0" y="77"/>
                    <a:pt x="77" y="0"/>
                    <a:pt x="171" y="0"/>
                  </a:cubicBezTo>
                  <a:cubicBezTo>
                    <a:pt x="266" y="0"/>
                    <a:pt x="343" y="77"/>
                    <a:pt x="343" y="172"/>
                  </a:cubicBezTo>
                  <a:cubicBezTo>
                    <a:pt x="343" y="177"/>
                    <a:pt x="339" y="181"/>
                    <a:pt x="334" y="181"/>
                  </a:cubicBezTo>
                  <a:cubicBezTo>
                    <a:pt x="329" y="181"/>
                    <a:pt x="325" y="177"/>
                    <a:pt x="325" y="172"/>
                  </a:cubicBezTo>
                  <a:cubicBezTo>
                    <a:pt x="325" y="87"/>
                    <a:pt x="256" y="18"/>
                    <a:pt x="171" y="18"/>
                  </a:cubicBezTo>
                  <a:cubicBezTo>
                    <a:pt x="87" y="18"/>
                    <a:pt x="18" y="87"/>
                    <a:pt x="18" y="172"/>
                  </a:cubicBezTo>
                  <a:cubicBezTo>
                    <a:pt x="18" y="217"/>
                    <a:pt x="37" y="259"/>
                    <a:pt x="71" y="289"/>
                  </a:cubicBezTo>
                  <a:cubicBezTo>
                    <a:pt x="75" y="292"/>
                    <a:pt x="75" y="298"/>
                    <a:pt x="72" y="301"/>
                  </a:cubicBezTo>
                  <a:cubicBezTo>
                    <a:pt x="70" y="303"/>
                    <a:pt x="68" y="305"/>
                    <a:pt x="65" y="30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3" name="Freeform 148"/>
            <p:cNvSpPr>
              <a:spLocks/>
            </p:cNvSpPr>
            <p:nvPr/>
          </p:nvSpPr>
          <p:spPr bwMode="gray">
            <a:xfrm>
              <a:off x="5816600" y="1139826"/>
              <a:ext cx="234950" cy="69850"/>
            </a:xfrm>
            <a:custGeom>
              <a:avLst/>
              <a:gdLst>
                <a:gd name="T0" fmla="*/ 2147483646 w 168"/>
                <a:gd name="T1" fmla="*/ 2147483646 h 50"/>
                <a:gd name="T2" fmla="*/ 2147483646 w 168"/>
                <a:gd name="T3" fmla="*/ 2147483646 h 50"/>
                <a:gd name="T4" fmla="*/ 2147483646 w 168"/>
                <a:gd name="T5" fmla="*/ 2147483646 h 50"/>
                <a:gd name="T6" fmla="*/ 2147483646 w 168"/>
                <a:gd name="T7" fmla="*/ 2147483646 h 50"/>
                <a:gd name="T8" fmla="*/ 2147483646 w 168"/>
                <a:gd name="T9" fmla="*/ 2147483646 h 50"/>
                <a:gd name="T10" fmla="*/ 2147483646 w 168"/>
                <a:gd name="T11" fmla="*/ 2147483646 h 50"/>
                <a:gd name="T12" fmla="*/ 2147483646 w 168"/>
                <a:gd name="T13" fmla="*/ 2147483646 h 50"/>
                <a:gd name="T14" fmla="*/ 2147483646 w 168"/>
                <a:gd name="T15" fmla="*/ 2147483646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8"/>
                <a:gd name="T25" fmla="*/ 0 h 50"/>
                <a:gd name="T26" fmla="*/ 168 w 168"/>
                <a:gd name="T27" fmla="*/ 50 h 5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8" h="50">
                  <a:moveTo>
                    <a:pt x="63" y="50"/>
                  </a:moveTo>
                  <a:cubicBezTo>
                    <a:pt x="44" y="50"/>
                    <a:pt x="26" y="47"/>
                    <a:pt x="7" y="40"/>
                  </a:cubicBezTo>
                  <a:cubicBezTo>
                    <a:pt x="3" y="39"/>
                    <a:pt x="0" y="34"/>
                    <a:pt x="2" y="29"/>
                  </a:cubicBezTo>
                  <a:cubicBezTo>
                    <a:pt x="3" y="24"/>
                    <a:pt x="8" y="22"/>
                    <a:pt x="13" y="23"/>
                  </a:cubicBezTo>
                  <a:cubicBezTo>
                    <a:pt x="60" y="40"/>
                    <a:pt x="112" y="32"/>
                    <a:pt x="153" y="3"/>
                  </a:cubicBezTo>
                  <a:cubicBezTo>
                    <a:pt x="157" y="0"/>
                    <a:pt x="162" y="1"/>
                    <a:pt x="165" y="5"/>
                  </a:cubicBezTo>
                  <a:cubicBezTo>
                    <a:pt x="168" y="9"/>
                    <a:pt x="167" y="15"/>
                    <a:pt x="163" y="18"/>
                  </a:cubicBezTo>
                  <a:cubicBezTo>
                    <a:pt x="134" y="39"/>
                    <a:pt x="99" y="50"/>
                    <a:pt x="63" y="5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4" name="Freeform 149"/>
            <p:cNvSpPr>
              <a:spLocks/>
            </p:cNvSpPr>
            <p:nvPr/>
          </p:nvSpPr>
          <p:spPr bwMode="gray">
            <a:xfrm>
              <a:off x="5753100" y="857251"/>
              <a:ext cx="171450" cy="152400"/>
            </a:xfrm>
            <a:custGeom>
              <a:avLst/>
              <a:gdLst>
                <a:gd name="T0" fmla="*/ 2147483646 w 123"/>
                <a:gd name="T1" fmla="*/ 2147483646 h 109"/>
                <a:gd name="T2" fmla="*/ 2147483646 w 123"/>
                <a:gd name="T3" fmla="*/ 2147483646 h 109"/>
                <a:gd name="T4" fmla="*/ 2147483646 w 123"/>
                <a:gd name="T5" fmla="*/ 2147483646 h 109"/>
                <a:gd name="T6" fmla="*/ 2147483646 w 123"/>
                <a:gd name="T7" fmla="*/ 2147483646 h 109"/>
                <a:gd name="T8" fmla="*/ 2147483646 w 123"/>
                <a:gd name="T9" fmla="*/ 2147483646 h 109"/>
                <a:gd name="T10" fmla="*/ 2147483646 w 123"/>
                <a:gd name="T11" fmla="*/ 2147483646 h 109"/>
                <a:gd name="T12" fmla="*/ 2147483646 w 123"/>
                <a:gd name="T13" fmla="*/ 2147483646 h 109"/>
                <a:gd name="T14" fmla="*/ 2147483646 w 123"/>
                <a:gd name="T15" fmla="*/ 2147483646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3"/>
                <a:gd name="T25" fmla="*/ 0 h 109"/>
                <a:gd name="T26" fmla="*/ 123 w 123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3" h="109">
                  <a:moveTo>
                    <a:pt x="113" y="109"/>
                  </a:moveTo>
                  <a:cubicBezTo>
                    <a:pt x="111" y="109"/>
                    <a:pt x="108" y="108"/>
                    <a:pt x="107" y="10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0" y="14"/>
                    <a:pt x="0" y="8"/>
                    <a:pt x="3" y="4"/>
                  </a:cubicBezTo>
                  <a:cubicBezTo>
                    <a:pt x="6" y="1"/>
                    <a:pt x="12" y="0"/>
                    <a:pt x="16" y="3"/>
                  </a:cubicBezTo>
                  <a:cubicBezTo>
                    <a:pt x="119" y="93"/>
                    <a:pt x="119" y="93"/>
                    <a:pt x="119" y="93"/>
                  </a:cubicBezTo>
                  <a:cubicBezTo>
                    <a:pt x="122" y="96"/>
                    <a:pt x="123" y="102"/>
                    <a:pt x="119" y="106"/>
                  </a:cubicBezTo>
                  <a:cubicBezTo>
                    <a:pt x="118" y="108"/>
                    <a:pt x="115" y="109"/>
                    <a:pt x="113" y="109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5" name="Freeform 150"/>
            <p:cNvSpPr>
              <a:spLocks/>
            </p:cNvSpPr>
            <p:nvPr/>
          </p:nvSpPr>
          <p:spPr bwMode="gray">
            <a:xfrm>
              <a:off x="5897563" y="895351"/>
              <a:ext cx="107950" cy="114300"/>
            </a:xfrm>
            <a:custGeom>
              <a:avLst/>
              <a:gdLst>
                <a:gd name="T0" fmla="*/ 2147483646 w 77"/>
                <a:gd name="T1" fmla="*/ 2147483646 h 81"/>
                <a:gd name="T2" fmla="*/ 2147483646 w 77"/>
                <a:gd name="T3" fmla="*/ 2147483646 h 81"/>
                <a:gd name="T4" fmla="*/ 2147483646 w 77"/>
                <a:gd name="T5" fmla="*/ 2147483646 h 81"/>
                <a:gd name="T6" fmla="*/ 2147483646 w 77"/>
                <a:gd name="T7" fmla="*/ 2147483646 h 81"/>
                <a:gd name="T8" fmla="*/ 2147483646 w 77"/>
                <a:gd name="T9" fmla="*/ 2147483646 h 81"/>
                <a:gd name="T10" fmla="*/ 2147483646 w 77"/>
                <a:gd name="T11" fmla="*/ 2147483646 h 81"/>
                <a:gd name="T12" fmla="*/ 2147483646 w 77"/>
                <a:gd name="T13" fmla="*/ 2147483646 h 81"/>
                <a:gd name="T14" fmla="*/ 2147483646 w 77"/>
                <a:gd name="T15" fmla="*/ 2147483646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7"/>
                <a:gd name="T25" fmla="*/ 0 h 81"/>
                <a:gd name="T26" fmla="*/ 77 w 77"/>
                <a:gd name="T27" fmla="*/ 81 h 8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7" h="81">
                  <a:moveTo>
                    <a:pt x="10" y="81"/>
                  </a:moveTo>
                  <a:cubicBezTo>
                    <a:pt x="7" y="81"/>
                    <a:pt x="5" y="80"/>
                    <a:pt x="3" y="78"/>
                  </a:cubicBezTo>
                  <a:cubicBezTo>
                    <a:pt x="0" y="75"/>
                    <a:pt x="0" y="69"/>
                    <a:pt x="3" y="66"/>
                  </a:cubicBezTo>
                  <a:cubicBezTo>
                    <a:pt x="60" y="4"/>
                    <a:pt x="60" y="4"/>
                    <a:pt x="60" y="4"/>
                  </a:cubicBezTo>
                  <a:cubicBezTo>
                    <a:pt x="64" y="0"/>
                    <a:pt x="69" y="0"/>
                    <a:pt x="73" y="3"/>
                  </a:cubicBezTo>
                  <a:cubicBezTo>
                    <a:pt x="77" y="7"/>
                    <a:pt x="77" y="12"/>
                    <a:pt x="73" y="16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4" y="80"/>
                    <a:pt x="12" y="81"/>
                    <a:pt x="10" y="8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18" name="Can 9"/>
          <p:cNvSpPr/>
          <p:nvPr/>
        </p:nvSpPr>
        <p:spPr bwMode="gray">
          <a:xfrm>
            <a:off x="1524755" y="3252712"/>
            <a:ext cx="1663018" cy="641287"/>
          </a:xfrm>
          <a:prstGeom prst="can">
            <a:avLst>
              <a:gd name="adj" fmla="val 32693"/>
            </a:avLst>
          </a:prstGeom>
          <a:solidFill>
            <a:srgbClr val="FFF2CC">
              <a:alpha val="52000"/>
            </a:srgbClr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93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reeform 159"/>
          <p:cNvSpPr/>
          <p:nvPr/>
        </p:nvSpPr>
        <p:spPr bwMode="gray">
          <a:xfrm flipH="1">
            <a:off x="2369206" y="1031703"/>
            <a:ext cx="2370434" cy="123909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endParaRPr lang="en-US" sz="12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CloudWAN</a:t>
            </a:r>
            <a:r>
              <a:rPr lang="en-US" altLang="zh-CN" dirty="0">
                <a:sym typeface="Huawei Sans" panose="020C0503030203020204" pitchFamily="34" charset="0"/>
              </a:rPr>
              <a:t> 3.0</a:t>
            </a:r>
            <a:r>
              <a:rPr lang="zh-CN" altLang="en-US" dirty="0">
                <a:sym typeface="Huawei Sans" panose="020C0503030203020204" pitchFamily="34" charset="0"/>
              </a:rPr>
              <a:t>：引领广域网络进入智能云网时代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44546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 flipV="1">
            <a:off x="1015392" y="2296013"/>
            <a:ext cx="4957125" cy="122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圆柱形 12"/>
          <p:cNvSpPr/>
          <p:nvPr/>
        </p:nvSpPr>
        <p:spPr bwMode="gray">
          <a:xfrm rot="16200000" flipH="1" flipV="1">
            <a:off x="3395317" y="1225175"/>
            <a:ext cx="287591" cy="4325939"/>
          </a:xfrm>
          <a:prstGeom prst="can">
            <a:avLst>
              <a:gd name="adj" fmla="val 50857"/>
            </a:avLst>
          </a:prstGeom>
          <a:gradFill flip="none" rotWithShape="1">
            <a:gsLst>
              <a:gs pos="0">
                <a:sysClr val="window" lastClr="FFFFFF">
                  <a:lumMod val="50000"/>
                  <a:alpha val="50000"/>
                </a:sysClr>
              </a:gs>
              <a:gs pos="98000">
                <a:sysClr val="window" lastClr="FFFFFF">
                  <a:lumMod val="95000"/>
                </a:sysClr>
              </a:gs>
            </a:gsLst>
            <a:lin ang="0" scaled="1"/>
            <a:tileRect/>
          </a:gradFill>
          <a:ln w="6350" cap="flat" cmpd="sng" algn="ctr">
            <a:solidFill>
              <a:sysClr val="window" lastClr="FFFFFF">
                <a:lumMod val="8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flat" dir="t"/>
          </a:scene3d>
        </p:spPr>
        <p:txBody>
          <a:bodyPr lIns="91470" tIns="45736" rIns="91470" bIns="45736" anchor="ctr"/>
          <a:lstStyle/>
          <a:p>
            <a:pPr algn="ctr">
              <a:buClr>
                <a:srgbClr val="CC9900"/>
              </a:buClr>
              <a:buFont typeface="Wingdings" pitchFamily="2" charset="2"/>
              <a:buChar char="n"/>
              <a:defRPr/>
            </a:pPr>
            <a:endParaRPr lang="zh-CN" altLang="en-US" sz="1600" kern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4" name="文本框 292"/>
          <p:cNvSpPr txBox="1"/>
          <p:nvPr/>
        </p:nvSpPr>
        <p:spPr bwMode="gray">
          <a:xfrm>
            <a:off x="2974781" y="3285790"/>
            <a:ext cx="1001299" cy="1847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SRv6</a:t>
            </a:r>
            <a:endParaRPr kumimoji="1" lang="zh-CN" altLang="en-US" sz="1200" b="1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 bwMode="gray">
          <a:xfrm flipH="1">
            <a:off x="1348227" y="3631591"/>
            <a:ext cx="4412392" cy="444515"/>
            <a:chOff x="1615254" y="3921147"/>
            <a:chExt cx="4416256" cy="444515"/>
          </a:xfrm>
        </p:grpSpPr>
        <p:sp>
          <p:nvSpPr>
            <p:cNvPr id="16" name="圆柱形 15"/>
            <p:cNvSpPr/>
            <p:nvPr/>
          </p:nvSpPr>
          <p:spPr bwMode="gray">
            <a:xfrm rot="16200000">
              <a:off x="3610323" y="1926078"/>
              <a:ext cx="426117" cy="4416256"/>
            </a:xfrm>
            <a:prstGeom prst="can">
              <a:avLst>
                <a:gd name="adj" fmla="val 50857"/>
              </a:avLst>
            </a:prstGeom>
            <a:gradFill flip="none" rotWithShape="1">
              <a:gsLst>
                <a:gs pos="0">
                  <a:sysClr val="window" lastClr="FFFFFF">
                    <a:lumMod val="75000"/>
                    <a:alpha val="40000"/>
                  </a:sysClr>
                </a:gs>
                <a:gs pos="53000">
                  <a:sysClr val="window" lastClr="FFFFFF"/>
                </a:gs>
                <a:gs pos="100000">
                  <a:sysClr val="window" lastClr="FFFFFF">
                    <a:lumMod val="50000"/>
                    <a:alpha val="40000"/>
                  </a:sysClr>
                </a:gs>
              </a:gsLst>
              <a:lin ang="0" scaled="1"/>
              <a:tileRect/>
            </a:gradFill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6">
                <a:defRPr/>
              </a:pPr>
              <a:endParaRPr lang="zh-CN" altLang="en-US" sz="1700" kern="0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grpSp>
          <p:nvGrpSpPr>
            <p:cNvPr id="17" name="组合 16"/>
            <p:cNvGrpSpPr/>
            <p:nvPr/>
          </p:nvGrpSpPr>
          <p:grpSpPr bwMode="gray">
            <a:xfrm flipH="1">
              <a:off x="1661901" y="4047686"/>
              <a:ext cx="4345227" cy="235989"/>
              <a:chOff x="7069332" y="3056118"/>
              <a:chExt cx="2288028" cy="583589"/>
            </a:xfrm>
            <a:solidFill>
              <a:sysClr val="window" lastClr="FFFFFF">
                <a:lumMod val="65000"/>
                <a:alpha val="43137"/>
              </a:sysClr>
            </a:solidFill>
          </p:grpSpPr>
          <p:sp>
            <p:nvSpPr>
              <p:cNvPr id="23" name="平行四边形 22"/>
              <p:cNvSpPr/>
              <p:nvPr/>
            </p:nvSpPr>
            <p:spPr bwMode="gray">
              <a:xfrm>
                <a:off x="7077882" y="3200710"/>
                <a:ext cx="2271930" cy="438997"/>
              </a:xfrm>
              <a:prstGeom prst="parallelogram">
                <a:avLst>
                  <a:gd name="adj" fmla="val 86151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6">
                  <a:defRPr/>
                </a:pPr>
                <a:endParaRPr lang="zh-CN" altLang="en-US" sz="1700" kern="0" smtClean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  <p:sp>
            <p:nvSpPr>
              <p:cNvPr id="24" name="平行四边形 23"/>
              <p:cNvSpPr/>
              <p:nvPr/>
            </p:nvSpPr>
            <p:spPr bwMode="gray">
              <a:xfrm>
                <a:off x="7069332" y="3056118"/>
                <a:ext cx="2288028" cy="438997"/>
              </a:xfrm>
              <a:prstGeom prst="parallelogram">
                <a:avLst>
                  <a:gd name="adj" fmla="val 86151"/>
                </a:avLst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6">
                  <a:defRPr/>
                </a:pPr>
                <a:endParaRPr lang="zh-CN" altLang="en-US" sz="1700" kern="0" smtClean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18" name="平行四边形 17"/>
            <p:cNvSpPr/>
            <p:nvPr/>
          </p:nvSpPr>
          <p:spPr bwMode="gray">
            <a:xfrm flipH="1">
              <a:off x="1661901" y="3983751"/>
              <a:ext cx="4224157" cy="38321"/>
            </a:xfrm>
            <a:prstGeom prst="parallelogram">
              <a:avLst>
                <a:gd name="adj" fmla="val 86151"/>
              </a:avLst>
            </a:prstGeom>
            <a:solidFill>
              <a:srgbClr val="C00000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6">
                <a:defRPr/>
              </a:pPr>
              <a:endParaRPr lang="zh-CN" altLang="en-US" sz="1700" kern="0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9" name="平行四边形 18"/>
            <p:cNvSpPr/>
            <p:nvPr/>
          </p:nvSpPr>
          <p:spPr bwMode="gray">
            <a:xfrm flipH="1">
              <a:off x="1699084" y="4034232"/>
              <a:ext cx="4224157" cy="38321"/>
            </a:xfrm>
            <a:prstGeom prst="parallelogram">
              <a:avLst>
                <a:gd name="adj" fmla="val 86151"/>
              </a:avLst>
            </a:prstGeom>
            <a:solidFill>
              <a:srgbClr val="C00000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6">
                <a:defRPr/>
              </a:pPr>
              <a:endParaRPr lang="zh-CN" altLang="en-US" sz="1700" kern="0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0" name="平行四边形 19"/>
            <p:cNvSpPr/>
            <p:nvPr/>
          </p:nvSpPr>
          <p:spPr bwMode="gray">
            <a:xfrm flipH="1">
              <a:off x="1742616" y="4084713"/>
              <a:ext cx="4224157" cy="38321"/>
            </a:xfrm>
            <a:prstGeom prst="parallelogram">
              <a:avLst>
                <a:gd name="adj" fmla="val 86151"/>
              </a:avLst>
            </a:prstGeom>
            <a:solidFill>
              <a:srgbClr val="C00000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6">
                <a:defRPr/>
              </a:pPr>
              <a:endParaRPr lang="zh-CN" altLang="en-US" sz="1700" kern="0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1" name="平行四边形 20"/>
            <p:cNvSpPr/>
            <p:nvPr/>
          </p:nvSpPr>
          <p:spPr bwMode="gray">
            <a:xfrm flipH="1">
              <a:off x="1782971" y="4135194"/>
              <a:ext cx="4224157" cy="38321"/>
            </a:xfrm>
            <a:prstGeom prst="parallelogram">
              <a:avLst>
                <a:gd name="adj" fmla="val 86151"/>
              </a:avLst>
            </a:prstGeom>
            <a:solidFill>
              <a:srgbClr val="C00000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16">
                <a:defRPr/>
              </a:pPr>
              <a:endParaRPr lang="zh-CN" altLang="en-US" sz="1700" kern="0" smtClean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22" name="文本框 293"/>
            <p:cNvSpPr txBox="1"/>
            <p:nvPr/>
          </p:nvSpPr>
          <p:spPr bwMode="gray">
            <a:xfrm>
              <a:off x="3332913" y="4180996"/>
              <a:ext cx="1001299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defRPr/>
              </a:pPr>
              <a:r>
                <a:rPr kumimoji="1" lang="en-US" altLang="zh-CN" sz="1200" b="1" kern="0" dirty="0" err="1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FlexE</a:t>
              </a:r>
              <a:r>
                <a:rPr kumimoji="1" lang="zh-CN" altLang="en-US" sz="1200" b="1" kern="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切片</a:t>
              </a:r>
            </a:p>
          </p:txBody>
        </p:sp>
      </p:grpSp>
      <p:sp>
        <p:nvSpPr>
          <p:cNvPr id="76" name="文本框 67"/>
          <p:cNvSpPr txBox="1"/>
          <p:nvPr/>
        </p:nvSpPr>
        <p:spPr bwMode="gray">
          <a:xfrm>
            <a:off x="6678915" y="2196791"/>
            <a:ext cx="4933392" cy="976403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28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wrap="square" lIns="108000" tIns="72000" rIns="72000" bIns="72000" rtlCol="0">
            <a:spAutoFit/>
          </a:bodyPr>
          <a:lstStyle/>
          <a:p>
            <a:pPr defTabSz="914051">
              <a:spcBef>
                <a:spcPts val="600"/>
              </a:spcBef>
            </a:pP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一纤多用，确定性体验</a:t>
            </a:r>
            <a:endParaRPr lang="en-US" altLang="zh-CN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  <a:p>
            <a:pPr marL="228646" indent="-228646" defTabSz="914051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层次化切片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 </a:t>
            </a:r>
          </a:p>
          <a:p>
            <a:pPr marL="228646" indent="-228646" defTabSz="914051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专利指纹切片技术，极简部署</a:t>
            </a:r>
          </a:p>
        </p:txBody>
      </p:sp>
      <p:sp>
        <p:nvSpPr>
          <p:cNvPr id="79" name="文本框 192"/>
          <p:cNvSpPr txBox="1"/>
          <p:nvPr/>
        </p:nvSpPr>
        <p:spPr bwMode="gray">
          <a:xfrm>
            <a:off x="6678915" y="4089288"/>
            <a:ext cx="4933392" cy="68401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28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wrap="square" lIns="108000" tIns="72000" rIns="72000" bIns="72000" rtlCol="0">
            <a:spAutoFit/>
          </a:bodyPr>
          <a:lstStyle/>
          <a:p>
            <a:pPr defTabSz="914051">
              <a:spcBef>
                <a:spcPts val="600"/>
              </a:spcBef>
            </a:pP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一网通达，网络数字化</a:t>
            </a:r>
            <a:endParaRPr lang="en-US" altLang="zh-CN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  <a:p>
            <a:pPr marL="228646" indent="-228646" defTabSz="914051">
              <a:spcBef>
                <a:spcPts val="600"/>
              </a:spcBef>
              <a:buSzPct val="100000"/>
              <a:buFont typeface="Arial" pitchFamily="34" charset="0"/>
              <a:buChar char="•"/>
            </a:pP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逐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跳检测技术，全网状态实时可视，分钟级排障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83" name="文本框 67"/>
          <p:cNvSpPr txBox="1"/>
          <p:nvPr/>
        </p:nvSpPr>
        <p:spPr bwMode="gray">
          <a:xfrm>
            <a:off x="6678915" y="1442903"/>
            <a:ext cx="4933392" cy="68401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28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wrap="square" lIns="108000" tIns="72000" rIns="72000" bIns="72000" rtlCol="0">
            <a:spAutoFit/>
          </a:bodyPr>
          <a:lstStyle/>
          <a:p>
            <a:pPr defTabSz="914051">
              <a:spcBef>
                <a:spcPts val="600"/>
              </a:spcBef>
            </a:pP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一跳入云，云网灵活联接</a:t>
            </a:r>
            <a:endParaRPr lang="en-US" altLang="zh-CN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  <a:p>
            <a:pPr marL="228646" indent="-228646" defTabSz="914051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SRv6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业务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分钟级开通，业务敏捷上云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84" name="文本框 67"/>
          <p:cNvSpPr txBox="1"/>
          <p:nvPr/>
        </p:nvSpPr>
        <p:spPr bwMode="gray">
          <a:xfrm>
            <a:off x="6678915" y="3243067"/>
            <a:ext cx="4933392" cy="776348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28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wrap="square" lIns="108000" tIns="72000" rIns="72000" bIns="72000" rtlCol="0">
            <a:spAutoFit/>
          </a:bodyPr>
          <a:lstStyle/>
          <a:p>
            <a:pPr defTabSz="914051">
              <a:lnSpc>
                <a:spcPct val="120000"/>
              </a:lnSpc>
            </a:pP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一键导航，云网一体调度</a:t>
            </a:r>
            <a:endParaRPr lang="en-US" altLang="zh-CN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  <a:p>
            <a:pPr marL="228646" indent="-228646" defTabSz="914051">
              <a:lnSpc>
                <a:spcPct val="12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SDN+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智能云图算法，云网资源利用率高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 bwMode="gray">
          <a:xfrm>
            <a:off x="2599821" y="1912139"/>
            <a:ext cx="1909205" cy="185558"/>
            <a:chOff x="2845474" y="2559170"/>
            <a:chExt cx="1909205" cy="185558"/>
          </a:xfrm>
        </p:grpSpPr>
        <p:sp>
          <p:nvSpPr>
            <p:cNvPr id="86" name="TextBox 127"/>
            <p:cNvSpPr txBox="1">
              <a:spLocks noChangeArrowheads="1"/>
            </p:cNvSpPr>
            <p:nvPr/>
          </p:nvSpPr>
          <p:spPr bwMode="gray">
            <a:xfrm>
              <a:off x="2845474" y="2560062"/>
              <a:ext cx="30777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algn="ctr" defTabSz="914416" eaLnBrk="0" fontAlgn="ctr" hangingPunct="0">
                <a:buSzPct val="100000"/>
              </a:pPr>
              <a:r>
                <a:rPr lang="zh-CN" altLang="en-US" sz="120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管理</a:t>
              </a:r>
              <a:endParaRPr 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87" name="TextBox 127"/>
            <p:cNvSpPr txBox="1">
              <a:spLocks noChangeArrowheads="1"/>
            </p:cNvSpPr>
            <p:nvPr/>
          </p:nvSpPr>
          <p:spPr bwMode="gray">
            <a:xfrm>
              <a:off x="3646188" y="2559170"/>
              <a:ext cx="30777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algn="ctr" defTabSz="914416" eaLnBrk="0" fontAlgn="ctr" hangingPunct="0">
                <a:buSzPct val="100000"/>
              </a:pPr>
              <a:r>
                <a:rPr lang="zh-CN" altLang="en-US" sz="1200" dirty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控制</a:t>
              </a:r>
              <a:endParaRPr 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88" name="TextBox 127"/>
            <p:cNvSpPr txBox="1">
              <a:spLocks noChangeArrowheads="1"/>
            </p:cNvSpPr>
            <p:nvPr/>
          </p:nvSpPr>
          <p:spPr bwMode="gray">
            <a:xfrm>
              <a:off x="4446902" y="2560062"/>
              <a:ext cx="30777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algn="ctr" defTabSz="914416" eaLnBrk="0" fontAlgn="ctr" hangingPunct="0">
                <a:buSzPct val="100000"/>
                <a:defRPr/>
              </a:pPr>
              <a:r>
                <a:rPr lang="zh-CN" altLang="en-US" sz="1200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分析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</p:grpSp>
      <p:pic>
        <p:nvPicPr>
          <p:cNvPr id="8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767869" y="1476283"/>
            <a:ext cx="1573108" cy="28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0" name="组合 89"/>
          <p:cNvGrpSpPr/>
          <p:nvPr/>
        </p:nvGrpSpPr>
        <p:grpSpPr bwMode="gray">
          <a:xfrm>
            <a:off x="2672090" y="2427188"/>
            <a:ext cx="159693" cy="198091"/>
            <a:chOff x="2885450" y="2977925"/>
            <a:chExt cx="159693" cy="198091"/>
          </a:xfrm>
        </p:grpSpPr>
        <p:sp>
          <p:nvSpPr>
            <p:cNvPr id="95" name="燕尾形 94"/>
            <p:cNvSpPr/>
            <p:nvPr/>
          </p:nvSpPr>
          <p:spPr bwMode="gray">
            <a:xfrm rot="16200000" flipV="1">
              <a:off x="2908755" y="3039628"/>
              <a:ext cx="113083" cy="159693"/>
            </a:xfrm>
            <a:prstGeom prst="chevron">
              <a:avLst/>
            </a:prstGeom>
            <a:solidFill>
              <a:srgbClr val="C00000">
                <a:alpha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58209">
                <a:defRPr/>
              </a:pPr>
              <a:endParaRPr lang="zh-CN" altLang="en-US" sz="12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96" name="燕尾形 95"/>
            <p:cNvSpPr/>
            <p:nvPr/>
          </p:nvSpPr>
          <p:spPr bwMode="gray">
            <a:xfrm rot="16200000" flipV="1">
              <a:off x="2908755" y="2954620"/>
              <a:ext cx="113083" cy="159693"/>
            </a:xfrm>
            <a:prstGeom prst="chevron">
              <a:avLst/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58209">
                <a:defRPr/>
              </a:pPr>
              <a:endParaRPr lang="zh-CN" altLang="en-US" sz="12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 bwMode="gray">
          <a:xfrm>
            <a:off x="3921972" y="2429755"/>
            <a:ext cx="159693" cy="192957"/>
            <a:chOff x="3599962" y="2983059"/>
            <a:chExt cx="159693" cy="192957"/>
          </a:xfrm>
        </p:grpSpPr>
        <p:sp>
          <p:nvSpPr>
            <p:cNvPr id="97" name="燕尾形 96"/>
            <p:cNvSpPr/>
            <p:nvPr/>
          </p:nvSpPr>
          <p:spPr bwMode="gray">
            <a:xfrm rot="5400000" flipV="1">
              <a:off x="3623267" y="2959754"/>
              <a:ext cx="113083" cy="159693"/>
            </a:xfrm>
            <a:prstGeom prst="chevron">
              <a:avLst/>
            </a:prstGeom>
            <a:solidFill>
              <a:sysClr val="window" lastClr="FFFFFF">
                <a:lumMod val="65000"/>
                <a:alpha val="4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58209">
                <a:defRPr/>
              </a:pPr>
              <a:endParaRPr lang="zh-CN" altLang="en-US" sz="12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98" name="燕尾形 97"/>
            <p:cNvSpPr/>
            <p:nvPr/>
          </p:nvSpPr>
          <p:spPr bwMode="gray">
            <a:xfrm rot="5400000" flipV="1">
              <a:off x="3623267" y="3039628"/>
              <a:ext cx="113083" cy="159693"/>
            </a:xfrm>
            <a:prstGeom prst="chevron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58209">
                <a:defRPr/>
              </a:pPr>
              <a:endParaRPr lang="zh-CN" altLang="en-US" sz="12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</p:grpSp>
      <p:sp>
        <p:nvSpPr>
          <p:cNvPr id="99" name="文本框 188"/>
          <p:cNvSpPr txBox="1"/>
          <p:nvPr/>
        </p:nvSpPr>
        <p:spPr bwMode="gray">
          <a:xfrm>
            <a:off x="2821677" y="2387734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16">
              <a:defRPr/>
            </a:pPr>
            <a:r>
              <a:rPr lang="en-US" altLang="zh-CN" sz="1200" kern="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iFIT</a:t>
            </a:r>
            <a:endParaRPr lang="zh-CN" altLang="en-US" sz="1200" kern="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00" name="文本框 190"/>
          <p:cNvSpPr txBox="1"/>
          <p:nvPr/>
        </p:nvSpPr>
        <p:spPr bwMode="gray">
          <a:xfrm>
            <a:off x="4229453" y="2387734"/>
            <a:ext cx="8867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16">
              <a:defRPr/>
            </a:pPr>
            <a:r>
              <a:rPr lang="en-US" altLang="zh-CN" sz="1200" kern="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NETCONF</a:t>
            </a:r>
            <a:endParaRPr lang="zh-CN" altLang="en-US" sz="1200" kern="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02" name="文本框 205"/>
          <p:cNvSpPr txBox="1"/>
          <p:nvPr/>
        </p:nvSpPr>
        <p:spPr bwMode="gray">
          <a:xfrm>
            <a:off x="1289514" y="5320992"/>
            <a:ext cx="52578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051"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乡</a:t>
            </a: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网点</a:t>
            </a:r>
          </a:p>
        </p:txBody>
      </p:sp>
      <p:sp>
        <p:nvSpPr>
          <p:cNvPr id="103" name="文本框 195"/>
          <p:cNvSpPr txBox="1"/>
          <p:nvPr/>
        </p:nvSpPr>
        <p:spPr bwMode="gray">
          <a:xfrm>
            <a:off x="3772246" y="5320992"/>
            <a:ext cx="83356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051"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市</a:t>
            </a: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一级支行</a:t>
            </a:r>
          </a:p>
        </p:txBody>
      </p:sp>
      <p:sp>
        <p:nvSpPr>
          <p:cNvPr id="104" name="文本框 203"/>
          <p:cNvSpPr txBox="1"/>
          <p:nvPr/>
        </p:nvSpPr>
        <p:spPr bwMode="gray">
          <a:xfrm>
            <a:off x="5375971" y="5320992"/>
            <a:ext cx="89768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051"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省</a:t>
            </a: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部委</a:t>
            </a: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总部</a:t>
            </a:r>
          </a:p>
        </p:txBody>
      </p:sp>
      <p:sp>
        <p:nvSpPr>
          <p:cNvPr id="105" name="文本框 204"/>
          <p:cNvSpPr txBox="1"/>
          <p:nvPr/>
        </p:nvSpPr>
        <p:spPr bwMode="gray">
          <a:xfrm>
            <a:off x="2445939" y="5320992"/>
            <a:ext cx="83356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051">
              <a:defRPr/>
            </a:pP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县</a:t>
            </a:r>
            <a:r>
              <a:rPr lang="en-US" altLang="zh-CN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二级支行</a:t>
            </a:r>
          </a:p>
        </p:txBody>
      </p:sp>
      <p:pic>
        <p:nvPicPr>
          <p:cNvPr id="114" name="图片 113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396133" y="4463999"/>
            <a:ext cx="681220" cy="37419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椭圆 114"/>
          <p:cNvSpPr/>
          <p:nvPr/>
        </p:nvSpPr>
        <p:spPr bwMode="gray">
          <a:xfrm>
            <a:off x="1658703" y="4568214"/>
            <a:ext cx="1092872" cy="243399"/>
          </a:xfrm>
          <a:prstGeom prst="ellipse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91470" tIns="45736" rIns="91470" bIns="45736" rtlCol="0" anchor="ctr"/>
          <a:lstStyle/>
          <a:p>
            <a:pPr algn="ctr" defTabSz="914051">
              <a:defRPr/>
            </a:pPr>
            <a:endParaRPr lang="zh-CN" altLang="en-US" sz="1100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18" name="文本框 206"/>
          <p:cNvSpPr txBox="1"/>
          <p:nvPr/>
        </p:nvSpPr>
        <p:spPr bwMode="gray">
          <a:xfrm>
            <a:off x="5623824" y="4598884"/>
            <a:ext cx="2099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 defTabSz="685401">
              <a:defRPr sz="900" b="1" ker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</a:t>
            </a:r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椭圆 120"/>
          <p:cNvSpPr/>
          <p:nvPr/>
        </p:nvSpPr>
        <p:spPr bwMode="gray">
          <a:xfrm>
            <a:off x="2956324" y="4568214"/>
            <a:ext cx="1113305" cy="243399"/>
          </a:xfrm>
          <a:prstGeom prst="ellipse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91470" tIns="45736" rIns="91470" bIns="45736" rtlCol="0" anchor="ctr"/>
          <a:lstStyle/>
          <a:p>
            <a:pPr algn="ctr" defTabSz="914051">
              <a:defRPr/>
            </a:pPr>
            <a:endParaRPr lang="zh-CN" altLang="en-US" sz="1100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sp>
        <p:nvSpPr>
          <p:cNvPr id="122" name="椭圆 121"/>
          <p:cNvSpPr/>
          <p:nvPr/>
        </p:nvSpPr>
        <p:spPr bwMode="gray">
          <a:xfrm>
            <a:off x="4284157" y="4568214"/>
            <a:ext cx="980174" cy="243399"/>
          </a:xfrm>
          <a:prstGeom prst="ellipse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91470" tIns="45736" rIns="91470" bIns="45736" rtlCol="0" anchor="ctr"/>
          <a:lstStyle/>
          <a:p>
            <a:pPr algn="ctr" defTabSz="914051">
              <a:defRPr/>
            </a:pPr>
            <a:endParaRPr lang="zh-CN" altLang="en-US" sz="1100" ker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831974" y="4322222"/>
            <a:ext cx="463745" cy="254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图片 123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5885783" y="4547773"/>
            <a:ext cx="549865" cy="3020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直接连接符 107"/>
          <p:cNvCxnSpPr/>
          <p:nvPr/>
        </p:nvCxnSpPr>
        <p:spPr bwMode="gray">
          <a:xfrm flipV="1">
            <a:off x="1129804" y="4274862"/>
            <a:ext cx="24634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 bwMode="gray">
          <a:xfrm flipH="1">
            <a:off x="1116729" y="4274862"/>
            <a:ext cx="259415" cy="90545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 bwMode="gray">
          <a:xfrm>
            <a:off x="893876" y="5177836"/>
            <a:ext cx="222853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 bwMode="gray">
          <a:xfrm flipV="1">
            <a:off x="1017839" y="4705542"/>
            <a:ext cx="448221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92"/>
          <p:cNvSpPr txBox="1"/>
          <p:nvPr/>
        </p:nvSpPr>
        <p:spPr bwMode="gray">
          <a:xfrm>
            <a:off x="6678915" y="4843176"/>
            <a:ext cx="4933392" cy="68401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28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wrap="square" lIns="108000" tIns="72000" rIns="72000" bIns="72000" rtlCol="0">
            <a:spAutoFit/>
          </a:bodyPr>
          <a:lstStyle/>
          <a:p>
            <a:pPr defTabSz="914051">
              <a:spcBef>
                <a:spcPts val="600"/>
              </a:spcBef>
            </a:pPr>
            <a:r>
              <a:rPr lang="zh-CN" altLang="en-US" sz="16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一体安全，全方位安全防护</a:t>
            </a:r>
            <a:endParaRPr lang="en-US" altLang="zh-CN" sz="16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  <a:p>
            <a:pPr marL="228646" indent="-228646" defTabSz="914051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乾坤安全云服务</a:t>
            </a:r>
            <a:r>
              <a:rPr lang="zh-CN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，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主动识别网络安全威胁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grpSp>
        <p:nvGrpSpPr>
          <p:cNvPr id="145" name="组合 298"/>
          <p:cNvGrpSpPr>
            <a:grpSpLocks/>
          </p:cNvGrpSpPr>
          <p:nvPr/>
        </p:nvGrpSpPr>
        <p:grpSpPr bwMode="gray">
          <a:xfrm>
            <a:off x="856800" y="4122084"/>
            <a:ext cx="296084" cy="242192"/>
            <a:chOff x="3122613" y="3792538"/>
            <a:chExt cx="644525" cy="528638"/>
          </a:xfrm>
          <a:solidFill>
            <a:schemeClr val="bg1">
              <a:lumMod val="50000"/>
            </a:schemeClr>
          </a:solidFill>
        </p:grpSpPr>
        <p:sp>
          <p:nvSpPr>
            <p:cNvPr id="146" name="Freeform 49"/>
            <p:cNvSpPr>
              <a:spLocks noEditPoints="1"/>
            </p:cNvSpPr>
            <p:nvPr/>
          </p:nvSpPr>
          <p:spPr bwMode="gray">
            <a:xfrm>
              <a:off x="3122613" y="3792538"/>
              <a:ext cx="644525" cy="528638"/>
            </a:xfrm>
            <a:custGeom>
              <a:avLst/>
              <a:gdLst>
                <a:gd name="T0" fmla="*/ 2147483646 w 1535"/>
                <a:gd name="T1" fmla="*/ 2147483646 h 1259"/>
                <a:gd name="T2" fmla="*/ 2147483646 w 1535"/>
                <a:gd name="T3" fmla="*/ 2147483646 h 1259"/>
                <a:gd name="T4" fmla="*/ 2147483646 w 1535"/>
                <a:gd name="T5" fmla="*/ 2147483646 h 1259"/>
                <a:gd name="T6" fmla="*/ 2147483646 w 1535"/>
                <a:gd name="T7" fmla="*/ 2147483646 h 1259"/>
                <a:gd name="T8" fmla="*/ 2147483646 w 1535"/>
                <a:gd name="T9" fmla="*/ 2147483646 h 1259"/>
                <a:gd name="T10" fmla="*/ 2147483646 w 1535"/>
                <a:gd name="T11" fmla="*/ 2147483646 h 1259"/>
                <a:gd name="T12" fmla="*/ 2147483646 w 1535"/>
                <a:gd name="T13" fmla="*/ 2147483646 h 1259"/>
                <a:gd name="T14" fmla="*/ 2147483646 w 1535"/>
                <a:gd name="T15" fmla="*/ 2147483646 h 1259"/>
                <a:gd name="T16" fmla="*/ 2147483646 w 1535"/>
                <a:gd name="T17" fmla="*/ 2147483646 h 1259"/>
                <a:gd name="T18" fmla="*/ 2147483646 w 1535"/>
                <a:gd name="T19" fmla="*/ 2147483646 h 1259"/>
                <a:gd name="T20" fmla="*/ 2147483646 w 1535"/>
                <a:gd name="T21" fmla="*/ 2147483646 h 1259"/>
                <a:gd name="T22" fmla="*/ 2147483646 w 1535"/>
                <a:gd name="T23" fmla="*/ 2147483646 h 1259"/>
                <a:gd name="T24" fmla="*/ 2147483646 w 1535"/>
                <a:gd name="T25" fmla="*/ 2147483646 h 1259"/>
                <a:gd name="T26" fmla="*/ 2147483646 w 1535"/>
                <a:gd name="T27" fmla="*/ 2147483646 h 1259"/>
                <a:gd name="T28" fmla="*/ 2147483646 w 1535"/>
                <a:gd name="T29" fmla="*/ 2147483646 h 1259"/>
                <a:gd name="T30" fmla="*/ 2147483646 w 1535"/>
                <a:gd name="T31" fmla="*/ 2147483646 h 1259"/>
                <a:gd name="T32" fmla="*/ 2147483646 w 1535"/>
                <a:gd name="T33" fmla="*/ 0 h 1259"/>
                <a:gd name="T34" fmla="*/ 0 w 1535"/>
                <a:gd name="T35" fmla="*/ 2147483646 h 1259"/>
                <a:gd name="T36" fmla="*/ 2147483646 w 1535"/>
                <a:gd name="T37" fmla="*/ 2147483646 h 1259"/>
                <a:gd name="T38" fmla="*/ 2147483646 w 1535"/>
                <a:gd name="T39" fmla="*/ 2147483646 h 1259"/>
                <a:gd name="T40" fmla="*/ 2147483646 w 1535"/>
                <a:gd name="T41" fmla="*/ 2147483646 h 1259"/>
                <a:gd name="T42" fmla="*/ 2147483646 w 1535"/>
                <a:gd name="T43" fmla="*/ 2147483646 h 1259"/>
                <a:gd name="T44" fmla="*/ 2147483646 w 1535"/>
                <a:gd name="T45" fmla="*/ 2147483646 h 1259"/>
                <a:gd name="T46" fmla="*/ 2147483646 w 1535"/>
                <a:gd name="T47" fmla="*/ 2147483646 h 1259"/>
                <a:gd name="T48" fmla="*/ 2147483646 w 1535"/>
                <a:gd name="T49" fmla="*/ 2147483646 h 1259"/>
                <a:gd name="T50" fmla="*/ 2147483646 w 1535"/>
                <a:gd name="T51" fmla="*/ 2147483646 h 1259"/>
                <a:gd name="T52" fmla="*/ 2147483646 w 1535"/>
                <a:gd name="T53" fmla="*/ 2147483646 h 1259"/>
                <a:gd name="T54" fmla="*/ 2147483646 w 1535"/>
                <a:gd name="T55" fmla="*/ 2147483646 h 1259"/>
                <a:gd name="T56" fmla="*/ 2147483646 w 1535"/>
                <a:gd name="T57" fmla="*/ 2147483646 h 1259"/>
                <a:gd name="T58" fmla="*/ 2147483646 w 1535"/>
                <a:gd name="T59" fmla="*/ 2147483646 h 1259"/>
                <a:gd name="T60" fmla="*/ 2147483646 w 1535"/>
                <a:gd name="T61" fmla="*/ 2147483646 h 1259"/>
                <a:gd name="T62" fmla="*/ 2147483646 w 1535"/>
                <a:gd name="T63" fmla="*/ 2147483646 h 1259"/>
                <a:gd name="T64" fmla="*/ 2147483646 w 1535"/>
                <a:gd name="T65" fmla="*/ 2147483646 h 1259"/>
                <a:gd name="T66" fmla="*/ 2147483646 w 1535"/>
                <a:gd name="T67" fmla="*/ 2147483646 h 1259"/>
                <a:gd name="T68" fmla="*/ 2147483646 w 1535"/>
                <a:gd name="T69" fmla="*/ 2147483646 h 1259"/>
                <a:gd name="T70" fmla="*/ 2147483646 w 1535"/>
                <a:gd name="T71" fmla="*/ 2147483646 h 1259"/>
                <a:gd name="T72" fmla="*/ 2147483646 w 1535"/>
                <a:gd name="T73" fmla="*/ 2147483646 h 125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535"/>
                <a:gd name="T112" fmla="*/ 0 h 1259"/>
                <a:gd name="T113" fmla="*/ 1535 w 1535"/>
                <a:gd name="T114" fmla="*/ 1259 h 1259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535" h="1259">
                  <a:moveTo>
                    <a:pt x="1468" y="270"/>
                  </a:moveTo>
                  <a:lnTo>
                    <a:pt x="1468" y="270"/>
                  </a:lnTo>
                  <a:lnTo>
                    <a:pt x="67" y="270"/>
                  </a:lnTo>
                  <a:lnTo>
                    <a:pt x="67" y="67"/>
                  </a:lnTo>
                  <a:lnTo>
                    <a:pt x="1468" y="67"/>
                  </a:lnTo>
                  <a:lnTo>
                    <a:pt x="1468" y="270"/>
                  </a:lnTo>
                  <a:close/>
                  <a:moveTo>
                    <a:pt x="1246" y="430"/>
                  </a:moveTo>
                  <a:lnTo>
                    <a:pt x="1246" y="430"/>
                  </a:lnTo>
                  <a:cubicBezTo>
                    <a:pt x="1188" y="430"/>
                    <a:pt x="1139" y="391"/>
                    <a:pt x="1125" y="337"/>
                  </a:cubicBezTo>
                  <a:lnTo>
                    <a:pt x="1368" y="337"/>
                  </a:lnTo>
                  <a:cubicBezTo>
                    <a:pt x="1353" y="391"/>
                    <a:pt x="1304" y="430"/>
                    <a:pt x="1246" y="430"/>
                  </a:cubicBezTo>
                  <a:close/>
                  <a:moveTo>
                    <a:pt x="927" y="430"/>
                  </a:moveTo>
                  <a:lnTo>
                    <a:pt x="927" y="430"/>
                  </a:lnTo>
                  <a:cubicBezTo>
                    <a:pt x="869" y="430"/>
                    <a:pt x="820" y="391"/>
                    <a:pt x="806" y="337"/>
                  </a:cubicBezTo>
                  <a:lnTo>
                    <a:pt x="1049" y="337"/>
                  </a:lnTo>
                  <a:cubicBezTo>
                    <a:pt x="1034" y="391"/>
                    <a:pt x="985" y="430"/>
                    <a:pt x="927" y="430"/>
                  </a:cubicBezTo>
                  <a:close/>
                  <a:moveTo>
                    <a:pt x="608" y="430"/>
                  </a:moveTo>
                  <a:lnTo>
                    <a:pt x="608" y="430"/>
                  </a:lnTo>
                  <a:cubicBezTo>
                    <a:pt x="550" y="430"/>
                    <a:pt x="501" y="391"/>
                    <a:pt x="487" y="337"/>
                  </a:cubicBezTo>
                  <a:lnTo>
                    <a:pt x="730" y="337"/>
                  </a:lnTo>
                  <a:cubicBezTo>
                    <a:pt x="715" y="391"/>
                    <a:pt x="666" y="430"/>
                    <a:pt x="608" y="430"/>
                  </a:cubicBezTo>
                  <a:close/>
                  <a:moveTo>
                    <a:pt x="289" y="430"/>
                  </a:moveTo>
                  <a:lnTo>
                    <a:pt x="289" y="430"/>
                  </a:lnTo>
                  <a:cubicBezTo>
                    <a:pt x="231" y="430"/>
                    <a:pt x="182" y="391"/>
                    <a:pt x="167" y="337"/>
                  </a:cubicBezTo>
                  <a:lnTo>
                    <a:pt x="411" y="337"/>
                  </a:lnTo>
                  <a:cubicBezTo>
                    <a:pt x="396" y="391"/>
                    <a:pt x="347" y="430"/>
                    <a:pt x="289" y="430"/>
                  </a:cubicBezTo>
                  <a:close/>
                  <a:moveTo>
                    <a:pt x="316" y="794"/>
                  </a:moveTo>
                  <a:lnTo>
                    <a:pt x="316" y="794"/>
                  </a:lnTo>
                  <a:lnTo>
                    <a:pt x="507" y="794"/>
                  </a:lnTo>
                  <a:lnTo>
                    <a:pt x="507" y="1156"/>
                  </a:lnTo>
                  <a:lnTo>
                    <a:pt x="316" y="1156"/>
                  </a:lnTo>
                  <a:lnTo>
                    <a:pt x="316" y="794"/>
                  </a:lnTo>
                  <a:close/>
                  <a:moveTo>
                    <a:pt x="1502" y="0"/>
                  </a:moveTo>
                  <a:lnTo>
                    <a:pt x="1502" y="0"/>
                  </a:lnTo>
                  <a:lnTo>
                    <a:pt x="34" y="0"/>
                  </a:lnTo>
                  <a:cubicBezTo>
                    <a:pt x="15" y="0"/>
                    <a:pt x="0" y="15"/>
                    <a:pt x="0" y="33"/>
                  </a:cubicBezTo>
                  <a:lnTo>
                    <a:pt x="0" y="304"/>
                  </a:lnTo>
                  <a:cubicBezTo>
                    <a:pt x="0" y="322"/>
                    <a:pt x="15" y="337"/>
                    <a:pt x="34" y="337"/>
                  </a:cubicBezTo>
                  <a:lnTo>
                    <a:pt x="96" y="337"/>
                  </a:lnTo>
                  <a:lnTo>
                    <a:pt x="96" y="1189"/>
                  </a:lnTo>
                  <a:cubicBezTo>
                    <a:pt x="96" y="1208"/>
                    <a:pt x="111" y="1223"/>
                    <a:pt x="129" y="1223"/>
                  </a:cubicBezTo>
                  <a:lnTo>
                    <a:pt x="840" y="1223"/>
                  </a:lnTo>
                  <a:cubicBezTo>
                    <a:pt x="852" y="1244"/>
                    <a:pt x="874" y="1259"/>
                    <a:pt x="901" y="1259"/>
                  </a:cubicBezTo>
                  <a:cubicBezTo>
                    <a:pt x="939" y="1259"/>
                    <a:pt x="970" y="1228"/>
                    <a:pt x="970" y="1190"/>
                  </a:cubicBezTo>
                  <a:cubicBezTo>
                    <a:pt x="970" y="1152"/>
                    <a:pt x="939" y="1120"/>
                    <a:pt x="901" y="1120"/>
                  </a:cubicBezTo>
                  <a:cubicBezTo>
                    <a:pt x="875" y="1120"/>
                    <a:pt x="852" y="1135"/>
                    <a:pt x="840" y="1156"/>
                  </a:cubicBezTo>
                  <a:lnTo>
                    <a:pt x="561" y="1156"/>
                  </a:lnTo>
                  <a:lnTo>
                    <a:pt x="561" y="767"/>
                  </a:lnTo>
                  <a:cubicBezTo>
                    <a:pt x="561" y="753"/>
                    <a:pt x="549" y="741"/>
                    <a:pt x="534" y="741"/>
                  </a:cubicBezTo>
                  <a:lnTo>
                    <a:pt x="289" y="741"/>
                  </a:lnTo>
                  <a:cubicBezTo>
                    <a:pt x="274" y="741"/>
                    <a:pt x="262" y="753"/>
                    <a:pt x="262" y="767"/>
                  </a:cubicBezTo>
                  <a:lnTo>
                    <a:pt x="262" y="1156"/>
                  </a:lnTo>
                  <a:lnTo>
                    <a:pt x="163" y="1156"/>
                  </a:lnTo>
                  <a:lnTo>
                    <a:pt x="163" y="449"/>
                  </a:lnTo>
                  <a:cubicBezTo>
                    <a:pt x="197" y="479"/>
                    <a:pt x="241" y="497"/>
                    <a:pt x="289" y="497"/>
                  </a:cubicBezTo>
                  <a:cubicBezTo>
                    <a:pt x="355" y="497"/>
                    <a:pt x="414" y="463"/>
                    <a:pt x="449" y="412"/>
                  </a:cubicBezTo>
                  <a:cubicBezTo>
                    <a:pt x="483" y="463"/>
                    <a:pt x="542" y="497"/>
                    <a:pt x="608" y="497"/>
                  </a:cubicBezTo>
                  <a:cubicBezTo>
                    <a:pt x="674" y="497"/>
                    <a:pt x="733" y="463"/>
                    <a:pt x="768" y="412"/>
                  </a:cubicBezTo>
                  <a:cubicBezTo>
                    <a:pt x="802" y="463"/>
                    <a:pt x="861" y="497"/>
                    <a:pt x="927" y="497"/>
                  </a:cubicBezTo>
                  <a:cubicBezTo>
                    <a:pt x="993" y="497"/>
                    <a:pt x="1052" y="463"/>
                    <a:pt x="1087" y="412"/>
                  </a:cubicBezTo>
                  <a:cubicBezTo>
                    <a:pt x="1121" y="463"/>
                    <a:pt x="1180" y="497"/>
                    <a:pt x="1246" y="497"/>
                  </a:cubicBezTo>
                  <a:cubicBezTo>
                    <a:pt x="1295" y="497"/>
                    <a:pt x="1339" y="479"/>
                    <a:pt x="1372" y="449"/>
                  </a:cubicBezTo>
                  <a:lnTo>
                    <a:pt x="1372" y="1156"/>
                  </a:lnTo>
                  <a:lnTo>
                    <a:pt x="1175" y="1156"/>
                  </a:lnTo>
                  <a:cubicBezTo>
                    <a:pt x="1164" y="1134"/>
                    <a:pt x="1141" y="1120"/>
                    <a:pt x="1114" y="1120"/>
                  </a:cubicBezTo>
                  <a:cubicBezTo>
                    <a:pt x="1076" y="1120"/>
                    <a:pt x="1045" y="1151"/>
                    <a:pt x="1045" y="1189"/>
                  </a:cubicBezTo>
                  <a:cubicBezTo>
                    <a:pt x="1045" y="1227"/>
                    <a:pt x="1076" y="1258"/>
                    <a:pt x="1114" y="1258"/>
                  </a:cubicBezTo>
                  <a:cubicBezTo>
                    <a:pt x="1141" y="1258"/>
                    <a:pt x="1163" y="1244"/>
                    <a:pt x="1175" y="1223"/>
                  </a:cubicBezTo>
                  <a:lnTo>
                    <a:pt x="1406" y="1223"/>
                  </a:lnTo>
                  <a:cubicBezTo>
                    <a:pt x="1424" y="1223"/>
                    <a:pt x="1439" y="1208"/>
                    <a:pt x="1439" y="1189"/>
                  </a:cubicBezTo>
                  <a:lnTo>
                    <a:pt x="1439" y="337"/>
                  </a:lnTo>
                  <a:lnTo>
                    <a:pt x="1502" y="337"/>
                  </a:lnTo>
                  <a:cubicBezTo>
                    <a:pt x="1520" y="337"/>
                    <a:pt x="1535" y="322"/>
                    <a:pt x="1535" y="304"/>
                  </a:cubicBezTo>
                  <a:lnTo>
                    <a:pt x="1535" y="33"/>
                  </a:lnTo>
                  <a:cubicBezTo>
                    <a:pt x="1535" y="15"/>
                    <a:pt x="1520" y="0"/>
                    <a:pt x="150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7" name="Freeform 50"/>
            <p:cNvSpPr>
              <a:spLocks/>
            </p:cNvSpPr>
            <p:nvPr/>
          </p:nvSpPr>
          <p:spPr bwMode="gray">
            <a:xfrm>
              <a:off x="3213100" y="3849688"/>
              <a:ext cx="461963" cy="26988"/>
            </a:xfrm>
            <a:custGeom>
              <a:avLst/>
              <a:gdLst>
                <a:gd name="T0" fmla="*/ 2147483646 w 1101"/>
                <a:gd name="T1" fmla="*/ 2147483646 h 67"/>
                <a:gd name="T2" fmla="*/ 2147483646 w 1101"/>
                <a:gd name="T3" fmla="*/ 2147483646 h 67"/>
                <a:gd name="T4" fmla="*/ 2147483646 w 1101"/>
                <a:gd name="T5" fmla="*/ 2147483646 h 67"/>
                <a:gd name="T6" fmla="*/ 2147483646 w 1101"/>
                <a:gd name="T7" fmla="*/ 2147483646 h 67"/>
                <a:gd name="T8" fmla="*/ 2147483646 w 1101"/>
                <a:gd name="T9" fmla="*/ 0 h 67"/>
                <a:gd name="T10" fmla="*/ 2147483646 w 1101"/>
                <a:gd name="T11" fmla="*/ 0 h 67"/>
                <a:gd name="T12" fmla="*/ 0 w 1101"/>
                <a:gd name="T13" fmla="*/ 2147483646 h 67"/>
                <a:gd name="T14" fmla="*/ 2147483646 w 1101"/>
                <a:gd name="T15" fmla="*/ 2147483646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01"/>
                <a:gd name="T25" fmla="*/ 0 h 67"/>
                <a:gd name="T26" fmla="*/ 1101 w 1101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01" h="67">
                  <a:moveTo>
                    <a:pt x="33" y="67"/>
                  </a:moveTo>
                  <a:lnTo>
                    <a:pt x="33" y="67"/>
                  </a:lnTo>
                  <a:lnTo>
                    <a:pt x="1068" y="67"/>
                  </a:lnTo>
                  <a:cubicBezTo>
                    <a:pt x="1087" y="67"/>
                    <a:pt x="1101" y="52"/>
                    <a:pt x="1101" y="34"/>
                  </a:cubicBezTo>
                  <a:cubicBezTo>
                    <a:pt x="1101" y="15"/>
                    <a:pt x="1087" y="0"/>
                    <a:pt x="1068" y="0"/>
                  </a:cubicBezTo>
                  <a:lnTo>
                    <a:pt x="33" y="0"/>
                  </a:lnTo>
                  <a:cubicBezTo>
                    <a:pt x="15" y="0"/>
                    <a:pt x="0" y="15"/>
                    <a:pt x="0" y="34"/>
                  </a:cubicBezTo>
                  <a:cubicBezTo>
                    <a:pt x="0" y="52"/>
                    <a:pt x="15" y="67"/>
                    <a:pt x="33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8" name="Freeform 51"/>
            <p:cNvSpPr>
              <a:spLocks/>
            </p:cNvSpPr>
            <p:nvPr/>
          </p:nvSpPr>
          <p:spPr bwMode="gray">
            <a:xfrm>
              <a:off x="3267075" y="4187826"/>
              <a:ext cx="23813" cy="23813"/>
            </a:xfrm>
            <a:custGeom>
              <a:avLst/>
              <a:gdLst>
                <a:gd name="T0" fmla="*/ 2147483646 w 56"/>
                <a:gd name="T1" fmla="*/ 0 h 56"/>
                <a:gd name="T2" fmla="*/ 2147483646 w 56"/>
                <a:gd name="T3" fmla="*/ 0 h 56"/>
                <a:gd name="T4" fmla="*/ 0 w 56"/>
                <a:gd name="T5" fmla="*/ 2147483646 h 56"/>
                <a:gd name="T6" fmla="*/ 2147483646 w 56"/>
                <a:gd name="T7" fmla="*/ 2147483646 h 56"/>
                <a:gd name="T8" fmla="*/ 2147483646 w 56"/>
                <a:gd name="T9" fmla="*/ 2147483646 h 56"/>
                <a:gd name="T10" fmla="*/ 2147483646 w 56"/>
                <a:gd name="T11" fmla="*/ 0 h 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6"/>
                <a:gd name="T19" fmla="*/ 0 h 56"/>
                <a:gd name="T20" fmla="*/ 56 w 56"/>
                <a:gd name="T21" fmla="*/ 56 h 5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6" h="56">
                  <a:moveTo>
                    <a:pt x="28" y="0"/>
                  </a:moveTo>
                  <a:lnTo>
                    <a:pt x="28" y="0"/>
                  </a:lnTo>
                  <a:cubicBezTo>
                    <a:pt x="13" y="0"/>
                    <a:pt x="0" y="12"/>
                    <a:pt x="0" y="28"/>
                  </a:cubicBezTo>
                  <a:cubicBezTo>
                    <a:pt x="0" y="43"/>
                    <a:pt x="13" y="56"/>
                    <a:pt x="28" y="56"/>
                  </a:cubicBezTo>
                  <a:cubicBezTo>
                    <a:pt x="44" y="56"/>
                    <a:pt x="56" y="43"/>
                    <a:pt x="56" y="28"/>
                  </a:cubicBezTo>
                  <a:cubicBezTo>
                    <a:pt x="56" y="12"/>
                    <a:pt x="44" y="0"/>
                    <a:pt x="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9" name="Freeform 52"/>
            <p:cNvSpPr>
              <a:spLocks noEditPoints="1"/>
            </p:cNvSpPr>
            <p:nvPr/>
          </p:nvSpPr>
          <p:spPr bwMode="gray">
            <a:xfrm>
              <a:off x="3417888" y="4038601"/>
              <a:ext cx="242888" cy="149225"/>
            </a:xfrm>
            <a:custGeom>
              <a:avLst/>
              <a:gdLst>
                <a:gd name="T0" fmla="*/ 2147483646 w 577"/>
                <a:gd name="T1" fmla="*/ 2147483646 h 355"/>
                <a:gd name="T2" fmla="*/ 2147483646 w 577"/>
                <a:gd name="T3" fmla="*/ 2147483646 h 355"/>
                <a:gd name="T4" fmla="*/ 2147483646 w 577"/>
                <a:gd name="T5" fmla="*/ 2147483646 h 355"/>
                <a:gd name="T6" fmla="*/ 2147483646 w 577"/>
                <a:gd name="T7" fmla="*/ 2147483646 h 355"/>
                <a:gd name="T8" fmla="*/ 2147483646 w 577"/>
                <a:gd name="T9" fmla="*/ 2147483646 h 355"/>
                <a:gd name="T10" fmla="*/ 2147483646 w 577"/>
                <a:gd name="T11" fmla="*/ 2147483646 h 355"/>
                <a:gd name="T12" fmla="*/ 2147483646 w 577"/>
                <a:gd name="T13" fmla="*/ 2147483646 h 355"/>
                <a:gd name="T14" fmla="*/ 2147483646 w 577"/>
                <a:gd name="T15" fmla="*/ 2147483646 h 355"/>
                <a:gd name="T16" fmla="*/ 2147483646 w 577"/>
                <a:gd name="T17" fmla="*/ 2147483646 h 355"/>
                <a:gd name="T18" fmla="*/ 2147483646 w 577"/>
                <a:gd name="T19" fmla="*/ 0 h 355"/>
                <a:gd name="T20" fmla="*/ 2147483646 w 577"/>
                <a:gd name="T21" fmla="*/ 0 h 355"/>
                <a:gd name="T22" fmla="*/ 0 w 577"/>
                <a:gd name="T23" fmla="*/ 2147483646 h 355"/>
                <a:gd name="T24" fmla="*/ 0 w 577"/>
                <a:gd name="T25" fmla="*/ 2147483646 h 355"/>
                <a:gd name="T26" fmla="*/ 2147483646 w 577"/>
                <a:gd name="T27" fmla="*/ 2147483646 h 355"/>
                <a:gd name="T28" fmla="*/ 2147483646 w 577"/>
                <a:gd name="T29" fmla="*/ 2147483646 h 355"/>
                <a:gd name="T30" fmla="*/ 2147483646 w 577"/>
                <a:gd name="T31" fmla="*/ 2147483646 h 35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77"/>
                <a:gd name="T49" fmla="*/ 0 h 355"/>
                <a:gd name="T50" fmla="*/ 577 w 577"/>
                <a:gd name="T51" fmla="*/ 355 h 35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77" h="355">
                  <a:moveTo>
                    <a:pt x="524" y="302"/>
                  </a:moveTo>
                  <a:lnTo>
                    <a:pt x="524" y="302"/>
                  </a:lnTo>
                  <a:lnTo>
                    <a:pt x="54" y="302"/>
                  </a:lnTo>
                  <a:lnTo>
                    <a:pt x="54" y="54"/>
                  </a:lnTo>
                  <a:lnTo>
                    <a:pt x="524" y="54"/>
                  </a:lnTo>
                  <a:lnTo>
                    <a:pt x="524" y="302"/>
                  </a:lnTo>
                  <a:close/>
                  <a:moveTo>
                    <a:pt x="577" y="329"/>
                  </a:moveTo>
                  <a:lnTo>
                    <a:pt x="577" y="329"/>
                  </a:lnTo>
                  <a:lnTo>
                    <a:pt x="577" y="27"/>
                  </a:lnTo>
                  <a:cubicBezTo>
                    <a:pt x="577" y="12"/>
                    <a:pt x="565" y="0"/>
                    <a:pt x="550" y="0"/>
                  </a:cubicBezTo>
                  <a:lnTo>
                    <a:pt x="27" y="0"/>
                  </a:lnTo>
                  <a:cubicBezTo>
                    <a:pt x="12" y="0"/>
                    <a:pt x="0" y="12"/>
                    <a:pt x="0" y="27"/>
                  </a:cubicBezTo>
                  <a:lnTo>
                    <a:pt x="0" y="329"/>
                  </a:lnTo>
                  <a:cubicBezTo>
                    <a:pt x="0" y="343"/>
                    <a:pt x="12" y="355"/>
                    <a:pt x="27" y="355"/>
                  </a:cubicBezTo>
                  <a:lnTo>
                    <a:pt x="550" y="355"/>
                  </a:lnTo>
                  <a:cubicBezTo>
                    <a:pt x="565" y="355"/>
                    <a:pt x="577" y="343"/>
                    <a:pt x="577" y="3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0" name="Freeform 53"/>
            <p:cNvSpPr>
              <a:spLocks/>
            </p:cNvSpPr>
            <p:nvPr/>
          </p:nvSpPr>
          <p:spPr bwMode="gray">
            <a:xfrm>
              <a:off x="3459163" y="4089401"/>
              <a:ext cx="158750" cy="15875"/>
            </a:xfrm>
            <a:custGeom>
              <a:avLst/>
              <a:gdLst>
                <a:gd name="T0" fmla="*/ 2147483646 w 379"/>
                <a:gd name="T1" fmla="*/ 2147483646 h 40"/>
                <a:gd name="T2" fmla="*/ 2147483646 w 379"/>
                <a:gd name="T3" fmla="*/ 2147483646 h 40"/>
                <a:gd name="T4" fmla="*/ 2147483646 w 379"/>
                <a:gd name="T5" fmla="*/ 2147483646 h 40"/>
                <a:gd name="T6" fmla="*/ 2147483646 w 379"/>
                <a:gd name="T7" fmla="*/ 2147483646 h 40"/>
                <a:gd name="T8" fmla="*/ 2147483646 w 379"/>
                <a:gd name="T9" fmla="*/ 0 h 40"/>
                <a:gd name="T10" fmla="*/ 2147483646 w 379"/>
                <a:gd name="T11" fmla="*/ 0 h 40"/>
                <a:gd name="T12" fmla="*/ 0 w 379"/>
                <a:gd name="T13" fmla="*/ 2147483646 h 40"/>
                <a:gd name="T14" fmla="*/ 2147483646 w 379"/>
                <a:gd name="T15" fmla="*/ 2147483646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9"/>
                <a:gd name="T25" fmla="*/ 0 h 40"/>
                <a:gd name="T26" fmla="*/ 379 w 379"/>
                <a:gd name="T27" fmla="*/ 40 h 4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9" h="40">
                  <a:moveTo>
                    <a:pt x="20" y="40"/>
                  </a:moveTo>
                  <a:lnTo>
                    <a:pt x="20" y="40"/>
                  </a:lnTo>
                  <a:lnTo>
                    <a:pt x="359" y="40"/>
                  </a:lnTo>
                  <a:cubicBezTo>
                    <a:pt x="370" y="40"/>
                    <a:pt x="379" y="31"/>
                    <a:pt x="379" y="20"/>
                  </a:cubicBezTo>
                  <a:cubicBezTo>
                    <a:pt x="379" y="9"/>
                    <a:pt x="370" y="0"/>
                    <a:pt x="359" y="0"/>
                  </a:cubicBezTo>
                  <a:lnTo>
                    <a:pt x="20" y="0"/>
                  </a:ln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1" name="Freeform 54"/>
            <p:cNvSpPr>
              <a:spLocks/>
            </p:cNvSpPr>
            <p:nvPr/>
          </p:nvSpPr>
          <p:spPr bwMode="gray">
            <a:xfrm>
              <a:off x="3459163" y="4121151"/>
              <a:ext cx="158750" cy="15875"/>
            </a:xfrm>
            <a:custGeom>
              <a:avLst/>
              <a:gdLst>
                <a:gd name="T0" fmla="*/ 2147483646 w 379"/>
                <a:gd name="T1" fmla="*/ 2147483646 h 40"/>
                <a:gd name="T2" fmla="*/ 2147483646 w 379"/>
                <a:gd name="T3" fmla="*/ 2147483646 h 40"/>
                <a:gd name="T4" fmla="*/ 2147483646 w 379"/>
                <a:gd name="T5" fmla="*/ 2147483646 h 40"/>
                <a:gd name="T6" fmla="*/ 2147483646 w 379"/>
                <a:gd name="T7" fmla="*/ 2147483646 h 40"/>
                <a:gd name="T8" fmla="*/ 2147483646 w 379"/>
                <a:gd name="T9" fmla="*/ 0 h 40"/>
                <a:gd name="T10" fmla="*/ 2147483646 w 379"/>
                <a:gd name="T11" fmla="*/ 0 h 40"/>
                <a:gd name="T12" fmla="*/ 0 w 379"/>
                <a:gd name="T13" fmla="*/ 2147483646 h 40"/>
                <a:gd name="T14" fmla="*/ 2147483646 w 379"/>
                <a:gd name="T15" fmla="*/ 2147483646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9"/>
                <a:gd name="T25" fmla="*/ 0 h 40"/>
                <a:gd name="T26" fmla="*/ 379 w 379"/>
                <a:gd name="T27" fmla="*/ 40 h 4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9" h="40">
                  <a:moveTo>
                    <a:pt x="20" y="40"/>
                  </a:moveTo>
                  <a:lnTo>
                    <a:pt x="20" y="40"/>
                  </a:lnTo>
                  <a:lnTo>
                    <a:pt x="359" y="40"/>
                  </a:lnTo>
                  <a:cubicBezTo>
                    <a:pt x="370" y="40"/>
                    <a:pt x="379" y="31"/>
                    <a:pt x="379" y="20"/>
                  </a:cubicBezTo>
                  <a:cubicBezTo>
                    <a:pt x="379" y="9"/>
                    <a:pt x="370" y="0"/>
                    <a:pt x="359" y="0"/>
                  </a:cubicBezTo>
                  <a:lnTo>
                    <a:pt x="20" y="0"/>
                  </a:ln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62" name="组合 161"/>
          <p:cNvGrpSpPr/>
          <p:nvPr/>
        </p:nvGrpSpPr>
        <p:grpSpPr bwMode="gray">
          <a:xfrm>
            <a:off x="743899" y="4516815"/>
            <a:ext cx="272469" cy="302768"/>
            <a:chOff x="635" y="11755"/>
            <a:chExt cx="1259" cy="1399"/>
          </a:xfrm>
          <a:solidFill>
            <a:schemeClr val="bg1">
              <a:lumMod val="50000"/>
            </a:schemeClr>
          </a:solidFill>
        </p:grpSpPr>
        <p:sp>
          <p:nvSpPr>
            <p:cNvPr id="163" name="任意多边形 162"/>
            <p:cNvSpPr/>
            <p:nvPr/>
          </p:nvSpPr>
          <p:spPr bwMode="gray">
            <a:xfrm>
              <a:off x="1010" y="12063"/>
              <a:ext cx="508" cy="1055"/>
            </a:xfrm>
            <a:custGeom>
              <a:avLst/>
              <a:gdLst/>
              <a:ahLst/>
              <a:cxnLst/>
              <a:rect l="0" t="0" r="0" b="0"/>
              <a:pathLst>
                <a:path w="897" h="1863">
                  <a:moveTo>
                    <a:pt x="896" y="1862"/>
                  </a:moveTo>
                  <a:lnTo>
                    <a:pt x="0" y="1862"/>
                  </a:lnTo>
                  <a:lnTo>
                    <a:pt x="0" y="0"/>
                  </a:lnTo>
                  <a:lnTo>
                    <a:pt x="896" y="0"/>
                  </a:lnTo>
                  <a:lnTo>
                    <a:pt x="896" y="1862"/>
                  </a:lnTo>
                  <a:close/>
                  <a:moveTo>
                    <a:pt x="74" y="1789"/>
                  </a:moveTo>
                  <a:lnTo>
                    <a:pt x="824" y="1789"/>
                  </a:lnTo>
                  <a:lnTo>
                    <a:pt x="824" y="73"/>
                  </a:lnTo>
                  <a:lnTo>
                    <a:pt x="74" y="73"/>
                  </a:lnTo>
                  <a:lnTo>
                    <a:pt x="74" y="1789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4" name="任意多边形 163"/>
            <p:cNvSpPr/>
            <p:nvPr/>
          </p:nvSpPr>
          <p:spPr bwMode="gray">
            <a:xfrm>
              <a:off x="1205" y="11755"/>
              <a:ext cx="233" cy="328"/>
            </a:xfrm>
            <a:custGeom>
              <a:avLst/>
              <a:gdLst/>
              <a:ahLst/>
              <a:cxnLst/>
              <a:rect l="0" t="0" r="0" b="0"/>
              <a:pathLst>
                <a:path w="412" h="577">
                  <a:moveTo>
                    <a:pt x="73" y="576"/>
                  </a:moveTo>
                  <a:lnTo>
                    <a:pt x="0" y="576"/>
                  </a:lnTo>
                  <a:lnTo>
                    <a:pt x="0" y="0"/>
                  </a:lnTo>
                  <a:lnTo>
                    <a:pt x="411" y="0"/>
                  </a:lnTo>
                  <a:lnTo>
                    <a:pt x="411" y="266"/>
                  </a:lnTo>
                  <a:lnTo>
                    <a:pt x="73" y="266"/>
                  </a:lnTo>
                  <a:lnTo>
                    <a:pt x="73" y="576"/>
                  </a:lnTo>
                  <a:close/>
                  <a:moveTo>
                    <a:pt x="73" y="193"/>
                  </a:moveTo>
                  <a:lnTo>
                    <a:pt x="336" y="193"/>
                  </a:lnTo>
                  <a:lnTo>
                    <a:pt x="336" y="74"/>
                  </a:lnTo>
                  <a:lnTo>
                    <a:pt x="73" y="74"/>
                  </a:lnTo>
                  <a:lnTo>
                    <a:pt x="73" y="193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5" name="任意多边形 164"/>
            <p:cNvSpPr/>
            <p:nvPr/>
          </p:nvSpPr>
          <p:spPr bwMode="gray">
            <a:xfrm>
              <a:off x="1093" y="12208"/>
              <a:ext cx="147" cy="230"/>
            </a:xfrm>
            <a:custGeom>
              <a:avLst/>
              <a:gdLst/>
              <a:ahLst/>
              <a:cxnLst/>
              <a:rect l="0" t="0" r="0" b="0"/>
              <a:pathLst>
                <a:path w="258" h="406">
                  <a:moveTo>
                    <a:pt x="257" y="405"/>
                  </a:moveTo>
                  <a:lnTo>
                    <a:pt x="0" y="405"/>
                  </a:lnTo>
                  <a:lnTo>
                    <a:pt x="0" y="0"/>
                  </a:lnTo>
                  <a:lnTo>
                    <a:pt x="257" y="0"/>
                  </a:lnTo>
                  <a:lnTo>
                    <a:pt x="257" y="405"/>
                  </a:lnTo>
                  <a:close/>
                  <a:moveTo>
                    <a:pt x="74" y="331"/>
                  </a:moveTo>
                  <a:lnTo>
                    <a:pt x="183" y="331"/>
                  </a:lnTo>
                  <a:lnTo>
                    <a:pt x="183" y="74"/>
                  </a:lnTo>
                  <a:lnTo>
                    <a:pt x="74" y="74"/>
                  </a:lnTo>
                  <a:lnTo>
                    <a:pt x="74" y="331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6" name="任意多边形 165"/>
            <p:cNvSpPr/>
            <p:nvPr/>
          </p:nvSpPr>
          <p:spPr bwMode="gray">
            <a:xfrm>
              <a:off x="1290" y="12208"/>
              <a:ext cx="148" cy="230"/>
            </a:xfrm>
            <a:custGeom>
              <a:avLst/>
              <a:gdLst/>
              <a:ahLst/>
              <a:cxnLst/>
              <a:rect l="0" t="0" r="0" b="0"/>
              <a:pathLst>
                <a:path w="258" h="406">
                  <a:moveTo>
                    <a:pt x="257" y="405"/>
                  </a:moveTo>
                  <a:lnTo>
                    <a:pt x="0" y="405"/>
                  </a:lnTo>
                  <a:lnTo>
                    <a:pt x="0" y="0"/>
                  </a:lnTo>
                  <a:lnTo>
                    <a:pt x="257" y="0"/>
                  </a:lnTo>
                  <a:lnTo>
                    <a:pt x="257" y="405"/>
                  </a:lnTo>
                  <a:close/>
                  <a:moveTo>
                    <a:pt x="75" y="331"/>
                  </a:moveTo>
                  <a:lnTo>
                    <a:pt x="184" y="331"/>
                  </a:lnTo>
                  <a:lnTo>
                    <a:pt x="184" y="74"/>
                  </a:lnTo>
                  <a:lnTo>
                    <a:pt x="75" y="74"/>
                  </a:lnTo>
                  <a:lnTo>
                    <a:pt x="75" y="331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7" name="任意多边形 166"/>
            <p:cNvSpPr/>
            <p:nvPr/>
          </p:nvSpPr>
          <p:spPr bwMode="gray">
            <a:xfrm>
              <a:off x="1558" y="12290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8" name="任意多边形 167"/>
            <p:cNvSpPr/>
            <p:nvPr/>
          </p:nvSpPr>
          <p:spPr bwMode="gray">
            <a:xfrm>
              <a:off x="1660" y="12290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9" name="任意多边形 168"/>
            <p:cNvSpPr/>
            <p:nvPr/>
          </p:nvSpPr>
          <p:spPr bwMode="gray">
            <a:xfrm>
              <a:off x="1760" y="12290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0" name="任意多边形 169"/>
            <p:cNvSpPr/>
            <p:nvPr/>
          </p:nvSpPr>
          <p:spPr bwMode="gray">
            <a:xfrm>
              <a:off x="1558" y="12448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1" name="任意多边形 170"/>
            <p:cNvSpPr/>
            <p:nvPr/>
          </p:nvSpPr>
          <p:spPr bwMode="gray">
            <a:xfrm>
              <a:off x="1660" y="12448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2" name="任意多边形 171"/>
            <p:cNvSpPr/>
            <p:nvPr/>
          </p:nvSpPr>
          <p:spPr bwMode="gray">
            <a:xfrm>
              <a:off x="1760" y="12448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3" name="任意多边形 172"/>
            <p:cNvSpPr/>
            <p:nvPr/>
          </p:nvSpPr>
          <p:spPr bwMode="gray">
            <a:xfrm>
              <a:off x="1558" y="12605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4" name="任意多边形 173"/>
            <p:cNvSpPr/>
            <p:nvPr/>
          </p:nvSpPr>
          <p:spPr bwMode="gray">
            <a:xfrm>
              <a:off x="1660" y="12605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5" name="任意多边形 174"/>
            <p:cNvSpPr/>
            <p:nvPr/>
          </p:nvSpPr>
          <p:spPr bwMode="gray">
            <a:xfrm>
              <a:off x="1760" y="12605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6" name="任意多边形 175"/>
            <p:cNvSpPr/>
            <p:nvPr/>
          </p:nvSpPr>
          <p:spPr bwMode="gray">
            <a:xfrm>
              <a:off x="1558" y="12763"/>
              <a:ext cx="52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7" name="任意多边形 176"/>
            <p:cNvSpPr/>
            <p:nvPr/>
          </p:nvSpPr>
          <p:spPr bwMode="gray">
            <a:xfrm>
              <a:off x="1660" y="12763"/>
              <a:ext cx="53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6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6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8" name="任意多边形 177"/>
            <p:cNvSpPr/>
            <p:nvPr/>
          </p:nvSpPr>
          <p:spPr bwMode="gray">
            <a:xfrm>
              <a:off x="1760" y="12763"/>
              <a:ext cx="53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9" name="任意多边形 178"/>
            <p:cNvSpPr/>
            <p:nvPr/>
          </p:nvSpPr>
          <p:spPr bwMode="gray">
            <a:xfrm>
              <a:off x="1558" y="12920"/>
              <a:ext cx="52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0" name="任意多边形 179"/>
            <p:cNvSpPr/>
            <p:nvPr/>
          </p:nvSpPr>
          <p:spPr bwMode="gray">
            <a:xfrm>
              <a:off x="1660" y="12920"/>
              <a:ext cx="53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6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6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1" name="任意多边形 180"/>
            <p:cNvSpPr/>
            <p:nvPr/>
          </p:nvSpPr>
          <p:spPr bwMode="gray">
            <a:xfrm>
              <a:off x="1760" y="12920"/>
              <a:ext cx="53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2" name="任意多边形 181"/>
            <p:cNvSpPr/>
            <p:nvPr/>
          </p:nvSpPr>
          <p:spPr bwMode="gray">
            <a:xfrm>
              <a:off x="635" y="12180"/>
              <a:ext cx="418" cy="940"/>
            </a:xfrm>
            <a:custGeom>
              <a:avLst/>
              <a:gdLst/>
              <a:ahLst/>
              <a:cxnLst/>
              <a:rect l="0" t="0" r="0" b="0"/>
              <a:pathLst>
                <a:path w="736" h="1656">
                  <a:moveTo>
                    <a:pt x="735" y="1655"/>
                  </a:moveTo>
                  <a:lnTo>
                    <a:pt x="0" y="1655"/>
                  </a:lnTo>
                  <a:lnTo>
                    <a:pt x="0" y="0"/>
                  </a:lnTo>
                  <a:lnTo>
                    <a:pt x="735" y="0"/>
                  </a:lnTo>
                  <a:lnTo>
                    <a:pt x="735" y="1655"/>
                  </a:lnTo>
                  <a:close/>
                  <a:moveTo>
                    <a:pt x="74" y="1582"/>
                  </a:moveTo>
                  <a:lnTo>
                    <a:pt x="662" y="1582"/>
                  </a:lnTo>
                  <a:lnTo>
                    <a:pt x="662" y="74"/>
                  </a:lnTo>
                  <a:lnTo>
                    <a:pt x="74" y="74"/>
                  </a:lnTo>
                  <a:lnTo>
                    <a:pt x="74" y="1582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3" name="任意多边形 182"/>
            <p:cNvSpPr/>
            <p:nvPr/>
          </p:nvSpPr>
          <p:spPr bwMode="gray">
            <a:xfrm>
              <a:off x="718" y="12290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4" name="任意多边形 183"/>
            <p:cNvSpPr/>
            <p:nvPr/>
          </p:nvSpPr>
          <p:spPr bwMode="gray">
            <a:xfrm>
              <a:off x="818" y="12290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5" name="任意多边形 184"/>
            <p:cNvSpPr/>
            <p:nvPr/>
          </p:nvSpPr>
          <p:spPr bwMode="gray">
            <a:xfrm>
              <a:off x="920" y="12290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6" name="任意多边形 185"/>
            <p:cNvSpPr/>
            <p:nvPr/>
          </p:nvSpPr>
          <p:spPr bwMode="gray">
            <a:xfrm>
              <a:off x="718" y="12448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7" name="任意多边形 186"/>
            <p:cNvSpPr/>
            <p:nvPr/>
          </p:nvSpPr>
          <p:spPr bwMode="gray">
            <a:xfrm>
              <a:off x="818" y="12448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8" name="任意多边形 187"/>
            <p:cNvSpPr/>
            <p:nvPr/>
          </p:nvSpPr>
          <p:spPr bwMode="gray">
            <a:xfrm>
              <a:off x="920" y="12448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9" name="任意多边形 188"/>
            <p:cNvSpPr/>
            <p:nvPr/>
          </p:nvSpPr>
          <p:spPr bwMode="gray">
            <a:xfrm>
              <a:off x="718" y="12605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0" name="任意多边形 189"/>
            <p:cNvSpPr/>
            <p:nvPr/>
          </p:nvSpPr>
          <p:spPr bwMode="gray">
            <a:xfrm>
              <a:off x="818" y="12605"/>
              <a:ext cx="52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6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6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1" name="任意多边形 190"/>
            <p:cNvSpPr/>
            <p:nvPr/>
          </p:nvSpPr>
          <p:spPr bwMode="gray">
            <a:xfrm>
              <a:off x="920" y="12605"/>
              <a:ext cx="53" cy="90"/>
            </a:xfrm>
            <a:custGeom>
              <a:avLst/>
              <a:gdLst/>
              <a:ahLst/>
              <a:cxnLst/>
              <a:rect l="0" t="0" r="0" b="0"/>
              <a:pathLst>
                <a:path w="92" h="157">
                  <a:moveTo>
                    <a:pt x="45" y="156"/>
                  </a:moveTo>
                  <a:lnTo>
                    <a:pt x="0" y="156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6"/>
                  </a:lnTo>
                  <a:lnTo>
                    <a:pt x="45" y="15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2" name="任意多边形 191"/>
            <p:cNvSpPr/>
            <p:nvPr/>
          </p:nvSpPr>
          <p:spPr bwMode="gray">
            <a:xfrm>
              <a:off x="718" y="12763"/>
              <a:ext cx="52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3" name="任意多边形 192"/>
            <p:cNvSpPr/>
            <p:nvPr/>
          </p:nvSpPr>
          <p:spPr bwMode="gray">
            <a:xfrm>
              <a:off x="818" y="12763"/>
              <a:ext cx="52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6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6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4" name="任意多边形 193"/>
            <p:cNvSpPr/>
            <p:nvPr/>
          </p:nvSpPr>
          <p:spPr bwMode="gray">
            <a:xfrm>
              <a:off x="920" y="12763"/>
              <a:ext cx="53" cy="87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5" name="任意多边形 194"/>
            <p:cNvSpPr/>
            <p:nvPr/>
          </p:nvSpPr>
          <p:spPr bwMode="gray">
            <a:xfrm>
              <a:off x="718" y="12920"/>
              <a:ext cx="52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6" name="任意多边形 195"/>
            <p:cNvSpPr/>
            <p:nvPr/>
          </p:nvSpPr>
          <p:spPr bwMode="gray">
            <a:xfrm>
              <a:off x="818" y="12920"/>
              <a:ext cx="52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6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6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7" name="任意多边形 196"/>
            <p:cNvSpPr/>
            <p:nvPr/>
          </p:nvSpPr>
          <p:spPr bwMode="gray">
            <a:xfrm>
              <a:off x="920" y="12920"/>
              <a:ext cx="53" cy="88"/>
            </a:xfrm>
            <a:custGeom>
              <a:avLst/>
              <a:gdLst/>
              <a:ahLst/>
              <a:cxnLst/>
              <a:rect l="0" t="0" r="0" b="0"/>
              <a:pathLst>
                <a:path w="92" h="156">
                  <a:moveTo>
                    <a:pt x="45" y="155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91" y="0"/>
                  </a:lnTo>
                  <a:lnTo>
                    <a:pt x="91" y="155"/>
                  </a:lnTo>
                  <a:lnTo>
                    <a:pt x="45" y="1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8" name="任意多边形 197"/>
            <p:cNvSpPr/>
            <p:nvPr/>
          </p:nvSpPr>
          <p:spPr bwMode="gray">
            <a:xfrm>
              <a:off x="1100" y="12690"/>
              <a:ext cx="328" cy="430"/>
            </a:xfrm>
            <a:custGeom>
              <a:avLst/>
              <a:gdLst/>
              <a:ahLst/>
              <a:cxnLst/>
              <a:rect l="0" t="0" r="0" b="0"/>
              <a:pathLst>
                <a:path w="577" h="759">
                  <a:moveTo>
                    <a:pt x="576" y="758"/>
                  </a:moveTo>
                  <a:lnTo>
                    <a:pt x="0" y="758"/>
                  </a:lnTo>
                  <a:lnTo>
                    <a:pt x="0" y="334"/>
                  </a:lnTo>
                  <a:cubicBezTo>
                    <a:pt x="0" y="150"/>
                    <a:pt x="129" y="0"/>
                    <a:pt x="288" y="0"/>
                  </a:cubicBezTo>
                  <a:cubicBezTo>
                    <a:pt x="447" y="0"/>
                    <a:pt x="576" y="150"/>
                    <a:pt x="576" y="334"/>
                  </a:cubicBezTo>
                  <a:lnTo>
                    <a:pt x="576" y="758"/>
                  </a:lnTo>
                  <a:close/>
                  <a:moveTo>
                    <a:pt x="74" y="684"/>
                  </a:moveTo>
                  <a:lnTo>
                    <a:pt x="503" y="684"/>
                  </a:lnTo>
                  <a:lnTo>
                    <a:pt x="503" y="335"/>
                  </a:lnTo>
                  <a:cubicBezTo>
                    <a:pt x="503" y="192"/>
                    <a:pt x="407" y="74"/>
                    <a:pt x="288" y="74"/>
                  </a:cubicBezTo>
                  <a:cubicBezTo>
                    <a:pt x="170" y="74"/>
                    <a:pt x="73" y="192"/>
                    <a:pt x="73" y="335"/>
                  </a:cubicBezTo>
                  <a:lnTo>
                    <a:pt x="73" y="684"/>
                  </a:lnTo>
                  <a:lnTo>
                    <a:pt x="74" y="684"/>
                  </a:lnTo>
                  <a:close/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9" name="任意多边形 198"/>
            <p:cNvSpPr/>
            <p:nvPr/>
          </p:nvSpPr>
          <p:spPr bwMode="gray">
            <a:xfrm>
              <a:off x="1010" y="12575"/>
              <a:ext cx="508" cy="300"/>
            </a:xfrm>
            <a:custGeom>
              <a:avLst/>
              <a:gdLst/>
              <a:ahLst/>
              <a:cxnLst/>
              <a:rect l="0" t="0" r="0" b="0"/>
              <a:pathLst>
                <a:path w="895" h="531">
                  <a:moveTo>
                    <a:pt x="894" y="530"/>
                  </a:moveTo>
                  <a:lnTo>
                    <a:pt x="821" y="530"/>
                  </a:lnTo>
                  <a:cubicBezTo>
                    <a:pt x="821" y="274"/>
                    <a:pt x="659" y="74"/>
                    <a:pt x="453" y="74"/>
                  </a:cubicBezTo>
                  <a:cubicBezTo>
                    <a:pt x="244" y="74"/>
                    <a:pt x="73" y="278"/>
                    <a:pt x="73" y="530"/>
                  </a:cubicBezTo>
                  <a:lnTo>
                    <a:pt x="0" y="530"/>
                  </a:lnTo>
                  <a:cubicBezTo>
                    <a:pt x="0" y="238"/>
                    <a:pt x="203" y="0"/>
                    <a:pt x="453" y="0"/>
                  </a:cubicBezTo>
                  <a:cubicBezTo>
                    <a:pt x="701" y="0"/>
                    <a:pt x="894" y="233"/>
                    <a:pt x="894" y="530"/>
                  </a:cubicBez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0" name="任意多边形 199"/>
            <p:cNvSpPr/>
            <p:nvPr/>
          </p:nvSpPr>
          <p:spPr bwMode="gray">
            <a:xfrm>
              <a:off x="1148" y="12785"/>
              <a:ext cx="90" cy="315"/>
            </a:xfrm>
            <a:custGeom>
              <a:avLst/>
              <a:gdLst/>
              <a:ahLst/>
              <a:cxnLst/>
              <a:rect l="0" t="0" r="0" b="0"/>
              <a:pathLst>
                <a:path w="158" h="556">
                  <a:moveTo>
                    <a:pt x="157" y="555"/>
                  </a:moveTo>
                  <a:lnTo>
                    <a:pt x="83" y="555"/>
                  </a:lnTo>
                  <a:lnTo>
                    <a:pt x="83" y="74"/>
                  </a:lnTo>
                  <a:lnTo>
                    <a:pt x="0" y="74"/>
                  </a:lnTo>
                  <a:lnTo>
                    <a:pt x="0" y="0"/>
                  </a:lnTo>
                  <a:lnTo>
                    <a:pt x="157" y="0"/>
                  </a:lnTo>
                  <a:lnTo>
                    <a:pt x="157" y="5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1" name="任意多边形 200"/>
            <p:cNvSpPr/>
            <p:nvPr/>
          </p:nvSpPr>
          <p:spPr bwMode="gray">
            <a:xfrm>
              <a:off x="1328" y="12905"/>
              <a:ext cx="72" cy="180"/>
            </a:xfrm>
            <a:custGeom>
              <a:avLst/>
              <a:gdLst/>
              <a:ahLst/>
              <a:cxnLst/>
              <a:rect l="0" t="0" r="0" b="0"/>
              <a:pathLst>
                <a:path w="128" h="317">
                  <a:moveTo>
                    <a:pt x="73" y="316"/>
                  </a:moveTo>
                  <a:lnTo>
                    <a:pt x="0" y="316"/>
                  </a:lnTo>
                  <a:lnTo>
                    <a:pt x="0" y="0"/>
                  </a:lnTo>
                  <a:lnTo>
                    <a:pt x="127" y="0"/>
                  </a:lnTo>
                  <a:lnTo>
                    <a:pt x="127" y="74"/>
                  </a:lnTo>
                  <a:lnTo>
                    <a:pt x="73" y="74"/>
                  </a:lnTo>
                  <a:lnTo>
                    <a:pt x="73" y="316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2" name="任意多边形 201"/>
            <p:cNvSpPr/>
            <p:nvPr/>
          </p:nvSpPr>
          <p:spPr bwMode="gray">
            <a:xfrm>
              <a:off x="1478" y="12180"/>
              <a:ext cx="417" cy="940"/>
            </a:xfrm>
            <a:custGeom>
              <a:avLst/>
              <a:gdLst/>
              <a:ahLst/>
              <a:cxnLst/>
              <a:rect l="0" t="0" r="0" b="0"/>
              <a:pathLst>
                <a:path w="735" h="1656">
                  <a:moveTo>
                    <a:pt x="734" y="1655"/>
                  </a:moveTo>
                  <a:lnTo>
                    <a:pt x="545" y="1655"/>
                  </a:lnTo>
                  <a:lnTo>
                    <a:pt x="545" y="1582"/>
                  </a:lnTo>
                  <a:lnTo>
                    <a:pt x="661" y="1582"/>
                  </a:lnTo>
                  <a:lnTo>
                    <a:pt x="661" y="74"/>
                  </a:lnTo>
                  <a:lnTo>
                    <a:pt x="73" y="74"/>
                  </a:lnTo>
                  <a:lnTo>
                    <a:pt x="73" y="1582"/>
                  </a:lnTo>
                  <a:lnTo>
                    <a:pt x="234" y="1582"/>
                  </a:lnTo>
                  <a:lnTo>
                    <a:pt x="234" y="1655"/>
                  </a:lnTo>
                  <a:lnTo>
                    <a:pt x="0" y="1655"/>
                  </a:lnTo>
                  <a:lnTo>
                    <a:pt x="0" y="0"/>
                  </a:lnTo>
                  <a:lnTo>
                    <a:pt x="734" y="0"/>
                  </a:lnTo>
                  <a:lnTo>
                    <a:pt x="734" y="1655"/>
                  </a:ln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3" name="任意多边形 202"/>
            <p:cNvSpPr/>
            <p:nvPr/>
          </p:nvSpPr>
          <p:spPr bwMode="gray">
            <a:xfrm>
              <a:off x="1548" y="13050"/>
              <a:ext cx="105" cy="105"/>
            </a:xfrm>
            <a:custGeom>
              <a:avLst/>
              <a:gdLst/>
              <a:ahLst/>
              <a:cxnLst/>
              <a:rect l="0" t="0" r="0" b="0"/>
              <a:pathLst>
                <a:path w="185" h="185">
                  <a:moveTo>
                    <a:pt x="184" y="92"/>
                  </a:moveTo>
                  <a:cubicBezTo>
                    <a:pt x="184" y="109"/>
                    <a:pt x="180" y="123"/>
                    <a:pt x="172" y="138"/>
                  </a:cubicBezTo>
                  <a:cubicBezTo>
                    <a:pt x="163" y="153"/>
                    <a:pt x="153" y="163"/>
                    <a:pt x="138" y="172"/>
                  </a:cubicBezTo>
                  <a:cubicBezTo>
                    <a:pt x="123" y="180"/>
                    <a:pt x="109" y="184"/>
                    <a:pt x="92" y="184"/>
                  </a:cubicBezTo>
                  <a:cubicBezTo>
                    <a:pt x="75" y="184"/>
                    <a:pt x="61" y="180"/>
                    <a:pt x="46" y="172"/>
                  </a:cubicBezTo>
                  <a:cubicBezTo>
                    <a:pt x="31" y="163"/>
                    <a:pt x="20" y="153"/>
                    <a:pt x="12" y="138"/>
                  </a:cubicBezTo>
                  <a:cubicBezTo>
                    <a:pt x="3" y="123"/>
                    <a:pt x="0" y="109"/>
                    <a:pt x="0" y="92"/>
                  </a:cubicBezTo>
                  <a:cubicBezTo>
                    <a:pt x="0" y="75"/>
                    <a:pt x="3" y="61"/>
                    <a:pt x="12" y="46"/>
                  </a:cubicBezTo>
                  <a:cubicBezTo>
                    <a:pt x="20" y="31"/>
                    <a:pt x="31" y="20"/>
                    <a:pt x="46" y="12"/>
                  </a:cubicBezTo>
                  <a:cubicBezTo>
                    <a:pt x="61" y="3"/>
                    <a:pt x="75" y="0"/>
                    <a:pt x="92" y="0"/>
                  </a:cubicBezTo>
                  <a:cubicBezTo>
                    <a:pt x="109" y="0"/>
                    <a:pt x="123" y="3"/>
                    <a:pt x="138" y="12"/>
                  </a:cubicBezTo>
                  <a:cubicBezTo>
                    <a:pt x="153" y="20"/>
                    <a:pt x="163" y="31"/>
                    <a:pt x="172" y="46"/>
                  </a:cubicBezTo>
                  <a:cubicBezTo>
                    <a:pt x="180" y="61"/>
                    <a:pt x="184" y="75"/>
                    <a:pt x="184" y="92"/>
                  </a:cubicBez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4" name="任意多边形 203"/>
            <p:cNvSpPr/>
            <p:nvPr/>
          </p:nvSpPr>
          <p:spPr bwMode="gray">
            <a:xfrm>
              <a:off x="1715" y="13050"/>
              <a:ext cx="105" cy="105"/>
            </a:xfrm>
            <a:custGeom>
              <a:avLst/>
              <a:gdLst/>
              <a:ahLst/>
              <a:cxnLst/>
              <a:rect l="0" t="0" r="0" b="0"/>
              <a:pathLst>
                <a:path w="185" h="185">
                  <a:moveTo>
                    <a:pt x="184" y="92"/>
                  </a:moveTo>
                  <a:cubicBezTo>
                    <a:pt x="184" y="109"/>
                    <a:pt x="180" y="123"/>
                    <a:pt x="172" y="138"/>
                  </a:cubicBezTo>
                  <a:cubicBezTo>
                    <a:pt x="163" y="153"/>
                    <a:pt x="153" y="163"/>
                    <a:pt x="138" y="172"/>
                  </a:cubicBezTo>
                  <a:cubicBezTo>
                    <a:pt x="123" y="180"/>
                    <a:pt x="109" y="184"/>
                    <a:pt x="92" y="184"/>
                  </a:cubicBezTo>
                  <a:cubicBezTo>
                    <a:pt x="75" y="184"/>
                    <a:pt x="61" y="180"/>
                    <a:pt x="46" y="172"/>
                  </a:cubicBezTo>
                  <a:cubicBezTo>
                    <a:pt x="31" y="163"/>
                    <a:pt x="20" y="153"/>
                    <a:pt x="12" y="138"/>
                  </a:cubicBezTo>
                  <a:cubicBezTo>
                    <a:pt x="3" y="123"/>
                    <a:pt x="0" y="109"/>
                    <a:pt x="0" y="92"/>
                  </a:cubicBezTo>
                  <a:cubicBezTo>
                    <a:pt x="0" y="75"/>
                    <a:pt x="3" y="61"/>
                    <a:pt x="12" y="46"/>
                  </a:cubicBezTo>
                  <a:cubicBezTo>
                    <a:pt x="20" y="31"/>
                    <a:pt x="31" y="20"/>
                    <a:pt x="46" y="12"/>
                  </a:cubicBezTo>
                  <a:cubicBezTo>
                    <a:pt x="61" y="3"/>
                    <a:pt x="75" y="0"/>
                    <a:pt x="92" y="0"/>
                  </a:cubicBezTo>
                  <a:cubicBezTo>
                    <a:pt x="109" y="0"/>
                    <a:pt x="123" y="3"/>
                    <a:pt x="138" y="12"/>
                  </a:cubicBezTo>
                  <a:cubicBezTo>
                    <a:pt x="153" y="20"/>
                    <a:pt x="163" y="31"/>
                    <a:pt x="172" y="46"/>
                  </a:cubicBezTo>
                  <a:cubicBezTo>
                    <a:pt x="180" y="61"/>
                    <a:pt x="184" y="75"/>
                    <a:pt x="184" y="92"/>
                  </a:cubicBezTo>
                </a:path>
              </a:pathLst>
            </a:custGeom>
            <a:grpFill/>
            <a:ln w="9525"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92" name="组合 91"/>
          <p:cNvGrpSpPr>
            <a:grpSpLocks noChangeAspect="1"/>
          </p:cNvGrpSpPr>
          <p:nvPr/>
        </p:nvGrpSpPr>
        <p:grpSpPr bwMode="gray">
          <a:xfrm>
            <a:off x="1401920" y="4553977"/>
            <a:ext cx="307044" cy="299245"/>
            <a:chOff x="4236651" y="6141866"/>
            <a:chExt cx="715711" cy="697535"/>
          </a:xfrm>
        </p:grpSpPr>
        <p:sp>
          <p:nvSpPr>
            <p:cNvPr id="220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21" name="组合 220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222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3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4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5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6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227" name="组合 226"/>
          <p:cNvGrpSpPr>
            <a:grpSpLocks noChangeAspect="1"/>
          </p:cNvGrpSpPr>
          <p:nvPr/>
        </p:nvGrpSpPr>
        <p:grpSpPr bwMode="gray">
          <a:xfrm>
            <a:off x="2701314" y="4553977"/>
            <a:ext cx="307044" cy="299245"/>
            <a:chOff x="4236651" y="6141866"/>
            <a:chExt cx="715711" cy="697535"/>
          </a:xfrm>
        </p:grpSpPr>
        <p:sp>
          <p:nvSpPr>
            <p:cNvPr id="228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29" name="组合 228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230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1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2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3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4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235" name="组合 234"/>
          <p:cNvGrpSpPr>
            <a:grpSpLocks noChangeAspect="1"/>
          </p:cNvGrpSpPr>
          <p:nvPr/>
        </p:nvGrpSpPr>
        <p:grpSpPr bwMode="gray">
          <a:xfrm>
            <a:off x="4017594" y="4553977"/>
            <a:ext cx="307044" cy="299245"/>
            <a:chOff x="4236651" y="6141866"/>
            <a:chExt cx="715711" cy="697535"/>
          </a:xfrm>
        </p:grpSpPr>
        <p:sp>
          <p:nvSpPr>
            <p:cNvPr id="236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37" name="组合 236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238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9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0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1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2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243" name="组合 242"/>
          <p:cNvGrpSpPr>
            <a:grpSpLocks noChangeAspect="1"/>
          </p:cNvGrpSpPr>
          <p:nvPr/>
        </p:nvGrpSpPr>
        <p:grpSpPr bwMode="gray">
          <a:xfrm>
            <a:off x="5165129" y="4553977"/>
            <a:ext cx="307044" cy="299245"/>
            <a:chOff x="4236651" y="6141866"/>
            <a:chExt cx="715711" cy="697535"/>
          </a:xfrm>
        </p:grpSpPr>
        <p:sp>
          <p:nvSpPr>
            <p:cNvPr id="244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45" name="组合 244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246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7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8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9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50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251" name="组合 402"/>
          <p:cNvGrpSpPr>
            <a:grpSpLocks/>
          </p:cNvGrpSpPr>
          <p:nvPr/>
        </p:nvGrpSpPr>
        <p:grpSpPr bwMode="gray">
          <a:xfrm>
            <a:off x="630272" y="4992934"/>
            <a:ext cx="305312" cy="317934"/>
            <a:chOff x="3167063" y="1717676"/>
            <a:chExt cx="490538" cy="511175"/>
          </a:xfrm>
          <a:solidFill>
            <a:schemeClr val="bg1">
              <a:lumMod val="50000"/>
            </a:schemeClr>
          </a:solidFill>
        </p:grpSpPr>
        <p:sp>
          <p:nvSpPr>
            <p:cNvPr id="252" name="Freeform 67"/>
            <p:cNvSpPr>
              <a:spLocks noEditPoints="1"/>
            </p:cNvSpPr>
            <p:nvPr/>
          </p:nvSpPr>
          <p:spPr bwMode="gray">
            <a:xfrm>
              <a:off x="3168650" y="1717676"/>
              <a:ext cx="487363" cy="182563"/>
            </a:xfrm>
            <a:custGeom>
              <a:avLst/>
              <a:gdLst>
                <a:gd name="T0" fmla="*/ 2147483646 w 348"/>
                <a:gd name="T1" fmla="*/ 2147483646 h 130"/>
                <a:gd name="T2" fmla="*/ 2147483646 w 348"/>
                <a:gd name="T3" fmla="*/ 2147483646 h 130"/>
                <a:gd name="T4" fmla="*/ 2147483646 w 348"/>
                <a:gd name="T5" fmla="*/ 2147483646 h 130"/>
                <a:gd name="T6" fmla="*/ 2147483646 w 348"/>
                <a:gd name="T7" fmla="*/ 2147483646 h 130"/>
                <a:gd name="T8" fmla="*/ 2147483646 w 348"/>
                <a:gd name="T9" fmla="*/ 2147483646 h 130"/>
                <a:gd name="T10" fmla="*/ 2147483646 w 348"/>
                <a:gd name="T11" fmla="*/ 2147483646 h 130"/>
                <a:gd name="T12" fmla="*/ 2147483646 w 348"/>
                <a:gd name="T13" fmla="*/ 2147483646 h 130"/>
                <a:gd name="T14" fmla="*/ 2147483646 w 348"/>
                <a:gd name="T15" fmla="*/ 2147483646 h 130"/>
                <a:gd name="T16" fmla="*/ 2147483646 w 348"/>
                <a:gd name="T17" fmla="*/ 2147483646 h 130"/>
                <a:gd name="T18" fmla="*/ 2147483646 w 348"/>
                <a:gd name="T19" fmla="*/ 2147483646 h 130"/>
                <a:gd name="T20" fmla="*/ 2147483646 w 348"/>
                <a:gd name="T21" fmla="*/ 2147483646 h 130"/>
                <a:gd name="T22" fmla="*/ 2147483646 w 348"/>
                <a:gd name="T23" fmla="*/ 2147483646 h 130"/>
                <a:gd name="T24" fmla="*/ 2147483646 w 348"/>
                <a:gd name="T25" fmla="*/ 2147483646 h 130"/>
                <a:gd name="T26" fmla="*/ 2147483646 w 348"/>
                <a:gd name="T27" fmla="*/ 2147483646 h 1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48"/>
                <a:gd name="T43" fmla="*/ 0 h 130"/>
                <a:gd name="T44" fmla="*/ 348 w 348"/>
                <a:gd name="T45" fmla="*/ 130 h 13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48" h="130">
                  <a:moveTo>
                    <a:pt x="10" y="130"/>
                  </a:moveTo>
                  <a:cubicBezTo>
                    <a:pt x="6" y="130"/>
                    <a:pt x="2" y="127"/>
                    <a:pt x="1" y="124"/>
                  </a:cubicBezTo>
                  <a:cubicBezTo>
                    <a:pt x="0" y="120"/>
                    <a:pt x="1" y="116"/>
                    <a:pt x="5" y="113"/>
                  </a:cubicBezTo>
                  <a:cubicBezTo>
                    <a:pt x="169" y="2"/>
                    <a:pt x="169" y="2"/>
                    <a:pt x="169" y="2"/>
                  </a:cubicBezTo>
                  <a:cubicBezTo>
                    <a:pt x="172" y="0"/>
                    <a:pt x="176" y="0"/>
                    <a:pt x="179" y="2"/>
                  </a:cubicBezTo>
                  <a:cubicBezTo>
                    <a:pt x="343" y="111"/>
                    <a:pt x="343" y="111"/>
                    <a:pt x="343" y="111"/>
                  </a:cubicBezTo>
                  <a:cubicBezTo>
                    <a:pt x="347" y="113"/>
                    <a:pt x="348" y="117"/>
                    <a:pt x="347" y="121"/>
                  </a:cubicBezTo>
                  <a:cubicBezTo>
                    <a:pt x="346" y="124"/>
                    <a:pt x="342" y="127"/>
                    <a:pt x="339" y="127"/>
                  </a:cubicBezTo>
                  <a:cubicBezTo>
                    <a:pt x="10" y="130"/>
                    <a:pt x="10" y="130"/>
                    <a:pt x="10" y="130"/>
                  </a:cubicBezTo>
                  <a:cubicBezTo>
                    <a:pt x="10" y="130"/>
                    <a:pt x="10" y="130"/>
                    <a:pt x="10" y="130"/>
                  </a:cubicBezTo>
                  <a:close/>
                  <a:moveTo>
                    <a:pt x="175" y="20"/>
                  </a:moveTo>
                  <a:cubicBezTo>
                    <a:pt x="39" y="112"/>
                    <a:pt x="39" y="112"/>
                    <a:pt x="39" y="112"/>
                  </a:cubicBezTo>
                  <a:cubicBezTo>
                    <a:pt x="309" y="109"/>
                    <a:pt x="309" y="109"/>
                    <a:pt x="309" y="109"/>
                  </a:cubicBezTo>
                  <a:lnTo>
                    <a:pt x="175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3" name="Oval 68"/>
            <p:cNvSpPr>
              <a:spLocks noChangeArrowheads="1"/>
            </p:cNvSpPr>
            <p:nvPr/>
          </p:nvSpPr>
          <p:spPr bwMode="gray">
            <a:xfrm>
              <a:off x="3527425" y="2171701"/>
              <a:ext cx="55563" cy="571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4" name="Oval 69"/>
            <p:cNvSpPr>
              <a:spLocks noChangeArrowheads="1"/>
            </p:cNvSpPr>
            <p:nvPr/>
          </p:nvSpPr>
          <p:spPr bwMode="gray">
            <a:xfrm>
              <a:off x="3440113" y="2171701"/>
              <a:ext cx="57150" cy="571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5" name="Freeform 70"/>
            <p:cNvSpPr>
              <a:spLocks/>
            </p:cNvSpPr>
            <p:nvPr/>
          </p:nvSpPr>
          <p:spPr bwMode="gray">
            <a:xfrm>
              <a:off x="3541713" y="2187576"/>
              <a:ext cx="115888" cy="25400"/>
            </a:xfrm>
            <a:custGeom>
              <a:avLst/>
              <a:gdLst>
                <a:gd name="T0" fmla="*/ 2147483646 w 82"/>
                <a:gd name="T1" fmla="*/ 2147483646 h 18"/>
                <a:gd name="T2" fmla="*/ 2147483646 w 82"/>
                <a:gd name="T3" fmla="*/ 2147483646 h 18"/>
                <a:gd name="T4" fmla="*/ 0 w 82"/>
                <a:gd name="T5" fmla="*/ 2147483646 h 18"/>
                <a:gd name="T6" fmla="*/ 2147483646 w 82"/>
                <a:gd name="T7" fmla="*/ 0 h 18"/>
                <a:gd name="T8" fmla="*/ 2147483646 w 82"/>
                <a:gd name="T9" fmla="*/ 0 h 18"/>
                <a:gd name="T10" fmla="*/ 2147483646 w 82"/>
                <a:gd name="T11" fmla="*/ 2147483646 h 18"/>
                <a:gd name="T12" fmla="*/ 2147483646 w 8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2"/>
                <a:gd name="T22" fmla="*/ 0 h 18"/>
                <a:gd name="T23" fmla="*/ 82 w 8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2" h="18">
                  <a:moveTo>
                    <a:pt x="7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8" y="0"/>
                    <a:pt x="82" y="4"/>
                    <a:pt x="82" y="9"/>
                  </a:cubicBezTo>
                  <a:cubicBezTo>
                    <a:pt x="82" y="14"/>
                    <a:pt x="78" y="18"/>
                    <a:pt x="7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6" name="Freeform 71"/>
            <p:cNvSpPr>
              <a:spLocks/>
            </p:cNvSpPr>
            <p:nvPr/>
          </p:nvSpPr>
          <p:spPr bwMode="gray">
            <a:xfrm>
              <a:off x="3167063" y="2187576"/>
              <a:ext cx="315913" cy="25400"/>
            </a:xfrm>
            <a:custGeom>
              <a:avLst/>
              <a:gdLst>
                <a:gd name="T0" fmla="*/ 2147483646 w 225"/>
                <a:gd name="T1" fmla="*/ 2147483646 h 18"/>
                <a:gd name="T2" fmla="*/ 2147483646 w 225"/>
                <a:gd name="T3" fmla="*/ 2147483646 h 18"/>
                <a:gd name="T4" fmla="*/ 0 w 225"/>
                <a:gd name="T5" fmla="*/ 2147483646 h 18"/>
                <a:gd name="T6" fmla="*/ 2147483646 w 225"/>
                <a:gd name="T7" fmla="*/ 0 h 18"/>
                <a:gd name="T8" fmla="*/ 2147483646 w 225"/>
                <a:gd name="T9" fmla="*/ 0 h 18"/>
                <a:gd name="T10" fmla="*/ 2147483646 w 225"/>
                <a:gd name="T11" fmla="*/ 2147483646 h 18"/>
                <a:gd name="T12" fmla="*/ 2147483646 w 225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25"/>
                <a:gd name="T22" fmla="*/ 0 h 18"/>
                <a:gd name="T23" fmla="*/ 225 w 225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25" h="18">
                  <a:moveTo>
                    <a:pt x="216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221" y="0"/>
                    <a:pt x="225" y="4"/>
                    <a:pt x="225" y="9"/>
                  </a:cubicBezTo>
                  <a:cubicBezTo>
                    <a:pt x="225" y="14"/>
                    <a:pt x="221" y="18"/>
                    <a:pt x="21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7" name="Freeform 72"/>
            <p:cNvSpPr>
              <a:spLocks/>
            </p:cNvSpPr>
            <p:nvPr/>
          </p:nvSpPr>
          <p:spPr bwMode="gray">
            <a:xfrm>
              <a:off x="3214688" y="2122489"/>
              <a:ext cx="395288" cy="23813"/>
            </a:xfrm>
            <a:custGeom>
              <a:avLst/>
              <a:gdLst>
                <a:gd name="T0" fmla="*/ 2147483646 w 282"/>
                <a:gd name="T1" fmla="*/ 2147483646 h 18"/>
                <a:gd name="T2" fmla="*/ 2147483646 w 282"/>
                <a:gd name="T3" fmla="*/ 2147483646 h 18"/>
                <a:gd name="T4" fmla="*/ 0 w 282"/>
                <a:gd name="T5" fmla="*/ 2147483646 h 18"/>
                <a:gd name="T6" fmla="*/ 2147483646 w 282"/>
                <a:gd name="T7" fmla="*/ 0 h 18"/>
                <a:gd name="T8" fmla="*/ 2147483646 w 282"/>
                <a:gd name="T9" fmla="*/ 0 h 18"/>
                <a:gd name="T10" fmla="*/ 2147483646 w 282"/>
                <a:gd name="T11" fmla="*/ 2147483646 h 18"/>
                <a:gd name="T12" fmla="*/ 2147483646 w 28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82"/>
                <a:gd name="T22" fmla="*/ 0 h 18"/>
                <a:gd name="T23" fmla="*/ 282 w 28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82" h="18">
                  <a:moveTo>
                    <a:pt x="27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8" y="0"/>
                    <a:pt x="282" y="4"/>
                    <a:pt x="282" y="9"/>
                  </a:cubicBezTo>
                  <a:cubicBezTo>
                    <a:pt x="282" y="14"/>
                    <a:pt x="278" y="18"/>
                    <a:pt x="27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8" name="Freeform 209"/>
            <p:cNvSpPr>
              <a:spLocks noEditPoints="1"/>
            </p:cNvSpPr>
            <p:nvPr/>
          </p:nvSpPr>
          <p:spPr bwMode="gray">
            <a:xfrm>
              <a:off x="3232150" y="1912938"/>
              <a:ext cx="101600" cy="187325"/>
            </a:xfrm>
            <a:custGeom>
              <a:avLst/>
              <a:gdLst>
                <a:gd name="T0" fmla="*/ 2147483646 w 73"/>
                <a:gd name="T1" fmla="*/ 2147483646 h 134"/>
                <a:gd name="T2" fmla="*/ 2147483646 w 73"/>
                <a:gd name="T3" fmla="*/ 2147483646 h 134"/>
                <a:gd name="T4" fmla="*/ 0 w 73"/>
                <a:gd name="T5" fmla="*/ 2147483646 h 134"/>
                <a:gd name="T6" fmla="*/ 0 w 73"/>
                <a:gd name="T7" fmla="*/ 2147483646 h 134"/>
                <a:gd name="T8" fmla="*/ 2147483646 w 73"/>
                <a:gd name="T9" fmla="*/ 0 h 134"/>
                <a:gd name="T10" fmla="*/ 2147483646 w 73"/>
                <a:gd name="T11" fmla="*/ 0 h 134"/>
                <a:gd name="T12" fmla="*/ 2147483646 w 73"/>
                <a:gd name="T13" fmla="*/ 2147483646 h 134"/>
                <a:gd name="T14" fmla="*/ 2147483646 w 73"/>
                <a:gd name="T15" fmla="*/ 2147483646 h 134"/>
                <a:gd name="T16" fmla="*/ 2147483646 w 73"/>
                <a:gd name="T17" fmla="*/ 2147483646 h 134"/>
                <a:gd name="T18" fmla="*/ 2147483646 w 73"/>
                <a:gd name="T19" fmla="*/ 2147483646 h 134"/>
                <a:gd name="T20" fmla="*/ 2147483646 w 73"/>
                <a:gd name="T21" fmla="*/ 2147483646 h 134"/>
                <a:gd name="T22" fmla="*/ 2147483646 w 73"/>
                <a:gd name="T23" fmla="*/ 2147483646 h 134"/>
                <a:gd name="T24" fmla="*/ 2147483646 w 73"/>
                <a:gd name="T25" fmla="*/ 2147483646 h 134"/>
                <a:gd name="T26" fmla="*/ 2147483646 w 73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3"/>
                <a:gd name="T43" fmla="*/ 0 h 134"/>
                <a:gd name="T44" fmla="*/ 73 w 73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3" h="134">
                  <a:moveTo>
                    <a:pt x="64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9" y="0"/>
                    <a:pt x="73" y="4"/>
                    <a:pt x="73" y="9"/>
                  </a:cubicBezTo>
                  <a:cubicBezTo>
                    <a:pt x="73" y="125"/>
                    <a:pt x="73" y="125"/>
                    <a:pt x="73" y="125"/>
                  </a:cubicBezTo>
                  <a:cubicBezTo>
                    <a:pt x="73" y="130"/>
                    <a:pt x="69" y="134"/>
                    <a:pt x="64" y="134"/>
                  </a:cubicBezTo>
                  <a:close/>
                  <a:moveTo>
                    <a:pt x="18" y="116"/>
                  </a:moveTo>
                  <a:cubicBezTo>
                    <a:pt x="55" y="116"/>
                    <a:pt x="55" y="116"/>
                    <a:pt x="55" y="116"/>
                  </a:cubicBezTo>
                  <a:cubicBezTo>
                    <a:pt x="55" y="18"/>
                    <a:pt x="55" y="18"/>
                    <a:pt x="55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9" name="Freeform 210"/>
            <p:cNvSpPr>
              <a:spLocks noEditPoints="1"/>
            </p:cNvSpPr>
            <p:nvPr/>
          </p:nvSpPr>
          <p:spPr bwMode="gray">
            <a:xfrm>
              <a:off x="3362325" y="1912938"/>
              <a:ext cx="100013" cy="187325"/>
            </a:xfrm>
            <a:custGeom>
              <a:avLst/>
              <a:gdLst>
                <a:gd name="T0" fmla="*/ 2147483646 w 72"/>
                <a:gd name="T1" fmla="*/ 2147483646 h 134"/>
                <a:gd name="T2" fmla="*/ 2147483646 w 72"/>
                <a:gd name="T3" fmla="*/ 2147483646 h 134"/>
                <a:gd name="T4" fmla="*/ 0 w 72"/>
                <a:gd name="T5" fmla="*/ 2147483646 h 134"/>
                <a:gd name="T6" fmla="*/ 0 w 72"/>
                <a:gd name="T7" fmla="*/ 2147483646 h 134"/>
                <a:gd name="T8" fmla="*/ 2147483646 w 72"/>
                <a:gd name="T9" fmla="*/ 0 h 134"/>
                <a:gd name="T10" fmla="*/ 2147483646 w 72"/>
                <a:gd name="T11" fmla="*/ 0 h 134"/>
                <a:gd name="T12" fmla="*/ 2147483646 w 72"/>
                <a:gd name="T13" fmla="*/ 2147483646 h 134"/>
                <a:gd name="T14" fmla="*/ 2147483646 w 72"/>
                <a:gd name="T15" fmla="*/ 2147483646 h 134"/>
                <a:gd name="T16" fmla="*/ 2147483646 w 72"/>
                <a:gd name="T17" fmla="*/ 2147483646 h 134"/>
                <a:gd name="T18" fmla="*/ 2147483646 w 72"/>
                <a:gd name="T19" fmla="*/ 2147483646 h 134"/>
                <a:gd name="T20" fmla="*/ 2147483646 w 72"/>
                <a:gd name="T21" fmla="*/ 2147483646 h 134"/>
                <a:gd name="T22" fmla="*/ 2147483646 w 72"/>
                <a:gd name="T23" fmla="*/ 2147483646 h 134"/>
                <a:gd name="T24" fmla="*/ 2147483646 w 72"/>
                <a:gd name="T25" fmla="*/ 2147483646 h 134"/>
                <a:gd name="T26" fmla="*/ 2147483646 w 72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2"/>
                <a:gd name="T43" fmla="*/ 0 h 134"/>
                <a:gd name="T44" fmla="*/ 72 w 72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2" h="134">
                  <a:moveTo>
                    <a:pt x="63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30"/>
                    <a:pt x="68" y="134"/>
                    <a:pt x="63" y="134"/>
                  </a:cubicBezTo>
                  <a:close/>
                  <a:moveTo>
                    <a:pt x="18" y="116"/>
                  </a:moveTo>
                  <a:cubicBezTo>
                    <a:pt x="54" y="116"/>
                    <a:pt x="54" y="116"/>
                    <a:pt x="54" y="116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0" name="Freeform 211"/>
            <p:cNvSpPr>
              <a:spLocks noEditPoints="1"/>
            </p:cNvSpPr>
            <p:nvPr/>
          </p:nvSpPr>
          <p:spPr bwMode="gray">
            <a:xfrm>
              <a:off x="3492500" y="1912938"/>
              <a:ext cx="100013" cy="187325"/>
            </a:xfrm>
            <a:custGeom>
              <a:avLst/>
              <a:gdLst>
                <a:gd name="T0" fmla="*/ 2147483646 w 72"/>
                <a:gd name="T1" fmla="*/ 2147483646 h 134"/>
                <a:gd name="T2" fmla="*/ 2147483646 w 72"/>
                <a:gd name="T3" fmla="*/ 2147483646 h 134"/>
                <a:gd name="T4" fmla="*/ 0 w 72"/>
                <a:gd name="T5" fmla="*/ 2147483646 h 134"/>
                <a:gd name="T6" fmla="*/ 0 w 72"/>
                <a:gd name="T7" fmla="*/ 2147483646 h 134"/>
                <a:gd name="T8" fmla="*/ 2147483646 w 72"/>
                <a:gd name="T9" fmla="*/ 0 h 134"/>
                <a:gd name="T10" fmla="*/ 2147483646 w 72"/>
                <a:gd name="T11" fmla="*/ 0 h 134"/>
                <a:gd name="T12" fmla="*/ 2147483646 w 72"/>
                <a:gd name="T13" fmla="*/ 2147483646 h 134"/>
                <a:gd name="T14" fmla="*/ 2147483646 w 72"/>
                <a:gd name="T15" fmla="*/ 2147483646 h 134"/>
                <a:gd name="T16" fmla="*/ 2147483646 w 72"/>
                <a:gd name="T17" fmla="*/ 2147483646 h 134"/>
                <a:gd name="T18" fmla="*/ 2147483646 w 72"/>
                <a:gd name="T19" fmla="*/ 2147483646 h 134"/>
                <a:gd name="T20" fmla="*/ 2147483646 w 72"/>
                <a:gd name="T21" fmla="*/ 2147483646 h 134"/>
                <a:gd name="T22" fmla="*/ 2147483646 w 72"/>
                <a:gd name="T23" fmla="*/ 2147483646 h 134"/>
                <a:gd name="T24" fmla="*/ 2147483646 w 72"/>
                <a:gd name="T25" fmla="*/ 2147483646 h 134"/>
                <a:gd name="T26" fmla="*/ 2147483646 w 72"/>
                <a:gd name="T27" fmla="*/ 2147483646 h 1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2"/>
                <a:gd name="T43" fmla="*/ 0 h 134"/>
                <a:gd name="T44" fmla="*/ 72 w 72"/>
                <a:gd name="T45" fmla="*/ 134 h 1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2" h="134">
                  <a:moveTo>
                    <a:pt x="63" y="134"/>
                  </a:moveTo>
                  <a:cubicBezTo>
                    <a:pt x="9" y="134"/>
                    <a:pt x="9" y="134"/>
                    <a:pt x="9" y="134"/>
                  </a:cubicBezTo>
                  <a:cubicBezTo>
                    <a:pt x="4" y="134"/>
                    <a:pt x="0" y="130"/>
                    <a:pt x="0" y="125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25"/>
                    <a:pt x="72" y="125"/>
                    <a:pt x="72" y="125"/>
                  </a:cubicBezTo>
                  <a:cubicBezTo>
                    <a:pt x="72" y="130"/>
                    <a:pt x="68" y="134"/>
                    <a:pt x="63" y="134"/>
                  </a:cubicBezTo>
                  <a:close/>
                  <a:moveTo>
                    <a:pt x="18" y="116"/>
                  </a:moveTo>
                  <a:cubicBezTo>
                    <a:pt x="54" y="116"/>
                    <a:pt x="54" y="116"/>
                    <a:pt x="54" y="116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43" name="梯形 142"/>
          <p:cNvSpPr/>
          <p:nvPr/>
        </p:nvSpPr>
        <p:spPr bwMode="gray">
          <a:xfrm>
            <a:off x="762199" y="5556040"/>
            <a:ext cx="10670778" cy="554327"/>
          </a:xfrm>
          <a:prstGeom prst="trapezoid">
            <a:avLst>
              <a:gd name="adj" fmla="val 144940"/>
            </a:avLst>
          </a:prstGeom>
          <a:gradFill>
            <a:gsLst>
              <a:gs pos="43000">
                <a:srgbClr val="7F7F7F">
                  <a:alpha val="8000"/>
                </a:srgbClr>
              </a:gs>
              <a:gs pos="0">
                <a:srgbClr val="7F7F7F">
                  <a:alpha val="0"/>
                </a:srgbClr>
              </a:gs>
            </a:gsLst>
            <a:lin ang="5400000" scaled="0"/>
          </a:gradFill>
          <a:ln w="12700">
            <a:gradFill>
              <a:gsLst>
                <a:gs pos="53000">
                  <a:srgbClr val="666666">
                    <a:lumMod val="60000"/>
                    <a:lumOff val="40000"/>
                  </a:srgbClr>
                </a:gs>
                <a:gs pos="100000">
                  <a:srgbClr val="666666">
                    <a:lumMod val="20000"/>
                    <a:lumOff val="80000"/>
                    <a:alpha val="0"/>
                  </a:srgbClr>
                </a:gs>
              </a:gsLst>
              <a:lin ang="162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>
              <a:defRPr/>
            </a:pPr>
            <a:endParaRPr lang="zh-CN" altLang="en-US" kern="0" dirty="0" smtClean="0">
              <a:solidFill>
                <a:sysClr val="windowText" lastClr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2" name="文本框 67"/>
          <p:cNvSpPr txBox="1"/>
          <p:nvPr/>
        </p:nvSpPr>
        <p:spPr bwMode="gray">
          <a:xfrm>
            <a:off x="4580267" y="5686826"/>
            <a:ext cx="2967158" cy="32316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 defTabSz="914051"/>
            <a:r>
              <a:rPr lang="en-US" altLang="zh-CN" sz="21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IPv6</a:t>
            </a:r>
            <a:r>
              <a:rPr lang="en-US" altLang="zh-CN" sz="21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+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rPr>
              <a:t>构建数字化基础设施底座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71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圆角矩形 53"/>
          <p:cNvSpPr/>
          <p:nvPr/>
        </p:nvSpPr>
        <p:spPr bwMode="gray">
          <a:xfrm>
            <a:off x="7616250" y="3963237"/>
            <a:ext cx="4132838" cy="2237538"/>
          </a:xfrm>
          <a:prstGeom prst="roundRect">
            <a:avLst>
              <a:gd name="adj" fmla="val 35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1" name="圆角矩形 50"/>
          <p:cNvSpPr/>
          <p:nvPr/>
        </p:nvSpPr>
        <p:spPr bwMode="gray">
          <a:xfrm>
            <a:off x="5049424" y="1753063"/>
            <a:ext cx="6699663" cy="2172414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9" name="圆角矩形 48"/>
          <p:cNvSpPr/>
          <p:nvPr/>
        </p:nvSpPr>
        <p:spPr bwMode="gray">
          <a:xfrm>
            <a:off x="1742060" y="3963237"/>
            <a:ext cx="5813015" cy="2237538"/>
          </a:xfrm>
          <a:prstGeom prst="roundRect">
            <a:avLst>
              <a:gd name="adj" fmla="val 353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圆角矩形 47"/>
          <p:cNvSpPr/>
          <p:nvPr/>
        </p:nvSpPr>
        <p:spPr bwMode="gray">
          <a:xfrm>
            <a:off x="1742060" y="1753063"/>
            <a:ext cx="3254621" cy="2172414"/>
          </a:xfrm>
          <a:prstGeom prst="roundRect">
            <a:avLst>
              <a:gd name="adj" fmla="val 359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" name="圆角矩形 46"/>
          <p:cNvSpPr/>
          <p:nvPr/>
        </p:nvSpPr>
        <p:spPr bwMode="gray">
          <a:xfrm>
            <a:off x="1742060" y="1073102"/>
            <a:ext cx="10007028" cy="635753"/>
          </a:xfrm>
          <a:prstGeom prst="roundRect">
            <a:avLst>
              <a:gd name="adj" fmla="val 1067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430523" y="1073102"/>
            <a:ext cx="1286446" cy="635753"/>
          </a:xfrm>
          <a:prstGeom prst="roundRect">
            <a:avLst>
              <a:gd name="adj" fmla="val 12172"/>
            </a:avLst>
          </a:prstGeom>
          <a:solidFill>
            <a:srgbClr val="BEE9E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圆角矩形 45"/>
          <p:cNvSpPr/>
          <p:nvPr/>
        </p:nvSpPr>
        <p:spPr bwMode="gray">
          <a:xfrm>
            <a:off x="430523" y="1765746"/>
            <a:ext cx="1286446" cy="4435029"/>
          </a:xfrm>
          <a:prstGeom prst="roundRect">
            <a:avLst>
              <a:gd name="adj" fmla="val 5508"/>
            </a:avLst>
          </a:prstGeom>
          <a:solidFill>
            <a:srgbClr val="BEE9E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 dirty="0" err="1">
                <a:sym typeface="Huawei Sans" panose="020C0503030203020204" pitchFamily="34" charset="0"/>
              </a:rPr>
              <a:t>CloudWAN</a:t>
            </a:r>
            <a:r>
              <a:rPr lang="en-US" altLang="zh-CN" dirty="0">
                <a:sym typeface="Huawei Sans" panose="020C0503030203020204" pitchFamily="34" charset="0"/>
              </a:rPr>
              <a:t> 3.0</a:t>
            </a:r>
            <a:r>
              <a:rPr lang="zh-CN" altLang="en-US" dirty="0" smtClean="0">
                <a:sym typeface="Huawei Sans" panose="020C0503030203020204" pitchFamily="34" charset="0"/>
              </a:rPr>
              <a:t>：管控析平台</a:t>
            </a:r>
            <a:r>
              <a:rPr lang="en-US" altLang="zh-CN" dirty="0" smtClean="0">
                <a:sym typeface="Huawei Sans" panose="020C0503030203020204" pitchFamily="34" charset="0"/>
              </a:rPr>
              <a:t>+</a:t>
            </a:r>
            <a:r>
              <a:rPr lang="zh-CN" altLang="en-US" dirty="0" smtClean="0">
                <a:sym typeface="Huawei Sans" panose="020C0503030203020204" pitchFamily="34" charset="0"/>
              </a:rPr>
              <a:t>面向</a:t>
            </a:r>
            <a:r>
              <a:rPr lang="zh-CN" altLang="en-US" dirty="0">
                <a:sym typeface="Huawei Sans" panose="020C0503030203020204" pitchFamily="34" charset="0"/>
              </a:rPr>
              <a:t>云时代智能全业务路由器</a:t>
            </a:r>
          </a:p>
        </p:txBody>
      </p:sp>
      <p:pic>
        <p:nvPicPr>
          <p:cNvPr id="86" name="图片 66" descr="DSC_1890-半宽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gray">
          <a:xfrm>
            <a:off x="3855465" y="1124766"/>
            <a:ext cx="655526" cy="532425"/>
          </a:xfrm>
          <a:prstGeom prst="rect">
            <a:avLst/>
          </a:prstGeom>
        </p:spPr>
      </p:pic>
      <p:sp>
        <p:nvSpPr>
          <p:cNvPr id="88" name="Text Box 34"/>
          <p:cNvSpPr txBox="1">
            <a:spLocks noChangeArrowheads="1"/>
          </p:cNvSpPr>
          <p:nvPr/>
        </p:nvSpPr>
        <p:spPr bwMode="gray">
          <a:xfrm>
            <a:off x="655618" y="1246905"/>
            <a:ext cx="790848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 anchorCtr="1">
            <a:spAutoFit/>
          </a:bodyPr>
          <a:lstStyle>
            <a:defPPr>
              <a:defRPr lang="zh-CN"/>
            </a:defPPr>
            <a:lvl1pPr algn="ctr" eaLnBrk="0" hangingPunct="0">
              <a:defRPr sz="1000">
                <a:latin typeface="+mn-lt"/>
                <a:ea typeface="华文楷体" pitchFamily="2" charset="-122"/>
                <a:cs typeface="Arial" pitchFamily="34" charset="0"/>
              </a:defRPr>
            </a:lvl1pPr>
          </a:lstStyle>
          <a:p>
            <a:pPr defTabSz="1218660">
              <a:defRPr/>
            </a:pP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网络管理</a:t>
            </a:r>
            <a:endParaRPr lang="en-US" altLang="zh-CN" sz="14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Text Box 34"/>
          <p:cNvSpPr txBox="1">
            <a:spLocks noChangeArrowheads="1"/>
          </p:cNvSpPr>
          <p:nvPr/>
        </p:nvSpPr>
        <p:spPr bwMode="gray">
          <a:xfrm>
            <a:off x="585961" y="4019089"/>
            <a:ext cx="970385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 anchorCtr="1">
            <a:spAutoFit/>
          </a:bodyPr>
          <a:lstStyle>
            <a:defPPr>
              <a:defRPr lang="zh-CN"/>
            </a:defPPr>
            <a:lvl1pPr algn="ctr" eaLnBrk="0" hangingPunct="0">
              <a:defRPr sz="1000">
                <a:latin typeface="+mn-lt"/>
                <a:ea typeface="华文楷体" pitchFamily="2" charset="-122"/>
                <a:cs typeface="Arial" pitchFamily="34" charset="0"/>
              </a:defRPr>
            </a:lvl1pPr>
          </a:lstStyle>
          <a:p>
            <a:pPr defTabSz="1218660">
              <a:defRPr/>
            </a:pP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城域路由器</a:t>
            </a:r>
            <a:endParaRPr lang="en-US" altLang="zh-CN" sz="14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Text Box 34"/>
          <p:cNvSpPr txBox="1">
            <a:spLocks noChangeArrowheads="1"/>
          </p:cNvSpPr>
          <p:nvPr/>
        </p:nvSpPr>
        <p:spPr bwMode="gray">
          <a:xfrm>
            <a:off x="5049424" y="4049509"/>
            <a:ext cx="2421102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 anchorCtr="1">
            <a:spAutoFit/>
          </a:bodyPr>
          <a:lstStyle>
            <a:defPPr>
              <a:defRPr lang="zh-CN"/>
            </a:defPPr>
            <a:lvl1pPr algn="ctr" eaLnBrk="0" hangingPunct="0">
              <a:defRPr sz="1000">
                <a:latin typeface="+mn-lt"/>
                <a:ea typeface="华文楷体" pitchFamily="2" charset="-122"/>
                <a:cs typeface="Arial" pitchFamily="34" charset="0"/>
              </a:defRPr>
            </a:lvl1pPr>
          </a:lstStyle>
          <a:p>
            <a:pPr defTabSz="1218660"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NetEngine40E </a:t>
            </a: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全业务路由器</a:t>
            </a:r>
            <a:endParaRPr lang="en-US" altLang="zh-CN" sz="14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Text Box 7"/>
          <p:cNvSpPr txBox="1">
            <a:spLocks noChangeArrowheads="1"/>
          </p:cNvSpPr>
          <p:nvPr/>
        </p:nvSpPr>
        <p:spPr bwMode="gray">
          <a:xfrm>
            <a:off x="5060347" y="3098538"/>
            <a:ext cx="1297398" cy="4420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8000 </a:t>
            </a:r>
          </a:p>
          <a:p>
            <a:pPr algn="ctr" defTabSz="1218660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X8</a:t>
            </a:r>
          </a:p>
        </p:txBody>
      </p:sp>
      <p:sp>
        <p:nvSpPr>
          <p:cNvPr id="94" name="Text Box 34"/>
          <p:cNvSpPr txBox="1">
            <a:spLocks noChangeArrowheads="1"/>
          </p:cNvSpPr>
          <p:nvPr/>
        </p:nvSpPr>
        <p:spPr bwMode="gray">
          <a:xfrm>
            <a:off x="3445092" y="1765576"/>
            <a:ext cx="1451286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 anchorCtr="1">
            <a:spAutoFit/>
          </a:bodyPr>
          <a:lstStyle>
            <a:defPPr>
              <a:defRPr lang="zh-CN"/>
            </a:defPPr>
            <a:lvl1pPr algn="ctr" eaLnBrk="0" hangingPunct="0">
              <a:defRPr sz="1000">
                <a:latin typeface="+mn-lt"/>
                <a:ea typeface="华文楷体" pitchFamily="2" charset="-122"/>
                <a:cs typeface="Arial" pitchFamily="34" charset="0"/>
              </a:defRPr>
            </a:lvl1pPr>
          </a:lstStyle>
          <a:p>
            <a:pPr algn="r" defTabSz="1218660">
              <a:defRPr/>
            </a:pPr>
            <a:r>
              <a:rPr lang="en-US" altLang="zh-CN" sz="14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9000</a:t>
            </a:r>
          </a:p>
          <a:p>
            <a:pPr algn="r" defTabSz="1218660">
              <a:defRPr/>
            </a:pP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骨干路由器</a:t>
            </a:r>
            <a:endParaRPr lang="en-US" altLang="zh-CN" sz="14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Text Box 7"/>
          <p:cNvSpPr txBox="1">
            <a:spLocks noChangeArrowheads="1"/>
          </p:cNvSpPr>
          <p:nvPr/>
        </p:nvSpPr>
        <p:spPr bwMode="gray">
          <a:xfrm>
            <a:off x="1788601" y="3652267"/>
            <a:ext cx="1486552" cy="2573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9000-20</a:t>
            </a:r>
          </a:p>
        </p:txBody>
      </p:sp>
      <p:sp>
        <p:nvSpPr>
          <p:cNvPr id="97" name="Text Box 7"/>
          <p:cNvSpPr txBox="1">
            <a:spLocks noChangeArrowheads="1"/>
          </p:cNvSpPr>
          <p:nvPr/>
        </p:nvSpPr>
        <p:spPr bwMode="gray">
          <a:xfrm>
            <a:off x="3167194" y="2326737"/>
            <a:ext cx="1398387" cy="2573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9000-8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996492" y="2062843"/>
            <a:ext cx="613317" cy="1569980"/>
          </a:xfrm>
          <a:prstGeom prst="rect">
            <a:avLst/>
          </a:prstGeom>
        </p:spPr>
      </p:pic>
      <p:pic>
        <p:nvPicPr>
          <p:cNvPr id="99" name="图片 9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452999" y="2595540"/>
            <a:ext cx="676839" cy="1013310"/>
          </a:xfrm>
          <a:prstGeom prst="rect">
            <a:avLst/>
          </a:prstGeom>
        </p:spPr>
      </p:pic>
      <p:sp>
        <p:nvSpPr>
          <p:cNvPr id="101" name="Text Box 7"/>
          <p:cNvSpPr txBox="1">
            <a:spLocks noChangeArrowheads="1"/>
          </p:cNvSpPr>
          <p:nvPr/>
        </p:nvSpPr>
        <p:spPr bwMode="gray">
          <a:xfrm>
            <a:off x="2495008" y="5930698"/>
            <a:ext cx="1552275" cy="2573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712268" fontAlgn="ctr"/>
            <a:r>
              <a: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Times New Roman" pitchFamily="18" charset="0"/>
                <a:sym typeface="Huawei Sans" panose="020C0503030203020204" pitchFamily="34" charset="0"/>
              </a:rPr>
              <a:t>NetEngine40E-X16A</a:t>
            </a: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571510" y="4846927"/>
            <a:ext cx="2153673" cy="1059365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25" t="5983" r="40976"/>
          <a:stretch/>
        </p:blipFill>
        <p:spPr bwMode="gray">
          <a:xfrm>
            <a:off x="2911049" y="4277360"/>
            <a:ext cx="690880" cy="1628933"/>
          </a:xfrm>
          <a:prstGeom prst="rect">
            <a:avLst/>
          </a:prstGeom>
        </p:spPr>
      </p:pic>
      <p:sp>
        <p:nvSpPr>
          <p:cNvPr id="104" name="Text Box 34"/>
          <p:cNvSpPr txBox="1">
            <a:spLocks noChangeArrowheads="1"/>
          </p:cNvSpPr>
          <p:nvPr/>
        </p:nvSpPr>
        <p:spPr bwMode="gray">
          <a:xfrm>
            <a:off x="4612917" y="1246905"/>
            <a:ext cx="5155826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 anchorCtr="1">
            <a:spAutoFit/>
          </a:bodyPr>
          <a:lstStyle>
            <a:defPPr>
              <a:defRPr lang="zh-CN"/>
            </a:defPPr>
            <a:lvl1pPr algn="ctr" eaLnBrk="0" hangingPunct="0">
              <a:defRPr sz="1000">
                <a:latin typeface="+mn-lt"/>
                <a:ea typeface="华文楷体" pitchFamily="2" charset="-122"/>
                <a:cs typeface="Arial" pitchFamily="34" charset="0"/>
              </a:defRPr>
            </a:lvl1pPr>
          </a:lstStyle>
          <a:p>
            <a:pPr algn="l" defTabSz="1218660">
              <a:defRPr/>
            </a:pPr>
            <a:r>
              <a:rPr lang="en-US" altLang="zh-CN" sz="14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iMaster</a:t>
            </a:r>
            <a:r>
              <a:rPr lang="en-US" altLang="zh-CN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NCE = U2000</a:t>
            </a: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（管） </a:t>
            </a:r>
            <a:r>
              <a:rPr lang="en-US" altLang="zh-CN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 </a:t>
            </a: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控制器（控） </a:t>
            </a:r>
            <a:r>
              <a:rPr lang="en-US" altLang="zh-CN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 </a:t>
            </a:r>
            <a:r>
              <a:rPr lang="en-US" altLang="zh-CN" sz="1400" b="1" kern="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</a:t>
            </a:r>
            <a:r>
              <a:rPr lang="en-US" altLang="zh-CN" sz="14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</a:t>
            </a:r>
            <a:r>
              <a:rPr lang="en-US" altLang="zh-CN" sz="1400" b="1" kern="0" dirty="0" err="1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raffic</a:t>
            </a: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（析）</a:t>
            </a:r>
            <a:endParaRPr lang="en-US" altLang="zh-CN" sz="14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5" name="Text Box 7"/>
          <p:cNvSpPr txBox="1">
            <a:spLocks noChangeArrowheads="1"/>
          </p:cNvSpPr>
          <p:nvPr/>
        </p:nvSpPr>
        <p:spPr bwMode="gray">
          <a:xfrm>
            <a:off x="4910447" y="5930698"/>
            <a:ext cx="1464110" cy="2573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712268" fontAlgn="ctr"/>
            <a:r>
              <a: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Times New Roman" pitchFamily="18" charset="0"/>
                <a:sym typeface="Huawei Sans" panose="020C0503030203020204" pitchFamily="34" charset="0"/>
              </a:rPr>
              <a:t>NetEngine40E-X8A</a:t>
            </a:r>
          </a:p>
        </p:txBody>
      </p:sp>
      <p:sp>
        <p:nvSpPr>
          <p:cNvPr id="106" name="Text Box 34"/>
          <p:cNvSpPr txBox="1">
            <a:spLocks noChangeArrowheads="1"/>
          </p:cNvSpPr>
          <p:nvPr/>
        </p:nvSpPr>
        <p:spPr bwMode="gray">
          <a:xfrm>
            <a:off x="10214943" y="1765576"/>
            <a:ext cx="1451286" cy="503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 anchorCtr="1">
            <a:spAutoFit/>
          </a:bodyPr>
          <a:lstStyle>
            <a:defPPr>
              <a:defRPr lang="zh-CN"/>
            </a:defPPr>
            <a:lvl1pPr algn="ctr" eaLnBrk="0" hangingPunct="0">
              <a:defRPr sz="1000">
                <a:latin typeface="+mn-lt"/>
                <a:ea typeface="华文楷体" pitchFamily="2" charset="-122"/>
                <a:cs typeface="Arial" pitchFamily="34" charset="0"/>
              </a:defRPr>
            </a:lvl1pPr>
          </a:lstStyle>
          <a:p>
            <a:pPr algn="r" defTabSz="1218660">
              <a:defRPr/>
            </a:pPr>
            <a:r>
              <a:rPr lang="en-US" altLang="zh-CN" sz="14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</a:t>
            </a:r>
            <a:r>
              <a:rPr lang="en-US" altLang="zh-CN" sz="1400" b="1" kern="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8000</a:t>
            </a:r>
          </a:p>
          <a:p>
            <a:pPr algn="r" defTabSz="1218660">
              <a:defRPr/>
            </a:pPr>
            <a:r>
              <a:rPr lang="zh-CN" altLang="en-US" sz="1400" b="1" kern="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智能</a:t>
            </a: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路由器</a:t>
            </a:r>
            <a:endParaRPr lang="en-US" altLang="zh-CN" sz="14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Text Box 7"/>
          <p:cNvSpPr txBox="1">
            <a:spLocks noChangeArrowheads="1"/>
          </p:cNvSpPr>
          <p:nvPr/>
        </p:nvSpPr>
        <p:spPr bwMode="gray">
          <a:xfrm>
            <a:off x="6407583" y="3098538"/>
            <a:ext cx="1249307" cy="4420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8000</a:t>
            </a:r>
          </a:p>
          <a:p>
            <a:pPr algn="ctr" defTabSz="1218660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X4</a:t>
            </a:r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187655" y="2211999"/>
            <a:ext cx="1009024" cy="567577"/>
          </a:xfrm>
          <a:prstGeom prst="rect">
            <a:avLst/>
          </a:prstGeom>
        </p:spPr>
      </p:pic>
      <p:sp>
        <p:nvSpPr>
          <p:cNvPr id="112" name="Text Box 7"/>
          <p:cNvSpPr txBox="1">
            <a:spLocks noChangeArrowheads="1"/>
          </p:cNvSpPr>
          <p:nvPr/>
        </p:nvSpPr>
        <p:spPr bwMode="gray">
          <a:xfrm>
            <a:off x="7726019" y="3098538"/>
            <a:ext cx="1249307" cy="4420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8000</a:t>
            </a:r>
          </a:p>
          <a:p>
            <a:pPr algn="ctr" defTabSz="1218660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M14</a:t>
            </a:r>
          </a:p>
        </p:txBody>
      </p:sp>
      <p:sp>
        <p:nvSpPr>
          <p:cNvPr id="113" name="Text Box 7"/>
          <p:cNvSpPr txBox="1">
            <a:spLocks noChangeArrowheads="1"/>
          </p:cNvSpPr>
          <p:nvPr/>
        </p:nvSpPr>
        <p:spPr bwMode="gray">
          <a:xfrm>
            <a:off x="9067514" y="2655851"/>
            <a:ext cx="1249307" cy="4420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8000</a:t>
            </a:r>
          </a:p>
          <a:p>
            <a:pPr algn="ctr" defTabSz="1218660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M8</a:t>
            </a:r>
          </a:p>
        </p:txBody>
      </p:sp>
      <p:pic>
        <p:nvPicPr>
          <p:cNvPr id="114" name="图片 1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46741" y="2269166"/>
            <a:ext cx="993742" cy="558979"/>
          </a:xfrm>
          <a:prstGeom prst="rect">
            <a:avLst/>
          </a:prstGeom>
        </p:spPr>
      </p:pic>
      <p:sp>
        <p:nvSpPr>
          <p:cNvPr id="115" name="Text Box 7"/>
          <p:cNvSpPr txBox="1">
            <a:spLocks noChangeArrowheads="1"/>
          </p:cNvSpPr>
          <p:nvPr/>
        </p:nvSpPr>
        <p:spPr bwMode="gray">
          <a:xfrm>
            <a:off x="10418959" y="2646978"/>
            <a:ext cx="1249307" cy="4420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8000</a:t>
            </a:r>
          </a:p>
          <a:p>
            <a:pPr algn="ctr" defTabSz="1218660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M6</a:t>
            </a:r>
          </a:p>
        </p:txBody>
      </p:sp>
      <p:pic>
        <p:nvPicPr>
          <p:cNvPr id="116" name="图片 11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150357" y="2994490"/>
            <a:ext cx="1083621" cy="609536"/>
          </a:xfrm>
          <a:prstGeom prst="rect">
            <a:avLst/>
          </a:prstGeom>
        </p:spPr>
      </p:pic>
      <p:sp>
        <p:nvSpPr>
          <p:cNvPr id="117" name="Text Box 7"/>
          <p:cNvSpPr txBox="1">
            <a:spLocks noChangeArrowheads="1"/>
          </p:cNvSpPr>
          <p:nvPr/>
        </p:nvSpPr>
        <p:spPr bwMode="gray">
          <a:xfrm>
            <a:off x="9067514" y="3459814"/>
            <a:ext cx="1249307" cy="4420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8000</a:t>
            </a:r>
          </a:p>
          <a:p>
            <a:pPr algn="ctr" defTabSz="1218660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F1A</a:t>
            </a: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543421" y="2992596"/>
            <a:ext cx="1000382" cy="666921"/>
          </a:xfrm>
          <a:prstGeom prst="rect">
            <a:avLst/>
          </a:prstGeom>
        </p:spPr>
      </p:pic>
      <p:sp>
        <p:nvSpPr>
          <p:cNvPr id="119" name="Text Box 7"/>
          <p:cNvSpPr txBox="1">
            <a:spLocks noChangeArrowheads="1"/>
          </p:cNvSpPr>
          <p:nvPr/>
        </p:nvSpPr>
        <p:spPr bwMode="gray">
          <a:xfrm>
            <a:off x="10418959" y="3459814"/>
            <a:ext cx="1249307" cy="4420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algn="ctr" defTabSz="1218660">
              <a:defRPr/>
            </a:pPr>
            <a:r>
              <a:rPr lang="en-US" altLang="zh-CN" sz="1200" b="1" kern="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NetEngine</a:t>
            </a: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8000</a:t>
            </a:r>
          </a:p>
          <a:p>
            <a:pPr algn="ctr" defTabSz="1218660">
              <a:defRPr/>
            </a:pPr>
            <a:r>
              <a:rPr lang="en-US" altLang="zh-CN" sz="1200" b="1" kern="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M1A/M1C</a:t>
            </a:r>
            <a:endParaRPr lang="en-US" altLang="zh-CN" sz="12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0" name="Text Box 34"/>
          <p:cNvSpPr txBox="1">
            <a:spLocks noChangeArrowheads="1"/>
          </p:cNvSpPr>
          <p:nvPr/>
        </p:nvSpPr>
        <p:spPr bwMode="gray">
          <a:xfrm>
            <a:off x="10158839" y="4049509"/>
            <a:ext cx="1507390" cy="288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anchor="ctr" anchorCtr="1">
            <a:spAutoFit/>
          </a:bodyPr>
          <a:lstStyle>
            <a:defPPr>
              <a:defRPr lang="zh-CN"/>
            </a:defPPr>
            <a:lvl1pPr algn="ctr" eaLnBrk="0" hangingPunct="0">
              <a:defRPr sz="1000">
                <a:latin typeface="+mn-lt"/>
                <a:ea typeface="华文楷体" pitchFamily="2" charset="-122"/>
                <a:cs typeface="Arial" pitchFamily="34" charset="0"/>
              </a:defRPr>
            </a:lvl1pPr>
          </a:lstStyle>
          <a:p>
            <a:pPr defTabSz="1218660">
              <a:defRPr/>
            </a:pPr>
            <a:r>
              <a:rPr lang="en-US" altLang="zh-CN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ME60 </a:t>
            </a:r>
            <a:r>
              <a:rPr lang="zh-CN" altLang="en-US" sz="14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多业务网关</a:t>
            </a:r>
            <a:endParaRPr lang="en-US" altLang="zh-CN" sz="1400" b="1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Text Box 7"/>
          <p:cNvSpPr txBox="1">
            <a:spLocks noChangeArrowheads="1"/>
          </p:cNvSpPr>
          <p:nvPr/>
        </p:nvSpPr>
        <p:spPr bwMode="gray">
          <a:xfrm>
            <a:off x="8235129" y="5930698"/>
            <a:ext cx="923898" cy="2573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defTabSz="1218660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ME60-X16A</a:t>
            </a:r>
          </a:p>
        </p:txBody>
      </p:sp>
      <p:sp>
        <p:nvSpPr>
          <p:cNvPr id="125" name="Text Box 7"/>
          <p:cNvSpPr txBox="1">
            <a:spLocks noChangeArrowheads="1"/>
          </p:cNvSpPr>
          <p:nvPr/>
        </p:nvSpPr>
        <p:spPr bwMode="gray">
          <a:xfrm>
            <a:off x="10297069" y="5930698"/>
            <a:ext cx="835733" cy="2573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36000" tIns="36000" rIns="36000" bIns="36000">
            <a:spAutoFit/>
          </a:bodyPr>
          <a:lstStyle/>
          <a:p>
            <a:pPr defTabSz="1218660">
              <a:defRPr/>
            </a:pPr>
            <a:r>
              <a:rPr lang="en-US" altLang="zh-CN" sz="1200" b="1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ME60-X8A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202590" y="2049769"/>
            <a:ext cx="1012913" cy="9930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509398" y="2348989"/>
            <a:ext cx="1045677" cy="709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883490" y="2406125"/>
            <a:ext cx="934365" cy="632965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445399" y="4009021"/>
            <a:ext cx="503359" cy="189968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39602" y="4713782"/>
            <a:ext cx="550665" cy="113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8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en-US" altLang="zh-CN">
                <a:sym typeface="Huawei Sans" panose="020C0503030203020204" pitchFamily="34" charset="0"/>
              </a:rPr>
              <a:t>CloudWAN 3.0</a:t>
            </a:r>
            <a:r>
              <a:rPr lang="zh-CN" altLang="en-US">
                <a:sym typeface="Huawei Sans" panose="020C0503030203020204" pitchFamily="34" charset="0"/>
              </a:rPr>
              <a:t>：管控析</a:t>
            </a:r>
            <a:r>
              <a:rPr lang="zh-CN" altLang="en-US" smtClean="0">
                <a:sym typeface="Huawei Sans" panose="020C0503030203020204" pitchFamily="34" charset="0"/>
              </a:rPr>
              <a:t>平台</a:t>
            </a:r>
            <a:r>
              <a:rPr lang="en-US" altLang="zh-CN" smtClean="0">
                <a:sym typeface="Huawei Sans" panose="020C0503030203020204" pitchFamily="34" charset="0"/>
              </a:rPr>
              <a:t>iMaster NCE-IP</a:t>
            </a:r>
            <a:endParaRPr lang="zh-CN" altLang="en-US">
              <a:sym typeface="Huawei Sans" panose="020C0503030203020204" pitchFamily="34" charset="0"/>
            </a:endParaRPr>
          </a:p>
        </p:txBody>
      </p:sp>
      <p:sp>
        <p:nvSpPr>
          <p:cNvPr id="3" name="圆角矩形 124"/>
          <p:cNvSpPr/>
          <p:nvPr/>
        </p:nvSpPr>
        <p:spPr bwMode="gray">
          <a:xfrm>
            <a:off x="6216716" y="4794502"/>
            <a:ext cx="4634934" cy="936000"/>
          </a:xfrm>
          <a:prstGeom prst="roundRect">
            <a:avLst>
              <a:gd name="adj" fmla="val 4051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defTabSz="801688">
              <a:defRPr/>
            </a:pPr>
            <a:endParaRPr lang="zh-CN" altLang="en-US" sz="2400" b="1" smtClea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4" name="文本框 226"/>
          <p:cNvSpPr txBox="1"/>
          <p:nvPr/>
        </p:nvSpPr>
        <p:spPr bwMode="gray">
          <a:xfrm>
            <a:off x="5779409" y="4794502"/>
            <a:ext cx="372050" cy="936000"/>
          </a:xfrm>
          <a:prstGeom prst="roundRect">
            <a:avLst/>
          </a:prstGeom>
          <a:solidFill>
            <a:srgbClr val="30B5C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defTabSz="155575" fontAlgn="auto">
              <a:spcBef>
                <a:spcPts val="0"/>
              </a:spcBef>
              <a:spcAft>
                <a:spcPts val="0"/>
              </a:spcAft>
              <a:buSzPct val="100000"/>
              <a:defRPr sz="16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5pPr>
            <a:lvl6pPr marL="2286000" defTabSz="914400">
              <a:defRPr>
                <a:latin typeface="Calibri" pitchFamily="34" charset="0"/>
                <a:ea typeface="宋体" pitchFamily="2" charset="-122"/>
              </a:defRPr>
            </a:lvl6pPr>
            <a:lvl7pPr marL="2743200" defTabSz="914400">
              <a:defRPr>
                <a:latin typeface="Calibri" pitchFamily="34" charset="0"/>
                <a:ea typeface="宋体" pitchFamily="2" charset="-122"/>
              </a:defRPr>
            </a:lvl7pPr>
            <a:lvl8pPr marL="3200400" defTabSz="914400">
              <a:defRPr>
                <a:latin typeface="Calibri" pitchFamily="34" charset="0"/>
                <a:ea typeface="宋体" pitchFamily="2" charset="-122"/>
              </a:defRPr>
            </a:lvl8pPr>
            <a:lvl9pPr marL="3657600" defTabSz="914400">
              <a:defRPr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</a:t>
            </a:r>
          </a:p>
        </p:txBody>
      </p:sp>
      <p:sp>
        <p:nvSpPr>
          <p:cNvPr id="5" name="圆角矩形 126"/>
          <p:cNvSpPr/>
          <p:nvPr/>
        </p:nvSpPr>
        <p:spPr bwMode="gray">
          <a:xfrm>
            <a:off x="6199042" y="2969154"/>
            <a:ext cx="4652608" cy="1288038"/>
          </a:xfrm>
          <a:prstGeom prst="roundRect">
            <a:avLst>
              <a:gd name="adj" fmla="val 4051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defTabSz="801688"/>
            <a:endParaRPr lang="zh-CN" altLang="en-US" sz="2400" b="1" smtClea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6" name="文本框 226"/>
          <p:cNvSpPr txBox="1"/>
          <p:nvPr/>
        </p:nvSpPr>
        <p:spPr bwMode="gray">
          <a:xfrm>
            <a:off x="5779409" y="2969154"/>
            <a:ext cx="372050" cy="1288038"/>
          </a:xfrm>
          <a:prstGeom prst="roundRect">
            <a:avLst/>
          </a:prstGeom>
          <a:solidFill>
            <a:srgbClr val="30B5C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defTabSz="155575" fontAlgn="auto">
              <a:spcBef>
                <a:spcPts val="0"/>
              </a:spcBef>
              <a:spcAft>
                <a:spcPts val="0"/>
              </a:spcAft>
              <a:buSzPct val="100000"/>
              <a:defRPr sz="1600" b="1" ker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5pPr>
            <a:lvl6pPr marL="2286000" defTabSz="914400">
              <a:defRPr>
                <a:latin typeface="Calibri" pitchFamily="34" charset="0"/>
                <a:ea typeface="宋体" pitchFamily="2" charset="-122"/>
              </a:defRPr>
            </a:lvl6pPr>
            <a:lvl7pPr marL="2743200" defTabSz="914400">
              <a:defRPr>
                <a:latin typeface="Calibri" pitchFamily="34" charset="0"/>
                <a:ea typeface="宋体" pitchFamily="2" charset="-122"/>
              </a:defRPr>
            </a:lvl7pPr>
            <a:lvl8pPr marL="3200400" defTabSz="914400">
              <a:defRPr>
                <a:latin typeface="Calibri" pitchFamily="34" charset="0"/>
                <a:ea typeface="宋体" pitchFamily="2" charset="-122"/>
              </a:defRPr>
            </a:lvl8pPr>
            <a:lvl9pPr marL="3657600" defTabSz="914400">
              <a:defRPr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</a:t>
            </a:r>
            <a:endParaRPr lang="en-US" altLang="zh-CN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128"/>
          <p:cNvSpPr/>
          <p:nvPr/>
        </p:nvSpPr>
        <p:spPr bwMode="gray">
          <a:xfrm>
            <a:off x="6215408" y="1563202"/>
            <a:ext cx="4636242" cy="936000"/>
          </a:xfrm>
          <a:prstGeom prst="roundRect">
            <a:avLst>
              <a:gd name="adj" fmla="val 4051"/>
            </a:avLst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defTabSz="801688"/>
            <a:endParaRPr lang="zh-CN" altLang="en-US" sz="2400" b="1" smtClean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" name="文本框 226"/>
          <p:cNvSpPr txBox="1"/>
          <p:nvPr/>
        </p:nvSpPr>
        <p:spPr bwMode="gray">
          <a:xfrm>
            <a:off x="5779409" y="1563202"/>
            <a:ext cx="372050" cy="936000"/>
          </a:xfrm>
          <a:prstGeom prst="roundRect">
            <a:avLst/>
          </a:prstGeom>
          <a:solidFill>
            <a:srgbClr val="30B5C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defTabSz="801688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rgbClr val="000000"/>
                </a:solidFill>
                <a:latin typeface="Trebuchet MS" pitchFamily="34" charset="0"/>
                <a:ea typeface="华文细黑" pitchFamily="2" charset="-122"/>
              </a:defRPr>
            </a:lvl1pPr>
            <a:lvl2pPr marL="4572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2pPr>
            <a:lvl3pPr marL="9144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3pPr>
            <a:lvl4pPr marL="13716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4pPr>
            <a:lvl5pPr marL="1828800" fontAlgn="base">
              <a:spcBef>
                <a:spcPct val="0"/>
              </a:spcBef>
              <a:spcAft>
                <a:spcPct val="0"/>
              </a:spcAft>
              <a:defRPr>
                <a:latin typeface="Calibri" pitchFamily="34" charset="0"/>
                <a:ea typeface="宋体" pitchFamily="2" charset="-122"/>
              </a:defRPr>
            </a:lvl5pPr>
            <a:lvl6pPr marL="2286000" defTabSz="914400">
              <a:defRPr>
                <a:latin typeface="Calibri" pitchFamily="34" charset="0"/>
                <a:ea typeface="宋体" pitchFamily="2" charset="-122"/>
              </a:defRPr>
            </a:lvl6pPr>
            <a:lvl7pPr marL="2743200" defTabSz="914400">
              <a:defRPr>
                <a:latin typeface="Calibri" pitchFamily="34" charset="0"/>
                <a:ea typeface="宋体" pitchFamily="2" charset="-122"/>
              </a:defRPr>
            </a:lvl7pPr>
            <a:lvl8pPr marL="3200400" defTabSz="914400">
              <a:defRPr>
                <a:latin typeface="Calibri" pitchFamily="34" charset="0"/>
                <a:ea typeface="宋体" pitchFamily="2" charset="-122"/>
              </a:defRPr>
            </a:lvl8pPr>
            <a:lvl9pPr marL="3657600" defTabSz="914400">
              <a:defRPr>
                <a:latin typeface="Calibri" pitchFamily="34" charset="0"/>
                <a:ea typeface="宋体" pitchFamily="2" charset="-122"/>
              </a:defRPr>
            </a:lvl9pPr>
          </a:lstStyle>
          <a:p>
            <a:pPr defTabSz="155575" fontAlgn="auto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kern="0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管理</a:t>
            </a:r>
            <a:endParaRPr lang="zh-CN" altLang="en-US" kern="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9" name="TextBox 2"/>
          <p:cNvSpPr txBox="1"/>
          <p:nvPr/>
        </p:nvSpPr>
        <p:spPr bwMode="gray">
          <a:xfrm>
            <a:off x="6377767" y="1639908"/>
            <a:ext cx="3241913" cy="7825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82563" indent="-182563" defTabSz="9144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</a:t>
            </a:r>
            <a:r>
              <a:rPr lang="zh-CN" altLang="en-US" sz="1400" b="1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元管理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：拓扑、告警、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配置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、存量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182563" indent="-182563" defTabSz="9144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业务管理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：隧道管理，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VPN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业务管理</a:t>
            </a:r>
          </a:p>
        </p:txBody>
      </p:sp>
      <p:sp>
        <p:nvSpPr>
          <p:cNvPr id="10" name="TextBox 90"/>
          <p:cNvSpPr txBox="1"/>
          <p:nvPr/>
        </p:nvSpPr>
        <p:spPr bwMode="gray">
          <a:xfrm>
            <a:off x="6375850" y="3005315"/>
            <a:ext cx="3062377" cy="121571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82563" indent="-182563" defTabSz="9144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集中算路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：多维约束的集中算路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182563" indent="-182563" defTabSz="9144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逻辑拓扑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</a:t>
            </a:r>
            <a:r>
              <a:rPr lang="en-US" altLang="zh-CN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Cost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、时延、带宽拓扑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182563" indent="-182563" defTabSz="9144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网络调优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：业务路径的调整和优化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" name="TextBox 91"/>
          <p:cNvSpPr txBox="1"/>
          <p:nvPr/>
        </p:nvSpPr>
        <p:spPr bwMode="gray">
          <a:xfrm>
            <a:off x="6361007" y="4871208"/>
            <a:ext cx="4139595" cy="7825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82563" indent="-182563" defTabSz="9144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网络基础分析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：性能、流量、质量的展示和分析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182563" indent="-182563" defTabSz="9144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预测分析</a:t>
            </a:r>
            <a:r>
              <a:rPr lang="zh-CN" altLang="en-US" sz="14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：流量、故障、异常预测</a:t>
            </a:r>
            <a:endParaRPr lang="en-US" altLang="zh-CN" sz="1400" dirty="0" smtClean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2" name="AutoShape 30"/>
          <p:cNvSpPr>
            <a:spLocks noChangeArrowheads="1"/>
          </p:cNvSpPr>
          <p:nvPr/>
        </p:nvSpPr>
        <p:spPr bwMode="gray">
          <a:xfrm rot="5400000">
            <a:off x="2947647" y="2945861"/>
            <a:ext cx="200005" cy="2919412"/>
          </a:xfrm>
          <a:prstGeom prst="can">
            <a:avLst>
              <a:gd name="adj" fmla="val 35210"/>
            </a:avLst>
          </a:prstGeom>
          <a:solidFill>
            <a:srgbClr val="DDDDDD">
              <a:alpha val="27000"/>
            </a:srgbClr>
          </a:solidFill>
          <a:ln w="3175">
            <a:solidFill>
              <a:srgbClr val="4F81BD">
                <a:shade val="50000"/>
              </a:srgbClr>
            </a:solidFill>
            <a:prstDash val="dash"/>
            <a:round/>
            <a:headEnd/>
            <a:tailEnd/>
          </a:ln>
        </p:spPr>
        <p:txBody>
          <a:bodyPr rot="10800000" vert="eaVert" wrap="none" lIns="91323" tIns="45663" rIns="91323" bIns="45663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563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127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6690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2542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78172" algn="l" defTabSz="911273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33809" algn="l" defTabSz="911273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189445" algn="l" defTabSz="911273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45085" algn="l" defTabSz="911273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defTabSz="913572">
              <a:defRPr/>
            </a:pPr>
            <a:endParaRPr lang="en-US" altLang="zh-CN" sz="12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3" name="Freeform 12"/>
          <p:cNvSpPr>
            <a:spLocks/>
          </p:cNvSpPr>
          <p:nvPr/>
        </p:nvSpPr>
        <p:spPr bwMode="gray">
          <a:xfrm>
            <a:off x="1262584" y="4310139"/>
            <a:ext cx="369013" cy="203556"/>
          </a:xfrm>
          <a:custGeom>
            <a:avLst/>
            <a:gdLst>
              <a:gd name="T0" fmla="*/ 2368 w 2488"/>
              <a:gd name="T1" fmla="*/ 0 h 1122"/>
              <a:gd name="T2" fmla="*/ 120 w 2488"/>
              <a:gd name="T3" fmla="*/ 0 h 1122"/>
              <a:gd name="T4" fmla="*/ 0 w 2488"/>
              <a:gd name="T5" fmla="*/ 561 h 1122"/>
              <a:gd name="T6" fmla="*/ 120 w 2488"/>
              <a:gd name="T7" fmla="*/ 1122 h 1122"/>
              <a:gd name="T8" fmla="*/ 2368 w 2488"/>
              <a:gd name="T9" fmla="*/ 1122 h 1122"/>
              <a:gd name="T10" fmla="*/ 2488 w 2488"/>
              <a:gd name="T11" fmla="*/ 561 h 1122"/>
              <a:gd name="T12" fmla="*/ 2368 w 2488"/>
              <a:gd name="T13" fmla="*/ 0 h 1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88" h="1122">
                <a:moveTo>
                  <a:pt x="2368" y="0"/>
                </a:move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252"/>
                  <a:pt x="0" y="561"/>
                </a:cubicBezTo>
                <a:cubicBezTo>
                  <a:pt x="0" y="871"/>
                  <a:pt x="54" y="1122"/>
                  <a:pt x="120" y="1122"/>
                </a:cubicBezTo>
                <a:cubicBezTo>
                  <a:pt x="2368" y="1122"/>
                  <a:pt x="2368" y="1122"/>
                  <a:pt x="2368" y="1122"/>
                </a:cubicBezTo>
                <a:cubicBezTo>
                  <a:pt x="2434" y="1122"/>
                  <a:pt x="2488" y="871"/>
                  <a:pt x="2488" y="561"/>
                </a:cubicBezTo>
                <a:cubicBezTo>
                  <a:pt x="2488" y="252"/>
                  <a:pt x="2434" y="0"/>
                  <a:pt x="2368" y="0"/>
                </a:cubicBezTo>
                <a:close/>
              </a:path>
            </a:pathLst>
          </a:custGeom>
          <a:solidFill>
            <a:srgbClr val="0070C0">
              <a:alpha val="80000"/>
            </a:srgbClr>
          </a:solidFill>
          <a:ln w="12700">
            <a:noFill/>
            <a:miter lim="800000"/>
            <a:headEnd/>
            <a:tailEnd/>
          </a:ln>
          <a:extLst/>
        </p:spPr>
        <p:txBody>
          <a:bodyPr/>
          <a:lstStyle/>
          <a:p>
            <a:pPr defTabSz="1218296">
              <a:defRPr/>
            </a:pPr>
            <a:endParaRPr lang="zh-CN" altLang="en-US" sz="12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14" name="组合 258"/>
          <p:cNvGrpSpPr/>
          <p:nvPr/>
        </p:nvGrpSpPr>
        <p:grpSpPr bwMode="gray">
          <a:xfrm>
            <a:off x="4556744" y="4331362"/>
            <a:ext cx="166398" cy="161111"/>
            <a:chOff x="14673263" y="8921751"/>
            <a:chExt cx="2636837" cy="1538288"/>
          </a:xfrm>
        </p:grpSpPr>
        <p:sp>
          <p:nvSpPr>
            <p:cNvPr id="15" name="Rectangle 6"/>
            <p:cNvSpPr>
              <a:spLocks noChangeArrowheads="1"/>
            </p:cNvSpPr>
            <p:nvPr/>
          </p:nvSpPr>
          <p:spPr bwMode="gray">
            <a:xfrm>
              <a:off x="14673263" y="10242551"/>
              <a:ext cx="198437" cy="157163"/>
            </a:xfrm>
            <a:prstGeom prst="rect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gray">
            <a:xfrm>
              <a:off x="14673263" y="10055226"/>
              <a:ext cx="198437" cy="157163"/>
            </a:xfrm>
            <a:prstGeom prst="rect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7" name="Freeform 8"/>
            <p:cNvSpPr>
              <a:spLocks/>
            </p:cNvSpPr>
            <p:nvPr/>
          </p:nvSpPr>
          <p:spPr bwMode="gray">
            <a:xfrm>
              <a:off x="14871700" y="9994901"/>
              <a:ext cx="511175" cy="465138"/>
            </a:xfrm>
            <a:custGeom>
              <a:avLst/>
              <a:gdLst>
                <a:gd name="T0" fmla="*/ 114 w 136"/>
                <a:gd name="T1" fmla="*/ 0 h 124"/>
                <a:gd name="T2" fmla="*/ 0 w 136"/>
                <a:gd name="T3" fmla="*/ 0 h 124"/>
                <a:gd name="T4" fmla="*/ 0 w 136"/>
                <a:gd name="T5" fmla="*/ 124 h 124"/>
                <a:gd name="T6" fmla="*/ 114 w 136"/>
                <a:gd name="T7" fmla="*/ 124 h 124"/>
                <a:gd name="T8" fmla="*/ 136 w 136"/>
                <a:gd name="T9" fmla="*/ 102 h 124"/>
                <a:gd name="T10" fmla="*/ 136 w 136"/>
                <a:gd name="T11" fmla="*/ 22 h 124"/>
                <a:gd name="T12" fmla="*/ 114 w 136"/>
                <a:gd name="T13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124">
                  <a:moveTo>
                    <a:pt x="11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114" y="124"/>
                    <a:pt x="114" y="124"/>
                    <a:pt x="114" y="124"/>
                  </a:cubicBezTo>
                  <a:cubicBezTo>
                    <a:pt x="126" y="124"/>
                    <a:pt x="136" y="114"/>
                    <a:pt x="136" y="102"/>
                  </a:cubicBezTo>
                  <a:cubicBezTo>
                    <a:pt x="136" y="22"/>
                    <a:pt x="136" y="22"/>
                    <a:pt x="136" y="22"/>
                  </a:cubicBezTo>
                  <a:cubicBezTo>
                    <a:pt x="136" y="10"/>
                    <a:pt x="126" y="0"/>
                    <a:pt x="114" y="0"/>
                  </a:cubicBezTo>
                  <a:close/>
                </a:path>
              </a:pathLst>
            </a:cu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gray">
            <a:xfrm>
              <a:off x="15382875" y="10136188"/>
              <a:ext cx="138112" cy="180975"/>
            </a:xfrm>
            <a:custGeom>
              <a:avLst/>
              <a:gdLst>
                <a:gd name="T0" fmla="*/ 28 w 37"/>
                <a:gd name="T1" fmla="*/ 0 h 48"/>
                <a:gd name="T2" fmla="*/ 0 w 37"/>
                <a:gd name="T3" fmla="*/ 0 h 48"/>
                <a:gd name="T4" fmla="*/ 0 w 37"/>
                <a:gd name="T5" fmla="*/ 48 h 48"/>
                <a:gd name="T6" fmla="*/ 28 w 37"/>
                <a:gd name="T7" fmla="*/ 48 h 48"/>
                <a:gd name="T8" fmla="*/ 37 w 37"/>
                <a:gd name="T9" fmla="*/ 40 h 48"/>
                <a:gd name="T10" fmla="*/ 37 w 37"/>
                <a:gd name="T11" fmla="*/ 8 h 48"/>
                <a:gd name="T12" fmla="*/ 28 w 37"/>
                <a:gd name="T1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8">
                  <a:moveTo>
                    <a:pt x="2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28" y="48"/>
                    <a:pt x="28" y="48"/>
                    <a:pt x="28" y="48"/>
                  </a:cubicBezTo>
                  <a:cubicBezTo>
                    <a:pt x="33" y="48"/>
                    <a:pt x="37" y="44"/>
                    <a:pt x="37" y="40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4"/>
                    <a:pt x="33" y="0"/>
                    <a:pt x="28" y="0"/>
                  </a:cubicBezTo>
                  <a:close/>
                </a:path>
              </a:pathLst>
            </a:cu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gray">
            <a:xfrm>
              <a:off x="15022513" y="10110788"/>
              <a:ext cx="0" cy="231775"/>
            </a:xfrm>
            <a:prstGeom prst="line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gray">
            <a:xfrm>
              <a:off x="15127288" y="10110788"/>
              <a:ext cx="0" cy="231775"/>
            </a:xfrm>
            <a:prstGeom prst="line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gray">
            <a:xfrm>
              <a:off x="17111663" y="8982076"/>
              <a:ext cx="198437" cy="157163"/>
            </a:xfrm>
            <a:prstGeom prst="rect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2" name="Rectangle 13"/>
            <p:cNvSpPr>
              <a:spLocks noChangeArrowheads="1"/>
            </p:cNvSpPr>
            <p:nvPr/>
          </p:nvSpPr>
          <p:spPr bwMode="gray">
            <a:xfrm>
              <a:off x="17111663" y="9169401"/>
              <a:ext cx="198437" cy="157163"/>
            </a:xfrm>
            <a:prstGeom prst="rect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gray">
            <a:xfrm>
              <a:off x="16600488" y="8921751"/>
              <a:ext cx="511175" cy="465138"/>
            </a:xfrm>
            <a:custGeom>
              <a:avLst/>
              <a:gdLst>
                <a:gd name="T0" fmla="*/ 22 w 136"/>
                <a:gd name="T1" fmla="*/ 124 h 124"/>
                <a:gd name="T2" fmla="*/ 136 w 136"/>
                <a:gd name="T3" fmla="*/ 124 h 124"/>
                <a:gd name="T4" fmla="*/ 136 w 136"/>
                <a:gd name="T5" fmla="*/ 0 h 124"/>
                <a:gd name="T6" fmla="*/ 22 w 136"/>
                <a:gd name="T7" fmla="*/ 0 h 124"/>
                <a:gd name="T8" fmla="*/ 0 w 136"/>
                <a:gd name="T9" fmla="*/ 22 h 124"/>
                <a:gd name="T10" fmla="*/ 0 w 136"/>
                <a:gd name="T11" fmla="*/ 102 h 124"/>
                <a:gd name="T12" fmla="*/ 22 w 136"/>
                <a:gd name="T13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" h="124">
                  <a:moveTo>
                    <a:pt x="22" y="124"/>
                  </a:moveTo>
                  <a:cubicBezTo>
                    <a:pt x="136" y="124"/>
                    <a:pt x="136" y="124"/>
                    <a:pt x="136" y="124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14"/>
                    <a:pt x="10" y="124"/>
                    <a:pt x="22" y="124"/>
                  </a:cubicBezTo>
                  <a:close/>
                </a:path>
              </a:pathLst>
            </a:cu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4" name="Freeform 15"/>
            <p:cNvSpPr>
              <a:spLocks/>
            </p:cNvSpPr>
            <p:nvPr/>
          </p:nvSpPr>
          <p:spPr bwMode="gray">
            <a:xfrm>
              <a:off x="16465550" y="9064626"/>
              <a:ext cx="134937" cy="179388"/>
            </a:xfrm>
            <a:custGeom>
              <a:avLst/>
              <a:gdLst>
                <a:gd name="T0" fmla="*/ 9 w 36"/>
                <a:gd name="T1" fmla="*/ 48 h 48"/>
                <a:gd name="T2" fmla="*/ 36 w 36"/>
                <a:gd name="T3" fmla="*/ 48 h 48"/>
                <a:gd name="T4" fmla="*/ 36 w 36"/>
                <a:gd name="T5" fmla="*/ 0 h 48"/>
                <a:gd name="T6" fmla="*/ 9 w 36"/>
                <a:gd name="T7" fmla="*/ 0 h 48"/>
                <a:gd name="T8" fmla="*/ 0 w 36"/>
                <a:gd name="T9" fmla="*/ 8 h 48"/>
                <a:gd name="T10" fmla="*/ 0 w 36"/>
                <a:gd name="T11" fmla="*/ 40 h 48"/>
                <a:gd name="T12" fmla="*/ 9 w 36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8">
                  <a:moveTo>
                    <a:pt x="9" y="48"/>
                  </a:moveTo>
                  <a:cubicBezTo>
                    <a:pt x="36" y="48"/>
                    <a:pt x="36" y="48"/>
                    <a:pt x="36" y="48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4"/>
                    <a:pt x="4" y="48"/>
                    <a:pt x="9" y="48"/>
                  </a:cubicBezTo>
                  <a:close/>
                </a:path>
              </a:pathLst>
            </a:cu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gray">
            <a:xfrm flipV="1">
              <a:off x="16960850" y="9037638"/>
              <a:ext cx="0" cy="233363"/>
            </a:xfrm>
            <a:prstGeom prst="line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gray">
            <a:xfrm flipV="1">
              <a:off x="16856075" y="9037638"/>
              <a:ext cx="0" cy="233363"/>
            </a:xfrm>
            <a:prstGeom prst="line">
              <a:avLst/>
            </a:pr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7" name="Freeform 18"/>
            <p:cNvSpPr>
              <a:spLocks/>
            </p:cNvSpPr>
            <p:nvPr/>
          </p:nvSpPr>
          <p:spPr bwMode="gray">
            <a:xfrm>
              <a:off x="15251113" y="9153526"/>
              <a:ext cx="1495425" cy="536575"/>
            </a:xfrm>
            <a:custGeom>
              <a:avLst/>
              <a:gdLst>
                <a:gd name="T0" fmla="*/ 399 w 399"/>
                <a:gd name="T1" fmla="*/ 143 h 143"/>
                <a:gd name="T2" fmla="*/ 72 w 399"/>
                <a:gd name="T3" fmla="*/ 143 h 143"/>
                <a:gd name="T4" fmla="*/ 0 w 399"/>
                <a:gd name="T5" fmla="*/ 71 h 143"/>
                <a:gd name="T6" fmla="*/ 0 w 399"/>
                <a:gd name="T7" fmla="*/ 71 h 143"/>
                <a:gd name="T8" fmla="*/ 72 w 399"/>
                <a:gd name="T9" fmla="*/ 0 h 143"/>
                <a:gd name="T10" fmla="*/ 324 w 399"/>
                <a:gd name="T11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9" h="143">
                  <a:moveTo>
                    <a:pt x="399" y="143"/>
                  </a:moveTo>
                  <a:cubicBezTo>
                    <a:pt x="72" y="143"/>
                    <a:pt x="72" y="143"/>
                    <a:pt x="72" y="143"/>
                  </a:cubicBezTo>
                  <a:cubicBezTo>
                    <a:pt x="32" y="143"/>
                    <a:pt x="0" y="111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32"/>
                    <a:pt x="32" y="0"/>
                    <a:pt x="72" y="0"/>
                  </a:cubicBezTo>
                  <a:cubicBezTo>
                    <a:pt x="324" y="0"/>
                    <a:pt x="324" y="0"/>
                    <a:pt x="324" y="0"/>
                  </a:cubicBezTo>
                </a:path>
              </a:pathLst>
            </a:cu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8" name="Freeform 19"/>
            <p:cNvSpPr>
              <a:spLocks/>
            </p:cNvSpPr>
            <p:nvPr/>
          </p:nvSpPr>
          <p:spPr bwMode="gray">
            <a:xfrm>
              <a:off x="15520988" y="9690101"/>
              <a:ext cx="1492250" cy="536575"/>
            </a:xfrm>
            <a:custGeom>
              <a:avLst/>
              <a:gdLst>
                <a:gd name="T0" fmla="*/ 0 w 398"/>
                <a:gd name="T1" fmla="*/ 0 h 143"/>
                <a:gd name="T2" fmla="*/ 327 w 398"/>
                <a:gd name="T3" fmla="*/ 0 h 143"/>
                <a:gd name="T4" fmla="*/ 398 w 398"/>
                <a:gd name="T5" fmla="*/ 72 h 143"/>
                <a:gd name="T6" fmla="*/ 398 w 398"/>
                <a:gd name="T7" fmla="*/ 72 h 143"/>
                <a:gd name="T8" fmla="*/ 327 w 398"/>
                <a:gd name="T9" fmla="*/ 143 h 143"/>
                <a:gd name="T10" fmla="*/ 0 w 398"/>
                <a:gd name="T11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8" h="143">
                  <a:moveTo>
                    <a:pt x="0" y="0"/>
                  </a:moveTo>
                  <a:cubicBezTo>
                    <a:pt x="327" y="0"/>
                    <a:pt x="327" y="0"/>
                    <a:pt x="327" y="0"/>
                  </a:cubicBezTo>
                  <a:cubicBezTo>
                    <a:pt x="366" y="0"/>
                    <a:pt x="398" y="32"/>
                    <a:pt x="398" y="72"/>
                  </a:cubicBezTo>
                  <a:cubicBezTo>
                    <a:pt x="398" y="72"/>
                    <a:pt x="398" y="72"/>
                    <a:pt x="398" y="72"/>
                  </a:cubicBezTo>
                  <a:cubicBezTo>
                    <a:pt x="398" y="111"/>
                    <a:pt x="366" y="143"/>
                    <a:pt x="327" y="143"/>
                  </a:cubicBezTo>
                  <a:cubicBezTo>
                    <a:pt x="0" y="143"/>
                    <a:pt x="0" y="143"/>
                    <a:pt x="0" y="143"/>
                  </a:cubicBezTo>
                </a:path>
              </a:pathLst>
            </a:custGeom>
            <a:noFill/>
            <a:ln w="9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13308" tIns="56654" rIns="113308" bIns="56654" numCol="1" anchor="t" anchorCtr="0" compatLnSpc="1">
              <a:prstTxWarp prst="textNoShape">
                <a:avLst/>
              </a:prstTxWarp>
            </a:bodyPr>
            <a:lstStyle/>
            <a:p>
              <a:pPr defTabSz="1218296">
                <a:defRPr/>
              </a:pPr>
              <a:endParaRPr lang="zh-CN" altLang="en-US" sz="12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9" name="TextBox 428"/>
          <p:cNvSpPr txBox="1"/>
          <p:nvPr/>
        </p:nvSpPr>
        <p:spPr bwMode="gray">
          <a:xfrm>
            <a:off x="2505814" y="4282457"/>
            <a:ext cx="1032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034">
              <a:defRPr/>
            </a:pPr>
            <a:r>
              <a:rPr lang="zh-CN" altLang="en-US" sz="1200" kern="0" dirty="0" smtClean="0">
                <a:solidFill>
                  <a:srgbClr val="1D1D1A">
                    <a:lumMod val="90000"/>
                    <a:lumOff val="1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端到端 </a:t>
            </a:r>
            <a:r>
              <a:rPr lang="en-US" altLang="zh-CN" sz="1200" kern="0" dirty="0" smtClean="0">
                <a:solidFill>
                  <a:srgbClr val="1D1D1A">
                    <a:lumMod val="90000"/>
                    <a:lumOff val="1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SRv6</a:t>
            </a:r>
            <a:endParaRPr lang="zh-CN" altLang="en-US" sz="1200" kern="0" dirty="0">
              <a:solidFill>
                <a:srgbClr val="1D1D1A">
                  <a:lumMod val="90000"/>
                  <a:lumOff val="10000"/>
                </a:srgb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0" name="Freeform 12"/>
          <p:cNvSpPr>
            <a:spLocks/>
          </p:cNvSpPr>
          <p:nvPr/>
        </p:nvSpPr>
        <p:spPr bwMode="gray">
          <a:xfrm>
            <a:off x="4469477" y="4310139"/>
            <a:ext cx="341385" cy="203556"/>
          </a:xfrm>
          <a:custGeom>
            <a:avLst/>
            <a:gdLst>
              <a:gd name="T0" fmla="*/ 2368 w 2488"/>
              <a:gd name="T1" fmla="*/ 0 h 1122"/>
              <a:gd name="T2" fmla="*/ 120 w 2488"/>
              <a:gd name="T3" fmla="*/ 0 h 1122"/>
              <a:gd name="T4" fmla="*/ 0 w 2488"/>
              <a:gd name="T5" fmla="*/ 561 h 1122"/>
              <a:gd name="T6" fmla="*/ 120 w 2488"/>
              <a:gd name="T7" fmla="*/ 1122 h 1122"/>
              <a:gd name="T8" fmla="*/ 2368 w 2488"/>
              <a:gd name="T9" fmla="*/ 1122 h 1122"/>
              <a:gd name="T10" fmla="*/ 2488 w 2488"/>
              <a:gd name="T11" fmla="*/ 561 h 1122"/>
              <a:gd name="T12" fmla="*/ 2368 w 2488"/>
              <a:gd name="T13" fmla="*/ 0 h 1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488" h="1122">
                <a:moveTo>
                  <a:pt x="2368" y="0"/>
                </a:move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252"/>
                  <a:pt x="0" y="561"/>
                </a:cubicBezTo>
                <a:cubicBezTo>
                  <a:pt x="0" y="871"/>
                  <a:pt x="54" y="1122"/>
                  <a:pt x="120" y="1122"/>
                </a:cubicBezTo>
                <a:cubicBezTo>
                  <a:pt x="2368" y="1122"/>
                  <a:pt x="2368" y="1122"/>
                  <a:pt x="2368" y="1122"/>
                </a:cubicBezTo>
                <a:cubicBezTo>
                  <a:pt x="2434" y="1122"/>
                  <a:pt x="2488" y="871"/>
                  <a:pt x="2488" y="561"/>
                </a:cubicBezTo>
                <a:cubicBezTo>
                  <a:pt x="2488" y="252"/>
                  <a:pt x="2434" y="0"/>
                  <a:pt x="2368" y="0"/>
                </a:cubicBezTo>
                <a:close/>
              </a:path>
            </a:pathLst>
          </a:custGeom>
          <a:solidFill>
            <a:srgbClr val="0070C0">
              <a:alpha val="80000"/>
            </a:srgbClr>
          </a:solidFill>
          <a:ln w="12700">
            <a:noFill/>
            <a:miter lim="800000"/>
            <a:headEnd/>
            <a:tailEnd/>
          </a:ln>
          <a:extLst/>
        </p:spPr>
        <p:txBody>
          <a:bodyPr/>
          <a:lstStyle/>
          <a:p>
            <a:pPr defTabSz="1218296">
              <a:defRPr/>
            </a:pPr>
            <a:endParaRPr lang="zh-CN" altLang="en-US" sz="12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274331" y="4298402"/>
            <a:ext cx="313687" cy="227031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479787" y="4298402"/>
            <a:ext cx="313687" cy="227031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 bwMode="gray">
          <a:xfrm>
            <a:off x="1197425" y="4715247"/>
            <a:ext cx="3677743" cy="813000"/>
            <a:chOff x="1101546" y="5041933"/>
            <a:chExt cx="4826614" cy="1259118"/>
          </a:xfrm>
        </p:grpSpPr>
        <p:sp>
          <p:nvSpPr>
            <p:cNvPr id="34" name="Freeform 78"/>
            <p:cNvSpPr>
              <a:spLocks noEditPoints="1"/>
            </p:cNvSpPr>
            <p:nvPr/>
          </p:nvSpPr>
          <p:spPr bwMode="gray">
            <a:xfrm>
              <a:off x="1101546" y="5813273"/>
              <a:ext cx="303053" cy="228687"/>
            </a:xfrm>
            <a:custGeom>
              <a:avLst/>
              <a:gdLst>
                <a:gd name="T0" fmla="*/ 2147483646 w 1923"/>
                <a:gd name="T1" fmla="*/ 2147483646 h 1181"/>
                <a:gd name="T2" fmla="*/ 2147483646 w 1923"/>
                <a:gd name="T3" fmla="*/ 2147483646 h 1181"/>
                <a:gd name="T4" fmla="*/ 2147483646 w 1923"/>
                <a:gd name="T5" fmla="*/ 0 h 1181"/>
                <a:gd name="T6" fmla="*/ 2147483646 w 1923"/>
                <a:gd name="T7" fmla="*/ 2147483646 h 1181"/>
                <a:gd name="T8" fmla="*/ 2147483646 w 1923"/>
                <a:gd name="T9" fmla="*/ 2147483646 h 1181"/>
                <a:gd name="T10" fmla="*/ 2147483646 w 1923"/>
                <a:gd name="T11" fmla="*/ 2147483646 h 1181"/>
                <a:gd name="T12" fmla="*/ 2147483646 w 1923"/>
                <a:gd name="T13" fmla="*/ 2147483646 h 1181"/>
                <a:gd name="T14" fmla="*/ 2147483646 w 1923"/>
                <a:gd name="T15" fmla="*/ 2147483646 h 1181"/>
                <a:gd name="T16" fmla="*/ 2147483646 w 1923"/>
                <a:gd name="T17" fmla="*/ 2147483646 h 1181"/>
                <a:gd name="T18" fmla="*/ 2147483646 w 1923"/>
                <a:gd name="T19" fmla="*/ 2147483646 h 1181"/>
                <a:gd name="T20" fmla="*/ 2147483646 w 1923"/>
                <a:gd name="T21" fmla="*/ 2147483646 h 1181"/>
                <a:gd name="T22" fmla="*/ 2147483646 w 1923"/>
                <a:gd name="T23" fmla="*/ 2147483646 h 1181"/>
                <a:gd name="T24" fmla="*/ 2147483646 w 1923"/>
                <a:gd name="T25" fmla="*/ 2147483646 h 1181"/>
                <a:gd name="T26" fmla="*/ 2147483646 w 1923"/>
                <a:gd name="T27" fmla="*/ 2147483646 h 1181"/>
                <a:gd name="T28" fmla="*/ 2147483646 w 1923"/>
                <a:gd name="T29" fmla="*/ 2147483646 h 1181"/>
                <a:gd name="T30" fmla="*/ 2147483646 w 1923"/>
                <a:gd name="T31" fmla="*/ 2147483646 h 1181"/>
                <a:gd name="T32" fmla="*/ 2147483646 w 1923"/>
                <a:gd name="T33" fmla="*/ 2147483646 h 1181"/>
                <a:gd name="T34" fmla="*/ 2147483646 w 1923"/>
                <a:gd name="T35" fmla="*/ 2147483646 h 1181"/>
                <a:gd name="T36" fmla="*/ 2147483646 w 1923"/>
                <a:gd name="T37" fmla="*/ 2147483646 h 1181"/>
                <a:gd name="T38" fmla="*/ 2147483646 w 1923"/>
                <a:gd name="T39" fmla="*/ 2147483646 h 1181"/>
                <a:gd name="T40" fmla="*/ 2147483646 w 1923"/>
                <a:gd name="T41" fmla="*/ 2147483646 h 1181"/>
                <a:gd name="T42" fmla="*/ 2147483646 w 1923"/>
                <a:gd name="T43" fmla="*/ 2147483646 h 1181"/>
                <a:gd name="T44" fmla="*/ 2147483646 w 1923"/>
                <a:gd name="T45" fmla="*/ 2147483646 h 1181"/>
                <a:gd name="T46" fmla="*/ 2147483646 w 1923"/>
                <a:gd name="T47" fmla="*/ 2147483646 h 1181"/>
                <a:gd name="T48" fmla="*/ 2147483646 w 1923"/>
                <a:gd name="T49" fmla="*/ 2147483646 h 1181"/>
                <a:gd name="T50" fmla="*/ 2147483646 w 1923"/>
                <a:gd name="T51" fmla="*/ 2147483646 h 1181"/>
                <a:gd name="T52" fmla="*/ 2147483646 w 1923"/>
                <a:gd name="T53" fmla="*/ 2147483646 h 1181"/>
                <a:gd name="T54" fmla="*/ 2147483646 w 1923"/>
                <a:gd name="T55" fmla="*/ 2147483646 h 1181"/>
                <a:gd name="T56" fmla="*/ 2147483646 w 1923"/>
                <a:gd name="T57" fmla="*/ 2147483646 h 1181"/>
                <a:gd name="T58" fmla="*/ 2147483646 w 1923"/>
                <a:gd name="T59" fmla="*/ 2147483646 h 1181"/>
                <a:gd name="T60" fmla="*/ 2147483646 w 1923"/>
                <a:gd name="T61" fmla="*/ 2147483646 h 1181"/>
                <a:gd name="T62" fmla="*/ 2147483646 w 1923"/>
                <a:gd name="T63" fmla="*/ 2147483646 h 1181"/>
                <a:gd name="T64" fmla="*/ 2147483646 w 1923"/>
                <a:gd name="T65" fmla="*/ 2147483646 h 1181"/>
                <a:gd name="T66" fmla="*/ 2147483646 w 1923"/>
                <a:gd name="T67" fmla="*/ 2147483646 h 1181"/>
                <a:gd name="T68" fmla="*/ 2147483646 w 1923"/>
                <a:gd name="T69" fmla="*/ 2147483646 h 1181"/>
                <a:gd name="T70" fmla="*/ 2147483646 w 1923"/>
                <a:gd name="T71" fmla="*/ 2147483646 h 1181"/>
                <a:gd name="T72" fmla="*/ 2147483646 w 1923"/>
                <a:gd name="T73" fmla="*/ 2147483646 h 1181"/>
                <a:gd name="T74" fmla="*/ 2147483646 w 1923"/>
                <a:gd name="T75" fmla="*/ 2147483646 h 1181"/>
                <a:gd name="T76" fmla="*/ 2147483646 w 1923"/>
                <a:gd name="T77" fmla="*/ 2147483646 h 1181"/>
                <a:gd name="T78" fmla="*/ 2147483646 w 1923"/>
                <a:gd name="T79" fmla="*/ 2147483646 h 1181"/>
                <a:gd name="T80" fmla="*/ 2147483646 w 1923"/>
                <a:gd name="T81" fmla="*/ 2147483646 h 1181"/>
                <a:gd name="T82" fmla="*/ 2147483646 w 1923"/>
                <a:gd name="T83" fmla="*/ 2147483646 h 1181"/>
                <a:gd name="T84" fmla="*/ 2147483646 w 1923"/>
                <a:gd name="T85" fmla="*/ 2147483646 h 1181"/>
                <a:gd name="T86" fmla="*/ 2147483646 w 1923"/>
                <a:gd name="T87" fmla="*/ 2147483646 h 1181"/>
                <a:gd name="T88" fmla="*/ 2147483646 w 1923"/>
                <a:gd name="T89" fmla="*/ 2147483646 h 1181"/>
                <a:gd name="T90" fmla="*/ 2147483646 w 1923"/>
                <a:gd name="T91" fmla="*/ 2147483646 h 1181"/>
                <a:gd name="T92" fmla="*/ 2147483646 w 1923"/>
                <a:gd name="T93" fmla="*/ 2147483646 h 1181"/>
                <a:gd name="T94" fmla="*/ 2147483646 w 1923"/>
                <a:gd name="T95" fmla="*/ 2147483646 h 1181"/>
                <a:gd name="T96" fmla="*/ 2147483646 w 1923"/>
                <a:gd name="T97" fmla="*/ 2147483646 h 1181"/>
                <a:gd name="T98" fmla="*/ 2147483646 w 1923"/>
                <a:gd name="T99" fmla="*/ 2147483646 h 1181"/>
                <a:gd name="T100" fmla="*/ 2147483646 w 1923"/>
                <a:gd name="T101" fmla="*/ 2147483646 h 1181"/>
                <a:gd name="T102" fmla="*/ 2147483646 w 1923"/>
                <a:gd name="T103" fmla="*/ 2147483646 h 118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923" h="1181">
                  <a:moveTo>
                    <a:pt x="1820" y="1029"/>
                  </a:moveTo>
                  <a:lnTo>
                    <a:pt x="1820" y="1029"/>
                  </a:lnTo>
                  <a:lnTo>
                    <a:pt x="1815" y="1024"/>
                  </a:lnTo>
                  <a:lnTo>
                    <a:pt x="1810" y="1021"/>
                  </a:lnTo>
                  <a:lnTo>
                    <a:pt x="1805" y="1019"/>
                  </a:lnTo>
                  <a:lnTo>
                    <a:pt x="1798" y="1019"/>
                  </a:lnTo>
                  <a:lnTo>
                    <a:pt x="1750" y="1019"/>
                  </a:lnTo>
                  <a:lnTo>
                    <a:pt x="1750" y="739"/>
                  </a:lnTo>
                  <a:lnTo>
                    <a:pt x="1625" y="606"/>
                  </a:lnTo>
                  <a:lnTo>
                    <a:pt x="1625" y="1019"/>
                  </a:lnTo>
                  <a:lnTo>
                    <a:pt x="1583" y="1019"/>
                  </a:lnTo>
                  <a:lnTo>
                    <a:pt x="1583" y="562"/>
                  </a:lnTo>
                  <a:lnTo>
                    <a:pt x="1583" y="0"/>
                  </a:lnTo>
                  <a:lnTo>
                    <a:pt x="1218" y="0"/>
                  </a:lnTo>
                  <a:lnTo>
                    <a:pt x="1176" y="0"/>
                  </a:lnTo>
                  <a:lnTo>
                    <a:pt x="1176" y="1019"/>
                  </a:lnTo>
                  <a:lnTo>
                    <a:pt x="1124" y="1019"/>
                  </a:lnTo>
                  <a:lnTo>
                    <a:pt x="1124" y="562"/>
                  </a:lnTo>
                  <a:lnTo>
                    <a:pt x="1093" y="562"/>
                  </a:lnTo>
                  <a:lnTo>
                    <a:pt x="1093" y="494"/>
                  </a:lnTo>
                  <a:lnTo>
                    <a:pt x="751" y="553"/>
                  </a:lnTo>
                  <a:lnTo>
                    <a:pt x="751" y="562"/>
                  </a:lnTo>
                  <a:lnTo>
                    <a:pt x="626" y="562"/>
                  </a:lnTo>
                  <a:lnTo>
                    <a:pt x="626" y="1019"/>
                  </a:lnTo>
                  <a:lnTo>
                    <a:pt x="572" y="1019"/>
                  </a:lnTo>
                  <a:lnTo>
                    <a:pt x="572" y="262"/>
                  </a:lnTo>
                  <a:lnTo>
                    <a:pt x="525" y="262"/>
                  </a:lnTo>
                  <a:lnTo>
                    <a:pt x="525" y="181"/>
                  </a:lnTo>
                  <a:lnTo>
                    <a:pt x="523" y="176"/>
                  </a:lnTo>
                  <a:lnTo>
                    <a:pt x="522" y="170"/>
                  </a:lnTo>
                  <a:lnTo>
                    <a:pt x="516" y="169"/>
                  </a:lnTo>
                  <a:lnTo>
                    <a:pt x="511" y="169"/>
                  </a:lnTo>
                  <a:lnTo>
                    <a:pt x="314" y="203"/>
                  </a:lnTo>
                  <a:lnTo>
                    <a:pt x="309" y="204"/>
                  </a:lnTo>
                  <a:lnTo>
                    <a:pt x="304" y="208"/>
                  </a:lnTo>
                  <a:lnTo>
                    <a:pt x="301" y="213"/>
                  </a:lnTo>
                  <a:lnTo>
                    <a:pt x="301" y="218"/>
                  </a:lnTo>
                  <a:lnTo>
                    <a:pt x="301" y="262"/>
                  </a:lnTo>
                  <a:lnTo>
                    <a:pt x="181" y="262"/>
                  </a:lnTo>
                  <a:lnTo>
                    <a:pt x="181" y="1019"/>
                  </a:lnTo>
                  <a:lnTo>
                    <a:pt x="125" y="1019"/>
                  </a:lnTo>
                  <a:lnTo>
                    <a:pt x="118" y="1019"/>
                  </a:lnTo>
                  <a:lnTo>
                    <a:pt x="113" y="1021"/>
                  </a:lnTo>
                  <a:lnTo>
                    <a:pt x="108" y="1024"/>
                  </a:lnTo>
                  <a:lnTo>
                    <a:pt x="103" y="1029"/>
                  </a:lnTo>
                  <a:lnTo>
                    <a:pt x="2" y="1169"/>
                  </a:lnTo>
                  <a:lnTo>
                    <a:pt x="0" y="1174"/>
                  </a:lnTo>
                  <a:lnTo>
                    <a:pt x="2" y="1178"/>
                  </a:lnTo>
                  <a:lnTo>
                    <a:pt x="4" y="1179"/>
                  </a:lnTo>
                  <a:lnTo>
                    <a:pt x="7" y="1181"/>
                  </a:lnTo>
                  <a:lnTo>
                    <a:pt x="1917" y="1181"/>
                  </a:lnTo>
                  <a:lnTo>
                    <a:pt x="1920" y="1179"/>
                  </a:lnTo>
                  <a:lnTo>
                    <a:pt x="1922" y="1178"/>
                  </a:lnTo>
                  <a:lnTo>
                    <a:pt x="1923" y="1174"/>
                  </a:lnTo>
                  <a:lnTo>
                    <a:pt x="1922" y="1169"/>
                  </a:lnTo>
                  <a:lnTo>
                    <a:pt x="1820" y="1029"/>
                  </a:lnTo>
                  <a:close/>
                  <a:moveTo>
                    <a:pt x="741" y="660"/>
                  </a:moveTo>
                  <a:lnTo>
                    <a:pt x="879" y="660"/>
                  </a:lnTo>
                  <a:lnTo>
                    <a:pt x="879" y="756"/>
                  </a:lnTo>
                  <a:lnTo>
                    <a:pt x="741" y="756"/>
                  </a:lnTo>
                  <a:lnTo>
                    <a:pt x="741" y="660"/>
                  </a:lnTo>
                  <a:close/>
                  <a:moveTo>
                    <a:pt x="896" y="660"/>
                  </a:moveTo>
                  <a:lnTo>
                    <a:pt x="1033" y="660"/>
                  </a:lnTo>
                  <a:lnTo>
                    <a:pt x="1033" y="756"/>
                  </a:lnTo>
                  <a:lnTo>
                    <a:pt x="896" y="756"/>
                  </a:lnTo>
                  <a:lnTo>
                    <a:pt x="896" y="660"/>
                  </a:lnTo>
                  <a:close/>
                  <a:moveTo>
                    <a:pt x="1049" y="660"/>
                  </a:moveTo>
                  <a:lnTo>
                    <a:pt x="1082" y="660"/>
                  </a:lnTo>
                  <a:lnTo>
                    <a:pt x="1082" y="756"/>
                  </a:lnTo>
                  <a:lnTo>
                    <a:pt x="1049" y="756"/>
                  </a:lnTo>
                  <a:lnTo>
                    <a:pt x="1049" y="660"/>
                  </a:lnTo>
                  <a:close/>
                  <a:moveTo>
                    <a:pt x="677" y="660"/>
                  </a:moveTo>
                  <a:lnTo>
                    <a:pt x="724" y="660"/>
                  </a:lnTo>
                  <a:lnTo>
                    <a:pt x="724" y="756"/>
                  </a:lnTo>
                  <a:lnTo>
                    <a:pt x="677" y="756"/>
                  </a:lnTo>
                  <a:lnTo>
                    <a:pt x="677" y="660"/>
                  </a:lnTo>
                  <a:close/>
                  <a:moveTo>
                    <a:pt x="498" y="606"/>
                  </a:moveTo>
                  <a:lnTo>
                    <a:pt x="439" y="606"/>
                  </a:lnTo>
                  <a:lnTo>
                    <a:pt x="434" y="604"/>
                  </a:lnTo>
                  <a:lnTo>
                    <a:pt x="429" y="601"/>
                  </a:lnTo>
                  <a:lnTo>
                    <a:pt x="425" y="597"/>
                  </a:lnTo>
                  <a:lnTo>
                    <a:pt x="425" y="591"/>
                  </a:lnTo>
                  <a:lnTo>
                    <a:pt x="425" y="533"/>
                  </a:lnTo>
                  <a:lnTo>
                    <a:pt x="425" y="528"/>
                  </a:lnTo>
                  <a:lnTo>
                    <a:pt x="429" y="523"/>
                  </a:lnTo>
                  <a:lnTo>
                    <a:pt x="434" y="521"/>
                  </a:lnTo>
                  <a:lnTo>
                    <a:pt x="439" y="520"/>
                  </a:lnTo>
                  <a:lnTo>
                    <a:pt x="498" y="520"/>
                  </a:lnTo>
                  <a:lnTo>
                    <a:pt x="505" y="521"/>
                  </a:lnTo>
                  <a:lnTo>
                    <a:pt x="508" y="523"/>
                  </a:lnTo>
                  <a:lnTo>
                    <a:pt x="511" y="528"/>
                  </a:lnTo>
                  <a:lnTo>
                    <a:pt x="513" y="533"/>
                  </a:lnTo>
                  <a:lnTo>
                    <a:pt x="513" y="591"/>
                  </a:lnTo>
                  <a:lnTo>
                    <a:pt x="511" y="597"/>
                  </a:lnTo>
                  <a:lnTo>
                    <a:pt x="508" y="601"/>
                  </a:lnTo>
                  <a:lnTo>
                    <a:pt x="505" y="604"/>
                  </a:lnTo>
                  <a:lnTo>
                    <a:pt x="498" y="606"/>
                  </a:lnTo>
                  <a:close/>
                  <a:moveTo>
                    <a:pt x="513" y="874"/>
                  </a:moveTo>
                  <a:lnTo>
                    <a:pt x="513" y="933"/>
                  </a:lnTo>
                  <a:lnTo>
                    <a:pt x="511" y="938"/>
                  </a:lnTo>
                  <a:lnTo>
                    <a:pt x="508" y="941"/>
                  </a:lnTo>
                  <a:lnTo>
                    <a:pt x="505" y="945"/>
                  </a:lnTo>
                  <a:lnTo>
                    <a:pt x="498" y="947"/>
                  </a:lnTo>
                  <a:lnTo>
                    <a:pt x="439" y="947"/>
                  </a:lnTo>
                  <a:lnTo>
                    <a:pt x="434" y="945"/>
                  </a:lnTo>
                  <a:lnTo>
                    <a:pt x="429" y="941"/>
                  </a:lnTo>
                  <a:lnTo>
                    <a:pt x="425" y="938"/>
                  </a:lnTo>
                  <a:lnTo>
                    <a:pt x="425" y="933"/>
                  </a:lnTo>
                  <a:lnTo>
                    <a:pt x="425" y="874"/>
                  </a:lnTo>
                  <a:lnTo>
                    <a:pt x="425" y="869"/>
                  </a:lnTo>
                  <a:lnTo>
                    <a:pt x="429" y="866"/>
                  </a:lnTo>
                  <a:lnTo>
                    <a:pt x="434" y="862"/>
                  </a:lnTo>
                  <a:lnTo>
                    <a:pt x="439" y="860"/>
                  </a:lnTo>
                  <a:lnTo>
                    <a:pt x="498" y="860"/>
                  </a:lnTo>
                  <a:lnTo>
                    <a:pt x="505" y="862"/>
                  </a:lnTo>
                  <a:lnTo>
                    <a:pt x="508" y="866"/>
                  </a:lnTo>
                  <a:lnTo>
                    <a:pt x="511" y="869"/>
                  </a:lnTo>
                  <a:lnTo>
                    <a:pt x="513" y="874"/>
                  </a:lnTo>
                  <a:close/>
                  <a:moveTo>
                    <a:pt x="348" y="734"/>
                  </a:moveTo>
                  <a:lnTo>
                    <a:pt x="348" y="791"/>
                  </a:lnTo>
                  <a:lnTo>
                    <a:pt x="346" y="796"/>
                  </a:lnTo>
                  <a:lnTo>
                    <a:pt x="343" y="801"/>
                  </a:lnTo>
                  <a:lnTo>
                    <a:pt x="339" y="805"/>
                  </a:lnTo>
                  <a:lnTo>
                    <a:pt x="334" y="805"/>
                  </a:lnTo>
                  <a:lnTo>
                    <a:pt x="274" y="805"/>
                  </a:lnTo>
                  <a:lnTo>
                    <a:pt x="269" y="805"/>
                  </a:lnTo>
                  <a:lnTo>
                    <a:pt x="263" y="801"/>
                  </a:lnTo>
                  <a:lnTo>
                    <a:pt x="262" y="796"/>
                  </a:lnTo>
                  <a:lnTo>
                    <a:pt x="260" y="791"/>
                  </a:lnTo>
                  <a:lnTo>
                    <a:pt x="260" y="734"/>
                  </a:lnTo>
                  <a:lnTo>
                    <a:pt x="262" y="729"/>
                  </a:lnTo>
                  <a:lnTo>
                    <a:pt x="263" y="724"/>
                  </a:lnTo>
                  <a:lnTo>
                    <a:pt x="269" y="720"/>
                  </a:lnTo>
                  <a:lnTo>
                    <a:pt x="274" y="720"/>
                  </a:lnTo>
                  <a:lnTo>
                    <a:pt x="334" y="720"/>
                  </a:lnTo>
                  <a:lnTo>
                    <a:pt x="339" y="720"/>
                  </a:lnTo>
                  <a:lnTo>
                    <a:pt x="343" y="724"/>
                  </a:lnTo>
                  <a:lnTo>
                    <a:pt x="346" y="729"/>
                  </a:lnTo>
                  <a:lnTo>
                    <a:pt x="348" y="734"/>
                  </a:lnTo>
                  <a:close/>
                  <a:moveTo>
                    <a:pt x="243" y="397"/>
                  </a:moveTo>
                  <a:lnTo>
                    <a:pt x="243" y="397"/>
                  </a:lnTo>
                  <a:lnTo>
                    <a:pt x="245" y="391"/>
                  </a:lnTo>
                  <a:lnTo>
                    <a:pt x="248" y="386"/>
                  </a:lnTo>
                  <a:lnTo>
                    <a:pt x="252" y="385"/>
                  </a:lnTo>
                  <a:lnTo>
                    <a:pt x="258" y="383"/>
                  </a:lnTo>
                  <a:lnTo>
                    <a:pt x="317" y="383"/>
                  </a:lnTo>
                  <a:lnTo>
                    <a:pt x="322" y="385"/>
                  </a:lnTo>
                  <a:lnTo>
                    <a:pt x="328" y="386"/>
                  </a:lnTo>
                  <a:lnTo>
                    <a:pt x="331" y="391"/>
                  </a:lnTo>
                  <a:lnTo>
                    <a:pt x="331" y="397"/>
                  </a:lnTo>
                  <a:lnTo>
                    <a:pt x="331" y="454"/>
                  </a:lnTo>
                  <a:lnTo>
                    <a:pt x="331" y="461"/>
                  </a:lnTo>
                  <a:lnTo>
                    <a:pt x="328" y="464"/>
                  </a:lnTo>
                  <a:lnTo>
                    <a:pt x="322" y="467"/>
                  </a:lnTo>
                  <a:lnTo>
                    <a:pt x="317" y="469"/>
                  </a:lnTo>
                  <a:lnTo>
                    <a:pt x="258" y="469"/>
                  </a:lnTo>
                  <a:lnTo>
                    <a:pt x="252" y="467"/>
                  </a:lnTo>
                  <a:lnTo>
                    <a:pt x="248" y="464"/>
                  </a:lnTo>
                  <a:lnTo>
                    <a:pt x="245" y="461"/>
                  </a:lnTo>
                  <a:lnTo>
                    <a:pt x="243" y="454"/>
                  </a:lnTo>
                  <a:lnTo>
                    <a:pt x="243" y="397"/>
                  </a:lnTo>
                  <a:close/>
                  <a:moveTo>
                    <a:pt x="1464" y="105"/>
                  </a:moveTo>
                  <a:lnTo>
                    <a:pt x="1464" y="105"/>
                  </a:lnTo>
                  <a:lnTo>
                    <a:pt x="1464" y="101"/>
                  </a:lnTo>
                  <a:lnTo>
                    <a:pt x="1466" y="100"/>
                  </a:lnTo>
                  <a:lnTo>
                    <a:pt x="1468" y="98"/>
                  </a:lnTo>
                  <a:lnTo>
                    <a:pt x="1471" y="96"/>
                  </a:lnTo>
                  <a:lnTo>
                    <a:pt x="1485" y="96"/>
                  </a:lnTo>
                  <a:lnTo>
                    <a:pt x="1486" y="98"/>
                  </a:lnTo>
                  <a:lnTo>
                    <a:pt x="1490" y="100"/>
                  </a:lnTo>
                  <a:lnTo>
                    <a:pt x="1490" y="101"/>
                  </a:lnTo>
                  <a:lnTo>
                    <a:pt x="1491" y="105"/>
                  </a:lnTo>
                  <a:lnTo>
                    <a:pt x="1491" y="464"/>
                  </a:lnTo>
                  <a:lnTo>
                    <a:pt x="1491" y="938"/>
                  </a:lnTo>
                  <a:lnTo>
                    <a:pt x="1490" y="940"/>
                  </a:lnTo>
                  <a:lnTo>
                    <a:pt x="1490" y="941"/>
                  </a:lnTo>
                  <a:lnTo>
                    <a:pt x="1486" y="943"/>
                  </a:lnTo>
                  <a:lnTo>
                    <a:pt x="1485" y="945"/>
                  </a:lnTo>
                  <a:lnTo>
                    <a:pt x="1471" y="945"/>
                  </a:lnTo>
                  <a:lnTo>
                    <a:pt x="1466" y="943"/>
                  </a:lnTo>
                  <a:lnTo>
                    <a:pt x="1464" y="940"/>
                  </a:lnTo>
                  <a:lnTo>
                    <a:pt x="1464" y="938"/>
                  </a:lnTo>
                  <a:lnTo>
                    <a:pt x="1464" y="105"/>
                  </a:lnTo>
                  <a:close/>
                  <a:moveTo>
                    <a:pt x="1356" y="105"/>
                  </a:moveTo>
                  <a:lnTo>
                    <a:pt x="1356" y="105"/>
                  </a:lnTo>
                  <a:lnTo>
                    <a:pt x="1358" y="101"/>
                  </a:lnTo>
                  <a:lnTo>
                    <a:pt x="1360" y="100"/>
                  </a:lnTo>
                  <a:lnTo>
                    <a:pt x="1362" y="98"/>
                  </a:lnTo>
                  <a:lnTo>
                    <a:pt x="1363" y="96"/>
                  </a:lnTo>
                  <a:lnTo>
                    <a:pt x="1377" y="96"/>
                  </a:lnTo>
                  <a:lnTo>
                    <a:pt x="1380" y="98"/>
                  </a:lnTo>
                  <a:lnTo>
                    <a:pt x="1382" y="100"/>
                  </a:lnTo>
                  <a:lnTo>
                    <a:pt x="1383" y="101"/>
                  </a:lnTo>
                  <a:lnTo>
                    <a:pt x="1383" y="105"/>
                  </a:lnTo>
                  <a:lnTo>
                    <a:pt x="1383" y="938"/>
                  </a:lnTo>
                  <a:lnTo>
                    <a:pt x="1383" y="940"/>
                  </a:lnTo>
                  <a:lnTo>
                    <a:pt x="1382" y="941"/>
                  </a:lnTo>
                  <a:lnTo>
                    <a:pt x="1380" y="943"/>
                  </a:lnTo>
                  <a:lnTo>
                    <a:pt x="1377" y="945"/>
                  </a:lnTo>
                  <a:lnTo>
                    <a:pt x="1363" y="945"/>
                  </a:lnTo>
                  <a:lnTo>
                    <a:pt x="1362" y="943"/>
                  </a:lnTo>
                  <a:lnTo>
                    <a:pt x="1360" y="941"/>
                  </a:lnTo>
                  <a:lnTo>
                    <a:pt x="1358" y="940"/>
                  </a:lnTo>
                  <a:lnTo>
                    <a:pt x="1356" y="938"/>
                  </a:lnTo>
                  <a:lnTo>
                    <a:pt x="1356" y="105"/>
                  </a:lnTo>
                  <a:close/>
                  <a:moveTo>
                    <a:pt x="1250" y="105"/>
                  </a:moveTo>
                  <a:lnTo>
                    <a:pt x="1250" y="105"/>
                  </a:lnTo>
                  <a:lnTo>
                    <a:pt x="1250" y="101"/>
                  </a:lnTo>
                  <a:lnTo>
                    <a:pt x="1252" y="100"/>
                  </a:lnTo>
                  <a:lnTo>
                    <a:pt x="1254" y="98"/>
                  </a:lnTo>
                  <a:lnTo>
                    <a:pt x="1257" y="96"/>
                  </a:lnTo>
                  <a:lnTo>
                    <a:pt x="1270" y="96"/>
                  </a:lnTo>
                  <a:lnTo>
                    <a:pt x="1274" y="98"/>
                  </a:lnTo>
                  <a:lnTo>
                    <a:pt x="1276" y="100"/>
                  </a:lnTo>
                  <a:lnTo>
                    <a:pt x="1277" y="101"/>
                  </a:lnTo>
                  <a:lnTo>
                    <a:pt x="1277" y="105"/>
                  </a:lnTo>
                  <a:lnTo>
                    <a:pt x="1277" y="938"/>
                  </a:lnTo>
                  <a:lnTo>
                    <a:pt x="1277" y="940"/>
                  </a:lnTo>
                  <a:lnTo>
                    <a:pt x="1276" y="941"/>
                  </a:lnTo>
                  <a:lnTo>
                    <a:pt x="1274" y="943"/>
                  </a:lnTo>
                  <a:lnTo>
                    <a:pt x="1270" y="945"/>
                  </a:lnTo>
                  <a:lnTo>
                    <a:pt x="1257" y="945"/>
                  </a:lnTo>
                  <a:lnTo>
                    <a:pt x="1254" y="943"/>
                  </a:lnTo>
                  <a:lnTo>
                    <a:pt x="1252" y="941"/>
                  </a:lnTo>
                  <a:lnTo>
                    <a:pt x="1250" y="940"/>
                  </a:lnTo>
                  <a:lnTo>
                    <a:pt x="1250" y="938"/>
                  </a:lnTo>
                  <a:lnTo>
                    <a:pt x="1250" y="105"/>
                  </a:ln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ys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defTabSz="914034">
                <a:defRPr/>
              </a:pPr>
              <a:endParaRPr lang="zh-CN" altLang="en-US" sz="8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5" name="Freeform 75"/>
            <p:cNvSpPr>
              <a:spLocks/>
            </p:cNvSpPr>
            <p:nvPr/>
          </p:nvSpPr>
          <p:spPr bwMode="gray">
            <a:xfrm>
              <a:off x="1494514" y="5236875"/>
              <a:ext cx="216618" cy="179211"/>
            </a:xfrm>
            <a:custGeom>
              <a:avLst/>
              <a:gdLst>
                <a:gd name="T0" fmla="*/ 2147483646 w 1443"/>
                <a:gd name="T1" fmla="*/ 2147483646 h 1005"/>
                <a:gd name="T2" fmla="*/ 2147483646 w 1443"/>
                <a:gd name="T3" fmla="*/ 2147483646 h 1005"/>
                <a:gd name="T4" fmla="*/ 2147483646 w 1443"/>
                <a:gd name="T5" fmla="*/ 2147483646 h 1005"/>
                <a:gd name="T6" fmla="*/ 2147483646 w 1443"/>
                <a:gd name="T7" fmla="*/ 0 h 1005"/>
                <a:gd name="T8" fmla="*/ 2147483646 w 1443"/>
                <a:gd name="T9" fmla="*/ 0 h 1005"/>
                <a:gd name="T10" fmla="*/ 2147483646 w 1443"/>
                <a:gd name="T11" fmla="*/ 2147483646 h 1005"/>
                <a:gd name="T12" fmla="*/ 2147483646 w 1443"/>
                <a:gd name="T13" fmla="*/ 2147483646 h 1005"/>
                <a:gd name="T14" fmla="*/ 2147483646 w 1443"/>
                <a:gd name="T15" fmla="*/ 2147483646 h 1005"/>
                <a:gd name="T16" fmla="*/ 2147483646 w 1443"/>
                <a:gd name="T17" fmla="*/ 2147483646 h 1005"/>
                <a:gd name="T18" fmla="*/ 2147483646 w 1443"/>
                <a:gd name="T19" fmla="*/ 2147483646 h 1005"/>
                <a:gd name="T20" fmla="*/ 0 w 1443"/>
                <a:gd name="T21" fmla="*/ 2147483646 h 1005"/>
                <a:gd name="T22" fmla="*/ 2147483646 w 1443"/>
                <a:gd name="T23" fmla="*/ 2147483646 h 1005"/>
                <a:gd name="T24" fmla="*/ 2147483646 w 1443"/>
                <a:gd name="T25" fmla="*/ 2147483646 h 1005"/>
                <a:gd name="T26" fmla="*/ 2147483646 w 1443"/>
                <a:gd name="T27" fmla="*/ 2147483646 h 1005"/>
                <a:gd name="T28" fmla="*/ 2147483646 w 1443"/>
                <a:gd name="T29" fmla="*/ 2147483646 h 1005"/>
                <a:gd name="T30" fmla="*/ 2147483646 w 1443"/>
                <a:gd name="T31" fmla="*/ 2147483646 h 1005"/>
                <a:gd name="T32" fmla="*/ 2147483646 w 1443"/>
                <a:gd name="T33" fmla="*/ 2147483646 h 1005"/>
                <a:gd name="T34" fmla="*/ 2147483646 w 1443"/>
                <a:gd name="T35" fmla="*/ 2147483646 h 1005"/>
                <a:gd name="T36" fmla="*/ 2147483646 w 1443"/>
                <a:gd name="T37" fmla="*/ 2147483646 h 1005"/>
                <a:gd name="T38" fmla="*/ 2147483646 w 1443"/>
                <a:gd name="T39" fmla="*/ 2147483646 h 1005"/>
                <a:gd name="T40" fmla="*/ 2147483646 w 1443"/>
                <a:gd name="T41" fmla="*/ 2147483646 h 1005"/>
                <a:gd name="T42" fmla="*/ 2147483646 w 1443"/>
                <a:gd name="T43" fmla="*/ 2147483646 h 1005"/>
                <a:gd name="T44" fmla="*/ 2147483646 w 1443"/>
                <a:gd name="T45" fmla="*/ 2147483646 h 1005"/>
                <a:gd name="T46" fmla="*/ 2147483646 w 1443"/>
                <a:gd name="T47" fmla="*/ 2147483646 h 1005"/>
                <a:gd name="T48" fmla="*/ 2147483646 w 1443"/>
                <a:gd name="T49" fmla="*/ 2147483646 h 1005"/>
                <a:gd name="T50" fmla="*/ 2147483646 w 1443"/>
                <a:gd name="T51" fmla="*/ 2147483646 h 1005"/>
                <a:gd name="T52" fmla="*/ 2147483646 w 1443"/>
                <a:gd name="T53" fmla="*/ 2147483646 h 1005"/>
                <a:gd name="T54" fmla="*/ 2147483646 w 1443"/>
                <a:gd name="T55" fmla="*/ 2147483646 h 1005"/>
                <a:gd name="T56" fmla="*/ 2147483646 w 1443"/>
                <a:gd name="T57" fmla="*/ 2147483646 h 1005"/>
                <a:gd name="T58" fmla="*/ 2147483646 w 1443"/>
                <a:gd name="T59" fmla="*/ 2147483646 h 1005"/>
                <a:gd name="T60" fmla="*/ 2147483646 w 1443"/>
                <a:gd name="T61" fmla="*/ 2147483646 h 1005"/>
                <a:gd name="T62" fmla="*/ 2147483646 w 1443"/>
                <a:gd name="T63" fmla="*/ 2147483646 h 1005"/>
                <a:gd name="T64" fmla="*/ 2147483646 w 1443"/>
                <a:gd name="T65" fmla="*/ 2147483646 h 1005"/>
                <a:gd name="T66" fmla="*/ 2147483646 w 1443"/>
                <a:gd name="T67" fmla="*/ 2147483646 h 1005"/>
                <a:gd name="T68" fmla="*/ 2147483646 w 1443"/>
                <a:gd name="T69" fmla="*/ 2147483646 h 1005"/>
                <a:gd name="T70" fmla="*/ 2147483646 w 1443"/>
                <a:gd name="T71" fmla="*/ 2147483646 h 1005"/>
                <a:gd name="T72" fmla="*/ 2147483646 w 1443"/>
                <a:gd name="T73" fmla="*/ 2147483646 h 1005"/>
                <a:gd name="T74" fmla="*/ 2147483646 w 1443"/>
                <a:gd name="T75" fmla="*/ 2147483646 h 1005"/>
                <a:gd name="T76" fmla="*/ 2147483646 w 1443"/>
                <a:gd name="T77" fmla="*/ 2147483646 h 1005"/>
                <a:gd name="T78" fmla="*/ 2147483646 w 1443"/>
                <a:gd name="T79" fmla="*/ 2147483646 h 1005"/>
                <a:gd name="T80" fmla="*/ 2147483646 w 1443"/>
                <a:gd name="T81" fmla="*/ 2147483646 h 1005"/>
                <a:gd name="T82" fmla="*/ 2147483646 w 1443"/>
                <a:gd name="T83" fmla="*/ 2147483646 h 1005"/>
                <a:gd name="T84" fmla="*/ 2147483646 w 1443"/>
                <a:gd name="T85" fmla="*/ 2147483646 h 1005"/>
                <a:gd name="T86" fmla="*/ 2147483646 w 1443"/>
                <a:gd name="T87" fmla="*/ 2147483646 h 1005"/>
                <a:gd name="T88" fmla="*/ 2147483646 w 1443"/>
                <a:gd name="T89" fmla="*/ 2147483646 h 1005"/>
                <a:gd name="T90" fmla="*/ 2147483646 w 1443"/>
                <a:gd name="T91" fmla="*/ 2147483646 h 1005"/>
                <a:gd name="T92" fmla="*/ 2147483646 w 1443"/>
                <a:gd name="T93" fmla="*/ 2147483646 h 1005"/>
                <a:gd name="T94" fmla="*/ 2147483646 w 1443"/>
                <a:gd name="T95" fmla="*/ 2147483646 h 1005"/>
                <a:gd name="T96" fmla="*/ 2147483646 w 1443"/>
                <a:gd name="T97" fmla="*/ 2147483646 h 1005"/>
                <a:gd name="T98" fmla="*/ 2147483646 w 1443"/>
                <a:gd name="T99" fmla="*/ 2147483646 h 1005"/>
                <a:gd name="T100" fmla="*/ 2147483646 w 1443"/>
                <a:gd name="T101" fmla="*/ 2147483646 h 1005"/>
                <a:gd name="T102" fmla="*/ 2147483646 w 1443"/>
                <a:gd name="T103" fmla="*/ 2147483646 h 1005"/>
                <a:gd name="T104" fmla="*/ 2147483646 w 1443"/>
                <a:gd name="T105" fmla="*/ 2147483646 h 1005"/>
                <a:gd name="T106" fmla="*/ 2147483646 w 1443"/>
                <a:gd name="T107" fmla="*/ 2147483646 h 1005"/>
                <a:gd name="T108" fmla="*/ 2147483646 w 1443"/>
                <a:gd name="T109" fmla="*/ 2147483646 h 1005"/>
                <a:gd name="T110" fmla="*/ 2147483646 w 1443"/>
                <a:gd name="T111" fmla="*/ 2147483646 h 1005"/>
                <a:gd name="T112" fmla="*/ 2147483646 w 1443"/>
                <a:gd name="T113" fmla="*/ 2147483646 h 1005"/>
                <a:gd name="T114" fmla="*/ 2147483646 w 1443"/>
                <a:gd name="T115" fmla="*/ 2147483646 h 1005"/>
                <a:gd name="T116" fmla="*/ 2147483646 w 1443"/>
                <a:gd name="T117" fmla="*/ 2147483646 h 1005"/>
                <a:gd name="T118" fmla="*/ 2147483646 w 1443"/>
                <a:gd name="T119" fmla="*/ 2147483646 h 1005"/>
                <a:gd name="T120" fmla="*/ 2147483646 w 1443"/>
                <a:gd name="T121" fmla="*/ 2147483646 h 1005"/>
                <a:gd name="T122" fmla="*/ 2147483646 w 1443"/>
                <a:gd name="T123" fmla="*/ 2147483646 h 100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443" h="1005">
                  <a:moveTo>
                    <a:pt x="1400" y="449"/>
                  </a:moveTo>
                  <a:lnTo>
                    <a:pt x="1208" y="315"/>
                  </a:lnTo>
                  <a:lnTo>
                    <a:pt x="986" y="162"/>
                  </a:lnTo>
                  <a:lnTo>
                    <a:pt x="778" y="17"/>
                  </a:lnTo>
                  <a:lnTo>
                    <a:pt x="765" y="8"/>
                  </a:lnTo>
                  <a:lnTo>
                    <a:pt x="751" y="3"/>
                  </a:lnTo>
                  <a:lnTo>
                    <a:pt x="736" y="0"/>
                  </a:lnTo>
                  <a:lnTo>
                    <a:pt x="721" y="0"/>
                  </a:lnTo>
                  <a:lnTo>
                    <a:pt x="707" y="0"/>
                  </a:lnTo>
                  <a:lnTo>
                    <a:pt x="692" y="3"/>
                  </a:lnTo>
                  <a:lnTo>
                    <a:pt x="679" y="8"/>
                  </a:lnTo>
                  <a:lnTo>
                    <a:pt x="665" y="17"/>
                  </a:lnTo>
                  <a:lnTo>
                    <a:pt x="43" y="449"/>
                  </a:lnTo>
                  <a:lnTo>
                    <a:pt x="39" y="452"/>
                  </a:lnTo>
                  <a:lnTo>
                    <a:pt x="26" y="465"/>
                  </a:lnTo>
                  <a:lnTo>
                    <a:pt x="14" y="481"/>
                  </a:lnTo>
                  <a:lnTo>
                    <a:pt x="5" y="497"/>
                  </a:lnTo>
                  <a:lnTo>
                    <a:pt x="0" y="514"/>
                  </a:lnTo>
                  <a:lnTo>
                    <a:pt x="0" y="533"/>
                  </a:lnTo>
                  <a:lnTo>
                    <a:pt x="2" y="551"/>
                  </a:lnTo>
                  <a:lnTo>
                    <a:pt x="9" y="570"/>
                  </a:lnTo>
                  <a:lnTo>
                    <a:pt x="17" y="587"/>
                  </a:lnTo>
                  <a:lnTo>
                    <a:pt x="24" y="595"/>
                  </a:lnTo>
                  <a:lnTo>
                    <a:pt x="31" y="602"/>
                  </a:lnTo>
                  <a:lnTo>
                    <a:pt x="46" y="614"/>
                  </a:lnTo>
                  <a:lnTo>
                    <a:pt x="63" y="622"/>
                  </a:lnTo>
                  <a:lnTo>
                    <a:pt x="81" y="627"/>
                  </a:lnTo>
                  <a:lnTo>
                    <a:pt x="100" y="629"/>
                  </a:lnTo>
                  <a:lnTo>
                    <a:pt x="118" y="627"/>
                  </a:lnTo>
                  <a:lnTo>
                    <a:pt x="137" y="621"/>
                  </a:lnTo>
                  <a:lnTo>
                    <a:pt x="147" y="617"/>
                  </a:lnTo>
                  <a:lnTo>
                    <a:pt x="156" y="610"/>
                  </a:lnTo>
                  <a:lnTo>
                    <a:pt x="161" y="607"/>
                  </a:lnTo>
                  <a:lnTo>
                    <a:pt x="157" y="963"/>
                  </a:lnTo>
                  <a:lnTo>
                    <a:pt x="159" y="972"/>
                  </a:lnTo>
                  <a:lnTo>
                    <a:pt x="161" y="980"/>
                  </a:lnTo>
                  <a:lnTo>
                    <a:pt x="164" y="987"/>
                  </a:lnTo>
                  <a:lnTo>
                    <a:pt x="169" y="993"/>
                  </a:lnTo>
                  <a:lnTo>
                    <a:pt x="176" y="999"/>
                  </a:lnTo>
                  <a:lnTo>
                    <a:pt x="183" y="1002"/>
                  </a:lnTo>
                  <a:lnTo>
                    <a:pt x="191" y="1005"/>
                  </a:lnTo>
                  <a:lnTo>
                    <a:pt x="199" y="1005"/>
                  </a:lnTo>
                  <a:lnTo>
                    <a:pt x="560" y="1005"/>
                  </a:lnTo>
                  <a:lnTo>
                    <a:pt x="562" y="744"/>
                  </a:lnTo>
                  <a:lnTo>
                    <a:pt x="562" y="734"/>
                  </a:lnTo>
                  <a:lnTo>
                    <a:pt x="566" y="722"/>
                  </a:lnTo>
                  <a:lnTo>
                    <a:pt x="569" y="712"/>
                  </a:lnTo>
                  <a:lnTo>
                    <a:pt x="574" y="700"/>
                  </a:lnTo>
                  <a:lnTo>
                    <a:pt x="581" y="691"/>
                  </a:lnTo>
                  <a:lnTo>
                    <a:pt x="589" y="681"/>
                  </a:lnTo>
                  <a:lnTo>
                    <a:pt x="598" y="673"/>
                  </a:lnTo>
                  <a:lnTo>
                    <a:pt x="608" y="664"/>
                  </a:lnTo>
                  <a:lnTo>
                    <a:pt x="619" y="658"/>
                  </a:lnTo>
                  <a:lnTo>
                    <a:pt x="631" y="651"/>
                  </a:lnTo>
                  <a:lnTo>
                    <a:pt x="645" y="646"/>
                  </a:lnTo>
                  <a:lnTo>
                    <a:pt x="658" y="641"/>
                  </a:lnTo>
                  <a:lnTo>
                    <a:pt x="673" y="637"/>
                  </a:lnTo>
                  <a:lnTo>
                    <a:pt x="689" y="636"/>
                  </a:lnTo>
                  <a:lnTo>
                    <a:pt x="704" y="634"/>
                  </a:lnTo>
                  <a:lnTo>
                    <a:pt x="721" y="632"/>
                  </a:lnTo>
                  <a:lnTo>
                    <a:pt x="736" y="634"/>
                  </a:lnTo>
                  <a:lnTo>
                    <a:pt x="753" y="636"/>
                  </a:lnTo>
                  <a:lnTo>
                    <a:pt x="768" y="639"/>
                  </a:lnTo>
                  <a:lnTo>
                    <a:pt x="781" y="643"/>
                  </a:lnTo>
                  <a:lnTo>
                    <a:pt x="795" y="648"/>
                  </a:lnTo>
                  <a:lnTo>
                    <a:pt x="808" y="653"/>
                  </a:lnTo>
                  <a:lnTo>
                    <a:pt x="820" y="659"/>
                  </a:lnTo>
                  <a:lnTo>
                    <a:pt x="832" y="666"/>
                  </a:lnTo>
                  <a:lnTo>
                    <a:pt x="842" y="675"/>
                  </a:lnTo>
                  <a:lnTo>
                    <a:pt x="851" y="683"/>
                  </a:lnTo>
                  <a:lnTo>
                    <a:pt x="859" y="693"/>
                  </a:lnTo>
                  <a:lnTo>
                    <a:pt x="866" y="703"/>
                  </a:lnTo>
                  <a:lnTo>
                    <a:pt x="871" y="713"/>
                  </a:lnTo>
                  <a:lnTo>
                    <a:pt x="874" y="724"/>
                  </a:lnTo>
                  <a:lnTo>
                    <a:pt x="876" y="735"/>
                  </a:lnTo>
                  <a:lnTo>
                    <a:pt x="878" y="747"/>
                  </a:lnTo>
                  <a:lnTo>
                    <a:pt x="876" y="1005"/>
                  </a:lnTo>
                  <a:lnTo>
                    <a:pt x="1222" y="1005"/>
                  </a:lnTo>
                  <a:lnTo>
                    <a:pt x="1230" y="1005"/>
                  </a:lnTo>
                  <a:lnTo>
                    <a:pt x="1239" y="1002"/>
                  </a:lnTo>
                  <a:lnTo>
                    <a:pt x="1245" y="999"/>
                  </a:lnTo>
                  <a:lnTo>
                    <a:pt x="1252" y="993"/>
                  </a:lnTo>
                  <a:lnTo>
                    <a:pt x="1257" y="987"/>
                  </a:lnTo>
                  <a:lnTo>
                    <a:pt x="1260" y="980"/>
                  </a:lnTo>
                  <a:lnTo>
                    <a:pt x="1264" y="972"/>
                  </a:lnTo>
                  <a:lnTo>
                    <a:pt x="1264" y="963"/>
                  </a:lnTo>
                  <a:lnTo>
                    <a:pt x="1267" y="597"/>
                  </a:lnTo>
                  <a:lnTo>
                    <a:pt x="1287" y="610"/>
                  </a:lnTo>
                  <a:lnTo>
                    <a:pt x="1301" y="619"/>
                  </a:lnTo>
                  <a:lnTo>
                    <a:pt x="1314" y="624"/>
                  </a:lnTo>
                  <a:lnTo>
                    <a:pt x="1330" y="627"/>
                  </a:lnTo>
                  <a:lnTo>
                    <a:pt x="1343" y="629"/>
                  </a:lnTo>
                  <a:lnTo>
                    <a:pt x="1355" y="627"/>
                  </a:lnTo>
                  <a:lnTo>
                    <a:pt x="1367" y="626"/>
                  </a:lnTo>
                  <a:lnTo>
                    <a:pt x="1379" y="622"/>
                  </a:lnTo>
                  <a:lnTo>
                    <a:pt x="1389" y="617"/>
                  </a:lnTo>
                  <a:lnTo>
                    <a:pt x="1399" y="612"/>
                  </a:lnTo>
                  <a:lnTo>
                    <a:pt x="1409" y="605"/>
                  </a:lnTo>
                  <a:lnTo>
                    <a:pt x="1417" y="597"/>
                  </a:lnTo>
                  <a:lnTo>
                    <a:pt x="1424" y="587"/>
                  </a:lnTo>
                  <a:lnTo>
                    <a:pt x="1431" y="578"/>
                  </a:lnTo>
                  <a:lnTo>
                    <a:pt x="1434" y="568"/>
                  </a:lnTo>
                  <a:lnTo>
                    <a:pt x="1441" y="551"/>
                  </a:lnTo>
                  <a:lnTo>
                    <a:pt x="1443" y="536"/>
                  </a:lnTo>
                  <a:lnTo>
                    <a:pt x="1443" y="523"/>
                  </a:lnTo>
                  <a:lnTo>
                    <a:pt x="1439" y="508"/>
                  </a:lnTo>
                  <a:lnTo>
                    <a:pt x="1436" y="494"/>
                  </a:lnTo>
                  <a:lnTo>
                    <a:pt x="1429" y="482"/>
                  </a:lnTo>
                  <a:lnTo>
                    <a:pt x="1422" y="469"/>
                  </a:lnTo>
                  <a:lnTo>
                    <a:pt x="1412" y="459"/>
                  </a:lnTo>
                  <a:lnTo>
                    <a:pt x="1400" y="449"/>
                  </a:ln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ys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defTabSz="914034">
                <a:defRPr/>
              </a:pPr>
              <a:endParaRPr lang="zh-CN" altLang="en-US" sz="8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6" name="梯形 35"/>
            <p:cNvSpPr/>
            <p:nvPr/>
          </p:nvSpPr>
          <p:spPr bwMode="gray">
            <a:xfrm>
              <a:off x="1420146" y="5041933"/>
              <a:ext cx="4210813" cy="1220146"/>
            </a:xfrm>
            <a:prstGeom prst="trapezoid">
              <a:avLst>
                <a:gd name="adj" fmla="val 52146"/>
              </a:avLst>
            </a:prstGeom>
            <a:gradFill rotWithShape="1">
              <a:gsLst>
                <a:gs pos="0">
                  <a:srgbClr val="666666">
                    <a:alpha val="21000"/>
                  </a:srgbClr>
                </a:gs>
                <a:gs pos="100000">
                  <a:srgbClr val="666666">
                    <a:lumMod val="85000"/>
                    <a:alpha val="8000"/>
                  </a:srgbClr>
                </a:gs>
              </a:gsLst>
              <a:lin ang="16200000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034">
                <a:defRPr/>
              </a:pPr>
              <a:endParaRPr lang="zh-CN" altLang="en-US" sz="8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37" name="TextBox 425"/>
            <p:cNvSpPr txBox="1"/>
            <p:nvPr/>
          </p:nvSpPr>
          <p:spPr bwMode="gray">
            <a:xfrm>
              <a:off x="3002272" y="5494778"/>
              <a:ext cx="1052300" cy="428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034">
                <a:defRPr/>
              </a:pPr>
              <a:r>
                <a:rPr lang="zh-CN" altLang="en-US" sz="12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骨干</a:t>
              </a:r>
              <a:r>
                <a:rPr lang="en-US" altLang="zh-CN" sz="12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/DCI</a:t>
              </a:r>
              <a:endParaRPr lang="zh-CN" altLang="en-US" sz="12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38" name="组合 37"/>
            <p:cNvGrpSpPr/>
            <p:nvPr/>
          </p:nvGrpSpPr>
          <p:grpSpPr bwMode="gray">
            <a:xfrm>
              <a:off x="1803581" y="5138958"/>
              <a:ext cx="3434936" cy="825001"/>
              <a:chOff x="1803581" y="5040649"/>
              <a:chExt cx="3434936" cy="825001"/>
            </a:xfrm>
          </p:grpSpPr>
          <p:sp>
            <p:nvSpPr>
              <p:cNvPr id="55" name="椭圆 9"/>
              <p:cNvSpPr/>
              <p:nvPr/>
            </p:nvSpPr>
            <p:spPr bwMode="gray">
              <a:xfrm>
                <a:off x="2939169" y="5359581"/>
                <a:ext cx="1155141" cy="438053"/>
              </a:xfrm>
              <a:prstGeom prst="ellips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olid"/>
              </a:ln>
              <a:effectLst/>
              <a:extLst/>
            </p:spPr>
            <p:txBody>
              <a:bodyPr vert="horz" wrap="square" lIns="91350" tIns="45676" rIns="91350" bIns="45676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defTabSz="1218296">
                  <a:defRPr/>
                </a:pPr>
                <a:endParaRPr 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56" name="直接连接符 55"/>
              <p:cNvCxnSpPr/>
              <p:nvPr/>
            </p:nvCxnSpPr>
            <p:spPr bwMode="gray">
              <a:xfrm>
                <a:off x="2089243" y="5341409"/>
                <a:ext cx="274684" cy="138329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57" name="直接连接符 56"/>
              <p:cNvCxnSpPr/>
              <p:nvPr/>
            </p:nvCxnSpPr>
            <p:spPr bwMode="gray">
              <a:xfrm flipV="1">
                <a:off x="1853234" y="5479737"/>
                <a:ext cx="520734" cy="319487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58" name="直接连接符 57"/>
              <p:cNvCxnSpPr/>
              <p:nvPr/>
            </p:nvCxnSpPr>
            <p:spPr bwMode="gray">
              <a:xfrm flipV="1">
                <a:off x="1978663" y="5479737"/>
                <a:ext cx="395304" cy="90582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59" name="直接连接符 58"/>
              <p:cNvCxnSpPr/>
              <p:nvPr/>
            </p:nvCxnSpPr>
            <p:spPr bwMode="gray">
              <a:xfrm>
                <a:off x="1978663" y="5570318"/>
                <a:ext cx="385268" cy="141805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0" name="直接连接符 59"/>
              <p:cNvCxnSpPr/>
              <p:nvPr/>
            </p:nvCxnSpPr>
            <p:spPr bwMode="gray">
              <a:xfrm flipV="1">
                <a:off x="1853234" y="5712123"/>
                <a:ext cx="520734" cy="87100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1" name="直接连接符 60"/>
              <p:cNvCxnSpPr/>
              <p:nvPr/>
            </p:nvCxnSpPr>
            <p:spPr bwMode="gray">
              <a:xfrm>
                <a:off x="2089243" y="5341410"/>
                <a:ext cx="284723" cy="370712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2" name="直接连接符 61"/>
              <p:cNvCxnSpPr/>
              <p:nvPr/>
            </p:nvCxnSpPr>
            <p:spPr bwMode="gray">
              <a:xfrm flipH="1" flipV="1">
                <a:off x="2403378" y="5479735"/>
                <a:ext cx="545316" cy="319486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3" name="直接连接符 62"/>
              <p:cNvCxnSpPr/>
              <p:nvPr/>
            </p:nvCxnSpPr>
            <p:spPr bwMode="gray">
              <a:xfrm flipH="1" flipV="1">
                <a:off x="2413415" y="5479738"/>
                <a:ext cx="429535" cy="70885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4" name="直接连接符 63"/>
              <p:cNvCxnSpPr/>
              <p:nvPr/>
            </p:nvCxnSpPr>
            <p:spPr bwMode="gray">
              <a:xfrm flipH="1">
                <a:off x="2403378" y="5318057"/>
                <a:ext cx="329453" cy="161677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5" name="直接连接符 64"/>
              <p:cNvCxnSpPr/>
              <p:nvPr/>
            </p:nvCxnSpPr>
            <p:spPr bwMode="gray">
              <a:xfrm flipH="1">
                <a:off x="2399070" y="5334104"/>
                <a:ext cx="329453" cy="394062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6" name="直接连接符 65"/>
              <p:cNvCxnSpPr/>
              <p:nvPr/>
            </p:nvCxnSpPr>
            <p:spPr bwMode="gray">
              <a:xfrm flipH="1">
                <a:off x="2403377" y="5550622"/>
                <a:ext cx="439572" cy="161499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7" name="直接连接符 66"/>
              <p:cNvCxnSpPr/>
              <p:nvPr/>
            </p:nvCxnSpPr>
            <p:spPr bwMode="gray">
              <a:xfrm flipH="1" flipV="1">
                <a:off x="2413415" y="5712124"/>
                <a:ext cx="564689" cy="87098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8" name="直接连接符 67"/>
              <p:cNvCxnSpPr/>
              <p:nvPr/>
            </p:nvCxnSpPr>
            <p:spPr bwMode="gray">
              <a:xfrm>
                <a:off x="4344354" y="5320188"/>
                <a:ext cx="274685" cy="138329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69" name="直接连接符 68"/>
              <p:cNvCxnSpPr/>
              <p:nvPr/>
            </p:nvCxnSpPr>
            <p:spPr bwMode="gray">
              <a:xfrm flipV="1">
                <a:off x="4108343" y="5458517"/>
                <a:ext cx="520734" cy="319487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0" name="直接连接符 69"/>
              <p:cNvCxnSpPr/>
              <p:nvPr/>
            </p:nvCxnSpPr>
            <p:spPr bwMode="gray">
              <a:xfrm flipV="1">
                <a:off x="4233772" y="5458517"/>
                <a:ext cx="395304" cy="90581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1" name="直接连接符 70"/>
              <p:cNvCxnSpPr/>
              <p:nvPr/>
            </p:nvCxnSpPr>
            <p:spPr bwMode="gray">
              <a:xfrm>
                <a:off x="4233772" y="5549096"/>
                <a:ext cx="385267" cy="141805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2" name="直接连接符 71"/>
              <p:cNvCxnSpPr/>
              <p:nvPr/>
            </p:nvCxnSpPr>
            <p:spPr bwMode="gray">
              <a:xfrm flipV="1">
                <a:off x="4108343" y="5690901"/>
                <a:ext cx="520734" cy="87100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3" name="直接连接符 72"/>
              <p:cNvCxnSpPr/>
              <p:nvPr/>
            </p:nvCxnSpPr>
            <p:spPr bwMode="gray">
              <a:xfrm>
                <a:off x="4344354" y="5320190"/>
                <a:ext cx="284723" cy="370712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4" name="直接连接符 73"/>
              <p:cNvCxnSpPr/>
              <p:nvPr/>
            </p:nvCxnSpPr>
            <p:spPr bwMode="gray">
              <a:xfrm flipH="1" flipV="1">
                <a:off x="4658487" y="5458515"/>
                <a:ext cx="545317" cy="319486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5" name="直接连接符 74"/>
              <p:cNvCxnSpPr/>
              <p:nvPr/>
            </p:nvCxnSpPr>
            <p:spPr bwMode="gray">
              <a:xfrm flipH="1" flipV="1">
                <a:off x="4668525" y="5458518"/>
                <a:ext cx="429535" cy="70885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6" name="直接连接符 75"/>
              <p:cNvCxnSpPr/>
              <p:nvPr/>
            </p:nvCxnSpPr>
            <p:spPr bwMode="gray">
              <a:xfrm flipH="1">
                <a:off x="4658487" y="5296837"/>
                <a:ext cx="329453" cy="161677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7" name="直接连接符 76"/>
              <p:cNvCxnSpPr/>
              <p:nvPr/>
            </p:nvCxnSpPr>
            <p:spPr bwMode="gray">
              <a:xfrm flipH="1">
                <a:off x="4654180" y="5312883"/>
                <a:ext cx="329453" cy="394062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8" name="直接连接符 77"/>
              <p:cNvCxnSpPr/>
              <p:nvPr/>
            </p:nvCxnSpPr>
            <p:spPr bwMode="gray">
              <a:xfrm flipH="1">
                <a:off x="4658487" y="5529402"/>
                <a:ext cx="439572" cy="161499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cxnSp>
            <p:nvCxnSpPr>
              <p:cNvPr id="79" name="直接连接符 78"/>
              <p:cNvCxnSpPr/>
              <p:nvPr/>
            </p:nvCxnSpPr>
            <p:spPr bwMode="gray">
              <a:xfrm flipH="1" flipV="1">
                <a:off x="4668525" y="5690903"/>
                <a:ext cx="564690" cy="87098"/>
              </a:xfrm>
              <a:prstGeom prst="line">
                <a:avLst/>
              </a:prstGeom>
              <a:noFill/>
              <a:ln w="6350" cap="flat" cmpd="sng" algn="ctr">
                <a:solidFill>
                  <a:srgbClr val="1D1D1A">
                    <a:lumMod val="75000"/>
                  </a:srgbClr>
                </a:solidFill>
                <a:prstDash val="sysDash"/>
              </a:ln>
              <a:effectLst/>
            </p:spPr>
          </p:cxnSp>
          <p:sp>
            <p:nvSpPr>
              <p:cNvPr id="80" name="Freeform 126"/>
              <p:cNvSpPr>
                <a:spLocks/>
              </p:cNvSpPr>
              <p:nvPr/>
            </p:nvSpPr>
            <p:spPr bwMode="gray">
              <a:xfrm>
                <a:off x="3410455" y="5220002"/>
                <a:ext cx="213801" cy="174346"/>
              </a:xfrm>
              <a:custGeom>
                <a:avLst/>
                <a:gdLst>
                  <a:gd name="T0" fmla="*/ 2147483647 w 1754"/>
                  <a:gd name="T1" fmla="*/ 2147483647 h 1066"/>
                  <a:gd name="T2" fmla="*/ 2147483647 w 1754"/>
                  <a:gd name="T3" fmla="*/ 2147483647 h 1066"/>
                  <a:gd name="T4" fmla="*/ 2147483647 w 1754"/>
                  <a:gd name="T5" fmla="*/ 2147483647 h 1066"/>
                  <a:gd name="T6" fmla="*/ 2147483647 w 1754"/>
                  <a:gd name="T7" fmla="*/ 2147483647 h 1066"/>
                  <a:gd name="T8" fmla="*/ 2147483647 w 1754"/>
                  <a:gd name="T9" fmla="*/ 2147483647 h 1066"/>
                  <a:gd name="T10" fmla="*/ 2147483647 w 1754"/>
                  <a:gd name="T11" fmla="*/ 2147483647 h 1066"/>
                  <a:gd name="T12" fmla="*/ 2147483647 w 1754"/>
                  <a:gd name="T13" fmla="*/ 2147483647 h 1066"/>
                  <a:gd name="T14" fmla="*/ 2147483647 w 1754"/>
                  <a:gd name="T15" fmla="*/ 2147483647 h 1066"/>
                  <a:gd name="T16" fmla="*/ 2147483647 w 1754"/>
                  <a:gd name="T17" fmla="*/ 2147483647 h 1066"/>
                  <a:gd name="T18" fmla="*/ 2147483647 w 1754"/>
                  <a:gd name="T19" fmla="*/ 2147483647 h 1066"/>
                  <a:gd name="T20" fmla="*/ 2147483647 w 1754"/>
                  <a:gd name="T21" fmla="*/ 2147483647 h 1066"/>
                  <a:gd name="T22" fmla="*/ 2147483647 w 1754"/>
                  <a:gd name="T23" fmla="*/ 2147483647 h 1066"/>
                  <a:gd name="T24" fmla="*/ 2147483647 w 1754"/>
                  <a:gd name="T25" fmla="*/ 2147483647 h 1066"/>
                  <a:gd name="T26" fmla="*/ 2147483647 w 1754"/>
                  <a:gd name="T27" fmla="*/ 2147483647 h 1066"/>
                  <a:gd name="T28" fmla="*/ 2147483647 w 1754"/>
                  <a:gd name="T29" fmla="*/ 2147483647 h 1066"/>
                  <a:gd name="T30" fmla="*/ 2147483647 w 1754"/>
                  <a:gd name="T31" fmla="*/ 2147483647 h 1066"/>
                  <a:gd name="T32" fmla="*/ 2147483647 w 1754"/>
                  <a:gd name="T33" fmla="*/ 2147483647 h 1066"/>
                  <a:gd name="T34" fmla="*/ 0 w 1754"/>
                  <a:gd name="T35" fmla="*/ 2147483647 h 1066"/>
                  <a:gd name="T36" fmla="*/ 2147483647 w 1754"/>
                  <a:gd name="T37" fmla="*/ 2147483647 h 1066"/>
                  <a:gd name="T38" fmla="*/ 2147483647 w 1754"/>
                  <a:gd name="T39" fmla="*/ 0 h 1066"/>
                  <a:gd name="T40" fmla="*/ 2147483647 w 1754"/>
                  <a:gd name="T41" fmla="*/ 2147483647 h 1066"/>
                  <a:gd name="T42" fmla="*/ 2147483647 w 1754"/>
                  <a:gd name="T43" fmla="*/ 2147483647 h 1066"/>
                  <a:gd name="T44" fmla="*/ 2147483647 w 1754"/>
                  <a:gd name="T45" fmla="*/ 2147483647 h 1066"/>
                  <a:gd name="T46" fmla="*/ 2147483647 w 1754"/>
                  <a:gd name="T47" fmla="*/ 2147483647 h 106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754"/>
                  <a:gd name="T73" fmla="*/ 0 h 1066"/>
                  <a:gd name="T74" fmla="*/ 1754 w 1754"/>
                  <a:gd name="T75" fmla="*/ 1066 h 106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754" h="1066">
                    <a:moveTo>
                      <a:pt x="1494" y="1066"/>
                    </a:moveTo>
                    <a:lnTo>
                      <a:pt x="1494" y="1066"/>
                    </a:lnTo>
                    <a:lnTo>
                      <a:pt x="1389" y="1066"/>
                    </a:lnTo>
                    <a:lnTo>
                      <a:pt x="1389" y="999"/>
                    </a:lnTo>
                    <a:lnTo>
                      <a:pt x="1494" y="999"/>
                    </a:lnTo>
                    <a:cubicBezTo>
                      <a:pt x="1519" y="999"/>
                      <a:pt x="1541" y="993"/>
                      <a:pt x="1555" y="982"/>
                    </a:cubicBezTo>
                    <a:cubicBezTo>
                      <a:pt x="1639" y="913"/>
                      <a:pt x="1688" y="814"/>
                      <a:pt x="1688" y="711"/>
                    </a:cubicBezTo>
                    <a:cubicBezTo>
                      <a:pt x="1688" y="523"/>
                      <a:pt x="1535" y="369"/>
                      <a:pt x="1348" y="367"/>
                    </a:cubicBezTo>
                    <a:cubicBezTo>
                      <a:pt x="1336" y="367"/>
                      <a:pt x="1325" y="360"/>
                      <a:pt x="1319" y="350"/>
                    </a:cubicBezTo>
                    <a:cubicBezTo>
                      <a:pt x="1222" y="175"/>
                      <a:pt x="1038" y="67"/>
                      <a:pt x="839" y="67"/>
                    </a:cubicBezTo>
                    <a:cubicBezTo>
                      <a:pt x="589" y="67"/>
                      <a:pt x="370" y="236"/>
                      <a:pt x="307" y="478"/>
                    </a:cubicBezTo>
                    <a:cubicBezTo>
                      <a:pt x="304" y="491"/>
                      <a:pt x="293" y="501"/>
                      <a:pt x="280" y="503"/>
                    </a:cubicBezTo>
                    <a:cubicBezTo>
                      <a:pt x="159" y="521"/>
                      <a:pt x="67" y="627"/>
                      <a:pt x="67" y="750"/>
                    </a:cubicBezTo>
                    <a:cubicBezTo>
                      <a:pt x="67" y="887"/>
                      <a:pt x="179" y="999"/>
                      <a:pt x="317" y="999"/>
                    </a:cubicBezTo>
                    <a:lnTo>
                      <a:pt x="1183" y="999"/>
                    </a:lnTo>
                    <a:lnTo>
                      <a:pt x="1183" y="1066"/>
                    </a:lnTo>
                    <a:lnTo>
                      <a:pt x="317" y="1066"/>
                    </a:lnTo>
                    <a:cubicBezTo>
                      <a:pt x="142" y="1066"/>
                      <a:pt x="0" y="924"/>
                      <a:pt x="0" y="750"/>
                    </a:cubicBezTo>
                    <a:cubicBezTo>
                      <a:pt x="0" y="602"/>
                      <a:pt x="106" y="473"/>
                      <a:pt x="248" y="441"/>
                    </a:cubicBezTo>
                    <a:cubicBezTo>
                      <a:pt x="326" y="180"/>
                      <a:pt x="565" y="0"/>
                      <a:pt x="839" y="0"/>
                    </a:cubicBezTo>
                    <a:cubicBezTo>
                      <a:pt x="1056" y="0"/>
                      <a:pt x="1256" y="115"/>
                      <a:pt x="1368" y="301"/>
                    </a:cubicBezTo>
                    <a:cubicBezTo>
                      <a:pt x="1583" y="313"/>
                      <a:pt x="1754" y="493"/>
                      <a:pt x="1754" y="711"/>
                    </a:cubicBezTo>
                    <a:cubicBezTo>
                      <a:pt x="1754" y="834"/>
                      <a:pt x="1697" y="952"/>
                      <a:pt x="1597" y="1034"/>
                    </a:cubicBezTo>
                    <a:cubicBezTo>
                      <a:pt x="1571" y="1055"/>
                      <a:pt x="1535" y="1066"/>
                      <a:pt x="1494" y="106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solidFill>
                  <a:srgbClr val="1D1D1A">
                    <a:lumMod val="75000"/>
                  </a:srgbClr>
                </a:solidFill>
              </a:ln>
              <a:extLst/>
            </p:spPr>
            <p:txBody>
              <a:bodyPr/>
              <a:lstStyle/>
              <a:p>
                <a:pPr defTabSz="914034">
                  <a:defRPr/>
                </a:pPr>
                <a:endParaRPr lang="zh-CN" altLang="en-US" sz="8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1" name="Freeform 126"/>
              <p:cNvSpPr>
                <a:spLocks/>
              </p:cNvSpPr>
              <p:nvPr/>
            </p:nvSpPr>
            <p:spPr bwMode="gray">
              <a:xfrm>
                <a:off x="3859763" y="5284033"/>
                <a:ext cx="213801" cy="174346"/>
              </a:xfrm>
              <a:custGeom>
                <a:avLst/>
                <a:gdLst>
                  <a:gd name="T0" fmla="*/ 2147483647 w 1754"/>
                  <a:gd name="T1" fmla="*/ 2147483647 h 1066"/>
                  <a:gd name="T2" fmla="*/ 2147483647 w 1754"/>
                  <a:gd name="T3" fmla="*/ 2147483647 h 1066"/>
                  <a:gd name="T4" fmla="*/ 2147483647 w 1754"/>
                  <a:gd name="T5" fmla="*/ 2147483647 h 1066"/>
                  <a:gd name="T6" fmla="*/ 2147483647 w 1754"/>
                  <a:gd name="T7" fmla="*/ 2147483647 h 1066"/>
                  <a:gd name="T8" fmla="*/ 2147483647 w 1754"/>
                  <a:gd name="T9" fmla="*/ 2147483647 h 1066"/>
                  <a:gd name="T10" fmla="*/ 2147483647 w 1754"/>
                  <a:gd name="T11" fmla="*/ 2147483647 h 1066"/>
                  <a:gd name="T12" fmla="*/ 2147483647 w 1754"/>
                  <a:gd name="T13" fmla="*/ 2147483647 h 1066"/>
                  <a:gd name="T14" fmla="*/ 2147483647 w 1754"/>
                  <a:gd name="T15" fmla="*/ 2147483647 h 1066"/>
                  <a:gd name="T16" fmla="*/ 2147483647 w 1754"/>
                  <a:gd name="T17" fmla="*/ 2147483647 h 1066"/>
                  <a:gd name="T18" fmla="*/ 2147483647 w 1754"/>
                  <a:gd name="T19" fmla="*/ 2147483647 h 1066"/>
                  <a:gd name="T20" fmla="*/ 2147483647 w 1754"/>
                  <a:gd name="T21" fmla="*/ 2147483647 h 1066"/>
                  <a:gd name="T22" fmla="*/ 2147483647 w 1754"/>
                  <a:gd name="T23" fmla="*/ 2147483647 h 1066"/>
                  <a:gd name="T24" fmla="*/ 2147483647 w 1754"/>
                  <a:gd name="T25" fmla="*/ 2147483647 h 1066"/>
                  <a:gd name="T26" fmla="*/ 2147483647 w 1754"/>
                  <a:gd name="T27" fmla="*/ 2147483647 h 1066"/>
                  <a:gd name="T28" fmla="*/ 2147483647 w 1754"/>
                  <a:gd name="T29" fmla="*/ 2147483647 h 1066"/>
                  <a:gd name="T30" fmla="*/ 2147483647 w 1754"/>
                  <a:gd name="T31" fmla="*/ 2147483647 h 1066"/>
                  <a:gd name="T32" fmla="*/ 2147483647 w 1754"/>
                  <a:gd name="T33" fmla="*/ 2147483647 h 1066"/>
                  <a:gd name="T34" fmla="*/ 0 w 1754"/>
                  <a:gd name="T35" fmla="*/ 2147483647 h 1066"/>
                  <a:gd name="T36" fmla="*/ 2147483647 w 1754"/>
                  <a:gd name="T37" fmla="*/ 2147483647 h 1066"/>
                  <a:gd name="T38" fmla="*/ 2147483647 w 1754"/>
                  <a:gd name="T39" fmla="*/ 0 h 1066"/>
                  <a:gd name="T40" fmla="*/ 2147483647 w 1754"/>
                  <a:gd name="T41" fmla="*/ 2147483647 h 1066"/>
                  <a:gd name="T42" fmla="*/ 2147483647 w 1754"/>
                  <a:gd name="T43" fmla="*/ 2147483647 h 1066"/>
                  <a:gd name="T44" fmla="*/ 2147483647 w 1754"/>
                  <a:gd name="T45" fmla="*/ 2147483647 h 1066"/>
                  <a:gd name="T46" fmla="*/ 2147483647 w 1754"/>
                  <a:gd name="T47" fmla="*/ 2147483647 h 106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754"/>
                  <a:gd name="T73" fmla="*/ 0 h 1066"/>
                  <a:gd name="T74" fmla="*/ 1754 w 1754"/>
                  <a:gd name="T75" fmla="*/ 1066 h 106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754" h="1066">
                    <a:moveTo>
                      <a:pt x="1494" y="1066"/>
                    </a:moveTo>
                    <a:lnTo>
                      <a:pt x="1494" y="1066"/>
                    </a:lnTo>
                    <a:lnTo>
                      <a:pt x="1389" y="1066"/>
                    </a:lnTo>
                    <a:lnTo>
                      <a:pt x="1389" y="999"/>
                    </a:lnTo>
                    <a:lnTo>
                      <a:pt x="1494" y="999"/>
                    </a:lnTo>
                    <a:cubicBezTo>
                      <a:pt x="1519" y="999"/>
                      <a:pt x="1541" y="993"/>
                      <a:pt x="1555" y="982"/>
                    </a:cubicBezTo>
                    <a:cubicBezTo>
                      <a:pt x="1639" y="913"/>
                      <a:pt x="1688" y="814"/>
                      <a:pt x="1688" y="711"/>
                    </a:cubicBezTo>
                    <a:cubicBezTo>
                      <a:pt x="1688" y="523"/>
                      <a:pt x="1535" y="369"/>
                      <a:pt x="1348" y="367"/>
                    </a:cubicBezTo>
                    <a:cubicBezTo>
                      <a:pt x="1336" y="367"/>
                      <a:pt x="1325" y="360"/>
                      <a:pt x="1319" y="350"/>
                    </a:cubicBezTo>
                    <a:cubicBezTo>
                      <a:pt x="1222" y="175"/>
                      <a:pt x="1038" y="67"/>
                      <a:pt x="839" y="67"/>
                    </a:cubicBezTo>
                    <a:cubicBezTo>
                      <a:pt x="589" y="67"/>
                      <a:pt x="370" y="236"/>
                      <a:pt x="307" y="478"/>
                    </a:cubicBezTo>
                    <a:cubicBezTo>
                      <a:pt x="304" y="491"/>
                      <a:pt x="293" y="501"/>
                      <a:pt x="280" y="503"/>
                    </a:cubicBezTo>
                    <a:cubicBezTo>
                      <a:pt x="159" y="521"/>
                      <a:pt x="67" y="627"/>
                      <a:pt x="67" y="750"/>
                    </a:cubicBezTo>
                    <a:cubicBezTo>
                      <a:pt x="67" y="887"/>
                      <a:pt x="179" y="999"/>
                      <a:pt x="317" y="999"/>
                    </a:cubicBezTo>
                    <a:lnTo>
                      <a:pt x="1183" y="999"/>
                    </a:lnTo>
                    <a:lnTo>
                      <a:pt x="1183" y="1066"/>
                    </a:lnTo>
                    <a:lnTo>
                      <a:pt x="317" y="1066"/>
                    </a:lnTo>
                    <a:cubicBezTo>
                      <a:pt x="142" y="1066"/>
                      <a:pt x="0" y="924"/>
                      <a:pt x="0" y="750"/>
                    </a:cubicBezTo>
                    <a:cubicBezTo>
                      <a:pt x="0" y="602"/>
                      <a:pt x="106" y="473"/>
                      <a:pt x="248" y="441"/>
                    </a:cubicBezTo>
                    <a:cubicBezTo>
                      <a:pt x="326" y="180"/>
                      <a:pt x="565" y="0"/>
                      <a:pt x="839" y="0"/>
                    </a:cubicBezTo>
                    <a:cubicBezTo>
                      <a:pt x="1056" y="0"/>
                      <a:pt x="1256" y="115"/>
                      <a:pt x="1368" y="301"/>
                    </a:cubicBezTo>
                    <a:cubicBezTo>
                      <a:pt x="1583" y="313"/>
                      <a:pt x="1754" y="493"/>
                      <a:pt x="1754" y="711"/>
                    </a:cubicBezTo>
                    <a:cubicBezTo>
                      <a:pt x="1754" y="834"/>
                      <a:pt x="1697" y="952"/>
                      <a:pt x="1597" y="1034"/>
                    </a:cubicBezTo>
                    <a:cubicBezTo>
                      <a:pt x="1571" y="1055"/>
                      <a:pt x="1535" y="1066"/>
                      <a:pt x="1494" y="106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solidFill>
                  <a:srgbClr val="1D1D1A">
                    <a:lumMod val="75000"/>
                  </a:srgbClr>
                </a:solidFill>
              </a:ln>
              <a:extLst/>
            </p:spPr>
            <p:txBody>
              <a:bodyPr/>
              <a:lstStyle/>
              <a:p>
                <a:pPr defTabSz="914034">
                  <a:defRPr/>
                </a:pPr>
                <a:endParaRPr lang="zh-CN" altLang="en-US" sz="8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2" name="Freeform 126"/>
              <p:cNvSpPr>
                <a:spLocks/>
              </p:cNvSpPr>
              <p:nvPr/>
            </p:nvSpPr>
            <p:spPr bwMode="gray">
              <a:xfrm>
                <a:off x="2959586" y="5302117"/>
                <a:ext cx="213801" cy="174346"/>
              </a:xfrm>
              <a:custGeom>
                <a:avLst/>
                <a:gdLst>
                  <a:gd name="T0" fmla="*/ 2147483647 w 1754"/>
                  <a:gd name="T1" fmla="*/ 2147483647 h 1066"/>
                  <a:gd name="T2" fmla="*/ 2147483647 w 1754"/>
                  <a:gd name="T3" fmla="*/ 2147483647 h 1066"/>
                  <a:gd name="T4" fmla="*/ 2147483647 w 1754"/>
                  <a:gd name="T5" fmla="*/ 2147483647 h 1066"/>
                  <a:gd name="T6" fmla="*/ 2147483647 w 1754"/>
                  <a:gd name="T7" fmla="*/ 2147483647 h 1066"/>
                  <a:gd name="T8" fmla="*/ 2147483647 w 1754"/>
                  <a:gd name="T9" fmla="*/ 2147483647 h 1066"/>
                  <a:gd name="T10" fmla="*/ 2147483647 w 1754"/>
                  <a:gd name="T11" fmla="*/ 2147483647 h 1066"/>
                  <a:gd name="T12" fmla="*/ 2147483647 w 1754"/>
                  <a:gd name="T13" fmla="*/ 2147483647 h 1066"/>
                  <a:gd name="T14" fmla="*/ 2147483647 w 1754"/>
                  <a:gd name="T15" fmla="*/ 2147483647 h 1066"/>
                  <a:gd name="T16" fmla="*/ 2147483647 w 1754"/>
                  <a:gd name="T17" fmla="*/ 2147483647 h 1066"/>
                  <a:gd name="T18" fmla="*/ 2147483647 w 1754"/>
                  <a:gd name="T19" fmla="*/ 2147483647 h 1066"/>
                  <a:gd name="T20" fmla="*/ 2147483647 w 1754"/>
                  <a:gd name="T21" fmla="*/ 2147483647 h 1066"/>
                  <a:gd name="T22" fmla="*/ 2147483647 w 1754"/>
                  <a:gd name="T23" fmla="*/ 2147483647 h 1066"/>
                  <a:gd name="T24" fmla="*/ 2147483647 w 1754"/>
                  <a:gd name="T25" fmla="*/ 2147483647 h 1066"/>
                  <a:gd name="T26" fmla="*/ 2147483647 w 1754"/>
                  <a:gd name="T27" fmla="*/ 2147483647 h 1066"/>
                  <a:gd name="T28" fmla="*/ 2147483647 w 1754"/>
                  <a:gd name="T29" fmla="*/ 2147483647 h 1066"/>
                  <a:gd name="T30" fmla="*/ 2147483647 w 1754"/>
                  <a:gd name="T31" fmla="*/ 2147483647 h 1066"/>
                  <a:gd name="T32" fmla="*/ 2147483647 w 1754"/>
                  <a:gd name="T33" fmla="*/ 2147483647 h 1066"/>
                  <a:gd name="T34" fmla="*/ 0 w 1754"/>
                  <a:gd name="T35" fmla="*/ 2147483647 h 1066"/>
                  <a:gd name="T36" fmla="*/ 2147483647 w 1754"/>
                  <a:gd name="T37" fmla="*/ 2147483647 h 1066"/>
                  <a:gd name="T38" fmla="*/ 2147483647 w 1754"/>
                  <a:gd name="T39" fmla="*/ 0 h 1066"/>
                  <a:gd name="T40" fmla="*/ 2147483647 w 1754"/>
                  <a:gd name="T41" fmla="*/ 2147483647 h 1066"/>
                  <a:gd name="T42" fmla="*/ 2147483647 w 1754"/>
                  <a:gd name="T43" fmla="*/ 2147483647 h 1066"/>
                  <a:gd name="T44" fmla="*/ 2147483647 w 1754"/>
                  <a:gd name="T45" fmla="*/ 2147483647 h 1066"/>
                  <a:gd name="T46" fmla="*/ 2147483647 w 1754"/>
                  <a:gd name="T47" fmla="*/ 2147483647 h 106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754"/>
                  <a:gd name="T73" fmla="*/ 0 h 1066"/>
                  <a:gd name="T74" fmla="*/ 1754 w 1754"/>
                  <a:gd name="T75" fmla="*/ 1066 h 106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754" h="1066">
                    <a:moveTo>
                      <a:pt x="1494" y="1066"/>
                    </a:moveTo>
                    <a:lnTo>
                      <a:pt x="1494" y="1066"/>
                    </a:lnTo>
                    <a:lnTo>
                      <a:pt x="1389" y="1066"/>
                    </a:lnTo>
                    <a:lnTo>
                      <a:pt x="1389" y="999"/>
                    </a:lnTo>
                    <a:lnTo>
                      <a:pt x="1494" y="999"/>
                    </a:lnTo>
                    <a:cubicBezTo>
                      <a:pt x="1519" y="999"/>
                      <a:pt x="1541" y="993"/>
                      <a:pt x="1555" y="982"/>
                    </a:cubicBezTo>
                    <a:cubicBezTo>
                      <a:pt x="1639" y="913"/>
                      <a:pt x="1688" y="814"/>
                      <a:pt x="1688" y="711"/>
                    </a:cubicBezTo>
                    <a:cubicBezTo>
                      <a:pt x="1688" y="523"/>
                      <a:pt x="1535" y="369"/>
                      <a:pt x="1348" y="367"/>
                    </a:cubicBezTo>
                    <a:cubicBezTo>
                      <a:pt x="1336" y="367"/>
                      <a:pt x="1325" y="360"/>
                      <a:pt x="1319" y="350"/>
                    </a:cubicBezTo>
                    <a:cubicBezTo>
                      <a:pt x="1222" y="175"/>
                      <a:pt x="1038" y="67"/>
                      <a:pt x="839" y="67"/>
                    </a:cubicBezTo>
                    <a:cubicBezTo>
                      <a:pt x="589" y="67"/>
                      <a:pt x="370" y="236"/>
                      <a:pt x="307" y="478"/>
                    </a:cubicBezTo>
                    <a:cubicBezTo>
                      <a:pt x="304" y="491"/>
                      <a:pt x="293" y="501"/>
                      <a:pt x="280" y="503"/>
                    </a:cubicBezTo>
                    <a:cubicBezTo>
                      <a:pt x="159" y="521"/>
                      <a:pt x="67" y="627"/>
                      <a:pt x="67" y="750"/>
                    </a:cubicBezTo>
                    <a:cubicBezTo>
                      <a:pt x="67" y="887"/>
                      <a:pt x="179" y="999"/>
                      <a:pt x="317" y="999"/>
                    </a:cubicBezTo>
                    <a:lnTo>
                      <a:pt x="1183" y="999"/>
                    </a:lnTo>
                    <a:lnTo>
                      <a:pt x="1183" y="1066"/>
                    </a:lnTo>
                    <a:lnTo>
                      <a:pt x="317" y="1066"/>
                    </a:lnTo>
                    <a:cubicBezTo>
                      <a:pt x="142" y="1066"/>
                      <a:pt x="0" y="924"/>
                      <a:pt x="0" y="750"/>
                    </a:cubicBezTo>
                    <a:cubicBezTo>
                      <a:pt x="0" y="602"/>
                      <a:pt x="106" y="473"/>
                      <a:pt x="248" y="441"/>
                    </a:cubicBezTo>
                    <a:cubicBezTo>
                      <a:pt x="326" y="180"/>
                      <a:pt x="565" y="0"/>
                      <a:pt x="839" y="0"/>
                    </a:cubicBezTo>
                    <a:cubicBezTo>
                      <a:pt x="1056" y="0"/>
                      <a:pt x="1256" y="115"/>
                      <a:pt x="1368" y="301"/>
                    </a:cubicBezTo>
                    <a:cubicBezTo>
                      <a:pt x="1583" y="313"/>
                      <a:pt x="1754" y="493"/>
                      <a:pt x="1754" y="711"/>
                    </a:cubicBezTo>
                    <a:cubicBezTo>
                      <a:pt x="1754" y="834"/>
                      <a:pt x="1697" y="952"/>
                      <a:pt x="1597" y="1034"/>
                    </a:cubicBezTo>
                    <a:cubicBezTo>
                      <a:pt x="1571" y="1055"/>
                      <a:pt x="1535" y="1066"/>
                      <a:pt x="1494" y="106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solidFill>
                  <a:srgbClr val="1D1D1A">
                    <a:lumMod val="75000"/>
                  </a:srgbClr>
                </a:solidFill>
              </a:ln>
              <a:extLst/>
            </p:spPr>
            <p:txBody>
              <a:bodyPr/>
              <a:lstStyle/>
              <a:p>
                <a:pPr defTabSz="914034">
                  <a:defRPr/>
                </a:pPr>
                <a:endParaRPr lang="zh-CN" altLang="en-US" sz="8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3" name="椭圆 82"/>
              <p:cNvSpPr/>
              <p:nvPr/>
            </p:nvSpPr>
            <p:spPr bwMode="gray">
              <a:xfrm>
                <a:off x="2000489" y="5294048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 bwMode="gray">
              <a:xfrm>
                <a:off x="1893455" y="5525258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 bwMode="gray">
              <a:xfrm>
                <a:off x="1803581" y="5745350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 bwMode="gray">
              <a:xfrm>
                <a:off x="2351816" y="5434181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 bwMode="gray">
              <a:xfrm>
                <a:off x="2351816" y="5664137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 bwMode="gray">
              <a:xfrm>
                <a:off x="2729085" y="5276722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 bwMode="gray">
              <a:xfrm>
                <a:off x="2818896" y="5545399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 bwMode="gray">
              <a:xfrm>
                <a:off x="2892578" y="5765430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 bwMode="gray">
              <a:xfrm>
                <a:off x="4256553" y="5271932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 bwMode="gray">
              <a:xfrm>
                <a:off x="4149520" y="5503143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 bwMode="gray">
              <a:xfrm>
                <a:off x="4059645" y="5723231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 bwMode="gray">
              <a:xfrm>
                <a:off x="4607880" y="5412062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 bwMode="gray">
              <a:xfrm>
                <a:off x="4607880" y="5642018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 bwMode="gray">
              <a:xfrm>
                <a:off x="4994500" y="5270719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 bwMode="gray">
              <a:xfrm>
                <a:off x="5074960" y="5501163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 bwMode="gray">
              <a:xfrm>
                <a:off x="5148643" y="5721187"/>
                <a:ext cx="89874" cy="100220"/>
              </a:xfrm>
              <a:prstGeom prst="ellipse">
                <a:avLst/>
              </a:prstGeom>
              <a:solidFill>
                <a:srgbClr val="1D1D1A">
                  <a:lumMod val="50000"/>
                  <a:lumOff val="50000"/>
                </a:srgbClr>
              </a:solidFill>
              <a:ln w="12700" cap="flat" cmpd="sng" algn="ctr">
                <a:solidFill>
                  <a:srgbClr val="1D1D1A">
                    <a:lumMod val="7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99" name="Freeform 126"/>
              <p:cNvSpPr>
                <a:spLocks/>
              </p:cNvSpPr>
              <p:nvPr/>
            </p:nvSpPr>
            <p:spPr bwMode="gray">
              <a:xfrm>
                <a:off x="2012784" y="5093488"/>
                <a:ext cx="213801" cy="174346"/>
              </a:xfrm>
              <a:custGeom>
                <a:avLst/>
                <a:gdLst>
                  <a:gd name="T0" fmla="*/ 2147483647 w 1754"/>
                  <a:gd name="T1" fmla="*/ 2147483647 h 1066"/>
                  <a:gd name="T2" fmla="*/ 2147483647 w 1754"/>
                  <a:gd name="T3" fmla="*/ 2147483647 h 1066"/>
                  <a:gd name="T4" fmla="*/ 2147483647 w 1754"/>
                  <a:gd name="T5" fmla="*/ 2147483647 h 1066"/>
                  <a:gd name="T6" fmla="*/ 2147483647 w 1754"/>
                  <a:gd name="T7" fmla="*/ 2147483647 h 1066"/>
                  <a:gd name="T8" fmla="*/ 2147483647 w 1754"/>
                  <a:gd name="T9" fmla="*/ 2147483647 h 1066"/>
                  <a:gd name="T10" fmla="*/ 2147483647 w 1754"/>
                  <a:gd name="T11" fmla="*/ 2147483647 h 1066"/>
                  <a:gd name="T12" fmla="*/ 2147483647 w 1754"/>
                  <a:gd name="T13" fmla="*/ 2147483647 h 1066"/>
                  <a:gd name="T14" fmla="*/ 2147483647 w 1754"/>
                  <a:gd name="T15" fmla="*/ 2147483647 h 1066"/>
                  <a:gd name="T16" fmla="*/ 2147483647 w 1754"/>
                  <a:gd name="T17" fmla="*/ 2147483647 h 1066"/>
                  <a:gd name="T18" fmla="*/ 2147483647 w 1754"/>
                  <a:gd name="T19" fmla="*/ 2147483647 h 1066"/>
                  <a:gd name="T20" fmla="*/ 2147483647 w 1754"/>
                  <a:gd name="T21" fmla="*/ 2147483647 h 1066"/>
                  <a:gd name="T22" fmla="*/ 2147483647 w 1754"/>
                  <a:gd name="T23" fmla="*/ 2147483647 h 1066"/>
                  <a:gd name="T24" fmla="*/ 2147483647 w 1754"/>
                  <a:gd name="T25" fmla="*/ 2147483647 h 1066"/>
                  <a:gd name="T26" fmla="*/ 2147483647 w 1754"/>
                  <a:gd name="T27" fmla="*/ 2147483647 h 1066"/>
                  <a:gd name="T28" fmla="*/ 2147483647 w 1754"/>
                  <a:gd name="T29" fmla="*/ 2147483647 h 1066"/>
                  <a:gd name="T30" fmla="*/ 2147483647 w 1754"/>
                  <a:gd name="T31" fmla="*/ 2147483647 h 1066"/>
                  <a:gd name="T32" fmla="*/ 2147483647 w 1754"/>
                  <a:gd name="T33" fmla="*/ 2147483647 h 1066"/>
                  <a:gd name="T34" fmla="*/ 0 w 1754"/>
                  <a:gd name="T35" fmla="*/ 2147483647 h 1066"/>
                  <a:gd name="T36" fmla="*/ 2147483647 w 1754"/>
                  <a:gd name="T37" fmla="*/ 2147483647 h 1066"/>
                  <a:gd name="T38" fmla="*/ 2147483647 w 1754"/>
                  <a:gd name="T39" fmla="*/ 0 h 1066"/>
                  <a:gd name="T40" fmla="*/ 2147483647 w 1754"/>
                  <a:gd name="T41" fmla="*/ 2147483647 h 1066"/>
                  <a:gd name="T42" fmla="*/ 2147483647 w 1754"/>
                  <a:gd name="T43" fmla="*/ 2147483647 h 1066"/>
                  <a:gd name="T44" fmla="*/ 2147483647 w 1754"/>
                  <a:gd name="T45" fmla="*/ 2147483647 h 1066"/>
                  <a:gd name="T46" fmla="*/ 2147483647 w 1754"/>
                  <a:gd name="T47" fmla="*/ 2147483647 h 106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754"/>
                  <a:gd name="T73" fmla="*/ 0 h 1066"/>
                  <a:gd name="T74" fmla="*/ 1754 w 1754"/>
                  <a:gd name="T75" fmla="*/ 1066 h 106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754" h="1066">
                    <a:moveTo>
                      <a:pt x="1494" y="1066"/>
                    </a:moveTo>
                    <a:lnTo>
                      <a:pt x="1494" y="1066"/>
                    </a:lnTo>
                    <a:lnTo>
                      <a:pt x="1389" y="1066"/>
                    </a:lnTo>
                    <a:lnTo>
                      <a:pt x="1389" y="999"/>
                    </a:lnTo>
                    <a:lnTo>
                      <a:pt x="1494" y="999"/>
                    </a:lnTo>
                    <a:cubicBezTo>
                      <a:pt x="1519" y="999"/>
                      <a:pt x="1541" y="993"/>
                      <a:pt x="1555" y="982"/>
                    </a:cubicBezTo>
                    <a:cubicBezTo>
                      <a:pt x="1639" y="913"/>
                      <a:pt x="1688" y="814"/>
                      <a:pt x="1688" y="711"/>
                    </a:cubicBezTo>
                    <a:cubicBezTo>
                      <a:pt x="1688" y="523"/>
                      <a:pt x="1535" y="369"/>
                      <a:pt x="1348" y="367"/>
                    </a:cubicBezTo>
                    <a:cubicBezTo>
                      <a:pt x="1336" y="367"/>
                      <a:pt x="1325" y="360"/>
                      <a:pt x="1319" y="350"/>
                    </a:cubicBezTo>
                    <a:cubicBezTo>
                      <a:pt x="1222" y="175"/>
                      <a:pt x="1038" y="67"/>
                      <a:pt x="839" y="67"/>
                    </a:cubicBezTo>
                    <a:cubicBezTo>
                      <a:pt x="589" y="67"/>
                      <a:pt x="370" y="236"/>
                      <a:pt x="307" y="478"/>
                    </a:cubicBezTo>
                    <a:cubicBezTo>
                      <a:pt x="304" y="491"/>
                      <a:pt x="293" y="501"/>
                      <a:pt x="280" y="503"/>
                    </a:cubicBezTo>
                    <a:cubicBezTo>
                      <a:pt x="159" y="521"/>
                      <a:pt x="67" y="627"/>
                      <a:pt x="67" y="750"/>
                    </a:cubicBezTo>
                    <a:cubicBezTo>
                      <a:pt x="67" y="887"/>
                      <a:pt x="179" y="999"/>
                      <a:pt x="317" y="999"/>
                    </a:cubicBezTo>
                    <a:lnTo>
                      <a:pt x="1183" y="999"/>
                    </a:lnTo>
                    <a:lnTo>
                      <a:pt x="1183" y="1066"/>
                    </a:lnTo>
                    <a:lnTo>
                      <a:pt x="317" y="1066"/>
                    </a:lnTo>
                    <a:cubicBezTo>
                      <a:pt x="142" y="1066"/>
                      <a:pt x="0" y="924"/>
                      <a:pt x="0" y="750"/>
                    </a:cubicBezTo>
                    <a:cubicBezTo>
                      <a:pt x="0" y="602"/>
                      <a:pt x="106" y="473"/>
                      <a:pt x="248" y="441"/>
                    </a:cubicBezTo>
                    <a:cubicBezTo>
                      <a:pt x="326" y="180"/>
                      <a:pt x="565" y="0"/>
                      <a:pt x="839" y="0"/>
                    </a:cubicBezTo>
                    <a:cubicBezTo>
                      <a:pt x="1056" y="0"/>
                      <a:pt x="1256" y="115"/>
                      <a:pt x="1368" y="301"/>
                    </a:cubicBezTo>
                    <a:cubicBezTo>
                      <a:pt x="1583" y="313"/>
                      <a:pt x="1754" y="493"/>
                      <a:pt x="1754" y="711"/>
                    </a:cubicBezTo>
                    <a:cubicBezTo>
                      <a:pt x="1754" y="834"/>
                      <a:pt x="1697" y="952"/>
                      <a:pt x="1597" y="1034"/>
                    </a:cubicBezTo>
                    <a:cubicBezTo>
                      <a:pt x="1571" y="1055"/>
                      <a:pt x="1535" y="1066"/>
                      <a:pt x="1494" y="106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solidFill>
                  <a:srgbClr val="1D1D1A">
                    <a:lumMod val="75000"/>
                  </a:srgbClr>
                </a:solidFill>
              </a:ln>
              <a:extLst/>
            </p:spPr>
            <p:txBody>
              <a:bodyPr/>
              <a:lstStyle/>
              <a:p>
                <a:pPr defTabSz="914034">
                  <a:defRPr/>
                </a:pPr>
                <a:endParaRPr lang="zh-CN" altLang="en-US" sz="8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00" name="Freeform 126"/>
              <p:cNvSpPr>
                <a:spLocks/>
              </p:cNvSpPr>
              <p:nvPr/>
            </p:nvSpPr>
            <p:spPr bwMode="gray">
              <a:xfrm>
                <a:off x="4942630" y="5040649"/>
                <a:ext cx="213801" cy="174346"/>
              </a:xfrm>
              <a:custGeom>
                <a:avLst/>
                <a:gdLst>
                  <a:gd name="T0" fmla="*/ 2147483647 w 1754"/>
                  <a:gd name="T1" fmla="*/ 2147483647 h 1066"/>
                  <a:gd name="T2" fmla="*/ 2147483647 w 1754"/>
                  <a:gd name="T3" fmla="*/ 2147483647 h 1066"/>
                  <a:gd name="T4" fmla="*/ 2147483647 w 1754"/>
                  <a:gd name="T5" fmla="*/ 2147483647 h 1066"/>
                  <a:gd name="T6" fmla="*/ 2147483647 w 1754"/>
                  <a:gd name="T7" fmla="*/ 2147483647 h 1066"/>
                  <a:gd name="T8" fmla="*/ 2147483647 w 1754"/>
                  <a:gd name="T9" fmla="*/ 2147483647 h 1066"/>
                  <a:gd name="T10" fmla="*/ 2147483647 w 1754"/>
                  <a:gd name="T11" fmla="*/ 2147483647 h 1066"/>
                  <a:gd name="T12" fmla="*/ 2147483647 w 1754"/>
                  <a:gd name="T13" fmla="*/ 2147483647 h 1066"/>
                  <a:gd name="T14" fmla="*/ 2147483647 w 1754"/>
                  <a:gd name="T15" fmla="*/ 2147483647 h 1066"/>
                  <a:gd name="T16" fmla="*/ 2147483647 w 1754"/>
                  <a:gd name="T17" fmla="*/ 2147483647 h 1066"/>
                  <a:gd name="T18" fmla="*/ 2147483647 w 1754"/>
                  <a:gd name="T19" fmla="*/ 2147483647 h 1066"/>
                  <a:gd name="T20" fmla="*/ 2147483647 w 1754"/>
                  <a:gd name="T21" fmla="*/ 2147483647 h 1066"/>
                  <a:gd name="T22" fmla="*/ 2147483647 w 1754"/>
                  <a:gd name="T23" fmla="*/ 2147483647 h 1066"/>
                  <a:gd name="T24" fmla="*/ 2147483647 w 1754"/>
                  <a:gd name="T25" fmla="*/ 2147483647 h 1066"/>
                  <a:gd name="T26" fmla="*/ 2147483647 w 1754"/>
                  <a:gd name="T27" fmla="*/ 2147483647 h 1066"/>
                  <a:gd name="T28" fmla="*/ 2147483647 w 1754"/>
                  <a:gd name="T29" fmla="*/ 2147483647 h 1066"/>
                  <a:gd name="T30" fmla="*/ 2147483647 w 1754"/>
                  <a:gd name="T31" fmla="*/ 2147483647 h 1066"/>
                  <a:gd name="T32" fmla="*/ 2147483647 w 1754"/>
                  <a:gd name="T33" fmla="*/ 2147483647 h 1066"/>
                  <a:gd name="T34" fmla="*/ 0 w 1754"/>
                  <a:gd name="T35" fmla="*/ 2147483647 h 1066"/>
                  <a:gd name="T36" fmla="*/ 2147483647 w 1754"/>
                  <a:gd name="T37" fmla="*/ 2147483647 h 1066"/>
                  <a:gd name="T38" fmla="*/ 2147483647 w 1754"/>
                  <a:gd name="T39" fmla="*/ 0 h 1066"/>
                  <a:gd name="T40" fmla="*/ 2147483647 w 1754"/>
                  <a:gd name="T41" fmla="*/ 2147483647 h 1066"/>
                  <a:gd name="T42" fmla="*/ 2147483647 w 1754"/>
                  <a:gd name="T43" fmla="*/ 2147483647 h 1066"/>
                  <a:gd name="T44" fmla="*/ 2147483647 w 1754"/>
                  <a:gd name="T45" fmla="*/ 2147483647 h 1066"/>
                  <a:gd name="T46" fmla="*/ 2147483647 w 1754"/>
                  <a:gd name="T47" fmla="*/ 2147483647 h 106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1754"/>
                  <a:gd name="T73" fmla="*/ 0 h 1066"/>
                  <a:gd name="T74" fmla="*/ 1754 w 1754"/>
                  <a:gd name="T75" fmla="*/ 1066 h 106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1754" h="1066">
                    <a:moveTo>
                      <a:pt x="1494" y="1066"/>
                    </a:moveTo>
                    <a:lnTo>
                      <a:pt x="1494" y="1066"/>
                    </a:lnTo>
                    <a:lnTo>
                      <a:pt x="1389" y="1066"/>
                    </a:lnTo>
                    <a:lnTo>
                      <a:pt x="1389" y="999"/>
                    </a:lnTo>
                    <a:lnTo>
                      <a:pt x="1494" y="999"/>
                    </a:lnTo>
                    <a:cubicBezTo>
                      <a:pt x="1519" y="999"/>
                      <a:pt x="1541" y="993"/>
                      <a:pt x="1555" y="982"/>
                    </a:cubicBezTo>
                    <a:cubicBezTo>
                      <a:pt x="1639" y="913"/>
                      <a:pt x="1688" y="814"/>
                      <a:pt x="1688" y="711"/>
                    </a:cubicBezTo>
                    <a:cubicBezTo>
                      <a:pt x="1688" y="523"/>
                      <a:pt x="1535" y="369"/>
                      <a:pt x="1348" y="367"/>
                    </a:cubicBezTo>
                    <a:cubicBezTo>
                      <a:pt x="1336" y="367"/>
                      <a:pt x="1325" y="360"/>
                      <a:pt x="1319" y="350"/>
                    </a:cubicBezTo>
                    <a:cubicBezTo>
                      <a:pt x="1222" y="175"/>
                      <a:pt x="1038" y="67"/>
                      <a:pt x="839" y="67"/>
                    </a:cubicBezTo>
                    <a:cubicBezTo>
                      <a:pt x="589" y="67"/>
                      <a:pt x="370" y="236"/>
                      <a:pt x="307" y="478"/>
                    </a:cubicBezTo>
                    <a:cubicBezTo>
                      <a:pt x="304" y="491"/>
                      <a:pt x="293" y="501"/>
                      <a:pt x="280" y="503"/>
                    </a:cubicBezTo>
                    <a:cubicBezTo>
                      <a:pt x="159" y="521"/>
                      <a:pt x="67" y="627"/>
                      <a:pt x="67" y="750"/>
                    </a:cubicBezTo>
                    <a:cubicBezTo>
                      <a:pt x="67" y="887"/>
                      <a:pt x="179" y="999"/>
                      <a:pt x="317" y="999"/>
                    </a:cubicBezTo>
                    <a:lnTo>
                      <a:pt x="1183" y="999"/>
                    </a:lnTo>
                    <a:lnTo>
                      <a:pt x="1183" y="1066"/>
                    </a:lnTo>
                    <a:lnTo>
                      <a:pt x="317" y="1066"/>
                    </a:lnTo>
                    <a:cubicBezTo>
                      <a:pt x="142" y="1066"/>
                      <a:pt x="0" y="924"/>
                      <a:pt x="0" y="750"/>
                    </a:cubicBezTo>
                    <a:cubicBezTo>
                      <a:pt x="0" y="602"/>
                      <a:pt x="106" y="473"/>
                      <a:pt x="248" y="441"/>
                    </a:cubicBezTo>
                    <a:cubicBezTo>
                      <a:pt x="326" y="180"/>
                      <a:pt x="565" y="0"/>
                      <a:pt x="839" y="0"/>
                    </a:cubicBezTo>
                    <a:cubicBezTo>
                      <a:pt x="1056" y="0"/>
                      <a:pt x="1256" y="115"/>
                      <a:pt x="1368" y="301"/>
                    </a:cubicBezTo>
                    <a:cubicBezTo>
                      <a:pt x="1583" y="313"/>
                      <a:pt x="1754" y="493"/>
                      <a:pt x="1754" y="711"/>
                    </a:cubicBezTo>
                    <a:cubicBezTo>
                      <a:pt x="1754" y="834"/>
                      <a:pt x="1697" y="952"/>
                      <a:pt x="1597" y="1034"/>
                    </a:cubicBezTo>
                    <a:cubicBezTo>
                      <a:pt x="1571" y="1055"/>
                      <a:pt x="1535" y="1066"/>
                      <a:pt x="1494" y="106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solidFill>
                  <a:srgbClr val="1D1D1A">
                    <a:lumMod val="75000"/>
                  </a:srgbClr>
                </a:solidFill>
              </a:ln>
              <a:extLst/>
            </p:spPr>
            <p:txBody>
              <a:bodyPr/>
              <a:lstStyle/>
              <a:p>
                <a:pPr defTabSz="914034">
                  <a:defRPr/>
                </a:pPr>
                <a:endParaRPr lang="zh-CN" altLang="en-US" sz="8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39" name="组合 245"/>
            <p:cNvGrpSpPr/>
            <p:nvPr/>
          </p:nvGrpSpPr>
          <p:grpSpPr bwMode="gray">
            <a:xfrm>
              <a:off x="1316738" y="5490544"/>
              <a:ext cx="211686" cy="265105"/>
              <a:chOff x="15730538" y="3268663"/>
              <a:chExt cx="765175" cy="1123950"/>
            </a:xfrm>
            <a:solidFill>
              <a:srgbClr val="1D1D1A">
                <a:lumMod val="50000"/>
                <a:lumOff val="50000"/>
              </a:srgbClr>
            </a:solidFill>
          </p:grpSpPr>
          <p:sp>
            <p:nvSpPr>
              <p:cNvPr id="50" name="Freeform 57"/>
              <p:cNvSpPr>
                <a:spLocks/>
              </p:cNvSpPr>
              <p:nvPr/>
            </p:nvSpPr>
            <p:spPr bwMode="gray">
              <a:xfrm>
                <a:off x="15786100" y="3268663"/>
                <a:ext cx="252413" cy="261938"/>
              </a:xfrm>
              <a:custGeom>
                <a:avLst/>
                <a:gdLst/>
                <a:ahLst/>
                <a:cxnLst>
                  <a:cxn ang="0">
                    <a:pos x="74" y="105"/>
                  </a:cxn>
                  <a:cxn ang="0">
                    <a:pos x="42" y="152"/>
                  </a:cxn>
                  <a:cxn ang="0">
                    <a:pos x="19" y="202"/>
                  </a:cxn>
                  <a:cxn ang="0">
                    <a:pos x="4" y="256"/>
                  </a:cxn>
                  <a:cxn ang="0">
                    <a:pos x="0" y="312"/>
                  </a:cxn>
                  <a:cxn ang="0">
                    <a:pos x="2" y="319"/>
                  </a:cxn>
                  <a:cxn ang="0">
                    <a:pos x="10" y="327"/>
                  </a:cxn>
                  <a:cxn ang="0">
                    <a:pos x="57" y="327"/>
                  </a:cxn>
                  <a:cxn ang="0">
                    <a:pos x="64" y="326"/>
                  </a:cxn>
                  <a:cxn ang="0">
                    <a:pos x="69" y="322"/>
                  </a:cxn>
                  <a:cxn ang="0">
                    <a:pos x="73" y="312"/>
                  </a:cxn>
                  <a:cxn ang="0">
                    <a:pos x="74" y="290"/>
                  </a:cxn>
                  <a:cxn ang="0">
                    <a:pos x="81" y="248"/>
                  </a:cxn>
                  <a:cxn ang="0">
                    <a:pos x="95" y="208"/>
                  </a:cxn>
                  <a:cxn ang="0">
                    <a:pos x="117" y="170"/>
                  </a:cxn>
                  <a:cxn ang="0">
                    <a:pos x="130" y="154"/>
                  </a:cxn>
                  <a:cxn ang="0">
                    <a:pos x="140" y="143"/>
                  </a:cxn>
                  <a:cxn ang="0">
                    <a:pos x="174" y="113"/>
                  </a:cxn>
                  <a:cxn ang="0">
                    <a:pos x="214" y="91"/>
                  </a:cxn>
                  <a:cxn ang="0">
                    <a:pos x="258" y="78"/>
                  </a:cxn>
                  <a:cxn ang="0">
                    <a:pos x="304" y="73"/>
                  </a:cxn>
                  <a:cxn ang="0">
                    <a:pos x="311" y="73"/>
                  </a:cxn>
                  <a:cxn ang="0">
                    <a:pos x="316" y="68"/>
                  </a:cxn>
                  <a:cxn ang="0">
                    <a:pos x="319" y="57"/>
                  </a:cxn>
                  <a:cxn ang="0">
                    <a:pos x="319" y="17"/>
                  </a:cxn>
                  <a:cxn ang="0">
                    <a:pos x="314" y="5"/>
                  </a:cxn>
                  <a:cxn ang="0">
                    <a:pos x="309" y="2"/>
                  </a:cxn>
                  <a:cxn ang="0">
                    <a:pos x="304" y="0"/>
                  </a:cxn>
                  <a:cxn ang="0">
                    <a:pos x="243" y="7"/>
                  </a:cxn>
                  <a:cxn ang="0">
                    <a:pos x="186" y="25"/>
                  </a:cxn>
                  <a:cxn ang="0">
                    <a:pos x="133" y="54"/>
                  </a:cxn>
                  <a:cxn ang="0">
                    <a:pos x="88" y="91"/>
                  </a:cxn>
                  <a:cxn ang="0">
                    <a:pos x="74" y="105"/>
                  </a:cxn>
                </a:cxnLst>
                <a:rect l="0" t="0" r="r" b="b"/>
                <a:pathLst>
                  <a:path w="319" h="329">
                    <a:moveTo>
                      <a:pt x="74" y="105"/>
                    </a:moveTo>
                    <a:lnTo>
                      <a:pt x="74" y="105"/>
                    </a:lnTo>
                    <a:lnTo>
                      <a:pt x="57" y="128"/>
                    </a:lnTo>
                    <a:lnTo>
                      <a:pt x="42" y="152"/>
                    </a:lnTo>
                    <a:lnTo>
                      <a:pt x="29" y="175"/>
                    </a:lnTo>
                    <a:lnTo>
                      <a:pt x="19" y="202"/>
                    </a:lnTo>
                    <a:lnTo>
                      <a:pt x="10" y="229"/>
                    </a:lnTo>
                    <a:lnTo>
                      <a:pt x="4" y="256"/>
                    </a:lnTo>
                    <a:lnTo>
                      <a:pt x="2" y="285"/>
                    </a:lnTo>
                    <a:lnTo>
                      <a:pt x="0" y="312"/>
                    </a:lnTo>
                    <a:lnTo>
                      <a:pt x="0" y="312"/>
                    </a:lnTo>
                    <a:lnTo>
                      <a:pt x="2" y="319"/>
                    </a:lnTo>
                    <a:lnTo>
                      <a:pt x="5" y="324"/>
                    </a:lnTo>
                    <a:lnTo>
                      <a:pt x="10" y="327"/>
                    </a:lnTo>
                    <a:lnTo>
                      <a:pt x="17" y="329"/>
                    </a:lnTo>
                    <a:lnTo>
                      <a:pt x="57" y="327"/>
                    </a:lnTo>
                    <a:lnTo>
                      <a:pt x="57" y="327"/>
                    </a:lnTo>
                    <a:lnTo>
                      <a:pt x="64" y="326"/>
                    </a:lnTo>
                    <a:lnTo>
                      <a:pt x="69" y="322"/>
                    </a:lnTo>
                    <a:lnTo>
                      <a:pt x="69" y="322"/>
                    </a:lnTo>
                    <a:lnTo>
                      <a:pt x="73" y="317"/>
                    </a:lnTo>
                    <a:lnTo>
                      <a:pt x="73" y="312"/>
                    </a:lnTo>
                    <a:lnTo>
                      <a:pt x="73" y="312"/>
                    </a:lnTo>
                    <a:lnTo>
                      <a:pt x="74" y="290"/>
                    </a:lnTo>
                    <a:lnTo>
                      <a:pt x="76" y="268"/>
                    </a:lnTo>
                    <a:lnTo>
                      <a:pt x="81" y="248"/>
                    </a:lnTo>
                    <a:lnTo>
                      <a:pt x="86" y="226"/>
                    </a:lnTo>
                    <a:lnTo>
                      <a:pt x="95" y="208"/>
                    </a:lnTo>
                    <a:lnTo>
                      <a:pt x="105" y="189"/>
                    </a:lnTo>
                    <a:lnTo>
                      <a:pt x="117" y="170"/>
                    </a:lnTo>
                    <a:lnTo>
                      <a:pt x="130" y="154"/>
                    </a:lnTo>
                    <a:lnTo>
                      <a:pt x="130" y="154"/>
                    </a:lnTo>
                    <a:lnTo>
                      <a:pt x="140" y="143"/>
                    </a:lnTo>
                    <a:lnTo>
                      <a:pt x="140" y="143"/>
                    </a:lnTo>
                    <a:lnTo>
                      <a:pt x="157" y="127"/>
                    </a:lnTo>
                    <a:lnTo>
                      <a:pt x="174" y="113"/>
                    </a:lnTo>
                    <a:lnTo>
                      <a:pt x="194" y="101"/>
                    </a:lnTo>
                    <a:lnTo>
                      <a:pt x="214" y="91"/>
                    </a:lnTo>
                    <a:lnTo>
                      <a:pt x="236" y="84"/>
                    </a:lnTo>
                    <a:lnTo>
                      <a:pt x="258" y="78"/>
                    </a:lnTo>
                    <a:lnTo>
                      <a:pt x="280" y="74"/>
                    </a:lnTo>
                    <a:lnTo>
                      <a:pt x="304" y="73"/>
                    </a:lnTo>
                    <a:lnTo>
                      <a:pt x="304" y="73"/>
                    </a:lnTo>
                    <a:lnTo>
                      <a:pt x="311" y="73"/>
                    </a:lnTo>
                    <a:lnTo>
                      <a:pt x="316" y="68"/>
                    </a:lnTo>
                    <a:lnTo>
                      <a:pt x="316" y="68"/>
                    </a:lnTo>
                    <a:lnTo>
                      <a:pt x="317" y="62"/>
                    </a:lnTo>
                    <a:lnTo>
                      <a:pt x="319" y="57"/>
                    </a:lnTo>
                    <a:lnTo>
                      <a:pt x="319" y="17"/>
                    </a:lnTo>
                    <a:lnTo>
                      <a:pt x="319" y="17"/>
                    </a:lnTo>
                    <a:lnTo>
                      <a:pt x="317" y="10"/>
                    </a:lnTo>
                    <a:lnTo>
                      <a:pt x="314" y="5"/>
                    </a:lnTo>
                    <a:lnTo>
                      <a:pt x="314" y="5"/>
                    </a:lnTo>
                    <a:lnTo>
                      <a:pt x="309" y="2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273" y="2"/>
                    </a:lnTo>
                    <a:lnTo>
                      <a:pt x="243" y="7"/>
                    </a:lnTo>
                    <a:lnTo>
                      <a:pt x="214" y="15"/>
                    </a:lnTo>
                    <a:lnTo>
                      <a:pt x="186" y="25"/>
                    </a:lnTo>
                    <a:lnTo>
                      <a:pt x="159" y="37"/>
                    </a:lnTo>
                    <a:lnTo>
                      <a:pt x="133" y="54"/>
                    </a:lnTo>
                    <a:lnTo>
                      <a:pt x="110" y="71"/>
                    </a:lnTo>
                    <a:lnTo>
                      <a:pt x="88" y="91"/>
                    </a:lnTo>
                    <a:lnTo>
                      <a:pt x="88" y="91"/>
                    </a:lnTo>
                    <a:lnTo>
                      <a:pt x="74" y="105"/>
                    </a:lnTo>
                    <a:lnTo>
                      <a:pt x="74" y="105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1" name="Freeform 58"/>
              <p:cNvSpPr>
                <a:spLocks/>
              </p:cNvSpPr>
              <p:nvPr/>
            </p:nvSpPr>
            <p:spPr bwMode="gray">
              <a:xfrm>
                <a:off x="15886113" y="3368675"/>
                <a:ext cx="144463" cy="150813"/>
              </a:xfrm>
              <a:custGeom>
                <a:avLst/>
                <a:gdLst/>
                <a:ahLst/>
                <a:cxnLst>
                  <a:cxn ang="0">
                    <a:pos x="47" y="50"/>
                  </a:cxn>
                  <a:cxn ang="0">
                    <a:pos x="47" y="50"/>
                  </a:cxn>
                  <a:cxn ang="0">
                    <a:pos x="40" y="57"/>
                  </a:cxn>
                  <a:cxn ang="0">
                    <a:pos x="40" y="57"/>
                  </a:cxn>
                  <a:cxn ang="0">
                    <a:pos x="30" y="69"/>
                  </a:cxn>
                  <a:cxn ang="0">
                    <a:pos x="22" y="82"/>
                  </a:cxn>
                  <a:cxn ang="0">
                    <a:pos x="15" y="96"/>
                  </a:cxn>
                  <a:cxn ang="0">
                    <a:pos x="8" y="111"/>
                  </a:cxn>
                  <a:cxn ang="0">
                    <a:pos x="5" y="126"/>
                  </a:cxn>
                  <a:cxn ang="0">
                    <a:pos x="1" y="141"/>
                  </a:cxn>
                  <a:cxn ang="0">
                    <a:pos x="0" y="156"/>
                  </a:cxn>
                  <a:cxn ang="0">
                    <a:pos x="0" y="173"/>
                  </a:cxn>
                  <a:cxn ang="0">
                    <a:pos x="0" y="173"/>
                  </a:cxn>
                  <a:cxn ang="0">
                    <a:pos x="0" y="178"/>
                  </a:cxn>
                  <a:cxn ang="0">
                    <a:pos x="3" y="183"/>
                  </a:cxn>
                  <a:cxn ang="0">
                    <a:pos x="8" y="187"/>
                  </a:cxn>
                  <a:cxn ang="0">
                    <a:pos x="15" y="189"/>
                  </a:cxn>
                  <a:cxn ang="0">
                    <a:pos x="57" y="187"/>
                  </a:cxn>
                  <a:cxn ang="0">
                    <a:pos x="57" y="187"/>
                  </a:cxn>
                  <a:cxn ang="0">
                    <a:pos x="62" y="185"/>
                  </a:cxn>
                  <a:cxn ang="0">
                    <a:pos x="67" y="182"/>
                  </a:cxn>
                  <a:cxn ang="0">
                    <a:pos x="67" y="182"/>
                  </a:cxn>
                  <a:cxn ang="0">
                    <a:pos x="71" y="177"/>
                  </a:cxn>
                  <a:cxn ang="0">
                    <a:pos x="72" y="170"/>
                  </a:cxn>
                  <a:cxn ang="0">
                    <a:pos x="72" y="170"/>
                  </a:cxn>
                  <a:cxn ang="0">
                    <a:pos x="72" y="153"/>
                  </a:cxn>
                  <a:cxn ang="0">
                    <a:pos x="77" y="136"/>
                  </a:cxn>
                  <a:cxn ang="0">
                    <a:pos x="86" y="119"/>
                  </a:cxn>
                  <a:cxn ang="0">
                    <a:pos x="96" y="104"/>
                  </a:cxn>
                  <a:cxn ang="0">
                    <a:pos x="96" y="104"/>
                  </a:cxn>
                  <a:cxn ang="0">
                    <a:pos x="99" y="101"/>
                  </a:cxn>
                  <a:cxn ang="0">
                    <a:pos x="99" y="101"/>
                  </a:cxn>
                  <a:cxn ang="0">
                    <a:pos x="113" y="89"/>
                  </a:cxn>
                  <a:cxn ang="0">
                    <a:pos x="130" y="81"/>
                  </a:cxn>
                  <a:cxn ang="0">
                    <a:pos x="146" y="74"/>
                  </a:cxn>
                  <a:cxn ang="0">
                    <a:pos x="165" y="72"/>
                  </a:cxn>
                  <a:cxn ang="0">
                    <a:pos x="165" y="72"/>
                  </a:cxn>
                  <a:cxn ang="0">
                    <a:pos x="172" y="70"/>
                  </a:cxn>
                  <a:cxn ang="0">
                    <a:pos x="177" y="67"/>
                  </a:cxn>
                  <a:cxn ang="0">
                    <a:pos x="177" y="67"/>
                  </a:cxn>
                  <a:cxn ang="0">
                    <a:pos x="180" y="62"/>
                  </a:cxn>
                  <a:cxn ang="0">
                    <a:pos x="182" y="55"/>
                  </a:cxn>
                  <a:cxn ang="0">
                    <a:pos x="182" y="15"/>
                  </a:cxn>
                  <a:cxn ang="0">
                    <a:pos x="182" y="15"/>
                  </a:cxn>
                  <a:cxn ang="0">
                    <a:pos x="180" y="8"/>
                  </a:cxn>
                  <a:cxn ang="0">
                    <a:pos x="177" y="3"/>
                  </a:cxn>
                  <a:cxn ang="0">
                    <a:pos x="177" y="3"/>
                  </a:cxn>
                  <a:cxn ang="0">
                    <a:pos x="172" y="0"/>
                  </a:cxn>
                  <a:cxn ang="0">
                    <a:pos x="165" y="0"/>
                  </a:cxn>
                  <a:cxn ang="0">
                    <a:pos x="165" y="0"/>
                  </a:cxn>
                  <a:cxn ang="0">
                    <a:pos x="148" y="0"/>
                  </a:cxn>
                  <a:cxn ang="0">
                    <a:pos x="133" y="3"/>
                  </a:cxn>
                  <a:cxn ang="0">
                    <a:pos x="116" y="6"/>
                  </a:cxn>
                  <a:cxn ang="0">
                    <a:pos x="101" y="13"/>
                  </a:cxn>
                  <a:cxn ang="0">
                    <a:pos x="87" y="20"/>
                  </a:cxn>
                  <a:cxn ang="0">
                    <a:pos x="72" y="28"/>
                  </a:cxn>
                  <a:cxn ang="0">
                    <a:pos x="59" y="38"/>
                  </a:cxn>
                  <a:cxn ang="0">
                    <a:pos x="47" y="50"/>
                  </a:cxn>
                  <a:cxn ang="0">
                    <a:pos x="47" y="50"/>
                  </a:cxn>
                </a:cxnLst>
                <a:rect l="0" t="0" r="r" b="b"/>
                <a:pathLst>
                  <a:path w="182" h="189">
                    <a:moveTo>
                      <a:pt x="47" y="50"/>
                    </a:moveTo>
                    <a:lnTo>
                      <a:pt x="47" y="50"/>
                    </a:lnTo>
                    <a:lnTo>
                      <a:pt x="40" y="57"/>
                    </a:lnTo>
                    <a:lnTo>
                      <a:pt x="40" y="57"/>
                    </a:lnTo>
                    <a:lnTo>
                      <a:pt x="30" y="69"/>
                    </a:lnTo>
                    <a:lnTo>
                      <a:pt x="22" y="82"/>
                    </a:lnTo>
                    <a:lnTo>
                      <a:pt x="15" y="96"/>
                    </a:lnTo>
                    <a:lnTo>
                      <a:pt x="8" y="111"/>
                    </a:lnTo>
                    <a:lnTo>
                      <a:pt x="5" y="126"/>
                    </a:lnTo>
                    <a:lnTo>
                      <a:pt x="1" y="141"/>
                    </a:lnTo>
                    <a:lnTo>
                      <a:pt x="0" y="156"/>
                    </a:lnTo>
                    <a:lnTo>
                      <a:pt x="0" y="173"/>
                    </a:lnTo>
                    <a:lnTo>
                      <a:pt x="0" y="173"/>
                    </a:lnTo>
                    <a:lnTo>
                      <a:pt x="0" y="178"/>
                    </a:lnTo>
                    <a:lnTo>
                      <a:pt x="3" y="183"/>
                    </a:lnTo>
                    <a:lnTo>
                      <a:pt x="8" y="187"/>
                    </a:lnTo>
                    <a:lnTo>
                      <a:pt x="15" y="189"/>
                    </a:lnTo>
                    <a:lnTo>
                      <a:pt x="57" y="187"/>
                    </a:lnTo>
                    <a:lnTo>
                      <a:pt x="57" y="187"/>
                    </a:lnTo>
                    <a:lnTo>
                      <a:pt x="62" y="185"/>
                    </a:lnTo>
                    <a:lnTo>
                      <a:pt x="67" y="182"/>
                    </a:lnTo>
                    <a:lnTo>
                      <a:pt x="67" y="182"/>
                    </a:lnTo>
                    <a:lnTo>
                      <a:pt x="71" y="177"/>
                    </a:lnTo>
                    <a:lnTo>
                      <a:pt x="72" y="170"/>
                    </a:lnTo>
                    <a:lnTo>
                      <a:pt x="72" y="170"/>
                    </a:lnTo>
                    <a:lnTo>
                      <a:pt x="72" y="153"/>
                    </a:lnTo>
                    <a:lnTo>
                      <a:pt x="77" y="136"/>
                    </a:lnTo>
                    <a:lnTo>
                      <a:pt x="86" y="119"/>
                    </a:lnTo>
                    <a:lnTo>
                      <a:pt x="96" y="104"/>
                    </a:lnTo>
                    <a:lnTo>
                      <a:pt x="96" y="104"/>
                    </a:lnTo>
                    <a:lnTo>
                      <a:pt x="99" y="101"/>
                    </a:lnTo>
                    <a:lnTo>
                      <a:pt x="99" y="101"/>
                    </a:lnTo>
                    <a:lnTo>
                      <a:pt x="113" y="89"/>
                    </a:lnTo>
                    <a:lnTo>
                      <a:pt x="130" y="81"/>
                    </a:lnTo>
                    <a:lnTo>
                      <a:pt x="146" y="74"/>
                    </a:lnTo>
                    <a:lnTo>
                      <a:pt x="165" y="72"/>
                    </a:lnTo>
                    <a:lnTo>
                      <a:pt x="165" y="72"/>
                    </a:lnTo>
                    <a:lnTo>
                      <a:pt x="172" y="70"/>
                    </a:lnTo>
                    <a:lnTo>
                      <a:pt x="177" y="67"/>
                    </a:lnTo>
                    <a:lnTo>
                      <a:pt x="177" y="67"/>
                    </a:lnTo>
                    <a:lnTo>
                      <a:pt x="180" y="62"/>
                    </a:lnTo>
                    <a:lnTo>
                      <a:pt x="182" y="55"/>
                    </a:lnTo>
                    <a:lnTo>
                      <a:pt x="182" y="15"/>
                    </a:lnTo>
                    <a:lnTo>
                      <a:pt x="182" y="15"/>
                    </a:lnTo>
                    <a:lnTo>
                      <a:pt x="180" y="8"/>
                    </a:lnTo>
                    <a:lnTo>
                      <a:pt x="177" y="3"/>
                    </a:lnTo>
                    <a:lnTo>
                      <a:pt x="177" y="3"/>
                    </a:lnTo>
                    <a:lnTo>
                      <a:pt x="172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48" y="0"/>
                    </a:lnTo>
                    <a:lnTo>
                      <a:pt x="133" y="3"/>
                    </a:lnTo>
                    <a:lnTo>
                      <a:pt x="116" y="6"/>
                    </a:lnTo>
                    <a:lnTo>
                      <a:pt x="101" y="13"/>
                    </a:lnTo>
                    <a:lnTo>
                      <a:pt x="87" y="20"/>
                    </a:lnTo>
                    <a:lnTo>
                      <a:pt x="72" y="28"/>
                    </a:lnTo>
                    <a:lnTo>
                      <a:pt x="59" y="38"/>
                    </a:lnTo>
                    <a:lnTo>
                      <a:pt x="47" y="50"/>
                    </a:lnTo>
                    <a:lnTo>
                      <a:pt x="47" y="5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2" name="Freeform 59"/>
              <p:cNvSpPr>
                <a:spLocks/>
              </p:cNvSpPr>
              <p:nvPr/>
            </p:nvSpPr>
            <p:spPr bwMode="gray">
              <a:xfrm>
                <a:off x="16213138" y="3268663"/>
                <a:ext cx="252413" cy="261938"/>
              </a:xfrm>
              <a:custGeom>
                <a:avLst/>
                <a:gdLst/>
                <a:ahLst/>
                <a:cxnLst>
                  <a:cxn ang="0">
                    <a:pos x="302" y="329"/>
                  </a:cxn>
                  <a:cxn ang="0">
                    <a:pos x="309" y="327"/>
                  </a:cxn>
                  <a:cxn ang="0">
                    <a:pos x="317" y="319"/>
                  </a:cxn>
                  <a:cxn ang="0">
                    <a:pos x="319" y="312"/>
                  </a:cxn>
                  <a:cxn ang="0">
                    <a:pos x="314" y="256"/>
                  </a:cxn>
                  <a:cxn ang="0">
                    <a:pos x="300" y="202"/>
                  </a:cxn>
                  <a:cxn ang="0">
                    <a:pos x="277" y="152"/>
                  </a:cxn>
                  <a:cxn ang="0">
                    <a:pos x="243" y="105"/>
                  </a:cxn>
                  <a:cxn ang="0">
                    <a:pos x="231" y="91"/>
                  </a:cxn>
                  <a:cxn ang="0">
                    <a:pos x="209" y="71"/>
                  </a:cxn>
                  <a:cxn ang="0">
                    <a:pos x="159" y="37"/>
                  </a:cxn>
                  <a:cxn ang="0">
                    <a:pos x="105" y="15"/>
                  </a:cxn>
                  <a:cxn ang="0">
                    <a:pos x="46" y="2"/>
                  </a:cxn>
                  <a:cxn ang="0">
                    <a:pos x="15" y="0"/>
                  </a:cxn>
                  <a:cxn ang="0">
                    <a:pos x="4" y="5"/>
                  </a:cxn>
                  <a:cxn ang="0">
                    <a:pos x="0" y="10"/>
                  </a:cxn>
                  <a:cxn ang="0">
                    <a:pos x="0" y="57"/>
                  </a:cxn>
                  <a:cxn ang="0">
                    <a:pos x="0" y="62"/>
                  </a:cxn>
                  <a:cxn ang="0">
                    <a:pos x="4" y="68"/>
                  </a:cxn>
                  <a:cxn ang="0">
                    <a:pos x="15" y="73"/>
                  </a:cxn>
                  <a:cxn ang="0">
                    <a:pos x="39" y="74"/>
                  </a:cxn>
                  <a:cxn ang="0">
                    <a:pos x="83" y="84"/>
                  </a:cxn>
                  <a:cxn ang="0">
                    <a:pos x="125" y="101"/>
                  </a:cxn>
                  <a:cxn ang="0">
                    <a:pos x="162" y="127"/>
                  </a:cxn>
                  <a:cxn ang="0">
                    <a:pos x="179" y="143"/>
                  </a:cxn>
                  <a:cxn ang="0">
                    <a:pos x="189" y="154"/>
                  </a:cxn>
                  <a:cxn ang="0">
                    <a:pos x="214" y="189"/>
                  </a:cxn>
                  <a:cxn ang="0">
                    <a:pos x="231" y="226"/>
                  </a:cxn>
                  <a:cxn ang="0">
                    <a:pos x="243" y="268"/>
                  </a:cxn>
                  <a:cxn ang="0">
                    <a:pos x="245" y="312"/>
                  </a:cxn>
                  <a:cxn ang="0">
                    <a:pos x="247" y="317"/>
                  </a:cxn>
                  <a:cxn ang="0">
                    <a:pos x="250" y="322"/>
                  </a:cxn>
                  <a:cxn ang="0">
                    <a:pos x="262" y="327"/>
                  </a:cxn>
                </a:cxnLst>
                <a:rect l="0" t="0" r="r" b="b"/>
                <a:pathLst>
                  <a:path w="319" h="329">
                    <a:moveTo>
                      <a:pt x="262" y="327"/>
                    </a:moveTo>
                    <a:lnTo>
                      <a:pt x="302" y="329"/>
                    </a:lnTo>
                    <a:lnTo>
                      <a:pt x="302" y="329"/>
                    </a:lnTo>
                    <a:lnTo>
                      <a:pt x="309" y="327"/>
                    </a:lnTo>
                    <a:lnTo>
                      <a:pt x="314" y="324"/>
                    </a:lnTo>
                    <a:lnTo>
                      <a:pt x="317" y="319"/>
                    </a:lnTo>
                    <a:lnTo>
                      <a:pt x="319" y="312"/>
                    </a:lnTo>
                    <a:lnTo>
                      <a:pt x="319" y="312"/>
                    </a:lnTo>
                    <a:lnTo>
                      <a:pt x="317" y="285"/>
                    </a:lnTo>
                    <a:lnTo>
                      <a:pt x="314" y="256"/>
                    </a:lnTo>
                    <a:lnTo>
                      <a:pt x="309" y="229"/>
                    </a:lnTo>
                    <a:lnTo>
                      <a:pt x="300" y="202"/>
                    </a:lnTo>
                    <a:lnTo>
                      <a:pt x="290" y="175"/>
                    </a:lnTo>
                    <a:lnTo>
                      <a:pt x="277" y="152"/>
                    </a:lnTo>
                    <a:lnTo>
                      <a:pt x="262" y="128"/>
                    </a:lnTo>
                    <a:lnTo>
                      <a:pt x="243" y="105"/>
                    </a:lnTo>
                    <a:lnTo>
                      <a:pt x="243" y="105"/>
                    </a:lnTo>
                    <a:lnTo>
                      <a:pt x="231" y="91"/>
                    </a:lnTo>
                    <a:lnTo>
                      <a:pt x="231" y="91"/>
                    </a:lnTo>
                    <a:lnTo>
                      <a:pt x="209" y="71"/>
                    </a:lnTo>
                    <a:lnTo>
                      <a:pt x="186" y="54"/>
                    </a:lnTo>
                    <a:lnTo>
                      <a:pt x="159" y="37"/>
                    </a:lnTo>
                    <a:lnTo>
                      <a:pt x="133" y="25"/>
                    </a:lnTo>
                    <a:lnTo>
                      <a:pt x="105" y="15"/>
                    </a:lnTo>
                    <a:lnTo>
                      <a:pt x="76" y="7"/>
                    </a:lnTo>
                    <a:lnTo>
                      <a:pt x="46" y="2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0" y="2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0" y="10"/>
                    </a:lnTo>
                    <a:lnTo>
                      <a:pt x="0" y="17"/>
                    </a:lnTo>
                    <a:lnTo>
                      <a:pt x="0" y="57"/>
                    </a:lnTo>
                    <a:lnTo>
                      <a:pt x="0" y="57"/>
                    </a:lnTo>
                    <a:lnTo>
                      <a:pt x="0" y="62"/>
                    </a:lnTo>
                    <a:lnTo>
                      <a:pt x="4" y="68"/>
                    </a:lnTo>
                    <a:lnTo>
                      <a:pt x="4" y="68"/>
                    </a:lnTo>
                    <a:lnTo>
                      <a:pt x="9" y="73"/>
                    </a:lnTo>
                    <a:lnTo>
                      <a:pt x="15" y="73"/>
                    </a:lnTo>
                    <a:lnTo>
                      <a:pt x="15" y="73"/>
                    </a:lnTo>
                    <a:lnTo>
                      <a:pt x="39" y="74"/>
                    </a:lnTo>
                    <a:lnTo>
                      <a:pt x="61" y="78"/>
                    </a:lnTo>
                    <a:lnTo>
                      <a:pt x="83" y="84"/>
                    </a:lnTo>
                    <a:lnTo>
                      <a:pt x="105" y="91"/>
                    </a:lnTo>
                    <a:lnTo>
                      <a:pt x="125" y="101"/>
                    </a:lnTo>
                    <a:lnTo>
                      <a:pt x="144" y="113"/>
                    </a:lnTo>
                    <a:lnTo>
                      <a:pt x="162" y="127"/>
                    </a:lnTo>
                    <a:lnTo>
                      <a:pt x="179" y="143"/>
                    </a:lnTo>
                    <a:lnTo>
                      <a:pt x="179" y="143"/>
                    </a:lnTo>
                    <a:lnTo>
                      <a:pt x="189" y="154"/>
                    </a:lnTo>
                    <a:lnTo>
                      <a:pt x="189" y="154"/>
                    </a:lnTo>
                    <a:lnTo>
                      <a:pt x="203" y="170"/>
                    </a:lnTo>
                    <a:lnTo>
                      <a:pt x="214" y="189"/>
                    </a:lnTo>
                    <a:lnTo>
                      <a:pt x="225" y="208"/>
                    </a:lnTo>
                    <a:lnTo>
                      <a:pt x="231" y="226"/>
                    </a:lnTo>
                    <a:lnTo>
                      <a:pt x="238" y="248"/>
                    </a:lnTo>
                    <a:lnTo>
                      <a:pt x="243" y="268"/>
                    </a:lnTo>
                    <a:lnTo>
                      <a:pt x="245" y="290"/>
                    </a:lnTo>
                    <a:lnTo>
                      <a:pt x="245" y="312"/>
                    </a:lnTo>
                    <a:lnTo>
                      <a:pt x="245" y="312"/>
                    </a:lnTo>
                    <a:lnTo>
                      <a:pt x="247" y="317"/>
                    </a:lnTo>
                    <a:lnTo>
                      <a:pt x="250" y="322"/>
                    </a:lnTo>
                    <a:lnTo>
                      <a:pt x="250" y="322"/>
                    </a:lnTo>
                    <a:lnTo>
                      <a:pt x="255" y="326"/>
                    </a:lnTo>
                    <a:lnTo>
                      <a:pt x="262" y="327"/>
                    </a:lnTo>
                    <a:lnTo>
                      <a:pt x="262" y="327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3" name="Freeform 60"/>
              <p:cNvSpPr>
                <a:spLocks/>
              </p:cNvSpPr>
              <p:nvPr/>
            </p:nvSpPr>
            <p:spPr bwMode="gray">
              <a:xfrm>
                <a:off x="16221075" y="3368675"/>
                <a:ext cx="144463" cy="150813"/>
              </a:xfrm>
              <a:custGeom>
                <a:avLst/>
                <a:gdLst/>
                <a:ahLst/>
                <a:cxnLst>
                  <a:cxn ang="0">
                    <a:pos x="135" y="50"/>
                  </a:cxn>
                  <a:cxn ang="0">
                    <a:pos x="135" y="50"/>
                  </a:cxn>
                  <a:cxn ang="0">
                    <a:pos x="122" y="38"/>
                  </a:cxn>
                  <a:cxn ang="0">
                    <a:pos x="110" y="28"/>
                  </a:cxn>
                  <a:cxn ang="0">
                    <a:pos x="95" y="20"/>
                  </a:cxn>
                  <a:cxn ang="0">
                    <a:pos x="81" y="13"/>
                  </a:cxn>
                  <a:cxn ang="0">
                    <a:pos x="64" y="6"/>
                  </a:cxn>
                  <a:cxn ang="0">
                    <a:pos x="49" y="3"/>
                  </a:cxn>
                  <a:cxn ang="0">
                    <a:pos x="32" y="0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10" y="0"/>
                  </a:cxn>
                  <a:cxn ang="0">
                    <a:pos x="5" y="3"/>
                  </a:cxn>
                  <a:cxn ang="0">
                    <a:pos x="5" y="3"/>
                  </a:cxn>
                  <a:cxn ang="0">
                    <a:pos x="2" y="8"/>
                  </a:cxn>
                  <a:cxn ang="0">
                    <a:pos x="0" y="15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2" y="62"/>
                  </a:cxn>
                  <a:cxn ang="0">
                    <a:pos x="5" y="67"/>
                  </a:cxn>
                  <a:cxn ang="0">
                    <a:pos x="5" y="67"/>
                  </a:cxn>
                  <a:cxn ang="0">
                    <a:pos x="10" y="70"/>
                  </a:cxn>
                  <a:cxn ang="0">
                    <a:pos x="16" y="72"/>
                  </a:cxn>
                  <a:cxn ang="0">
                    <a:pos x="16" y="72"/>
                  </a:cxn>
                  <a:cxn ang="0">
                    <a:pos x="34" y="74"/>
                  </a:cxn>
                  <a:cxn ang="0">
                    <a:pos x="53" y="81"/>
                  </a:cxn>
                  <a:cxn ang="0">
                    <a:pos x="68" y="89"/>
                  </a:cxn>
                  <a:cxn ang="0">
                    <a:pos x="83" y="101"/>
                  </a:cxn>
                  <a:cxn ang="0">
                    <a:pos x="83" y="101"/>
                  </a:cxn>
                  <a:cxn ang="0">
                    <a:pos x="86" y="104"/>
                  </a:cxn>
                  <a:cxn ang="0">
                    <a:pos x="86" y="104"/>
                  </a:cxn>
                  <a:cxn ang="0">
                    <a:pos x="97" y="119"/>
                  </a:cxn>
                  <a:cxn ang="0">
                    <a:pos x="105" y="136"/>
                  </a:cxn>
                  <a:cxn ang="0">
                    <a:pos x="108" y="153"/>
                  </a:cxn>
                  <a:cxn ang="0">
                    <a:pos x="110" y="170"/>
                  </a:cxn>
                  <a:cxn ang="0">
                    <a:pos x="110" y="170"/>
                  </a:cxn>
                  <a:cxn ang="0">
                    <a:pos x="112" y="177"/>
                  </a:cxn>
                  <a:cxn ang="0">
                    <a:pos x="113" y="182"/>
                  </a:cxn>
                  <a:cxn ang="0">
                    <a:pos x="113" y="182"/>
                  </a:cxn>
                  <a:cxn ang="0">
                    <a:pos x="118" y="185"/>
                  </a:cxn>
                  <a:cxn ang="0">
                    <a:pos x="125" y="187"/>
                  </a:cxn>
                  <a:cxn ang="0">
                    <a:pos x="167" y="189"/>
                  </a:cxn>
                  <a:cxn ang="0">
                    <a:pos x="167" y="189"/>
                  </a:cxn>
                  <a:cxn ang="0">
                    <a:pos x="172" y="187"/>
                  </a:cxn>
                  <a:cxn ang="0">
                    <a:pos x="177" y="183"/>
                  </a:cxn>
                  <a:cxn ang="0">
                    <a:pos x="181" y="178"/>
                  </a:cxn>
                  <a:cxn ang="0">
                    <a:pos x="183" y="173"/>
                  </a:cxn>
                  <a:cxn ang="0">
                    <a:pos x="183" y="173"/>
                  </a:cxn>
                  <a:cxn ang="0">
                    <a:pos x="183" y="156"/>
                  </a:cxn>
                  <a:cxn ang="0">
                    <a:pos x="181" y="141"/>
                  </a:cxn>
                  <a:cxn ang="0">
                    <a:pos x="177" y="126"/>
                  </a:cxn>
                  <a:cxn ang="0">
                    <a:pos x="172" y="111"/>
                  </a:cxn>
                  <a:cxn ang="0">
                    <a:pos x="167" y="96"/>
                  </a:cxn>
                  <a:cxn ang="0">
                    <a:pos x="161" y="82"/>
                  </a:cxn>
                  <a:cxn ang="0">
                    <a:pos x="152" y="69"/>
                  </a:cxn>
                  <a:cxn ang="0">
                    <a:pos x="142" y="57"/>
                  </a:cxn>
                  <a:cxn ang="0">
                    <a:pos x="142" y="57"/>
                  </a:cxn>
                  <a:cxn ang="0">
                    <a:pos x="135" y="50"/>
                  </a:cxn>
                  <a:cxn ang="0">
                    <a:pos x="135" y="50"/>
                  </a:cxn>
                </a:cxnLst>
                <a:rect l="0" t="0" r="r" b="b"/>
                <a:pathLst>
                  <a:path w="183" h="189">
                    <a:moveTo>
                      <a:pt x="135" y="50"/>
                    </a:moveTo>
                    <a:lnTo>
                      <a:pt x="135" y="50"/>
                    </a:lnTo>
                    <a:lnTo>
                      <a:pt x="122" y="38"/>
                    </a:lnTo>
                    <a:lnTo>
                      <a:pt x="110" y="28"/>
                    </a:lnTo>
                    <a:lnTo>
                      <a:pt x="95" y="20"/>
                    </a:lnTo>
                    <a:lnTo>
                      <a:pt x="81" y="13"/>
                    </a:lnTo>
                    <a:lnTo>
                      <a:pt x="64" y="6"/>
                    </a:lnTo>
                    <a:lnTo>
                      <a:pt x="49" y="3"/>
                    </a:lnTo>
                    <a:lnTo>
                      <a:pt x="32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0" y="0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2" y="8"/>
                    </a:lnTo>
                    <a:lnTo>
                      <a:pt x="0" y="15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2" y="62"/>
                    </a:lnTo>
                    <a:lnTo>
                      <a:pt x="5" y="67"/>
                    </a:lnTo>
                    <a:lnTo>
                      <a:pt x="5" y="67"/>
                    </a:lnTo>
                    <a:lnTo>
                      <a:pt x="10" y="70"/>
                    </a:lnTo>
                    <a:lnTo>
                      <a:pt x="16" y="72"/>
                    </a:lnTo>
                    <a:lnTo>
                      <a:pt x="16" y="72"/>
                    </a:lnTo>
                    <a:lnTo>
                      <a:pt x="34" y="74"/>
                    </a:lnTo>
                    <a:lnTo>
                      <a:pt x="53" y="81"/>
                    </a:lnTo>
                    <a:lnTo>
                      <a:pt x="68" y="89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6" y="104"/>
                    </a:lnTo>
                    <a:lnTo>
                      <a:pt x="86" y="104"/>
                    </a:lnTo>
                    <a:lnTo>
                      <a:pt x="97" y="119"/>
                    </a:lnTo>
                    <a:lnTo>
                      <a:pt x="105" y="136"/>
                    </a:lnTo>
                    <a:lnTo>
                      <a:pt x="108" y="153"/>
                    </a:lnTo>
                    <a:lnTo>
                      <a:pt x="110" y="170"/>
                    </a:lnTo>
                    <a:lnTo>
                      <a:pt x="110" y="170"/>
                    </a:lnTo>
                    <a:lnTo>
                      <a:pt x="112" y="177"/>
                    </a:lnTo>
                    <a:lnTo>
                      <a:pt x="113" y="182"/>
                    </a:lnTo>
                    <a:lnTo>
                      <a:pt x="113" y="182"/>
                    </a:lnTo>
                    <a:lnTo>
                      <a:pt x="118" y="185"/>
                    </a:lnTo>
                    <a:lnTo>
                      <a:pt x="125" y="187"/>
                    </a:lnTo>
                    <a:lnTo>
                      <a:pt x="167" y="189"/>
                    </a:lnTo>
                    <a:lnTo>
                      <a:pt x="167" y="189"/>
                    </a:lnTo>
                    <a:lnTo>
                      <a:pt x="172" y="187"/>
                    </a:lnTo>
                    <a:lnTo>
                      <a:pt x="177" y="183"/>
                    </a:lnTo>
                    <a:lnTo>
                      <a:pt x="181" y="178"/>
                    </a:lnTo>
                    <a:lnTo>
                      <a:pt x="183" y="173"/>
                    </a:lnTo>
                    <a:lnTo>
                      <a:pt x="183" y="173"/>
                    </a:lnTo>
                    <a:lnTo>
                      <a:pt x="183" y="156"/>
                    </a:lnTo>
                    <a:lnTo>
                      <a:pt x="181" y="141"/>
                    </a:lnTo>
                    <a:lnTo>
                      <a:pt x="177" y="126"/>
                    </a:lnTo>
                    <a:lnTo>
                      <a:pt x="172" y="111"/>
                    </a:lnTo>
                    <a:lnTo>
                      <a:pt x="167" y="96"/>
                    </a:lnTo>
                    <a:lnTo>
                      <a:pt x="161" y="82"/>
                    </a:lnTo>
                    <a:lnTo>
                      <a:pt x="152" y="69"/>
                    </a:lnTo>
                    <a:lnTo>
                      <a:pt x="142" y="57"/>
                    </a:lnTo>
                    <a:lnTo>
                      <a:pt x="142" y="57"/>
                    </a:lnTo>
                    <a:lnTo>
                      <a:pt x="135" y="50"/>
                    </a:lnTo>
                    <a:lnTo>
                      <a:pt x="135" y="5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4" name="Freeform 61"/>
              <p:cNvSpPr>
                <a:spLocks noEditPoints="1"/>
              </p:cNvSpPr>
              <p:nvPr/>
            </p:nvSpPr>
            <p:spPr bwMode="gray">
              <a:xfrm>
                <a:off x="15730538" y="3460750"/>
                <a:ext cx="765175" cy="931863"/>
              </a:xfrm>
              <a:custGeom>
                <a:avLst/>
                <a:gdLst/>
                <a:ahLst/>
                <a:cxnLst>
                  <a:cxn ang="0">
                    <a:pos x="157" y="1174"/>
                  </a:cxn>
                  <a:cxn ang="0">
                    <a:pos x="963" y="1174"/>
                  </a:cxn>
                  <a:cxn ang="0">
                    <a:pos x="842" y="1026"/>
                  </a:cxn>
                  <a:cxn ang="0">
                    <a:pos x="579" y="248"/>
                  </a:cxn>
                  <a:cxn ang="0">
                    <a:pos x="590" y="238"/>
                  </a:cxn>
                  <a:cxn ang="0">
                    <a:pos x="611" y="215"/>
                  </a:cxn>
                  <a:cxn ang="0">
                    <a:pos x="626" y="186"/>
                  </a:cxn>
                  <a:cxn ang="0">
                    <a:pos x="634" y="154"/>
                  </a:cxn>
                  <a:cxn ang="0">
                    <a:pos x="634" y="137"/>
                  </a:cxn>
                  <a:cxn ang="0">
                    <a:pos x="633" y="110"/>
                  </a:cxn>
                  <a:cxn ang="0">
                    <a:pos x="624" y="85"/>
                  </a:cxn>
                  <a:cxn ang="0">
                    <a:pos x="611" y="61"/>
                  </a:cxn>
                  <a:cxn ang="0">
                    <a:pos x="594" y="41"/>
                  </a:cxn>
                  <a:cxn ang="0">
                    <a:pos x="573" y="24"/>
                  </a:cxn>
                  <a:cxn ang="0">
                    <a:pos x="552" y="10"/>
                  </a:cxn>
                  <a:cxn ang="0">
                    <a:pos x="525" y="4"/>
                  </a:cxn>
                  <a:cxn ang="0">
                    <a:pos x="498" y="0"/>
                  </a:cxn>
                  <a:cxn ang="0">
                    <a:pos x="484" y="0"/>
                  </a:cxn>
                  <a:cxn ang="0">
                    <a:pos x="457" y="7"/>
                  </a:cxn>
                  <a:cxn ang="0">
                    <a:pos x="432" y="17"/>
                  </a:cxn>
                  <a:cxn ang="0">
                    <a:pos x="410" y="31"/>
                  </a:cxn>
                  <a:cxn ang="0">
                    <a:pos x="391" y="49"/>
                  </a:cxn>
                  <a:cxn ang="0">
                    <a:pos x="376" y="71"/>
                  </a:cxn>
                  <a:cxn ang="0">
                    <a:pos x="366" y="96"/>
                  </a:cxn>
                  <a:cxn ang="0">
                    <a:pos x="361" y="123"/>
                  </a:cxn>
                  <a:cxn ang="0">
                    <a:pos x="359" y="137"/>
                  </a:cxn>
                  <a:cxn ang="0">
                    <a:pos x="364" y="169"/>
                  </a:cxn>
                  <a:cxn ang="0">
                    <a:pos x="374" y="198"/>
                  </a:cxn>
                  <a:cxn ang="0">
                    <a:pos x="391" y="223"/>
                  </a:cxn>
                  <a:cxn ang="0">
                    <a:pos x="412" y="245"/>
                  </a:cxn>
                  <a:cxn ang="0">
                    <a:pos x="121" y="1026"/>
                  </a:cxn>
                  <a:cxn ang="0">
                    <a:pos x="0" y="1174"/>
                  </a:cxn>
                  <a:cxn ang="0">
                    <a:pos x="415" y="977"/>
                  </a:cxn>
                  <a:cxn ang="0">
                    <a:pos x="698" y="1026"/>
                  </a:cxn>
                  <a:cxn ang="0">
                    <a:pos x="442" y="478"/>
                  </a:cxn>
                  <a:cxn ang="0">
                    <a:pos x="410" y="597"/>
                  </a:cxn>
                  <a:cxn ang="0">
                    <a:pos x="467" y="387"/>
                  </a:cxn>
                  <a:cxn ang="0">
                    <a:pos x="533" y="429"/>
                  </a:cxn>
                  <a:cxn ang="0">
                    <a:pos x="582" y="604"/>
                  </a:cxn>
                  <a:cxn ang="0">
                    <a:pos x="450" y="678"/>
                  </a:cxn>
                  <a:cxn ang="0">
                    <a:pos x="369" y="743"/>
                  </a:cxn>
                  <a:cxn ang="0">
                    <a:pos x="324" y="910"/>
                  </a:cxn>
                </a:cxnLst>
                <a:rect l="0" t="0" r="r" b="b"/>
                <a:pathLst>
                  <a:path w="963" h="1174">
                    <a:moveTo>
                      <a:pt x="0" y="1174"/>
                    </a:moveTo>
                    <a:lnTo>
                      <a:pt x="157" y="1174"/>
                    </a:lnTo>
                    <a:lnTo>
                      <a:pt x="833" y="1174"/>
                    </a:lnTo>
                    <a:lnTo>
                      <a:pt x="963" y="1174"/>
                    </a:lnTo>
                    <a:lnTo>
                      <a:pt x="918" y="1120"/>
                    </a:lnTo>
                    <a:lnTo>
                      <a:pt x="842" y="1026"/>
                    </a:lnTo>
                    <a:lnTo>
                      <a:pt x="793" y="1026"/>
                    </a:lnTo>
                    <a:lnTo>
                      <a:pt x="579" y="248"/>
                    </a:lnTo>
                    <a:lnTo>
                      <a:pt x="579" y="248"/>
                    </a:lnTo>
                    <a:lnTo>
                      <a:pt x="590" y="238"/>
                    </a:lnTo>
                    <a:lnTo>
                      <a:pt x="602" y="226"/>
                    </a:lnTo>
                    <a:lnTo>
                      <a:pt x="611" y="215"/>
                    </a:lnTo>
                    <a:lnTo>
                      <a:pt x="619" y="201"/>
                    </a:lnTo>
                    <a:lnTo>
                      <a:pt x="626" y="186"/>
                    </a:lnTo>
                    <a:lnTo>
                      <a:pt x="631" y="171"/>
                    </a:lnTo>
                    <a:lnTo>
                      <a:pt x="634" y="154"/>
                    </a:lnTo>
                    <a:lnTo>
                      <a:pt x="634" y="137"/>
                    </a:lnTo>
                    <a:lnTo>
                      <a:pt x="634" y="137"/>
                    </a:lnTo>
                    <a:lnTo>
                      <a:pt x="634" y="123"/>
                    </a:lnTo>
                    <a:lnTo>
                      <a:pt x="633" y="110"/>
                    </a:lnTo>
                    <a:lnTo>
                      <a:pt x="629" y="96"/>
                    </a:lnTo>
                    <a:lnTo>
                      <a:pt x="624" y="85"/>
                    </a:lnTo>
                    <a:lnTo>
                      <a:pt x="617" y="71"/>
                    </a:lnTo>
                    <a:lnTo>
                      <a:pt x="611" y="61"/>
                    </a:lnTo>
                    <a:lnTo>
                      <a:pt x="604" y="49"/>
                    </a:lnTo>
                    <a:lnTo>
                      <a:pt x="594" y="41"/>
                    </a:lnTo>
                    <a:lnTo>
                      <a:pt x="585" y="31"/>
                    </a:lnTo>
                    <a:lnTo>
                      <a:pt x="573" y="24"/>
                    </a:lnTo>
                    <a:lnTo>
                      <a:pt x="563" y="17"/>
                    </a:lnTo>
                    <a:lnTo>
                      <a:pt x="552" y="10"/>
                    </a:lnTo>
                    <a:lnTo>
                      <a:pt x="538" y="7"/>
                    </a:lnTo>
                    <a:lnTo>
                      <a:pt x="525" y="4"/>
                    </a:lnTo>
                    <a:lnTo>
                      <a:pt x="511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84" y="0"/>
                    </a:lnTo>
                    <a:lnTo>
                      <a:pt x="469" y="4"/>
                    </a:lnTo>
                    <a:lnTo>
                      <a:pt x="457" y="7"/>
                    </a:lnTo>
                    <a:lnTo>
                      <a:pt x="444" y="10"/>
                    </a:lnTo>
                    <a:lnTo>
                      <a:pt x="432" y="17"/>
                    </a:lnTo>
                    <a:lnTo>
                      <a:pt x="420" y="24"/>
                    </a:lnTo>
                    <a:lnTo>
                      <a:pt x="410" y="31"/>
                    </a:lnTo>
                    <a:lnTo>
                      <a:pt x="400" y="41"/>
                    </a:lnTo>
                    <a:lnTo>
                      <a:pt x="391" y="49"/>
                    </a:lnTo>
                    <a:lnTo>
                      <a:pt x="383" y="61"/>
                    </a:lnTo>
                    <a:lnTo>
                      <a:pt x="376" y="71"/>
                    </a:lnTo>
                    <a:lnTo>
                      <a:pt x="371" y="85"/>
                    </a:lnTo>
                    <a:lnTo>
                      <a:pt x="366" y="96"/>
                    </a:lnTo>
                    <a:lnTo>
                      <a:pt x="363" y="110"/>
                    </a:lnTo>
                    <a:lnTo>
                      <a:pt x="361" y="123"/>
                    </a:lnTo>
                    <a:lnTo>
                      <a:pt x="359" y="137"/>
                    </a:lnTo>
                    <a:lnTo>
                      <a:pt x="359" y="137"/>
                    </a:lnTo>
                    <a:lnTo>
                      <a:pt x="361" y="154"/>
                    </a:lnTo>
                    <a:lnTo>
                      <a:pt x="364" y="169"/>
                    </a:lnTo>
                    <a:lnTo>
                      <a:pt x="368" y="184"/>
                    </a:lnTo>
                    <a:lnTo>
                      <a:pt x="374" y="198"/>
                    </a:lnTo>
                    <a:lnTo>
                      <a:pt x="381" y="211"/>
                    </a:lnTo>
                    <a:lnTo>
                      <a:pt x="391" y="223"/>
                    </a:lnTo>
                    <a:lnTo>
                      <a:pt x="400" y="235"/>
                    </a:lnTo>
                    <a:lnTo>
                      <a:pt x="412" y="245"/>
                    </a:lnTo>
                    <a:lnTo>
                      <a:pt x="197" y="1026"/>
                    </a:lnTo>
                    <a:lnTo>
                      <a:pt x="121" y="1026"/>
                    </a:lnTo>
                    <a:lnTo>
                      <a:pt x="46" y="1120"/>
                    </a:lnTo>
                    <a:lnTo>
                      <a:pt x="0" y="1174"/>
                    </a:lnTo>
                    <a:close/>
                    <a:moveTo>
                      <a:pt x="577" y="1026"/>
                    </a:moveTo>
                    <a:lnTo>
                      <a:pt x="415" y="977"/>
                    </a:lnTo>
                    <a:lnTo>
                      <a:pt x="663" y="898"/>
                    </a:lnTo>
                    <a:lnTo>
                      <a:pt x="698" y="1026"/>
                    </a:lnTo>
                    <a:lnTo>
                      <a:pt x="577" y="1026"/>
                    </a:lnTo>
                    <a:close/>
                    <a:moveTo>
                      <a:pt x="442" y="478"/>
                    </a:moveTo>
                    <a:lnTo>
                      <a:pt x="526" y="532"/>
                    </a:lnTo>
                    <a:lnTo>
                      <a:pt x="410" y="597"/>
                    </a:lnTo>
                    <a:lnTo>
                      <a:pt x="442" y="478"/>
                    </a:lnTo>
                    <a:close/>
                    <a:moveTo>
                      <a:pt x="467" y="387"/>
                    </a:moveTo>
                    <a:lnTo>
                      <a:pt x="494" y="287"/>
                    </a:lnTo>
                    <a:lnTo>
                      <a:pt x="533" y="429"/>
                    </a:lnTo>
                    <a:lnTo>
                      <a:pt x="467" y="387"/>
                    </a:lnTo>
                    <a:close/>
                    <a:moveTo>
                      <a:pt x="582" y="604"/>
                    </a:moveTo>
                    <a:lnTo>
                      <a:pt x="622" y="753"/>
                    </a:lnTo>
                    <a:lnTo>
                      <a:pt x="450" y="678"/>
                    </a:lnTo>
                    <a:lnTo>
                      <a:pt x="582" y="604"/>
                    </a:lnTo>
                    <a:close/>
                    <a:moveTo>
                      <a:pt x="369" y="743"/>
                    </a:moveTo>
                    <a:lnTo>
                      <a:pt x="573" y="830"/>
                    </a:lnTo>
                    <a:lnTo>
                      <a:pt x="324" y="910"/>
                    </a:lnTo>
                    <a:lnTo>
                      <a:pt x="369" y="743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40" name="Freeform 75"/>
            <p:cNvSpPr>
              <a:spLocks/>
            </p:cNvSpPr>
            <p:nvPr/>
          </p:nvSpPr>
          <p:spPr bwMode="gray">
            <a:xfrm>
              <a:off x="5419646" y="5326880"/>
              <a:ext cx="216618" cy="179211"/>
            </a:xfrm>
            <a:custGeom>
              <a:avLst/>
              <a:gdLst>
                <a:gd name="T0" fmla="*/ 2147483646 w 1443"/>
                <a:gd name="T1" fmla="*/ 2147483646 h 1005"/>
                <a:gd name="T2" fmla="*/ 2147483646 w 1443"/>
                <a:gd name="T3" fmla="*/ 2147483646 h 1005"/>
                <a:gd name="T4" fmla="*/ 2147483646 w 1443"/>
                <a:gd name="T5" fmla="*/ 2147483646 h 1005"/>
                <a:gd name="T6" fmla="*/ 2147483646 w 1443"/>
                <a:gd name="T7" fmla="*/ 0 h 1005"/>
                <a:gd name="T8" fmla="*/ 2147483646 w 1443"/>
                <a:gd name="T9" fmla="*/ 0 h 1005"/>
                <a:gd name="T10" fmla="*/ 2147483646 w 1443"/>
                <a:gd name="T11" fmla="*/ 2147483646 h 1005"/>
                <a:gd name="T12" fmla="*/ 2147483646 w 1443"/>
                <a:gd name="T13" fmla="*/ 2147483646 h 1005"/>
                <a:gd name="T14" fmla="*/ 2147483646 w 1443"/>
                <a:gd name="T15" fmla="*/ 2147483646 h 1005"/>
                <a:gd name="T16" fmla="*/ 2147483646 w 1443"/>
                <a:gd name="T17" fmla="*/ 2147483646 h 1005"/>
                <a:gd name="T18" fmla="*/ 2147483646 w 1443"/>
                <a:gd name="T19" fmla="*/ 2147483646 h 1005"/>
                <a:gd name="T20" fmla="*/ 0 w 1443"/>
                <a:gd name="T21" fmla="*/ 2147483646 h 1005"/>
                <a:gd name="T22" fmla="*/ 2147483646 w 1443"/>
                <a:gd name="T23" fmla="*/ 2147483646 h 1005"/>
                <a:gd name="T24" fmla="*/ 2147483646 w 1443"/>
                <a:gd name="T25" fmla="*/ 2147483646 h 1005"/>
                <a:gd name="T26" fmla="*/ 2147483646 w 1443"/>
                <a:gd name="T27" fmla="*/ 2147483646 h 1005"/>
                <a:gd name="T28" fmla="*/ 2147483646 w 1443"/>
                <a:gd name="T29" fmla="*/ 2147483646 h 1005"/>
                <a:gd name="T30" fmla="*/ 2147483646 w 1443"/>
                <a:gd name="T31" fmla="*/ 2147483646 h 1005"/>
                <a:gd name="T32" fmla="*/ 2147483646 w 1443"/>
                <a:gd name="T33" fmla="*/ 2147483646 h 1005"/>
                <a:gd name="T34" fmla="*/ 2147483646 w 1443"/>
                <a:gd name="T35" fmla="*/ 2147483646 h 1005"/>
                <a:gd name="T36" fmla="*/ 2147483646 w 1443"/>
                <a:gd name="T37" fmla="*/ 2147483646 h 1005"/>
                <a:gd name="T38" fmla="*/ 2147483646 w 1443"/>
                <a:gd name="T39" fmla="*/ 2147483646 h 1005"/>
                <a:gd name="T40" fmla="*/ 2147483646 w 1443"/>
                <a:gd name="T41" fmla="*/ 2147483646 h 1005"/>
                <a:gd name="T42" fmla="*/ 2147483646 w 1443"/>
                <a:gd name="T43" fmla="*/ 2147483646 h 1005"/>
                <a:gd name="T44" fmla="*/ 2147483646 w 1443"/>
                <a:gd name="T45" fmla="*/ 2147483646 h 1005"/>
                <a:gd name="T46" fmla="*/ 2147483646 w 1443"/>
                <a:gd name="T47" fmla="*/ 2147483646 h 1005"/>
                <a:gd name="T48" fmla="*/ 2147483646 w 1443"/>
                <a:gd name="T49" fmla="*/ 2147483646 h 1005"/>
                <a:gd name="T50" fmla="*/ 2147483646 w 1443"/>
                <a:gd name="T51" fmla="*/ 2147483646 h 1005"/>
                <a:gd name="T52" fmla="*/ 2147483646 w 1443"/>
                <a:gd name="T53" fmla="*/ 2147483646 h 1005"/>
                <a:gd name="T54" fmla="*/ 2147483646 w 1443"/>
                <a:gd name="T55" fmla="*/ 2147483646 h 1005"/>
                <a:gd name="T56" fmla="*/ 2147483646 w 1443"/>
                <a:gd name="T57" fmla="*/ 2147483646 h 1005"/>
                <a:gd name="T58" fmla="*/ 2147483646 w 1443"/>
                <a:gd name="T59" fmla="*/ 2147483646 h 1005"/>
                <a:gd name="T60" fmla="*/ 2147483646 w 1443"/>
                <a:gd name="T61" fmla="*/ 2147483646 h 1005"/>
                <a:gd name="T62" fmla="*/ 2147483646 w 1443"/>
                <a:gd name="T63" fmla="*/ 2147483646 h 1005"/>
                <a:gd name="T64" fmla="*/ 2147483646 w 1443"/>
                <a:gd name="T65" fmla="*/ 2147483646 h 1005"/>
                <a:gd name="T66" fmla="*/ 2147483646 w 1443"/>
                <a:gd name="T67" fmla="*/ 2147483646 h 1005"/>
                <a:gd name="T68" fmla="*/ 2147483646 w 1443"/>
                <a:gd name="T69" fmla="*/ 2147483646 h 1005"/>
                <a:gd name="T70" fmla="*/ 2147483646 w 1443"/>
                <a:gd name="T71" fmla="*/ 2147483646 h 1005"/>
                <a:gd name="T72" fmla="*/ 2147483646 w 1443"/>
                <a:gd name="T73" fmla="*/ 2147483646 h 1005"/>
                <a:gd name="T74" fmla="*/ 2147483646 w 1443"/>
                <a:gd name="T75" fmla="*/ 2147483646 h 1005"/>
                <a:gd name="T76" fmla="*/ 2147483646 w 1443"/>
                <a:gd name="T77" fmla="*/ 2147483646 h 1005"/>
                <a:gd name="T78" fmla="*/ 2147483646 w 1443"/>
                <a:gd name="T79" fmla="*/ 2147483646 h 1005"/>
                <a:gd name="T80" fmla="*/ 2147483646 w 1443"/>
                <a:gd name="T81" fmla="*/ 2147483646 h 1005"/>
                <a:gd name="T82" fmla="*/ 2147483646 w 1443"/>
                <a:gd name="T83" fmla="*/ 2147483646 h 1005"/>
                <a:gd name="T84" fmla="*/ 2147483646 w 1443"/>
                <a:gd name="T85" fmla="*/ 2147483646 h 1005"/>
                <a:gd name="T86" fmla="*/ 2147483646 w 1443"/>
                <a:gd name="T87" fmla="*/ 2147483646 h 1005"/>
                <a:gd name="T88" fmla="*/ 2147483646 w 1443"/>
                <a:gd name="T89" fmla="*/ 2147483646 h 1005"/>
                <a:gd name="T90" fmla="*/ 2147483646 w 1443"/>
                <a:gd name="T91" fmla="*/ 2147483646 h 1005"/>
                <a:gd name="T92" fmla="*/ 2147483646 w 1443"/>
                <a:gd name="T93" fmla="*/ 2147483646 h 1005"/>
                <a:gd name="T94" fmla="*/ 2147483646 w 1443"/>
                <a:gd name="T95" fmla="*/ 2147483646 h 1005"/>
                <a:gd name="T96" fmla="*/ 2147483646 w 1443"/>
                <a:gd name="T97" fmla="*/ 2147483646 h 1005"/>
                <a:gd name="T98" fmla="*/ 2147483646 w 1443"/>
                <a:gd name="T99" fmla="*/ 2147483646 h 1005"/>
                <a:gd name="T100" fmla="*/ 2147483646 w 1443"/>
                <a:gd name="T101" fmla="*/ 2147483646 h 1005"/>
                <a:gd name="T102" fmla="*/ 2147483646 w 1443"/>
                <a:gd name="T103" fmla="*/ 2147483646 h 1005"/>
                <a:gd name="T104" fmla="*/ 2147483646 w 1443"/>
                <a:gd name="T105" fmla="*/ 2147483646 h 1005"/>
                <a:gd name="T106" fmla="*/ 2147483646 w 1443"/>
                <a:gd name="T107" fmla="*/ 2147483646 h 1005"/>
                <a:gd name="T108" fmla="*/ 2147483646 w 1443"/>
                <a:gd name="T109" fmla="*/ 2147483646 h 1005"/>
                <a:gd name="T110" fmla="*/ 2147483646 w 1443"/>
                <a:gd name="T111" fmla="*/ 2147483646 h 1005"/>
                <a:gd name="T112" fmla="*/ 2147483646 w 1443"/>
                <a:gd name="T113" fmla="*/ 2147483646 h 1005"/>
                <a:gd name="T114" fmla="*/ 2147483646 w 1443"/>
                <a:gd name="T115" fmla="*/ 2147483646 h 1005"/>
                <a:gd name="T116" fmla="*/ 2147483646 w 1443"/>
                <a:gd name="T117" fmla="*/ 2147483646 h 1005"/>
                <a:gd name="T118" fmla="*/ 2147483646 w 1443"/>
                <a:gd name="T119" fmla="*/ 2147483646 h 1005"/>
                <a:gd name="T120" fmla="*/ 2147483646 w 1443"/>
                <a:gd name="T121" fmla="*/ 2147483646 h 1005"/>
                <a:gd name="T122" fmla="*/ 2147483646 w 1443"/>
                <a:gd name="T123" fmla="*/ 2147483646 h 100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443" h="1005">
                  <a:moveTo>
                    <a:pt x="1400" y="449"/>
                  </a:moveTo>
                  <a:lnTo>
                    <a:pt x="1208" y="315"/>
                  </a:lnTo>
                  <a:lnTo>
                    <a:pt x="986" y="162"/>
                  </a:lnTo>
                  <a:lnTo>
                    <a:pt x="778" y="17"/>
                  </a:lnTo>
                  <a:lnTo>
                    <a:pt x="765" y="8"/>
                  </a:lnTo>
                  <a:lnTo>
                    <a:pt x="751" y="3"/>
                  </a:lnTo>
                  <a:lnTo>
                    <a:pt x="736" y="0"/>
                  </a:lnTo>
                  <a:lnTo>
                    <a:pt x="721" y="0"/>
                  </a:lnTo>
                  <a:lnTo>
                    <a:pt x="707" y="0"/>
                  </a:lnTo>
                  <a:lnTo>
                    <a:pt x="692" y="3"/>
                  </a:lnTo>
                  <a:lnTo>
                    <a:pt x="679" y="8"/>
                  </a:lnTo>
                  <a:lnTo>
                    <a:pt x="665" y="17"/>
                  </a:lnTo>
                  <a:lnTo>
                    <a:pt x="43" y="449"/>
                  </a:lnTo>
                  <a:lnTo>
                    <a:pt x="39" y="452"/>
                  </a:lnTo>
                  <a:lnTo>
                    <a:pt x="26" y="465"/>
                  </a:lnTo>
                  <a:lnTo>
                    <a:pt x="14" y="481"/>
                  </a:lnTo>
                  <a:lnTo>
                    <a:pt x="5" y="497"/>
                  </a:lnTo>
                  <a:lnTo>
                    <a:pt x="0" y="514"/>
                  </a:lnTo>
                  <a:lnTo>
                    <a:pt x="0" y="533"/>
                  </a:lnTo>
                  <a:lnTo>
                    <a:pt x="2" y="551"/>
                  </a:lnTo>
                  <a:lnTo>
                    <a:pt x="9" y="570"/>
                  </a:lnTo>
                  <a:lnTo>
                    <a:pt x="17" y="587"/>
                  </a:lnTo>
                  <a:lnTo>
                    <a:pt x="24" y="595"/>
                  </a:lnTo>
                  <a:lnTo>
                    <a:pt x="31" y="602"/>
                  </a:lnTo>
                  <a:lnTo>
                    <a:pt x="46" y="614"/>
                  </a:lnTo>
                  <a:lnTo>
                    <a:pt x="63" y="622"/>
                  </a:lnTo>
                  <a:lnTo>
                    <a:pt x="81" y="627"/>
                  </a:lnTo>
                  <a:lnTo>
                    <a:pt x="100" y="629"/>
                  </a:lnTo>
                  <a:lnTo>
                    <a:pt x="118" y="627"/>
                  </a:lnTo>
                  <a:lnTo>
                    <a:pt x="137" y="621"/>
                  </a:lnTo>
                  <a:lnTo>
                    <a:pt x="147" y="617"/>
                  </a:lnTo>
                  <a:lnTo>
                    <a:pt x="156" y="610"/>
                  </a:lnTo>
                  <a:lnTo>
                    <a:pt x="161" y="607"/>
                  </a:lnTo>
                  <a:lnTo>
                    <a:pt x="157" y="963"/>
                  </a:lnTo>
                  <a:lnTo>
                    <a:pt x="159" y="972"/>
                  </a:lnTo>
                  <a:lnTo>
                    <a:pt x="161" y="980"/>
                  </a:lnTo>
                  <a:lnTo>
                    <a:pt x="164" y="987"/>
                  </a:lnTo>
                  <a:lnTo>
                    <a:pt x="169" y="993"/>
                  </a:lnTo>
                  <a:lnTo>
                    <a:pt x="176" y="999"/>
                  </a:lnTo>
                  <a:lnTo>
                    <a:pt x="183" y="1002"/>
                  </a:lnTo>
                  <a:lnTo>
                    <a:pt x="191" y="1005"/>
                  </a:lnTo>
                  <a:lnTo>
                    <a:pt x="199" y="1005"/>
                  </a:lnTo>
                  <a:lnTo>
                    <a:pt x="560" y="1005"/>
                  </a:lnTo>
                  <a:lnTo>
                    <a:pt x="562" y="744"/>
                  </a:lnTo>
                  <a:lnTo>
                    <a:pt x="562" y="734"/>
                  </a:lnTo>
                  <a:lnTo>
                    <a:pt x="566" y="722"/>
                  </a:lnTo>
                  <a:lnTo>
                    <a:pt x="569" y="712"/>
                  </a:lnTo>
                  <a:lnTo>
                    <a:pt x="574" y="700"/>
                  </a:lnTo>
                  <a:lnTo>
                    <a:pt x="581" y="691"/>
                  </a:lnTo>
                  <a:lnTo>
                    <a:pt x="589" y="681"/>
                  </a:lnTo>
                  <a:lnTo>
                    <a:pt x="598" y="673"/>
                  </a:lnTo>
                  <a:lnTo>
                    <a:pt x="608" y="664"/>
                  </a:lnTo>
                  <a:lnTo>
                    <a:pt x="619" y="658"/>
                  </a:lnTo>
                  <a:lnTo>
                    <a:pt x="631" y="651"/>
                  </a:lnTo>
                  <a:lnTo>
                    <a:pt x="645" y="646"/>
                  </a:lnTo>
                  <a:lnTo>
                    <a:pt x="658" y="641"/>
                  </a:lnTo>
                  <a:lnTo>
                    <a:pt x="673" y="637"/>
                  </a:lnTo>
                  <a:lnTo>
                    <a:pt x="689" y="636"/>
                  </a:lnTo>
                  <a:lnTo>
                    <a:pt x="704" y="634"/>
                  </a:lnTo>
                  <a:lnTo>
                    <a:pt x="721" y="632"/>
                  </a:lnTo>
                  <a:lnTo>
                    <a:pt x="736" y="634"/>
                  </a:lnTo>
                  <a:lnTo>
                    <a:pt x="753" y="636"/>
                  </a:lnTo>
                  <a:lnTo>
                    <a:pt x="768" y="639"/>
                  </a:lnTo>
                  <a:lnTo>
                    <a:pt x="781" y="643"/>
                  </a:lnTo>
                  <a:lnTo>
                    <a:pt x="795" y="648"/>
                  </a:lnTo>
                  <a:lnTo>
                    <a:pt x="808" y="653"/>
                  </a:lnTo>
                  <a:lnTo>
                    <a:pt x="820" y="659"/>
                  </a:lnTo>
                  <a:lnTo>
                    <a:pt x="832" y="666"/>
                  </a:lnTo>
                  <a:lnTo>
                    <a:pt x="842" y="675"/>
                  </a:lnTo>
                  <a:lnTo>
                    <a:pt x="851" y="683"/>
                  </a:lnTo>
                  <a:lnTo>
                    <a:pt x="859" y="693"/>
                  </a:lnTo>
                  <a:lnTo>
                    <a:pt x="866" y="703"/>
                  </a:lnTo>
                  <a:lnTo>
                    <a:pt x="871" y="713"/>
                  </a:lnTo>
                  <a:lnTo>
                    <a:pt x="874" y="724"/>
                  </a:lnTo>
                  <a:lnTo>
                    <a:pt x="876" y="735"/>
                  </a:lnTo>
                  <a:lnTo>
                    <a:pt x="878" y="747"/>
                  </a:lnTo>
                  <a:lnTo>
                    <a:pt x="876" y="1005"/>
                  </a:lnTo>
                  <a:lnTo>
                    <a:pt x="1222" y="1005"/>
                  </a:lnTo>
                  <a:lnTo>
                    <a:pt x="1230" y="1005"/>
                  </a:lnTo>
                  <a:lnTo>
                    <a:pt x="1239" y="1002"/>
                  </a:lnTo>
                  <a:lnTo>
                    <a:pt x="1245" y="999"/>
                  </a:lnTo>
                  <a:lnTo>
                    <a:pt x="1252" y="993"/>
                  </a:lnTo>
                  <a:lnTo>
                    <a:pt x="1257" y="987"/>
                  </a:lnTo>
                  <a:lnTo>
                    <a:pt x="1260" y="980"/>
                  </a:lnTo>
                  <a:lnTo>
                    <a:pt x="1264" y="972"/>
                  </a:lnTo>
                  <a:lnTo>
                    <a:pt x="1264" y="963"/>
                  </a:lnTo>
                  <a:lnTo>
                    <a:pt x="1267" y="597"/>
                  </a:lnTo>
                  <a:lnTo>
                    <a:pt x="1287" y="610"/>
                  </a:lnTo>
                  <a:lnTo>
                    <a:pt x="1301" y="619"/>
                  </a:lnTo>
                  <a:lnTo>
                    <a:pt x="1314" y="624"/>
                  </a:lnTo>
                  <a:lnTo>
                    <a:pt x="1330" y="627"/>
                  </a:lnTo>
                  <a:lnTo>
                    <a:pt x="1343" y="629"/>
                  </a:lnTo>
                  <a:lnTo>
                    <a:pt x="1355" y="627"/>
                  </a:lnTo>
                  <a:lnTo>
                    <a:pt x="1367" y="626"/>
                  </a:lnTo>
                  <a:lnTo>
                    <a:pt x="1379" y="622"/>
                  </a:lnTo>
                  <a:lnTo>
                    <a:pt x="1389" y="617"/>
                  </a:lnTo>
                  <a:lnTo>
                    <a:pt x="1399" y="612"/>
                  </a:lnTo>
                  <a:lnTo>
                    <a:pt x="1409" y="605"/>
                  </a:lnTo>
                  <a:lnTo>
                    <a:pt x="1417" y="597"/>
                  </a:lnTo>
                  <a:lnTo>
                    <a:pt x="1424" y="587"/>
                  </a:lnTo>
                  <a:lnTo>
                    <a:pt x="1431" y="578"/>
                  </a:lnTo>
                  <a:lnTo>
                    <a:pt x="1434" y="568"/>
                  </a:lnTo>
                  <a:lnTo>
                    <a:pt x="1441" y="551"/>
                  </a:lnTo>
                  <a:lnTo>
                    <a:pt x="1443" y="536"/>
                  </a:lnTo>
                  <a:lnTo>
                    <a:pt x="1443" y="523"/>
                  </a:lnTo>
                  <a:lnTo>
                    <a:pt x="1439" y="508"/>
                  </a:lnTo>
                  <a:lnTo>
                    <a:pt x="1436" y="494"/>
                  </a:lnTo>
                  <a:lnTo>
                    <a:pt x="1429" y="482"/>
                  </a:lnTo>
                  <a:lnTo>
                    <a:pt x="1422" y="469"/>
                  </a:lnTo>
                  <a:lnTo>
                    <a:pt x="1412" y="459"/>
                  </a:lnTo>
                  <a:lnTo>
                    <a:pt x="1400" y="449"/>
                  </a:ln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ys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defTabSz="914034">
                <a:defRPr/>
              </a:pPr>
              <a:endParaRPr lang="zh-CN" altLang="en-US" sz="8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41" name="组合 245"/>
            <p:cNvGrpSpPr/>
            <p:nvPr/>
          </p:nvGrpSpPr>
          <p:grpSpPr bwMode="gray">
            <a:xfrm>
              <a:off x="5541731" y="5531186"/>
              <a:ext cx="199316" cy="221734"/>
              <a:chOff x="15730538" y="3268663"/>
              <a:chExt cx="765175" cy="1123950"/>
            </a:xfrm>
            <a:solidFill>
              <a:srgbClr val="1D1D1A">
                <a:lumMod val="50000"/>
                <a:lumOff val="50000"/>
              </a:srgbClr>
            </a:solidFill>
          </p:grpSpPr>
          <p:sp>
            <p:nvSpPr>
              <p:cNvPr id="45" name="Freeform 57"/>
              <p:cNvSpPr>
                <a:spLocks/>
              </p:cNvSpPr>
              <p:nvPr/>
            </p:nvSpPr>
            <p:spPr bwMode="gray">
              <a:xfrm>
                <a:off x="15786100" y="3268663"/>
                <a:ext cx="252413" cy="261938"/>
              </a:xfrm>
              <a:custGeom>
                <a:avLst/>
                <a:gdLst/>
                <a:ahLst/>
                <a:cxnLst>
                  <a:cxn ang="0">
                    <a:pos x="74" y="105"/>
                  </a:cxn>
                  <a:cxn ang="0">
                    <a:pos x="42" y="152"/>
                  </a:cxn>
                  <a:cxn ang="0">
                    <a:pos x="19" y="202"/>
                  </a:cxn>
                  <a:cxn ang="0">
                    <a:pos x="4" y="256"/>
                  </a:cxn>
                  <a:cxn ang="0">
                    <a:pos x="0" y="312"/>
                  </a:cxn>
                  <a:cxn ang="0">
                    <a:pos x="2" y="319"/>
                  </a:cxn>
                  <a:cxn ang="0">
                    <a:pos x="10" y="327"/>
                  </a:cxn>
                  <a:cxn ang="0">
                    <a:pos x="57" y="327"/>
                  </a:cxn>
                  <a:cxn ang="0">
                    <a:pos x="64" y="326"/>
                  </a:cxn>
                  <a:cxn ang="0">
                    <a:pos x="69" y="322"/>
                  </a:cxn>
                  <a:cxn ang="0">
                    <a:pos x="73" y="312"/>
                  </a:cxn>
                  <a:cxn ang="0">
                    <a:pos x="74" y="290"/>
                  </a:cxn>
                  <a:cxn ang="0">
                    <a:pos x="81" y="248"/>
                  </a:cxn>
                  <a:cxn ang="0">
                    <a:pos x="95" y="208"/>
                  </a:cxn>
                  <a:cxn ang="0">
                    <a:pos x="117" y="170"/>
                  </a:cxn>
                  <a:cxn ang="0">
                    <a:pos x="130" y="154"/>
                  </a:cxn>
                  <a:cxn ang="0">
                    <a:pos x="140" y="143"/>
                  </a:cxn>
                  <a:cxn ang="0">
                    <a:pos x="174" y="113"/>
                  </a:cxn>
                  <a:cxn ang="0">
                    <a:pos x="214" y="91"/>
                  </a:cxn>
                  <a:cxn ang="0">
                    <a:pos x="258" y="78"/>
                  </a:cxn>
                  <a:cxn ang="0">
                    <a:pos x="304" y="73"/>
                  </a:cxn>
                  <a:cxn ang="0">
                    <a:pos x="311" y="73"/>
                  </a:cxn>
                  <a:cxn ang="0">
                    <a:pos x="316" y="68"/>
                  </a:cxn>
                  <a:cxn ang="0">
                    <a:pos x="319" y="57"/>
                  </a:cxn>
                  <a:cxn ang="0">
                    <a:pos x="319" y="17"/>
                  </a:cxn>
                  <a:cxn ang="0">
                    <a:pos x="314" y="5"/>
                  </a:cxn>
                  <a:cxn ang="0">
                    <a:pos x="309" y="2"/>
                  </a:cxn>
                  <a:cxn ang="0">
                    <a:pos x="304" y="0"/>
                  </a:cxn>
                  <a:cxn ang="0">
                    <a:pos x="243" y="7"/>
                  </a:cxn>
                  <a:cxn ang="0">
                    <a:pos x="186" y="25"/>
                  </a:cxn>
                  <a:cxn ang="0">
                    <a:pos x="133" y="54"/>
                  </a:cxn>
                  <a:cxn ang="0">
                    <a:pos x="88" y="91"/>
                  </a:cxn>
                  <a:cxn ang="0">
                    <a:pos x="74" y="105"/>
                  </a:cxn>
                </a:cxnLst>
                <a:rect l="0" t="0" r="r" b="b"/>
                <a:pathLst>
                  <a:path w="319" h="329">
                    <a:moveTo>
                      <a:pt x="74" y="105"/>
                    </a:moveTo>
                    <a:lnTo>
                      <a:pt x="74" y="105"/>
                    </a:lnTo>
                    <a:lnTo>
                      <a:pt x="57" y="128"/>
                    </a:lnTo>
                    <a:lnTo>
                      <a:pt x="42" y="152"/>
                    </a:lnTo>
                    <a:lnTo>
                      <a:pt x="29" y="175"/>
                    </a:lnTo>
                    <a:lnTo>
                      <a:pt x="19" y="202"/>
                    </a:lnTo>
                    <a:lnTo>
                      <a:pt x="10" y="229"/>
                    </a:lnTo>
                    <a:lnTo>
                      <a:pt x="4" y="256"/>
                    </a:lnTo>
                    <a:lnTo>
                      <a:pt x="2" y="285"/>
                    </a:lnTo>
                    <a:lnTo>
                      <a:pt x="0" y="312"/>
                    </a:lnTo>
                    <a:lnTo>
                      <a:pt x="0" y="312"/>
                    </a:lnTo>
                    <a:lnTo>
                      <a:pt x="2" y="319"/>
                    </a:lnTo>
                    <a:lnTo>
                      <a:pt x="5" y="324"/>
                    </a:lnTo>
                    <a:lnTo>
                      <a:pt x="10" y="327"/>
                    </a:lnTo>
                    <a:lnTo>
                      <a:pt x="17" y="329"/>
                    </a:lnTo>
                    <a:lnTo>
                      <a:pt x="57" y="327"/>
                    </a:lnTo>
                    <a:lnTo>
                      <a:pt x="57" y="327"/>
                    </a:lnTo>
                    <a:lnTo>
                      <a:pt x="64" y="326"/>
                    </a:lnTo>
                    <a:lnTo>
                      <a:pt x="69" y="322"/>
                    </a:lnTo>
                    <a:lnTo>
                      <a:pt x="69" y="322"/>
                    </a:lnTo>
                    <a:lnTo>
                      <a:pt x="73" y="317"/>
                    </a:lnTo>
                    <a:lnTo>
                      <a:pt x="73" y="312"/>
                    </a:lnTo>
                    <a:lnTo>
                      <a:pt x="73" y="312"/>
                    </a:lnTo>
                    <a:lnTo>
                      <a:pt x="74" y="290"/>
                    </a:lnTo>
                    <a:lnTo>
                      <a:pt x="76" y="268"/>
                    </a:lnTo>
                    <a:lnTo>
                      <a:pt x="81" y="248"/>
                    </a:lnTo>
                    <a:lnTo>
                      <a:pt x="86" y="226"/>
                    </a:lnTo>
                    <a:lnTo>
                      <a:pt x="95" y="208"/>
                    </a:lnTo>
                    <a:lnTo>
                      <a:pt x="105" y="189"/>
                    </a:lnTo>
                    <a:lnTo>
                      <a:pt x="117" y="170"/>
                    </a:lnTo>
                    <a:lnTo>
                      <a:pt x="130" y="154"/>
                    </a:lnTo>
                    <a:lnTo>
                      <a:pt x="130" y="154"/>
                    </a:lnTo>
                    <a:lnTo>
                      <a:pt x="140" y="143"/>
                    </a:lnTo>
                    <a:lnTo>
                      <a:pt x="140" y="143"/>
                    </a:lnTo>
                    <a:lnTo>
                      <a:pt x="157" y="127"/>
                    </a:lnTo>
                    <a:lnTo>
                      <a:pt x="174" y="113"/>
                    </a:lnTo>
                    <a:lnTo>
                      <a:pt x="194" y="101"/>
                    </a:lnTo>
                    <a:lnTo>
                      <a:pt x="214" y="91"/>
                    </a:lnTo>
                    <a:lnTo>
                      <a:pt x="236" y="84"/>
                    </a:lnTo>
                    <a:lnTo>
                      <a:pt x="258" y="78"/>
                    </a:lnTo>
                    <a:lnTo>
                      <a:pt x="280" y="74"/>
                    </a:lnTo>
                    <a:lnTo>
                      <a:pt x="304" y="73"/>
                    </a:lnTo>
                    <a:lnTo>
                      <a:pt x="304" y="73"/>
                    </a:lnTo>
                    <a:lnTo>
                      <a:pt x="311" y="73"/>
                    </a:lnTo>
                    <a:lnTo>
                      <a:pt x="316" y="68"/>
                    </a:lnTo>
                    <a:lnTo>
                      <a:pt x="316" y="68"/>
                    </a:lnTo>
                    <a:lnTo>
                      <a:pt x="317" y="62"/>
                    </a:lnTo>
                    <a:lnTo>
                      <a:pt x="319" y="57"/>
                    </a:lnTo>
                    <a:lnTo>
                      <a:pt x="319" y="17"/>
                    </a:lnTo>
                    <a:lnTo>
                      <a:pt x="319" y="17"/>
                    </a:lnTo>
                    <a:lnTo>
                      <a:pt x="317" y="10"/>
                    </a:lnTo>
                    <a:lnTo>
                      <a:pt x="314" y="5"/>
                    </a:lnTo>
                    <a:lnTo>
                      <a:pt x="314" y="5"/>
                    </a:lnTo>
                    <a:lnTo>
                      <a:pt x="309" y="2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273" y="2"/>
                    </a:lnTo>
                    <a:lnTo>
                      <a:pt x="243" y="7"/>
                    </a:lnTo>
                    <a:lnTo>
                      <a:pt x="214" y="15"/>
                    </a:lnTo>
                    <a:lnTo>
                      <a:pt x="186" y="25"/>
                    </a:lnTo>
                    <a:lnTo>
                      <a:pt x="159" y="37"/>
                    </a:lnTo>
                    <a:lnTo>
                      <a:pt x="133" y="54"/>
                    </a:lnTo>
                    <a:lnTo>
                      <a:pt x="110" y="71"/>
                    </a:lnTo>
                    <a:lnTo>
                      <a:pt x="88" y="91"/>
                    </a:lnTo>
                    <a:lnTo>
                      <a:pt x="88" y="91"/>
                    </a:lnTo>
                    <a:lnTo>
                      <a:pt x="74" y="105"/>
                    </a:lnTo>
                    <a:lnTo>
                      <a:pt x="74" y="105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46" name="Freeform 58"/>
              <p:cNvSpPr>
                <a:spLocks/>
              </p:cNvSpPr>
              <p:nvPr/>
            </p:nvSpPr>
            <p:spPr bwMode="gray">
              <a:xfrm>
                <a:off x="15886113" y="3368675"/>
                <a:ext cx="144463" cy="150813"/>
              </a:xfrm>
              <a:custGeom>
                <a:avLst/>
                <a:gdLst/>
                <a:ahLst/>
                <a:cxnLst>
                  <a:cxn ang="0">
                    <a:pos x="47" y="50"/>
                  </a:cxn>
                  <a:cxn ang="0">
                    <a:pos x="47" y="50"/>
                  </a:cxn>
                  <a:cxn ang="0">
                    <a:pos x="40" y="57"/>
                  </a:cxn>
                  <a:cxn ang="0">
                    <a:pos x="40" y="57"/>
                  </a:cxn>
                  <a:cxn ang="0">
                    <a:pos x="30" y="69"/>
                  </a:cxn>
                  <a:cxn ang="0">
                    <a:pos x="22" y="82"/>
                  </a:cxn>
                  <a:cxn ang="0">
                    <a:pos x="15" y="96"/>
                  </a:cxn>
                  <a:cxn ang="0">
                    <a:pos x="8" y="111"/>
                  </a:cxn>
                  <a:cxn ang="0">
                    <a:pos x="5" y="126"/>
                  </a:cxn>
                  <a:cxn ang="0">
                    <a:pos x="1" y="141"/>
                  </a:cxn>
                  <a:cxn ang="0">
                    <a:pos x="0" y="156"/>
                  </a:cxn>
                  <a:cxn ang="0">
                    <a:pos x="0" y="173"/>
                  </a:cxn>
                  <a:cxn ang="0">
                    <a:pos x="0" y="173"/>
                  </a:cxn>
                  <a:cxn ang="0">
                    <a:pos x="0" y="178"/>
                  </a:cxn>
                  <a:cxn ang="0">
                    <a:pos x="3" y="183"/>
                  </a:cxn>
                  <a:cxn ang="0">
                    <a:pos x="8" y="187"/>
                  </a:cxn>
                  <a:cxn ang="0">
                    <a:pos x="15" y="189"/>
                  </a:cxn>
                  <a:cxn ang="0">
                    <a:pos x="57" y="187"/>
                  </a:cxn>
                  <a:cxn ang="0">
                    <a:pos x="57" y="187"/>
                  </a:cxn>
                  <a:cxn ang="0">
                    <a:pos x="62" y="185"/>
                  </a:cxn>
                  <a:cxn ang="0">
                    <a:pos x="67" y="182"/>
                  </a:cxn>
                  <a:cxn ang="0">
                    <a:pos x="67" y="182"/>
                  </a:cxn>
                  <a:cxn ang="0">
                    <a:pos x="71" y="177"/>
                  </a:cxn>
                  <a:cxn ang="0">
                    <a:pos x="72" y="170"/>
                  </a:cxn>
                  <a:cxn ang="0">
                    <a:pos x="72" y="170"/>
                  </a:cxn>
                  <a:cxn ang="0">
                    <a:pos x="72" y="153"/>
                  </a:cxn>
                  <a:cxn ang="0">
                    <a:pos x="77" y="136"/>
                  </a:cxn>
                  <a:cxn ang="0">
                    <a:pos x="86" y="119"/>
                  </a:cxn>
                  <a:cxn ang="0">
                    <a:pos x="96" y="104"/>
                  </a:cxn>
                  <a:cxn ang="0">
                    <a:pos x="96" y="104"/>
                  </a:cxn>
                  <a:cxn ang="0">
                    <a:pos x="99" y="101"/>
                  </a:cxn>
                  <a:cxn ang="0">
                    <a:pos x="99" y="101"/>
                  </a:cxn>
                  <a:cxn ang="0">
                    <a:pos x="113" y="89"/>
                  </a:cxn>
                  <a:cxn ang="0">
                    <a:pos x="130" y="81"/>
                  </a:cxn>
                  <a:cxn ang="0">
                    <a:pos x="146" y="74"/>
                  </a:cxn>
                  <a:cxn ang="0">
                    <a:pos x="165" y="72"/>
                  </a:cxn>
                  <a:cxn ang="0">
                    <a:pos x="165" y="72"/>
                  </a:cxn>
                  <a:cxn ang="0">
                    <a:pos x="172" y="70"/>
                  </a:cxn>
                  <a:cxn ang="0">
                    <a:pos x="177" y="67"/>
                  </a:cxn>
                  <a:cxn ang="0">
                    <a:pos x="177" y="67"/>
                  </a:cxn>
                  <a:cxn ang="0">
                    <a:pos x="180" y="62"/>
                  </a:cxn>
                  <a:cxn ang="0">
                    <a:pos x="182" y="55"/>
                  </a:cxn>
                  <a:cxn ang="0">
                    <a:pos x="182" y="15"/>
                  </a:cxn>
                  <a:cxn ang="0">
                    <a:pos x="182" y="15"/>
                  </a:cxn>
                  <a:cxn ang="0">
                    <a:pos x="180" y="8"/>
                  </a:cxn>
                  <a:cxn ang="0">
                    <a:pos x="177" y="3"/>
                  </a:cxn>
                  <a:cxn ang="0">
                    <a:pos x="177" y="3"/>
                  </a:cxn>
                  <a:cxn ang="0">
                    <a:pos x="172" y="0"/>
                  </a:cxn>
                  <a:cxn ang="0">
                    <a:pos x="165" y="0"/>
                  </a:cxn>
                  <a:cxn ang="0">
                    <a:pos x="165" y="0"/>
                  </a:cxn>
                  <a:cxn ang="0">
                    <a:pos x="148" y="0"/>
                  </a:cxn>
                  <a:cxn ang="0">
                    <a:pos x="133" y="3"/>
                  </a:cxn>
                  <a:cxn ang="0">
                    <a:pos x="116" y="6"/>
                  </a:cxn>
                  <a:cxn ang="0">
                    <a:pos x="101" y="13"/>
                  </a:cxn>
                  <a:cxn ang="0">
                    <a:pos x="87" y="20"/>
                  </a:cxn>
                  <a:cxn ang="0">
                    <a:pos x="72" y="28"/>
                  </a:cxn>
                  <a:cxn ang="0">
                    <a:pos x="59" y="38"/>
                  </a:cxn>
                  <a:cxn ang="0">
                    <a:pos x="47" y="50"/>
                  </a:cxn>
                  <a:cxn ang="0">
                    <a:pos x="47" y="50"/>
                  </a:cxn>
                </a:cxnLst>
                <a:rect l="0" t="0" r="r" b="b"/>
                <a:pathLst>
                  <a:path w="182" h="189">
                    <a:moveTo>
                      <a:pt x="47" y="50"/>
                    </a:moveTo>
                    <a:lnTo>
                      <a:pt x="47" y="50"/>
                    </a:lnTo>
                    <a:lnTo>
                      <a:pt x="40" y="57"/>
                    </a:lnTo>
                    <a:lnTo>
                      <a:pt x="40" y="57"/>
                    </a:lnTo>
                    <a:lnTo>
                      <a:pt x="30" y="69"/>
                    </a:lnTo>
                    <a:lnTo>
                      <a:pt x="22" y="82"/>
                    </a:lnTo>
                    <a:lnTo>
                      <a:pt x="15" y="96"/>
                    </a:lnTo>
                    <a:lnTo>
                      <a:pt x="8" y="111"/>
                    </a:lnTo>
                    <a:lnTo>
                      <a:pt x="5" y="126"/>
                    </a:lnTo>
                    <a:lnTo>
                      <a:pt x="1" y="141"/>
                    </a:lnTo>
                    <a:lnTo>
                      <a:pt x="0" y="156"/>
                    </a:lnTo>
                    <a:lnTo>
                      <a:pt x="0" y="173"/>
                    </a:lnTo>
                    <a:lnTo>
                      <a:pt x="0" y="173"/>
                    </a:lnTo>
                    <a:lnTo>
                      <a:pt x="0" y="178"/>
                    </a:lnTo>
                    <a:lnTo>
                      <a:pt x="3" y="183"/>
                    </a:lnTo>
                    <a:lnTo>
                      <a:pt x="8" y="187"/>
                    </a:lnTo>
                    <a:lnTo>
                      <a:pt x="15" y="189"/>
                    </a:lnTo>
                    <a:lnTo>
                      <a:pt x="57" y="187"/>
                    </a:lnTo>
                    <a:lnTo>
                      <a:pt x="57" y="187"/>
                    </a:lnTo>
                    <a:lnTo>
                      <a:pt x="62" y="185"/>
                    </a:lnTo>
                    <a:lnTo>
                      <a:pt x="67" y="182"/>
                    </a:lnTo>
                    <a:lnTo>
                      <a:pt x="67" y="182"/>
                    </a:lnTo>
                    <a:lnTo>
                      <a:pt x="71" y="177"/>
                    </a:lnTo>
                    <a:lnTo>
                      <a:pt x="72" y="170"/>
                    </a:lnTo>
                    <a:lnTo>
                      <a:pt x="72" y="170"/>
                    </a:lnTo>
                    <a:lnTo>
                      <a:pt x="72" y="153"/>
                    </a:lnTo>
                    <a:lnTo>
                      <a:pt x="77" y="136"/>
                    </a:lnTo>
                    <a:lnTo>
                      <a:pt x="86" y="119"/>
                    </a:lnTo>
                    <a:lnTo>
                      <a:pt x="96" y="104"/>
                    </a:lnTo>
                    <a:lnTo>
                      <a:pt x="96" y="104"/>
                    </a:lnTo>
                    <a:lnTo>
                      <a:pt x="99" y="101"/>
                    </a:lnTo>
                    <a:lnTo>
                      <a:pt x="99" y="101"/>
                    </a:lnTo>
                    <a:lnTo>
                      <a:pt x="113" y="89"/>
                    </a:lnTo>
                    <a:lnTo>
                      <a:pt x="130" y="81"/>
                    </a:lnTo>
                    <a:lnTo>
                      <a:pt x="146" y="74"/>
                    </a:lnTo>
                    <a:lnTo>
                      <a:pt x="165" y="72"/>
                    </a:lnTo>
                    <a:lnTo>
                      <a:pt x="165" y="72"/>
                    </a:lnTo>
                    <a:lnTo>
                      <a:pt x="172" y="70"/>
                    </a:lnTo>
                    <a:lnTo>
                      <a:pt x="177" y="67"/>
                    </a:lnTo>
                    <a:lnTo>
                      <a:pt x="177" y="67"/>
                    </a:lnTo>
                    <a:lnTo>
                      <a:pt x="180" y="62"/>
                    </a:lnTo>
                    <a:lnTo>
                      <a:pt x="182" y="55"/>
                    </a:lnTo>
                    <a:lnTo>
                      <a:pt x="182" y="15"/>
                    </a:lnTo>
                    <a:lnTo>
                      <a:pt x="182" y="15"/>
                    </a:lnTo>
                    <a:lnTo>
                      <a:pt x="180" y="8"/>
                    </a:lnTo>
                    <a:lnTo>
                      <a:pt x="177" y="3"/>
                    </a:lnTo>
                    <a:lnTo>
                      <a:pt x="177" y="3"/>
                    </a:lnTo>
                    <a:lnTo>
                      <a:pt x="172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48" y="0"/>
                    </a:lnTo>
                    <a:lnTo>
                      <a:pt x="133" y="3"/>
                    </a:lnTo>
                    <a:lnTo>
                      <a:pt x="116" y="6"/>
                    </a:lnTo>
                    <a:lnTo>
                      <a:pt x="101" y="13"/>
                    </a:lnTo>
                    <a:lnTo>
                      <a:pt x="87" y="20"/>
                    </a:lnTo>
                    <a:lnTo>
                      <a:pt x="72" y="28"/>
                    </a:lnTo>
                    <a:lnTo>
                      <a:pt x="59" y="38"/>
                    </a:lnTo>
                    <a:lnTo>
                      <a:pt x="47" y="50"/>
                    </a:lnTo>
                    <a:lnTo>
                      <a:pt x="47" y="5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47" name="Freeform 59"/>
              <p:cNvSpPr>
                <a:spLocks/>
              </p:cNvSpPr>
              <p:nvPr/>
            </p:nvSpPr>
            <p:spPr bwMode="gray">
              <a:xfrm>
                <a:off x="16213138" y="3268663"/>
                <a:ext cx="252413" cy="261938"/>
              </a:xfrm>
              <a:custGeom>
                <a:avLst/>
                <a:gdLst/>
                <a:ahLst/>
                <a:cxnLst>
                  <a:cxn ang="0">
                    <a:pos x="302" y="329"/>
                  </a:cxn>
                  <a:cxn ang="0">
                    <a:pos x="309" y="327"/>
                  </a:cxn>
                  <a:cxn ang="0">
                    <a:pos x="317" y="319"/>
                  </a:cxn>
                  <a:cxn ang="0">
                    <a:pos x="319" y="312"/>
                  </a:cxn>
                  <a:cxn ang="0">
                    <a:pos x="314" y="256"/>
                  </a:cxn>
                  <a:cxn ang="0">
                    <a:pos x="300" y="202"/>
                  </a:cxn>
                  <a:cxn ang="0">
                    <a:pos x="277" y="152"/>
                  </a:cxn>
                  <a:cxn ang="0">
                    <a:pos x="243" y="105"/>
                  </a:cxn>
                  <a:cxn ang="0">
                    <a:pos x="231" y="91"/>
                  </a:cxn>
                  <a:cxn ang="0">
                    <a:pos x="209" y="71"/>
                  </a:cxn>
                  <a:cxn ang="0">
                    <a:pos x="159" y="37"/>
                  </a:cxn>
                  <a:cxn ang="0">
                    <a:pos x="105" y="15"/>
                  </a:cxn>
                  <a:cxn ang="0">
                    <a:pos x="46" y="2"/>
                  </a:cxn>
                  <a:cxn ang="0">
                    <a:pos x="15" y="0"/>
                  </a:cxn>
                  <a:cxn ang="0">
                    <a:pos x="4" y="5"/>
                  </a:cxn>
                  <a:cxn ang="0">
                    <a:pos x="0" y="10"/>
                  </a:cxn>
                  <a:cxn ang="0">
                    <a:pos x="0" y="57"/>
                  </a:cxn>
                  <a:cxn ang="0">
                    <a:pos x="0" y="62"/>
                  </a:cxn>
                  <a:cxn ang="0">
                    <a:pos x="4" y="68"/>
                  </a:cxn>
                  <a:cxn ang="0">
                    <a:pos x="15" y="73"/>
                  </a:cxn>
                  <a:cxn ang="0">
                    <a:pos x="39" y="74"/>
                  </a:cxn>
                  <a:cxn ang="0">
                    <a:pos x="83" y="84"/>
                  </a:cxn>
                  <a:cxn ang="0">
                    <a:pos x="125" y="101"/>
                  </a:cxn>
                  <a:cxn ang="0">
                    <a:pos x="162" y="127"/>
                  </a:cxn>
                  <a:cxn ang="0">
                    <a:pos x="179" y="143"/>
                  </a:cxn>
                  <a:cxn ang="0">
                    <a:pos x="189" y="154"/>
                  </a:cxn>
                  <a:cxn ang="0">
                    <a:pos x="214" y="189"/>
                  </a:cxn>
                  <a:cxn ang="0">
                    <a:pos x="231" y="226"/>
                  </a:cxn>
                  <a:cxn ang="0">
                    <a:pos x="243" y="268"/>
                  </a:cxn>
                  <a:cxn ang="0">
                    <a:pos x="245" y="312"/>
                  </a:cxn>
                  <a:cxn ang="0">
                    <a:pos x="247" y="317"/>
                  </a:cxn>
                  <a:cxn ang="0">
                    <a:pos x="250" y="322"/>
                  </a:cxn>
                  <a:cxn ang="0">
                    <a:pos x="262" y="327"/>
                  </a:cxn>
                </a:cxnLst>
                <a:rect l="0" t="0" r="r" b="b"/>
                <a:pathLst>
                  <a:path w="319" h="329">
                    <a:moveTo>
                      <a:pt x="262" y="327"/>
                    </a:moveTo>
                    <a:lnTo>
                      <a:pt x="302" y="329"/>
                    </a:lnTo>
                    <a:lnTo>
                      <a:pt x="302" y="329"/>
                    </a:lnTo>
                    <a:lnTo>
                      <a:pt x="309" y="327"/>
                    </a:lnTo>
                    <a:lnTo>
                      <a:pt x="314" y="324"/>
                    </a:lnTo>
                    <a:lnTo>
                      <a:pt x="317" y="319"/>
                    </a:lnTo>
                    <a:lnTo>
                      <a:pt x="319" y="312"/>
                    </a:lnTo>
                    <a:lnTo>
                      <a:pt x="319" y="312"/>
                    </a:lnTo>
                    <a:lnTo>
                      <a:pt x="317" y="285"/>
                    </a:lnTo>
                    <a:lnTo>
                      <a:pt x="314" y="256"/>
                    </a:lnTo>
                    <a:lnTo>
                      <a:pt x="309" y="229"/>
                    </a:lnTo>
                    <a:lnTo>
                      <a:pt x="300" y="202"/>
                    </a:lnTo>
                    <a:lnTo>
                      <a:pt x="290" y="175"/>
                    </a:lnTo>
                    <a:lnTo>
                      <a:pt x="277" y="152"/>
                    </a:lnTo>
                    <a:lnTo>
                      <a:pt x="262" y="128"/>
                    </a:lnTo>
                    <a:lnTo>
                      <a:pt x="243" y="105"/>
                    </a:lnTo>
                    <a:lnTo>
                      <a:pt x="243" y="105"/>
                    </a:lnTo>
                    <a:lnTo>
                      <a:pt x="231" y="91"/>
                    </a:lnTo>
                    <a:lnTo>
                      <a:pt x="231" y="91"/>
                    </a:lnTo>
                    <a:lnTo>
                      <a:pt x="209" y="71"/>
                    </a:lnTo>
                    <a:lnTo>
                      <a:pt x="186" y="54"/>
                    </a:lnTo>
                    <a:lnTo>
                      <a:pt x="159" y="37"/>
                    </a:lnTo>
                    <a:lnTo>
                      <a:pt x="133" y="25"/>
                    </a:lnTo>
                    <a:lnTo>
                      <a:pt x="105" y="15"/>
                    </a:lnTo>
                    <a:lnTo>
                      <a:pt x="76" y="7"/>
                    </a:lnTo>
                    <a:lnTo>
                      <a:pt x="46" y="2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0" y="2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0" y="10"/>
                    </a:lnTo>
                    <a:lnTo>
                      <a:pt x="0" y="17"/>
                    </a:lnTo>
                    <a:lnTo>
                      <a:pt x="0" y="57"/>
                    </a:lnTo>
                    <a:lnTo>
                      <a:pt x="0" y="57"/>
                    </a:lnTo>
                    <a:lnTo>
                      <a:pt x="0" y="62"/>
                    </a:lnTo>
                    <a:lnTo>
                      <a:pt x="4" y="68"/>
                    </a:lnTo>
                    <a:lnTo>
                      <a:pt x="4" y="68"/>
                    </a:lnTo>
                    <a:lnTo>
                      <a:pt x="9" y="73"/>
                    </a:lnTo>
                    <a:lnTo>
                      <a:pt x="15" y="73"/>
                    </a:lnTo>
                    <a:lnTo>
                      <a:pt x="15" y="73"/>
                    </a:lnTo>
                    <a:lnTo>
                      <a:pt x="39" y="74"/>
                    </a:lnTo>
                    <a:lnTo>
                      <a:pt x="61" y="78"/>
                    </a:lnTo>
                    <a:lnTo>
                      <a:pt x="83" y="84"/>
                    </a:lnTo>
                    <a:lnTo>
                      <a:pt x="105" y="91"/>
                    </a:lnTo>
                    <a:lnTo>
                      <a:pt x="125" y="101"/>
                    </a:lnTo>
                    <a:lnTo>
                      <a:pt x="144" y="113"/>
                    </a:lnTo>
                    <a:lnTo>
                      <a:pt x="162" y="127"/>
                    </a:lnTo>
                    <a:lnTo>
                      <a:pt x="179" y="143"/>
                    </a:lnTo>
                    <a:lnTo>
                      <a:pt x="179" y="143"/>
                    </a:lnTo>
                    <a:lnTo>
                      <a:pt x="189" y="154"/>
                    </a:lnTo>
                    <a:lnTo>
                      <a:pt x="189" y="154"/>
                    </a:lnTo>
                    <a:lnTo>
                      <a:pt x="203" y="170"/>
                    </a:lnTo>
                    <a:lnTo>
                      <a:pt x="214" y="189"/>
                    </a:lnTo>
                    <a:lnTo>
                      <a:pt x="225" y="208"/>
                    </a:lnTo>
                    <a:lnTo>
                      <a:pt x="231" y="226"/>
                    </a:lnTo>
                    <a:lnTo>
                      <a:pt x="238" y="248"/>
                    </a:lnTo>
                    <a:lnTo>
                      <a:pt x="243" y="268"/>
                    </a:lnTo>
                    <a:lnTo>
                      <a:pt x="245" y="290"/>
                    </a:lnTo>
                    <a:lnTo>
                      <a:pt x="245" y="312"/>
                    </a:lnTo>
                    <a:lnTo>
                      <a:pt x="245" y="312"/>
                    </a:lnTo>
                    <a:lnTo>
                      <a:pt x="247" y="317"/>
                    </a:lnTo>
                    <a:lnTo>
                      <a:pt x="250" y="322"/>
                    </a:lnTo>
                    <a:lnTo>
                      <a:pt x="250" y="322"/>
                    </a:lnTo>
                    <a:lnTo>
                      <a:pt x="255" y="326"/>
                    </a:lnTo>
                    <a:lnTo>
                      <a:pt x="262" y="327"/>
                    </a:lnTo>
                    <a:lnTo>
                      <a:pt x="262" y="327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48" name="Freeform 60"/>
              <p:cNvSpPr>
                <a:spLocks/>
              </p:cNvSpPr>
              <p:nvPr/>
            </p:nvSpPr>
            <p:spPr bwMode="gray">
              <a:xfrm>
                <a:off x="16221075" y="3368675"/>
                <a:ext cx="144463" cy="150813"/>
              </a:xfrm>
              <a:custGeom>
                <a:avLst/>
                <a:gdLst/>
                <a:ahLst/>
                <a:cxnLst>
                  <a:cxn ang="0">
                    <a:pos x="135" y="50"/>
                  </a:cxn>
                  <a:cxn ang="0">
                    <a:pos x="135" y="50"/>
                  </a:cxn>
                  <a:cxn ang="0">
                    <a:pos x="122" y="38"/>
                  </a:cxn>
                  <a:cxn ang="0">
                    <a:pos x="110" y="28"/>
                  </a:cxn>
                  <a:cxn ang="0">
                    <a:pos x="95" y="20"/>
                  </a:cxn>
                  <a:cxn ang="0">
                    <a:pos x="81" y="13"/>
                  </a:cxn>
                  <a:cxn ang="0">
                    <a:pos x="64" y="6"/>
                  </a:cxn>
                  <a:cxn ang="0">
                    <a:pos x="49" y="3"/>
                  </a:cxn>
                  <a:cxn ang="0">
                    <a:pos x="32" y="0"/>
                  </a:cxn>
                  <a:cxn ang="0">
                    <a:pos x="16" y="0"/>
                  </a:cxn>
                  <a:cxn ang="0">
                    <a:pos x="16" y="0"/>
                  </a:cxn>
                  <a:cxn ang="0">
                    <a:pos x="10" y="0"/>
                  </a:cxn>
                  <a:cxn ang="0">
                    <a:pos x="5" y="3"/>
                  </a:cxn>
                  <a:cxn ang="0">
                    <a:pos x="5" y="3"/>
                  </a:cxn>
                  <a:cxn ang="0">
                    <a:pos x="2" y="8"/>
                  </a:cxn>
                  <a:cxn ang="0">
                    <a:pos x="0" y="15"/>
                  </a:cxn>
                  <a:cxn ang="0">
                    <a:pos x="0" y="55"/>
                  </a:cxn>
                  <a:cxn ang="0">
                    <a:pos x="0" y="55"/>
                  </a:cxn>
                  <a:cxn ang="0">
                    <a:pos x="2" y="62"/>
                  </a:cxn>
                  <a:cxn ang="0">
                    <a:pos x="5" y="67"/>
                  </a:cxn>
                  <a:cxn ang="0">
                    <a:pos x="5" y="67"/>
                  </a:cxn>
                  <a:cxn ang="0">
                    <a:pos x="10" y="70"/>
                  </a:cxn>
                  <a:cxn ang="0">
                    <a:pos x="16" y="72"/>
                  </a:cxn>
                  <a:cxn ang="0">
                    <a:pos x="16" y="72"/>
                  </a:cxn>
                  <a:cxn ang="0">
                    <a:pos x="34" y="74"/>
                  </a:cxn>
                  <a:cxn ang="0">
                    <a:pos x="53" y="81"/>
                  </a:cxn>
                  <a:cxn ang="0">
                    <a:pos x="68" y="89"/>
                  </a:cxn>
                  <a:cxn ang="0">
                    <a:pos x="83" y="101"/>
                  </a:cxn>
                  <a:cxn ang="0">
                    <a:pos x="83" y="101"/>
                  </a:cxn>
                  <a:cxn ang="0">
                    <a:pos x="86" y="104"/>
                  </a:cxn>
                  <a:cxn ang="0">
                    <a:pos x="86" y="104"/>
                  </a:cxn>
                  <a:cxn ang="0">
                    <a:pos x="97" y="119"/>
                  </a:cxn>
                  <a:cxn ang="0">
                    <a:pos x="105" y="136"/>
                  </a:cxn>
                  <a:cxn ang="0">
                    <a:pos x="108" y="153"/>
                  </a:cxn>
                  <a:cxn ang="0">
                    <a:pos x="110" y="170"/>
                  </a:cxn>
                  <a:cxn ang="0">
                    <a:pos x="110" y="170"/>
                  </a:cxn>
                  <a:cxn ang="0">
                    <a:pos x="112" y="177"/>
                  </a:cxn>
                  <a:cxn ang="0">
                    <a:pos x="113" y="182"/>
                  </a:cxn>
                  <a:cxn ang="0">
                    <a:pos x="113" y="182"/>
                  </a:cxn>
                  <a:cxn ang="0">
                    <a:pos x="118" y="185"/>
                  </a:cxn>
                  <a:cxn ang="0">
                    <a:pos x="125" y="187"/>
                  </a:cxn>
                  <a:cxn ang="0">
                    <a:pos x="167" y="189"/>
                  </a:cxn>
                  <a:cxn ang="0">
                    <a:pos x="167" y="189"/>
                  </a:cxn>
                  <a:cxn ang="0">
                    <a:pos x="172" y="187"/>
                  </a:cxn>
                  <a:cxn ang="0">
                    <a:pos x="177" y="183"/>
                  </a:cxn>
                  <a:cxn ang="0">
                    <a:pos x="181" y="178"/>
                  </a:cxn>
                  <a:cxn ang="0">
                    <a:pos x="183" y="173"/>
                  </a:cxn>
                  <a:cxn ang="0">
                    <a:pos x="183" y="173"/>
                  </a:cxn>
                  <a:cxn ang="0">
                    <a:pos x="183" y="156"/>
                  </a:cxn>
                  <a:cxn ang="0">
                    <a:pos x="181" y="141"/>
                  </a:cxn>
                  <a:cxn ang="0">
                    <a:pos x="177" y="126"/>
                  </a:cxn>
                  <a:cxn ang="0">
                    <a:pos x="172" y="111"/>
                  </a:cxn>
                  <a:cxn ang="0">
                    <a:pos x="167" y="96"/>
                  </a:cxn>
                  <a:cxn ang="0">
                    <a:pos x="161" y="82"/>
                  </a:cxn>
                  <a:cxn ang="0">
                    <a:pos x="152" y="69"/>
                  </a:cxn>
                  <a:cxn ang="0">
                    <a:pos x="142" y="57"/>
                  </a:cxn>
                  <a:cxn ang="0">
                    <a:pos x="142" y="57"/>
                  </a:cxn>
                  <a:cxn ang="0">
                    <a:pos x="135" y="50"/>
                  </a:cxn>
                  <a:cxn ang="0">
                    <a:pos x="135" y="50"/>
                  </a:cxn>
                </a:cxnLst>
                <a:rect l="0" t="0" r="r" b="b"/>
                <a:pathLst>
                  <a:path w="183" h="189">
                    <a:moveTo>
                      <a:pt x="135" y="50"/>
                    </a:moveTo>
                    <a:lnTo>
                      <a:pt x="135" y="50"/>
                    </a:lnTo>
                    <a:lnTo>
                      <a:pt x="122" y="38"/>
                    </a:lnTo>
                    <a:lnTo>
                      <a:pt x="110" y="28"/>
                    </a:lnTo>
                    <a:lnTo>
                      <a:pt x="95" y="20"/>
                    </a:lnTo>
                    <a:lnTo>
                      <a:pt x="81" y="13"/>
                    </a:lnTo>
                    <a:lnTo>
                      <a:pt x="64" y="6"/>
                    </a:lnTo>
                    <a:lnTo>
                      <a:pt x="49" y="3"/>
                    </a:lnTo>
                    <a:lnTo>
                      <a:pt x="32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0" y="0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2" y="8"/>
                    </a:lnTo>
                    <a:lnTo>
                      <a:pt x="0" y="15"/>
                    </a:lnTo>
                    <a:lnTo>
                      <a:pt x="0" y="55"/>
                    </a:lnTo>
                    <a:lnTo>
                      <a:pt x="0" y="55"/>
                    </a:lnTo>
                    <a:lnTo>
                      <a:pt x="2" y="62"/>
                    </a:lnTo>
                    <a:lnTo>
                      <a:pt x="5" y="67"/>
                    </a:lnTo>
                    <a:lnTo>
                      <a:pt x="5" y="67"/>
                    </a:lnTo>
                    <a:lnTo>
                      <a:pt x="10" y="70"/>
                    </a:lnTo>
                    <a:lnTo>
                      <a:pt x="16" y="72"/>
                    </a:lnTo>
                    <a:lnTo>
                      <a:pt x="16" y="72"/>
                    </a:lnTo>
                    <a:lnTo>
                      <a:pt x="34" y="74"/>
                    </a:lnTo>
                    <a:lnTo>
                      <a:pt x="53" y="81"/>
                    </a:lnTo>
                    <a:lnTo>
                      <a:pt x="68" y="89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6" y="104"/>
                    </a:lnTo>
                    <a:lnTo>
                      <a:pt x="86" y="104"/>
                    </a:lnTo>
                    <a:lnTo>
                      <a:pt x="97" y="119"/>
                    </a:lnTo>
                    <a:lnTo>
                      <a:pt x="105" y="136"/>
                    </a:lnTo>
                    <a:lnTo>
                      <a:pt x="108" y="153"/>
                    </a:lnTo>
                    <a:lnTo>
                      <a:pt x="110" y="170"/>
                    </a:lnTo>
                    <a:lnTo>
                      <a:pt x="110" y="170"/>
                    </a:lnTo>
                    <a:lnTo>
                      <a:pt x="112" y="177"/>
                    </a:lnTo>
                    <a:lnTo>
                      <a:pt x="113" y="182"/>
                    </a:lnTo>
                    <a:lnTo>
                      <a:pt x="113" y="182"/>
                    </a:lnTo>
                    <a:lnTo>
                      <a:pt x="118" y="185"/>
                    </a:lnTo>
                    <a:lnTo>
                      <a:pt x="125" y="187"/>
                    </a:lnTo>
                    <a:lnTo>
                      <a:pt x="167" y="189"/>
                    </a:lnTo>
                    <a:lnTo>
                      <a:pt x="167" y="189"/>
                    </a:lnTo>
                    <a:lnTo>
                      <a:pt x="172" y="187"/>
                    </a:lnTo>
                    <a:lnTo>
                      <a:pt x="177" y="183"/>
                    </a:lnTo>
                    <a:lnTo>
                      <a:pt x="181" y="178"/>
                    </a:lnTo>
                    <a:lnTo>
                      <a:pt x="183" y="173"/>
                    </a:lnTo>
                    <a:lnTo>
                      <a:pt x="183" y="173"/>
                    </a:lnTo>
                    <a:lnTo>
                      <a:pt x="183" y="156"/>
                    </a:lnTo>
                    <a:lnTo>
                      <a:pt x="181" y="141"/>
                    </a:lnTo>
                    <a:lnTo>
                      <a:pt x="177" y="126"/>
                    </a:lnTo>
                    <a:lnTo>
                      <a:pt x="172" y="111"/>
                    </a:lnTo>
                    <a:lnTo>
                      <a:pt x="167" y="96"/>
                    </a:lnTo>
                    <a:lnTo>
                      <a:pt x="161" y="82"/>
                    </a:lnTo>
                    <a:lnTo>
                      <a:pt x="152" y="69"/>
                    </a:lnTo>
                    <a:lnTo>
                      <a:pt x="142" y="57"/>
                    </a:lnTo>
                    <a:lnTo>
                      <a:pt x="142" y="57"/>
                    </a:lnTo>
                    <a:lnTo>
                      <a:pt x="135" y="50"/>
                    </a:lnTo>
                    <a:lnTo>
                      <a:pt x="135" y="5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49" name="Freeform 61"/>
              <p:cNvSpPr>
                <a:spLocks noEditPoints="1"/>
              </p:cNvSpPr>
              <p:nvPr/>
            </p:nvSpPr>
            <p:spPr bwMode="gray">
              <a:xfrm>
                <a:off x="15730538" y="3460750"/>
                <a:ext cx="765175" cy="931863"/>
              </a:xfrm>
              <a:custGeom>
                <a:avLst/>
                <a:gdLst/>
                <a:ahLst/>
                <a:cxnLst>
                  <a:cxn ang="0">
                    <a:pos x="157" y="1174"/>
                  </a:cxn>
                  <a:cxn ang="0">
                    <a:pos x="963" y="1174"/>
                  </a:cxn>
                  <a:cxn ang="0">
                    <a:pos x="842" y="1026"/>
                  </a:cxn>
                  <a:cxn ang="0">
                    <a:pos x="579" y="248"/>
                  </a:cxn>
                  <a:cxn ang="0">
                    <a:pos x="590" y="238"/>
                  </a:cxn>
                  <a:cxn ang="0">
                    <a:pos x="611" y="215"/>
                  </a:cxn>
                  <a:cxn ang="0">
                    <a:pos x="626" y="186"/>
                  </a:cxn>
                  <a:cxn ang="0">
                    <a:pos x="634" y="154"/>
                  </a:cxn>
                  <a:cxn ang="0">
                    <a:pos x="634" y="137"/>
                  </a:cxn>
                  <a:cxn ang="0">
                    <a:pos x="633" y="110"/>
                  </a:cxn>
                  <a:cxn ang="0">
                    <a:pos x="624" y="85"/>
                  </a:cxn>
                  <a:cxn ang="0">
                    <a:pos x="611" y="61"/>
                  </a:cxn>
                  <a:cxn ang="0">
                    <a:pos x="594" y="41"/>
                  </a:cxn>
                  <a:cxn ang="0">
                    <a:pos x="573" y="24"/>
                  </a:cxn>
                  <a:cxn ang="0">
                    <a:pos x="552" y="10"/>
                  </a:cxn>
                  <a:cxn ang="0">
                    <a:pos x="525" y="4"/>
                  </a:cxn>
                  <a:cxn ang="0">
                    <a:pos x="498" y="0"/>
                  </a:cxn>
                  <a:cxn ang="0">
                    <a:pos x="484" y="0"/>
                  </a:cxn>
                  <a:cxn ang="0">
                    <a:pos x="457" y="7"/>
                  </a:cxn>
                  <a:cxn ang="0">
                    <a:pos x="432" y="17"/>
                  </a:cxn>
                  <a:cxn ang="0">
                    <a:pos x="410" y="31"/>
                  </a:cxn>
                  <a:cxn ang="0">
                    <a:pos x="391" y="49"/>
                  </a:cxn>
                  <a:cxn ang="0">
                    <a:pos x="376" y="71"/>
                  </a:cxn>
                  <a:cxn ang="0">
                    <a:pos x="366" y="96"/>
                  </a:cxn>
                  <a:cxn ang="0">
                    <a:pos x="361" y="123"/>
                  </a:cxn>
                  <a:cxn ang="0">
                    <a:pos x="359" y="137"/>
                  </a:cxn>
                  <a:cxn ang="0">
                    <a:pos x="364" y="169"/>
                  </a:cxn>
                  <a:cxn ang="0">
                    <a:pos x="374" y="198"/>
                  </a:cxn>
                  <a:cxn ang="0">
                    <a:pos x="391" y="223"/>
                  </a:cxn>
                  <a:cxn ang="0">
                    <a:pos x="412" y="245"/>
                  </a:cxn>
                  <a:cxn ang="0">
                    <a:pos x="121" y="1026"/>
                  </a:cxn>
                  <a:cxn ang="0">
                    <a:pos x="0" y="1174"/>
                  </a:cxn>
                  <a:cxn ang="0">
                    <a:pos x="415" y="977"/>
                  </a:cxn>
                  <a:cxn ang="0">
                    <a:pos x="698" y="1026"/>
                  </a:cxn>
                  <a:cxn ang="0">
                    <a:pos x="442" y="478"/>
                  </a:cxn>
                  <a:cxn ang="0">
                    <a:pos x="410" y="597"/>
                  </a:cxn>
                  <a:cxn ang="0">
                    <a:pos x="467" y="387"/>
                  </a:cxn>
                  <a:cxn ang="0">
                    <a:pos x="533" y="429"/>
                  </a:cxn>
                  <a:cxn ang="0">
                    <a:pos x="582" y="604"/>
                  </a:cxn>
                  <a:cxn ang="0">
                    <a:pos x="450" y="678"/>
                  </a:cxn>
                  <a:cxn ang="0">
                    <a:pos x="369" y="743"/>
                  </a:cxn>
                  <a:cxn ang="0">
                    <a:pos x="324" y="910"/>
                  </a:cxn>
                </a:cxnLst>
                <a:rect l="0" t="0" r="r" b="b"/>
                <a:pathLst>
                  <a:path w="963" h="1174">
                    <a:moveTo>
                      <a:pt x="0" y="1174"/>
                    </a:moveTo>
                    <a:lnTo>
                      <a:pt x="157" y="1174"/>
                    </a:lnTo>
                    <a:lnTo>
                      <a:pt x="833" y="1174"/>
                    </a:lnTo>
                    <a:lnTo>
                      <a:pt x="963" y="1174"/>
                    </a:lnTo>
                    <a:lnTo>
                      <a:pt x="918" y="1120"/>
                    </a:lnTo>
                    <a:lnTo>
                      <a:pt x="842" y="1026"/>
                    </a:lnTo>
                    <a:lnTo>
                      <a:pt x="793" y="1026"/>
                    </a:lnTo>
                    <a:lnTo>
                      <a:pt x="579" y="248"/>
                    </a:lnTo>
                    <a:lnTo>
                      <a:pt x="579" y="248"/>
                    </a:lnTo>
                    <a:lnTo>
                      <a:pt x="590" y="238"/>
                    </a:lnTo>
                    <a:lnTo>
                      <a:pt x="602" y="226"/>
                    </a:lnTo>
                    <a:lnTo>
                      <a:pt x="611" y="215"/>
                    </a:lnTo>
                    <a:lnTo>
                      <a:pt x="619" y="201"/>
                    </a:lnTo>
                    <a:lnTo>
                      <a:pt x="626" y="186"/>
                    </a:lnTo>
                    <a:lnTo>
                      <a:pt x="631" y="171"/>
                    </a:lnTo>
                    <a:lnTo>
                      <a:pt x="634" y="154"/>
                    </a:lnTo>
                    <a:lnTo>
                      <a:pt x="634" y="137"/>
                    </a:lnTo>
                    <a:lnTo>
                      <a:pt x="634" y="137"/>
                    </a:lnTo>
                    <a:lnTo>
                      <a:pt x="634" y="123"/>
                    </a:lnTo>
                    <a:lnTo>
                      <a:pt x="633" y="110"/>
                    </a:lnTo>
                    <a:lnTo>
                      <a:pt x="629" y="96"/>
                    </a:lnTo>
                    <a:lnTo>
                      <a:pt x="624" y="85"/>
                    </a:lnTo>
                    <a:lnTo>
                      <a:pt x="617" y="71"/>
                    </a:lnTo>
                    <a:lnTo>
                      <a:pt x="611" y="61"/>
                    </a:lnTo>
                    <a:lnTo>
                      <a:pt x="604" y="49"/>
                    </a:lnTo>
                    <a:lnTo>
                      <a:pt x="594" y="41"/>
                    </a:lnTo>
                    <a:lnTo>
                      <a:pt x="585" y="31"/>
                    </a:lnTo>
                    <a:lnTo>
                      <a:pt x="573" y="24"/>
                    </a:lnTo>
                    <a:lnTo>
                      <a:pt x="563" y="17"/>
                    </a:lnTo>
                    <a:lnTo>
                      <a:pt x="552" y="10"/>
                    </a:lnTo>
                    <a:lnTo>
                      <a:pt x="538" y="7"/>
                    </a:lnTo>
                    <a:lnTo>
                      <a:pt x="525" y="4"/>
                    </a:lnTo>
                    <a:lnTo>
                      <a:pt x="511" y="0"/>
                    </a:lnTo>
                    <a:lnTo>
                      <a:pt x="498" y="0"/>
                    </a:lnTo>
                    <a:lnTo>
                      <a:pt x="498" y="0"/>
                    </a:lnTo>
                    <a:lnTo>
                      <a:pt x="484" y="0"/>
                    </a:lnTo>
                    <a:lnTo>
                      <a:pt x="469" y="4"/>
                    </a:lnTo>
                    <a:lnTo>
                      <a:pt x="457" y="7"/>
                    </a:lnTo>
                    <a:lnTo>
                      <a:pt x="444" y="10"/>
                    </a:lnTo>
                    <a:lnTo>
                      <a:pt x="432" y="17"/>
                    </a:lnTo>
                    <a:lnTo>
                      <a:pt x="420" y="24"/>
                    </a:lnTo>
                    <a:lnTo>
                      <a:pt x="410" y="31"/>
                    </a:lnTo>
                    <a:lnTo>
                      <a:pt x="400" y="41"/>
                    </a:lnTo>
                    <a:lnTo>
                      <a:pt x="391" y="49"/>
                    </a:lnTo>
                    <a:lnTo>
                      <a:pt x="383" y="61"/>
                    </a:lnTo>
                    <a:lnTo>
                      <a:pt x="376" y="71"/>
                    </a:lnTo>
                    <a:lnTo>
                      <a:pt x="371" y="85"/>
                    </a:lnTo>
                    <a:lnTo>
                      <a:pt x="366" y="96"/>
                    </a:lnTo>
                    <a:lnTo>
                      <a:pt x="363" y="110"/>
                    </a:lnTo>
                    <a:lnTo>
                      <a:pt x="361" y="123"/>
                    </a:lnTo>
                    <a:lnTo>
                      <a:pt x="359" y="137"/>
                    </a:lnTo>
                    <a:lnTo>
                      <a:pt x="359" y="137"/>
                    </a:lnTo>
                    <a:lnTo>
                      <a:pt x="361" y="154"/>
                    </a:lnTo>
                    <a:lnTo>
                      <a:pt x="364" y="169"/>
                    </a:lnTo>
                    <a:lnTo>
                      <a:pt x="368" y="184"/>
                    </a:lnTo>
                    <a:lnTo>
                      <a:pt x="374" y="198"/>
                    </a:lnTo>
                    <a:lnTo>
                      <a:pt x="381" y="211"/>
                    </a:lnTo>
                    <a:lnTo>
                      <a:pt x="391" y="223"/>
                    </a:lnTo>
                    <a:lnTo>
                      <a:pt x="400" y="235"/>
                    </a:lnTo>
                    <a:lnTo>
                      <a:pt x="412" y="245"/>
                    </a:lnTo>
                    <a:lnTo>
                      <a:pt x="197" y="1026"/>
                    </a:lnTo>
                    <a:lnTo>
                      <a:pt x="121" y="1026"/>
                    </a:lnTo>
                    <a:lnTo>
                      <a:pt x="46" y="1120"/>
                    </a:lnTo>
                    <a:lnTo>
                      <a:pt x="0" y="1174"/>
                    </a:lnTo>
                    <a:close/>
                    <a:moveTo>
                      <a:pt x="577" y="1026"/>
                    </a:moveTo>
                    <a:lnTo>
                      <a:pt x="415" y="977"/>
                    </a:lnTo>
                    <a:lnTo>
                      <a:pt x="663" y="898"/>
                    </a:lnTo>
                    <a:lnTo>
                      <a:pt x="698" y="1026"/>
                    </a:lnTo>
                    <a:lnTo>
                      <a:pt x="577" y="1026"/>
                    </a:lnTo>
                    <a:close/>
                    <a:moveTo>
                      <a:pt x="442" y="478"/>
                    </a:moveTo>
                    <a:lnTo>
                      <a:pt x="526" y="532"/>
                    </a:lnTo>
                    <a:lnTo>
                      <a:pt x="410" y="597"/>
                    </a:lnTo>
                    <a:lnTo>
                      <a:pt x="442" y="478"/>
                    </a:lnTo>
                    <a:close/>
                    <a:moveTo>
                      <a:pt x="467" y="387"/>
                    </a:moveTo>
                    <a:lnTo>
                      <a:pt x="494" y="287"/>
                    </a:lnTo>
                    <a:lnTo>
                      <a:pt x="533" y="429"/>
                    </a:lnTo>
                    <a:lnTo>
                      <a:pt x="467" y="387"/>
                    </a:lnTo>
                    <a:close/>
                    <a:moveTo>
                      <a:pt x="582" y="604"/>
                    </a:moveTo>
                    <a:lnTo>
                      <a:pt x="622" y="753"/>
                    </a:lnTo>
                    <a:lnTo>
                      <a:pt x="450" y="678"/>
                    </a:lnTo>
                    <a:lnTo>
                      <a:pt x="582" y="604"/>
                    </a:lnTo>
                    <a:close/>
                    <a:moveTo>
                      <a:pt x="369" y="743"/>
                    </a:moveTo>
                    <a:lnTo>
                      <a:pt x="573" y="830"/>
                    </a:lnTo>
                    <a:lnTo>
                      <a:pt x="324" y="910"/>
                    </a:lnTo>
                    <a:lnTo>
                      <a:pt x="369" y="743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flat" algn="ctr">
                    <a:solidFill>
                      <a:srgbClr val="000000"/>
                    </a:solidFill>
                    <a:prstDash val="sysDash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defTabSz="914034">
                  <a:defRPr/>
                </a:pPr>
                <a:endParaRPr lang="zh-CN" altLang="en-US" sz="800" ker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42" name="Freeform 78"/>
            <p:cNvSpPr>
              <a:spLocks noEditPoints="1"/>
            </p:cNvSpPr>
            <p:nvPr/>
          </p:nvSpPr>
          <p:spPr bwMode="gray">
            <a:xfrm>
              <a:off x="5625107" y="5806361"/>
              <a:ext cx="303053" cy="228687"/>
            </a:xfrm>
            <a:custGeom>
              <a:avLst/>
              <a:gdLst>
                <a:gd name="T0" fmla="*/ 2147483646 w 1923"/>
                <a:gd name="T1" fmla="*/ 2147483646 h 1181"/>
                <a:gd name="T2" fmla="*/ 2147483646 w 1923"/>
                <a:gd name="T3" fmla="*/ 2147483646 h 1181"/>
                <a:gd name="T4" fmla="*/ 2147483646 w 1923"/>
                <a:gd name="T5" fmla="*/ 0 h 1181"/>
                <a:gd name="T6" fmla="*/ 2147483646 w 1923"/>
                <a:gd name="T7" fmla="*/ 2147483646 h 1181"/>
                <a:gd name="T8" fmla="*/ 2147483646 w 1923"/>
                <a:gd name="T9" fmla="*/ 2147483646 h 1181"/>
                <a:gd name="T10" fmla="*/ 2147483646 w 1923"/>
                <a:gd name="T11" fmla="*/ 2147483646 h 1181"/>
                <a:gd name="T12" fmla="*/ 2147483646 w 1923"/>
                <a:gd name="T13" fmla="*/ 2147483646 h 1181"/>
                <a:gd name="T14" fmla="*/ 2147483646 w 1923"/>
                <a:gd name="T15" fmla="*/ 2147483646 h 1181"/>
                <a:gd name="T16" fmla="*/ 2147483646 w 1923"/>
                <a:gd name="T17" fmla="*/ 2147483646 h 1181"/>
                <a:gd name="T18" fmla="*/ 2147483646 w 1923"/>
                <a:gd name="T19" fmla="*/ 2147483646 h 1181"/>
                <a:gd name="T20" fmla="*/ 2147483646 w 1923"/>
                <a:gd name="T21" fmla="*/ 2147483646 h 1181"/>
                <a:gd name="T22" fmla="*/ 2147483646 w 1923"/>
                <a:gd name="T23" fmla="*/ 2147483646 h 1181"/>
                <a:gd name="T24" fmla="*/ 2147483646 w 1923"/>
                <a:gd name="T25" fmla="*/ 2147483646 h 1181"/>
                <a:gd name="T26" fmla="*/ 2147483646 w 1923"/>
                <a:gd name="T27" fmla="*/ 2147483646 h 1181"/>
                <a:gd name="T28" fmla="*/ 2147483646 w 1923"/>
                <a:gd name="T29" fmla="*/ 2147483646 h 1181"/>
                <a:gd name="T30" fmla="*/ 2147483646 w 1923"/>
                <a:gd name="T31" fmla="*/ 2147483646 h 1181"/>
                <a:gd name="T32" fmla="*/ 2147483646 w 1923"/>
                <a:gd name="T33" fmla="*/ 2147483646 h 1181"/>
                <a:gd name="T34" fmla="*/ 2147483646 w 1923"/>
                <a:gd name="T35" fmla="*/ 2147483646 h 1181"/>
                <a:gd name="T36" fmla="*/ 2147483646 w 1923"/>
                <a:gd name="T37" fmla="*/ 2147483646 h 1181"/>
                <a:gd name="T38" fmla="*/ 2147483646 w 1923"/>
                <a:gd name="T39" fmla="*/ 2147483646 h 1181"/>
                <a:gd name="T40" fmla="*/ 2147483646 w 1923"/>
                <a:gd name="T41" fmla="*/ 2147483646 h 1181"/>
                <a:gd name="T42" fmla="*/ 2147483646 w 1923"/>
                <a:gd name="T43" fmla="*/ 2147483646 h 1181"/>
                <a:gd name="T44" fmla="*/ 2147483646 w 1923"/>
                <a:gd name="T45" fmla="*/ 2147483646 h 1181"/>
                <a:gd name="T46" fmla="*/ 2147483646 w 1923"/>
                <a:gd name="T47" fmla="*/ 2147483646 h 1181"/>
                <a:gd name="T48" fmla="*/ 2147483646 w 1923"/>
                <a:gd name="T49" fmla="*/ 2147483646 h 1181"/>
                <a:gd name="T50" fmla="*/ 2147483646 w 1923"/>
                <a:gd name="T51" fmla="*/ 2147483646 h 1181"/>
                <a:gd name="T52" fmla="*/ 2147483646 w 1923"/>
                <a:gd name="T53" fmla="*/ 2147483646 h 1181"/>
                <a:gd name="T54" fmla="*/ 2147483646 w 1923"/>
                <a:gd name="T55" fmla="*/ 2147483646 h 1181"/>
                <a:gd name="T56" fmla="*/ 2147483646 w 1923"/>
                <a:gd name="T57" fmla="*/ 2147483646 h 1181"/>
                <a:gd name="T58" fmla="*/ 2147483646 w 1923"/>
                <a:gd name="T59" fmla="*/ 2147483646 h 1181"/>
                <a:gd name="T60" fmla="*/ 2147483646 w 1923"/>
                <a:gd name="T61" fmla="*/ 2147483646 h 1181"/>
                <a:gd name="T62" fmla="*/ 2147483646 w 1923"/>
                <a:gd name="T63" fmla="*/ 2147483646 h 1181"/>
                <a:gd name="T64" fmla="*/ 2147483646 w 1923"/>
                <a:gd name="T65" fmla="*/ 2147483646 h 1181"/>
                <a:gd name="T66" fmla="*/ 2147483646 w 1923"/>
                <a:gd name="T67" fmla="*/ 2147483646 h 1181"/>
                <a:gd name="T68" fmla="*/ 2147483646 w 1923"/>
                <a:gd name="T69" fmla="*/ 2147483646 h 1181"/>
                <a:gd name="T70" fmla="*/ 2147483646 w 1923"/>
                <a:gd name="T71" fmla="*/ 2147483646 h 1181"/>
                <a:gd name="T72" fmla="*/ 2147483646 w 1923"/>
                <a:gd name="T73" fmla="*/ 2147483646 h 1181"/>
                <a:gd name="T74" fmla="*/ 2147483646 w 1923"/>
                <a:gd name="T75" fmla="*/ 2147483646 h 1181"/>
                <a:gd name="T76" fmla="*/ 2147483646 w 1923"/>
                <a:gd name="T77" fmla="*/ 2147483646 h 1181"/>
                <a:gd name="T78" fmla="*/ 2147483646 w 1923"/>
                <a:gd name="T79" fmla="*/ 2147483646 h 1181"/>
                <a:gd name="T80" fmla="*/ 2147483646 w 1923"/>
                <a:gd name="T81" fmla="*/ 2147483646 h 1181"/>
                <a:gd name="T82" fmla="*/ 2147483646 w 1923"/>
                <a:gd name="T83" fmla="*/ 2147483646 h 1181"/>
                <a:gd name="T84" fmla="*/ 2147483646 w 1923"/>
                <a:gd name="T85" fmla="*/ 2147483646 h 1181"/>
                <a:gd name="T86" fmla="*/ 2147483646 w 1923"/>
                <a:gd name="T87" fmla="*/ 2147483646 h 1181"/>
                <a:gd name="T88" fmla="*/ 2147483646 w 1923"/>
                <a:gd name="T89" fmla="*/ 2147483646 h 1181"/>
                <a:gd name="T90" fmla="*/ 2147483646 w 1923"/>
                <a:gd name="T91" fmla="*/ 2147483646 h 1181"/>
                <a:gd name="T92" fmla="*/ 2147483646 w 1923"/>
                <a:gd name="T93" fmla="*/ 2147483646 h 1181"/>
                <a:gd name="T94" fmla="*/ 2147483646 w 1923"/>
                <a:gd name="T95" fmla="*/ 2147483646 h 1181"/>
                <a:gd name="T96" fmla="*/ 2147483646 w 1923"/>
                <a:gd name="T97" fmla="*/ 2147483646 h 1181"/>
                <a:gd name="T98" fmla="*/ 2147483646 w 1923"/>
                <a:gd name="T99" fmla="*/ 2147483646 h 1181"/>
                <a:gd name="T100" fmla="*/ 2147483646 w 1923"/>
                <a:gd name="T101" fmla="*/ 2147483646 h 1181"/>
                <a:gd name="T102" fmla="*/ 2147483646 w 1923"/>
                <a:gd name="T103" fmla="*/ 2147483646 h 1181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1923" h="1181">
                  <a:moveTo>
                    <a:pt x="1820" y="1029"/>
                  </a:moveTo>
                  <a:lnTo>
                    <a:pt x="1820" y="1029"/>
                  </a:lnTo>
                  <a:lnTo>
                    <a:pt x="1815" y="1024"/>
                  </a:lnTo>
                  <a:lnTo>
                    <a:pt x="1810" y="1021"/>
                  </a:lnTo>
                  <a:lnTo>
                    <a:pt x="1805" y="1019"/>
                  </a:lnTo>
                  <a:lnTo>
                    <a:pt x="1798" y="1019"/>
                  </a:lnTo>
                  <a:lnTo>
                    <a:pt x="1750" y="1019"/>
                  </a:lnTo>
                  <a:lnTo>
                    <a:pt x="1750" y="739"/>
                  </a:lnTo>
                  <a:lnTo>
                    <a:pt x="1625" y="606"/>
                  </a:lnTo>
                  <a:lnTo>
                    <a:pt x="1625" y="1019"/>
                  </a:lnTo>
                  <a:lnTo>
                    <a:pt x="1583" y="1019"/>
                  </a:lnTo>
                  <a:lnTo>
                    <a:pt x="1583" y="562"/>
                  </a:lnTo>
                  <a:lnTo>
                    <a:pt x="1583" y="0"/>
                  </a:lnTo>
                  <a:lnTo>
                    <a:pt x="1218" y="0"/>
                  </a:lnTo>
                  <a:lnTo>
                    <a:pt x="1176" y="0"/>
                  </a:lnTo>
                  <a:lnTo>
                    <a:pt x="1176" y="1019"/>
                  </a:lnTo>
                  <a:lnTo>
                    <a:pt x="1124" y="1019"/>
                  </a:lnTo>
                  <a:lnTo>
                    <a:pt x="1124" y="562"/>
                  </a:lnTo>
                  <a:lnTo>
                    <a:pt x="1093" y="562"/>
                  </a:lnTo>
                  <a:lnTo>
                    <a:pt x="1093" y="494"/>
                  </a:lnTo>
                  <a:lnTo>
                    <a:pt x="751" y="553"/>
                  </a:lnTo>
                  <a:lnTo>
                    <a:pt x="751" y="562"/>
                  </a:lnTo>
                  <a:lnTo>
                    <a:pt x="626" y="562"/>
                  </a:lnTo>
                  <a:lnTo>
                    <a:pt x="626" y="1019"/>
                  </a:lnTo>
                  <a:lnTo>
                    <a:pt x="572" y="1019"/>
                  </a:lnTo>
                  <a:lnTo>
                    <a:pt x="572" y="262"/>
                  </a:lnTo>
                  <a:lnTo>
                    <a:pt x="525" y="262"/>
                  </a:lnTo>
                  <a:lnTo>
                    <a:pt x="525" y="181"/>
                  </a:lnTo>
                  <a:lnTo>
                    <a:pt x="523" y="176"/>
                  </a:lnTo>
                  <a:lnTo>
                    <a:pt x="522" y="170"/>
                  </a:lnTo>
                  <a:lnTo>
                    <a:pt x="516" y="169"/>
                  </a:lnTo>
                  <a:lnTo>
                    <a:pt x="511" y="169"/>
                  </a:lnTo>
                  <a:lnTo>
                    <a:pt x="314" y="203"/>
                  </a:lnTo>
                  <a:lnTo>
                    <a:pt x="309" y="204"/>
                  </a:lnTo>
                  <a:lnTo>
                    <a:pt x="304" y="208"/>
                  </a:lnTo>
                  <a:lnTo>
                    <a:pt x="301" y="213"/>
                  </a:lnTo>
                  <a:lnTo>
                    <a:pt x="301" y="218"/>
                  </a:lnTo>
                  <a:lnTo>
                    <a:pt x="301" y="262"/>
                  </a:lnTo>
                  <a:lnTo>
                    <a:pt x="181" y="262"/>
                  </a:lnTo>
                  <a:lnTo>
                    <a:pt x="181" y="1019"/>
                  </a:lnTo>
                  <a:lnTo>
                    <a:pt x="125" y="1019"/>
                  </a:lnTo>
                  <a:lnTo>
                    <a:pt x="118" y="1019"/>
                  </a:lnTo>
                  <a:lnTo>
                    <a:pt x="113" y="1021"/>
                  </a:lnTo>
                  <a:lnTo>
                    <a:pt x="108" y="1024"/>
                  </a:lnTo>
                  <a:lnTo>
                    <a:pt x="103" y="1029"/>
                  </a:lnTo>
                  <a:lnTo>
                    <a:pt x="2" y="1169"/>
                  </a:lnTo>
                  <a:lnTo>
                    <a:pt x="0" y="1174"/>
                  </a:lnTo>
                  <a:lnTo>
                    <a:pt x="2" y="1178"/>
                  </a:lnTo>
                  <a:lnTo>
                    <a:pt x="4" y="1179"/>
                  </a:lnTo>
                  <a:lnTo>
                    <a:pt x="7" y="1181"/>
                  </a:lnTo>
                  <a:lnTo>
                    <a:pt x="1917" y="1181"/>
                  </a:lnTo>
                  <a:lnTo>
                    <a:pt x="1920" y="1179"/>
                  </a:lnTo>
                  <a:lnTo>
                    <a:pt x="1922" y="1178"/>
                  </a:lnTo>
                  <a:lnTo>
                    <a:pt x="1923" y="1174"/>
                  </a:lnTo>
                  <a:lnTo>
                    <a:pt x="1922" y="1169"/>
                  </a:lnTo>
                  <a:lnTo>
                    <a:pt x="1820" y="1029"/>
                  </a:lnTo>
                  <a:close/>
                  <a:moveTo>
                    <a:pt x="741" y="660"/>
                  </a:moveTo>
                  <a:lnTo>
                    <a:pt x="879" y="660"/>
                  </a:lnTo>
                  <a:lnTo>
                    <a:pt x="879" y="756"/>
                  </a:lnTo>
                  <a:lnTo>
                    <a:pt x="741" y="756"/>
                  </a:lnTo>
                  <a:lnTo>
                    <a:pt x="741" y="660"/>
                  </a:lnTo>
                  <a:close/>
                  <a:moveTo>
                    <a:pt x="896" y="660"/>
                  </a:moveTo>
                  <a:lnTo>
                    <a:pt x="1033" y="660"/>
                  </a:lnTo>
                  <a:lnTo>
                    <a:pt x="1033" y="756"/>
                  </a:lnTo>
                  <a:lnTo>
                    <a:pt x="896" y="756"/>
                  </a:lnTo>
                  <a:lnTo>
                    <a:pt x="896" y="660"/>
                  </a:lnTo>
                  <a:close/>
                  <a:moveTo>
                    <a:pt x="1049" y="660"/>
                  </a:moveTo>
                  <a:lnTo>
                    <a:pt x="1082" y="660"/>
                  </a:lnTo>
                  <a:lnTo>
                    <a:pt x="1082" y="756"/>
                  </a:lnTo>
                  <a:lnTo>
                    <a:pt x="1049" y="756"/>
                  </a:lnTo>
                  <a:lnTo>
                    <a:pt x="1049" y="660"/>
                  </a:lnTo>
                  <a:close/>
                  <a:moveTo>
                    <a:pt x="677" y="660"/>
                  </a:moveTo>
                  <a:lnTo>
                    <a:pt x="724" y="660"/>
                  </a:lnTo>
                  <a:lnTo>
                    <a:pt x="724" y="756"/>
                  </a:lnTo>
                  <a:lnTo>
                    <a:pt x="677" y="756"/>
                  </a:lnTo>
                  <a:lnTo>
                    <a:pt x="677" y="660"/>
                  </a:lnTo>
                  <a:close/>
                  <a:moveTo>
                    <a:pt x="498" y="606"/>
                  </a:moveTo>
                  <a:lnTo>
                    <a:pt x="439" y="606"/>
                  </a:lnTo>
                  <a:lnTo>
                    <a:pt x="434" y="604"/>
                  </a:lnTo>
                  <a:lnTo>
                    <a:pt x="429" y="601"/>
                  </a:lnTo>
                  <a:lnTo>
                    <a:pt x="425" y="597"/>
                  </a:lnTo>
                  <a:lnTo>
                    <a:pt x="425" y="591"/>
                  </a:lnTo>
                  <a:lnTo>
                    <a:pt x="425" y="533"/>
                  </a:lnTo>
                  <a:lnTo>
                    <a:pt x="425" y="528"/>
                  </a:lnTo>
                  <a:lnTo>
                    <a:pt x="429" y="523"/>
                  </a:lnTo>
                  <a:lnTo>
                    <a:pt x="434" y="521"/>
                  </a:lnTo>
                  <a:lnTo>
                    <a:pt x="439" y="520"/>
                  </a:lnTo>
                  <a:lnTo>
                    <a:pt x="498" y="520"/>
                  </a:lnTo>
                  <a:lnTo>
                    <a:pt x="505" y="521"/>
                  </a:lnTo>
                  <a:lnTo>
                    <a:pt x="508" y="523"/>
                  </a:lnTo>
                  <a:lnTo>
                    <a:pt x="511" y="528"/>
                  </a:lnTo>
                  <a:lnTo>
                    <a:pt x="513" y="533"/>
                  </a:lnTo>
                  <a:lnTo>
                    <a:pt x="513" y="591"/>
                  </a:lnTo>
                  <a:lnTo>
                    <a:pt x="511" y="597"/>
                  </a:lnTo>
                  <a:lnTo>
                    <a:pt x="508" y="601"/>
                  </a:lnTo>
                  <a:lnTo>
                    <a:pt x="505" y="604"/>
                  </a:lnTo>
                  <a:lnTo>
                    <a:pt x="498" y="606"/>
                  </a:lnTo>
                  <a:close/>
                  <a:moveTo>
                    <a:pt x="513" y="874"/>
                  </a:moveTo>
                  <a:lnTo>
                    <a:pt x="513" y="933"/>
                  </a:lnTo>
                  <a:lnTo>
                    <a:pt x="511" y="938"/>
                  </a:lnTo>
                  <a:lnTo>
                    <a:pt x="508" y="941"/>
                  </a:lnTo>
                  <a:lnTo>
                    <a:pt x="505" y="945"/>
                  </a:lnTo>
                  <a:lnTo>
                    <a:pt x="498" y="947"/>
                  </a:lnTo>
                  <a:lnTo>
                    <a:pt x="439" y="947"/>
                  </a:lnTo>
                  <a:lnTo>
                    <a:pt x="434" y="945"/>
                  </a:lnTo>
                  <a:lnTo>
                    <a:pt x="429" y="941"/>
                  </a:lnTo>
                  <a:lnTo>
                    <a:pt x="425" y="938"/>
                  </a:lnTo>
                  <a:lnTo>
                    <a:pt x="425" y="933"/>
                  </a:lnTo>
                  <a:lnTo>
                    <a:pt x="425" y="874"/>
                  </a:lnTo>
                  <a:lnTo>
                    <a:pt x="425" y="869"/>
                  </a:lnTo>
                  <a:lnTo>
                    <a:pt x="429" y="866"/>
                  </a:lnTo>
                  <a:lnTo>
                    <a:pt x="434" y="862"/>
                  </a:lnTo>
                  <a:lnTo>
                    <a:pt x="439" y="860"/>
                  </a:lnTo>
                  <a:lnTo>
                    <a:pt x="498" y="860"/>
                  </a:lnTo>
                  <a:lnTo>
                    <a:pt x="505" y="862"/>
                  </a:lnTo>
                  <a:lnTo>
                    <a:pt x="508" y="866"/>
                  </a:lnTo>
                  <a:lnTo>
                    <a:pt x="511" y="869"/>
                  </a:lnTo>
                  <a:lnTo>
                    <a:pt x="513" y="874"/>
                  </a:lnTo>
                  <a:close/>
                  <a:moveTo>
                    <a:pt x="348" y="734"/>
                  </a:moveTo>
                  <a:lnTo>
                    <a:pt x="348" y="791"/>
                  </a:lnTo>
                  <a:lnTo>
                    <a:pt x="346" y="796"/>
                  </a:lnTo>
                  <a:lnTo>
                    <a:pt x="343" y="801"/>
                  </a:lnTo>
                  <a:lnTo>
                    <a:pt x="339" y="805"/>
                  </a:lnTo>
                  <a:lnTo>
                    <a:pt x="334" y="805"/>
                  </a:lnTo>
                  <a:lnTo>
                    <a:pt x="274" y="805"/>
                  </a:lnTo>
                  <a:lnTo>
                    <a:pt x="269" y="805"/>
                  </a:lnTo>
                  <a:lnTo>
                    <a:pt x="263" y="801"/>
                  </a:lnTo>
                  <a:lnTo>
                    <a:pt x="262" y="796"/>
                  </a:lnTo>
                  <a:lnTo>
                    <a:pt x="260" y="791"/>
                  </a:lnTo>
                  <a:lnTo>
                    <a:pt x="260" y="734"/>
                  </a:lnTo>
                  <a:lnTo>
                    <a:pt x="262" y="729"/>
                  </a:lnTo>
                  <a:lnTo>
                    <a:pt x="263" y="724"/>
                  </a:lnTo>
                  <a:lnTo>
                    <a:pt x="269" y="720"/>
                  </a:lnTo>
                  <a:lnTo>
                    <a:pt x="274" y="720"/>
                  </a:lnTo>
                  <a:lnTo>
                    <a:pt x="334" y="720"/>
                  </a:lnTo>
                  <a:lnTo>
                    <a:pt x="339" y="720"/>
                  </a:lnTo>
                  <a:lnTo>
                    <a:pt x="343" y="724"/>
                  </a:lnTo>
                  <a:lnTo>
                    <a:pt x="346" y="729"/>
                  </a:lnTo>
                  <a:lnTo>
                    <a:pt x="348" y="734"/>
                  </a:lnTo>
                  <a:close/>
                  <a:moveTo>
                    <a:pt x="243" y="397"/>
                  </a:moveTo>
                  <a:lnTo>
                    <a:pt x="243" y="397"/>
                  </a:lnTo>
                  <a:lnTo>
                    <a:pt x="245" y="391"/>
                  </a:lnTo>
                  <a:lnTo>
                    <a:pt x="248" y="386"/>
                  </a:lnTo>
                  <a:lnTo>
                    <a:pt x="252" y="385"/>
                  </a:lnTo>
                  <a:lnTo>
                    <a:pt x="258" y="383"/>
                  </a:lnTo>
                  <a:lnTo>
                    <a:pt x="317" y="383"/>
                  </a:lnTo>
                  <a:lnTo>
                    <a:pt x="322" y="385"/>
                  </a:lnTo>
                  <a:lnTo>
                    <a:pt x="328" y="386"/>
                  </a:lnTo>
                  <a:lnTo>
                    <a:pt x="331" y="391"/>
                  </a:lnTo>
                  <a:lnTo>
                    <a:pt x="331" y="397"/>
                  </a:lnTo>
                  <a:lnTo>
                    <a:pt x="331" y="454"/>
                  </a:lnTo>
                  <a:lnTo>
                    <a:pt x="331" y="461"/>
                  </a:lnTo>
                  <a:lnTo>
                    <a:pt x="328" y="464"/>
                  </a:lnTo>
                  <a:lnTo>
                    <a:pt x="322" y="467"/>
                  </a:lnTo>
                  <a:lnTo>
                    <a:pt x="317" y="469"/>
                  </a:lnTo>
                  <a:lnTo>
                    <a:pt x="258" y="469"/>
                  </a:lnTo>
                  <a:lnTo>
                    <a:pt x="252" y="467"/>
                  </a:lnTo>
                  <a:lnTo>
                    <a:pt x="248" y="464"/>
                  </a:lnTo>
                  <a:lnTo>
                    <a:pt x="245" y="461"/>
                  </a:lnTo>
                  <a:lnTo>
                    <a:pt x="243" y="454"/>
                  </a:lnTo>
                  <a:lnTo>
                    <a:pt x="243" y="397"/>
                  </a:lnTo>
                  <a:close/>
                  <a:moveTo>
                    <a:pt x="1464" y="105"/>
                  </a:moveTo>
                  <a:lnTo>
                    <a:pt x="1464" y="105"/>
                  </a:lnTo>
                  <a:lnTo>
                    <a:pt x="1464" y="101"/>
                  </a:lnTo>
                  <a:lnTo>
                    <a:pt x="1466" y="100"/>
                  </a:lnTo>
                  <a:lnTo>
                    <a:pt x="1468" y="98"/>
                  </a:lnTo>
                  <a:lnTo>
                    <a:pt x="1471" y="96"/>
                  </a:lnTo>
                  <a:lnTo>
                    <a:pt x="1485" y="96"/>
                  </a:lnTo>
                  <a:lnTo>
                    <a:pt x="1486" y="98"/>
                  </a:lnTo>
                  <a:lnTo>
                    <a:pt x="1490" y="100"/>
                  </a:lnTo>
                  <a:lnTo>
                    <a:pt x="1490" y="101"/>
                  </a:lnTo>
                  <a:lnTo>
                    <a:pt x="1491" y="105"/>
                  </a:lnTo>
                  <a:lnTo>
                    <a:pt x="1491" y="464"/>
                  </a:lnTo>
                  <a:lnTo>
                    <a:pt x="1491" y="938"/>
                  </a:lnTo>
                  <a:lnTo>
                    <a:pt x="1490" y="940"/>
                  </a:lnTo>
                  <a:lnTo>
                    <a:pt x="1490" y="941"/>
                  </a:lnTo>
                  <a:lnTo>
                    <a:pt x="1486" y="943"/>
                  </a:lnTo>
                  <a:lnTo>
                    <a:pt x="1485" y="945"/>
                  </a:lnTo>
                  <a:lnTo>
                    <a:pt x="1471" y="945"/>
                  </a:lnTo>
                  <a:lnTo>
                    <a:pt x="1466" y="943"/>
                  </a:lnTo>
                  <a:lnTo>
                    <a:pt x="1464" y="940"/>
                  </a:lnTo>
                  <a:lnTo>
                    <a:pt x="1464" y="938"/>
                  </a:lnTo>
                  <a:lnTo>
                    <a:pt x="1464" y="105"/>
                  </a:lnTo>
                  <a:close/>
                  <a:moveTo>
                    <a:pt x="1356" y="105"/>
                  </a:moveTo>
                  <a:lnTo>
                    <a:pt x="1356" y="105"/>
                  </a:lnTo>
                  <a:lnTo>
                    <a:pt x="1358" y="101"/>
                  </a:lnTo>
                  <a:lnTo>
                    <a:pt x="1360" y="100"/>
                  </a:lnTo>
                  <a:lnTo>
                    <a:pt x="1362" y="98"/>
                  </a:lnTo>
                  <a:lnTo>
                    <a:pt x="1363" y="96"/>
                  </a:lnTo>
                  <a:lnTo>
                    <a:pt x="1377" y="96"/>
                  </a:lnTo>
                  <a:lnTo>
                    <a:pt x="1380" y="98"/>
                  </a:lnTo>
                  <a:lnTo>
                    <a:pt x="1382" y="100"/>
                  </a:lnTo>
                  <a:lnTo>
                    <a:pt x="1383" y="101"/>
                  </a:lnTo>
                  <a:lnTo>
                    <a:pt x="1383" y="105"/>
                  </a:lnTo>
                  <a:lnTo>
                    <a:pt x="1383" y="938"/>
                  </a:lnTo>
                  <a:lnTo>
                    <a:pt x="1383" y="940"/>
                  </a:lnTo>
                  <a:lnTo>
                    <a:pt x="1382" y="941"/>
                  </a:lnTo>
                  <a:lnTo>
                    <a:pt x="1380" y="943"/>
                  </a:lnTo>
                  <a:lnTo>
                    <a:pt x="1377" y="945"/>
                  </a:lnTo>
                  <a:lnTo>
                    <a:pt x="1363" y="945"/>
                  </a:lnTo>
                  <a:lnTo>
                    <a:pt x="1362" y="943"/>
                  </a:lnTo>
                  <a:lnTo>
                    <a:pt x="1360" y="941"/>
                  </a:lnTo>
                  <a:lnTo>
                    <a:pt x="1358" y="940"/>
                  </a:lnTo>
                  <a:lnTo>
                    <a:pt x="1356" y="938"/>
                  </a:lnTo>
                  <a:lnTo>
                    <a:pt x="1356" y="105"/>
                  </a:lnTo>
                  <a:close/>
                  <a:moveTo>
                    <a:pt x="1250" y="105"/>
                  </a:moveTo>
                  <a:lnTo>
                    <a:pt x="1250" y="105"/>
                  </a:lnTo>
                  <a:lnTo>
                    <a:pt x="1250" y="101"/>
                  </a:lnTo>
                  <a:lnTo>
                    <a:pt x="1252" y="100"/>
                  </a:lnTo>
                  <a:lnTo>
                    <a:pt x="1254" y="98"/>
                  </a:lnTo>
                  <a:lnTo>
                    <a:pt x="1257" y="96"/>
                  </a:lnTo>
                  <a:lnTo>
                    <a:pt x="1270" y="96"/>
                  </a:lnTo>
                  <a:lnTo>
                    <a:pt x="1274" y="98"/>
                  </a:lnTo>
                  <a:lnTo>
                    <a:pt x="1276" y="100"/>
                  </a:lnTo>
                  <a:lnTo>
                    <a:pt x="1277" y="101"/>
                  </a:lnTo>
                  <a:lnTo>
                    <a:pt x="1277" y="105"/>
                  </a:lnTo>
                  <a:lnTo>
                    <a:pt x="1277" y="938"/>
                  </a:lnTo>
                  <a:lnTo>
                    <a:pt x="1277" y="940"/>
                  </a:lnTo>
                  <a:lnTo>
                    <a:pt x="1276" y="941"/>
                  </a:lnTo>
                  <a:lnTo>
                    <a:pt x="1274" y="943"/>
                  </a:lnTo>
                  <a:lnTo>
                    <a:pt x="1270" y="945"/>
                  </a:lnTo>
                  <a:lnTo>
                    <a:pt x="1257" y="945"/>
                  </a:lnTo>
                  <a:lnTo>
                    <a:pt x="1254" y="943"/>
                  </a:lnTo>
                  <a:lnTo>
                    <a:pt x="1252" y="941"/>
                  </a:lnTo>
                  <a:lnTo>
                    <a:pt x="1250" y="940"/>
                  </a:lnTo>
                  <a:lnTo>
                    <a:pt x="1250" y="938"/>
                  </a:lnTo>
                  <a:lnTo>
                    <a:pt x="1250" y="105"/>
                  </a:ln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algn="ctr">
                  <a:solidFill>
                    <a:srgbClr val="000000"/>
                  </a:solidFill>
                  <a:prstDash val="sys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defTabSz="914034">
                <a:defRPr/>
              </a:pPr>
              <a:endParaRPr lang="zh-CN" altLang="en-US" sz="8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43" name="TextBox 425"/>
            <p:cNvSpPr txBox="1"/>
            <p:nvPr/>
          </p:nvSpPr>
          <p:spPr bwMode="gray">
            <a:xfrm>
              <a:off x="2043760" y="5872054"/>
              <a:ext cx="646276" cy="428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034">
                <a:defRPr/>
              </a:pPr>
              <a:r>
                <a:rPr lang="zh-CN" altLang="en-US" sz="12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城域</a:t>
              </a:r>
            </a:p>
          </p:txBody>
        </p:sp>
        <p:sp>
          <p:nvSpPr>
            <p:cNvPr id="44" name="TextBox 425"/>
            <p:cNvSpPr txBox="1"/>
            <p:nvPr/>
          </p:nvSpPr>
          <p:spPr bwMode="gray">
            <a:xfrm>
              <a:off x="4348547" y="5850507"/>
              <a:ext cx="646276" cy="428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034">
                <a:defRPr/>
              </a:pPr>
              <a:r>
                <a:rPr lang="zh-CN" altLang="en-US" sz="12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城域</a:t>
              </a:r>
            </a:p>
          </p:txBody>
        </p:sp>
      </p:grpSp>
      <p:grpSp>
        <p:nvGrpSpPr>
          <p:cNvPr id="120" name="组合 119"/>
          <p:cNvGrpSpPr/>
          <p:nvPr/>
        </p:nvGrpSpPr>
        <p:grpSpPr bwMode="gray">
          <a:xfrm>
            <a:off x="910780" y="2802797"/>
            <a:ext cx="4295941" cy="1277033"/>
            <a:chOff x="2291068" y="2574861"/>
            <a:chExt cx="3749443" cy="1801258"/>
          </a:xfrm>
        </p:grpSpPr>
        <p:pic>
          <p:nvPicPr>
            <p:cNvPr id="121" name="图片 120">
              <a:extLst>
                <a:ext uri="{FF2B5EF4-FFF2-40B4-BE49-F238E27FC236}">
                  <a16:creationId xmlns="" xmlns:a16="http://schemas.microsoft.com/office/drawing/2014/main" id="{FE7BFBF9-A0D7-41CA-A0ED-1E3CC590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rgbClr val="232323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 flipV="1">
              <a:off x="2878612" y="2574861"/>
              <a:ext cx="2559246" cy="1801258"/>
            </a:xfrm>
            <a:prstGeom prst="rect">
              <a:avLst/>
            </a:prstGeom>
          </p:spPr>
        </p:pic>
        <p:grpSp>
          <p:nvGrpSpPr>
            <p:cNvPr id="122" name="组合 121"/>
            <p:cNvGrpSpPr/>
            <p:nvPr/>
          </p:nvGrpSpPr>
          <p:grpSpPr bwMode="gray">
            <a:xfrm>
              <a:off x="2291068" y="3373968"/>
              <a:ext cx="3749443" cy="285710"/>
              <a:chOff x="2997903" y="3443655"/>
              <a:chExt cx="2812082" cy="214285"/>
            </a:xfrm>
          </p:grpSpPr>
          <p:sp>
            <p:nvSpPr>
              <p:cNvPr id="123" name="TextBox 416"/>
              <p:cNvSpPr txBox="1"/>
              <p:nvPr/>
            </p:nvSpPr>
            <p:spPr bwMode="gray">
              <a:xfrm>
                <a:off x="2997903" y="3462584"/>
                <a:ext cx="881312" cy="19535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1218682">
                  <a:defRPr/>
                </a:pPr>
                <a:r>
                  <a:rPr lang="en-US" altLang="zh-CN" sz="1200" kern="0" dirty="0" smtClean="0">
                    <a:solidFill>
                      <a:srgbClr val="1D1D1A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NETCONF/YANG</a:t>
                </a:r>
                <a:endParaRPr lang="en-US" altLang="zh-CN" sz="1200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124" name="TextBox 417"/>
              <p:cNvSpPr txBox="1"/>
              <p:nvPr/>
            </p:nvSpPr>
            <p:spPr bwMode="gray">
              <a:xfrm>
                <a:off x="5123454" y="3443655"/>
                <a:ext cx="686531" cy="19535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82">
                  <a:defRPr/>
                </a:pPr>
                <a:r>
                  <a:rPr lang="en-US" altLang="zh-CN" sz="1200" kern="0" dirty="0">
                    <a:solidFill>
                      <a:srgbClr val="1D1D1A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cs typeface="+mn-ea"/>
                    <a:sym typeface="Huawei Sans" panose="020C0503030203020204" pitchFamily="34" charset="0"/>
                  </a:rPr>
                  <a:t>Telemetry</a:t>
                </a:r>
              </a:p>
            </p:txBody>
          </p:sp>
        </p:grpSp>
      </p:grpSp>
      <p:grpSp>
        <p:nvGrpSpPr>
          <p:cNvPr id="125" name="组合 124"/>
          <p:cNvGrpSpPr/>
          <p:nvPr/>
        </p:nvGrpSpPr>
        <p:grpSpPr bwMode="gray">
          <a:xfrm>
            <a:off x="2219959" y="3110187"/>
            <a:ext cx="1849563" cy="794571"/>
            <a:chOff x="1441461" y="2190162"/>
            <a:chExt cx="4311295" cy="1866238"/>
          </a:xfrm>
        </p:grpSpPr>
        <p:pic>
          <p:nvPicPr>
            <p:cNvPr id="126" name="图片 1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012622" y="2190162"/>
              <a:ext cx="876544" cy="1163185"/>
            </a:xfrm>
            <a:prstGeom prst="rect">
              <a:avLst/>
            </a:prstGeom>
          </p:spPr>
        </p:pic>
        <p:pic>
          <p:nvPicPr>
            <p:cNvPr id="127" name="图片 12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441461" y="2726542"/>
              <a:ext cx="805293" cy="936333"/>
            </a:xfrm>
            <a:prstGeom prst="rect">
              <a:avLst/>
            </a:prstGeom>
          </p:spPr>
        </p:pic>
        <p:pic>
          <p:nvPicPr>
            <p:cNvPr id="128" name="图片 12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229725" y="2983816"/>
              <a:ext cx="1634334" cy="1046770"/>
            </a:xfrm>
            <a:prstGeom prst="rect">
              <a:avLst/>
            </a:prstGeom>
          </p:spPr>
        </p:pic>
        <p:pic>
          <p:nvPicPr>
            <p:cNvPr id="129" name="图片 128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704411" y="2509665"/>
              <a:ext cx="1417650" cy="900627"/>
            </a:xfrm>
            <a:prstGeom prst="rect">
              <a:avLst/>
            </a:prstGeom>
          </p:spPr>
        </p:pic>
        <p:pic>
          <p:nvPicPr>
            <p:cNvPr id="130" name="图片 129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763529" y="2699383"/>
              <a:ext cx="1354536" cy="860674"/>
            </a:xfrm>
            <a:prstGeom prst="rect">
              <a:avLst/>
            </a:prstGeom>
          </p:spPr>
        </p:pic>
        <p:pic>
          <p:nvPicPr>
            <p:cNvPr id="131" name="图片 13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 bwMode="gray">
            <a:xfrm>
              <a:off x="2432684" y="3713910"/>
              <a:ext cx="1228417" cy="342490"/>
            </a:xfrm>
            <a:prstGeom prst="rect">
              <a:avLst/>
            </a:prstGeom>
          </p:spPr>
        </p:pic>
        <p:pic>
          <p:nvPicPr>
            <p:cNvPr id="132" name="图片 131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4711046" y="3297197"/>
              <a:ext cx="1041710" cy="262860"/>
            </a:xfrm>
            <a:prstGeom prst="rect">
              <a:avLst/>
            </a:prstGeom>
          </p:spPr>
        </p:pic>
        <p:pic>
          <p:nvPicPr>
            <p:cNvPr id="133" name="图片 132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3881088" y="3608367"/>
              <a:ext cx="1253893" cy="242311"/>
            </a:xfrm>
            <a:prstGeom prst="rect">
              <a:avLst/>
            </a:prstGeom>
          </p:spPr>
        </p:pic>
      </p:grpSp>
      <p:sp>
        <p:nvSpPr>
          <p:cNvPr id="134" name="文本框 5">
            <a:extLst>
              <a:ext uri="{FF2B5EF4-FFF2-40B4-BE49-F238E27FC236}">
                <a16:creationId xmlns="" xmlns:a16="http://schemas.microsoft.com/office/drawing/2014/main" id="{0B6E795E-134E-40AA-98D8-EB3A60B89AD5}"/>
              </a:ext>
            </a:extLst>
          </p:cNvPr>
          <p:cNvSpPr txBox="1"/>
          <p:nvPr/>
        </p:nvSpPr>
        <p:spPr bwMode="gray">
          <a:xfrm>
            <a:off x="1289915" y="5594636"/>
            <a:ext cx="3543552" cy="30765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034">
              <a:spcBef>
                <a:spcPts val="600"/>
              </a:spcBef>
              <a:defRPr/>
            </a:pPr>
            <a:r>
              <a:rPr lang="zh-CN" altLang="en-US" sz="1399" kern="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极简架构，智慧连接，智能运维</a:t>
            </a:r>
            <a:endParaRPr lang="zh-CN" altLang="en-US" sz="1200" kern="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36" name="Freeform 159"/>
          <p:cNvSpPr/>
          <p:nvPr/>
        </p:nvSpPr>
        <p:spPr bwMode="gray">
          <a:xfrm flipH="1">
            <a:off x="1938614" y="1633303"/>
            <a:ext cx="2370434" cy="1239092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endParaRPr lang="en-US" sz="12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37" name="组合 136"/>
          <p:cNvGrpSpPr/>
          <p:nvPr/>
        </p:nvGrpSpPr>
        <p:grpSpPr bwMode="gray">
          <a:xfrm>
            <a:off x="2169229" y="2513739"/>
            <a:ext cx="1909205" cy="185558"/>
            <a:chOff x="2845474" y="2559170"/>
            <a:chExt cx="1909205" cy="185558"/>
          </a:xfrm>
        </p:grpSpPr>
        <p:sp>
          <p:nvSpPr>
            <p:cNvPr id="138" name="TextBox 127"/>
            <p:cNvSpPr txBox="1">
              <a:spLocks noChangeArrowheads="1"/>
            </p:cNvSpPr>
            <p:nvPr/>
          </p:nvSpPr>
          <p:spPr bwMode="gray">
            <a:xfrm>
              <a:off x="2845474" y="2560062"/>
              <a:ext cx="30777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algn="ctr" defTabSz="914416" eaLnBrk="0" fontAlgn="ctr" hangingPunct="0">
                <a:buSzPct val="100000"/>
              </a:pPr>
              <a:r>
                <a:rPr lang="zh-CN" altLang="en-US" sz="120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管理</a:t>
              </a:r>
              <a:endParaRPr 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39" name="TextBox 127"/>
            <p:cNvSpPr txBox="1">
              <a:spLocks noChangeArrowheads="1"/>
            </p:cNvSpPr>
            <p:nvPr/>
          </p:nvSpPr>
          <p:spPr bwMode="gray">
            <a:xfrm>
              <a:off x="3646188" y="2559170"/>
              <a:ext cx="30777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algn="ctr" defTabSz="914416" eaLnBrk="0" fontAlgn="ctr" hangingPunct="0">
                <a:buSzPct val="100000"/>
              </a:pPr>
              <a:r>
                <a:rPr lang="zh-CN" altLang="en-US" sz="120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控制</a:t>
              </a:r>
              <a:endParaRPr 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140" name="TextBox 127"/>
            <p:cNvSpPr txBox="1">
              <a:spLocks noChangeArrowheads="1"/>
            </p:cNvSpPr>
            <p:nvPr/>
          </p:nvSpPr>
          <p:spPr bwMode="gray">
            <a:xfrm>
              <a:off x="4446902" y="2560062"/>
              <a:ext cx="30777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 anchorCtr="0">
              <a:spAutoFit/>
            </a:bodyPr>
            <a:lstStyle/>
            <a:p>
              <a:pPr algn="ctr" defTabSz="914416" eaLnBrk="0" fontAlgn="ctr" hangingPunct="0">
                <a:buSzPct val="100000"/>
                <a:defRPr/>
              </a:pPr>
              <a:r>
                <a:rPr lang="zh-CN" altLang="en-US" sz="1200" kern="0" smtClea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itchFamily="34" charset="0"/>
                  <a:sym typeface="Huawei Sans" panose="020C0503030203020204" pitchFamily="34" charset="0"/>
                </a:rPr>
                <a:t>分析</a:t>
              </a:r>
              <a:endParaRPr lang="en-US" sz="1200" kern="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itchFamily="34" charset="0"/>
                <a:sym typeface="Huawei Sans" panose="020C0503030203020204" pitchFamily="34" charset="0"/>
              </a:endParaRPr>
            </a:p>
          </p:txBody>
        </p:sp>
      </p:grpSp>
      <p:pic>
        <p:nvPicPr>
          <p:cNvPr id="141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337277" y="2077883"/>
            <a:ext cx="1573108" cy="28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64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圆角矩形 624"/>
          <p:cNvSpPr/>
          <p:nvPr/>
        </p:nvSpPr>
        <p:spPr bwMode="gray">
          <a:xfrm>
            <a:off x="687963" y="31786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6" name="圆角矩形 625"/>
          <p:cNvSpPr/>
          <p:nvPr/>
        </p:nvSpPr>
        <p:spPr bwMode="gray">
          <a:xfrm>
            <a:off x="1654369" y="31786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7" name="圆角矩形 626"/>
          <p:cNvSpPr/>
          <p:nvPr/>
        </p:nvSpPr>
        <p:spPr bwMode="gray">
          <a:xfrm>
            <a:off x="2651106" y="31786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2" name="圆角矩形 621"/>
          <p:cNvSpPr/>
          <p:nvPr/>
        </p:nvSpPr>
        <p:spPr bwMode="gray">
          <a:xfrm>
            <a:off x="687963" y="40017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3" name="圆角矩形 622"/>
          <p:cNvSpPr/>
          <p:nvPr/>
        </p:nvSpPr>
        <p:spPr bwMode="gray">
          <a:xfrm>
            <a:off x="1654369" y="40017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4" name="圆角矩形 623"/>
          <p:cNvSpPr/>
          <p:nvPr/>
        </p:nvSpPr>
        <p:spPr bwMode="gray">
          <a:xfrm>
            <a:off x="2651106" y="40017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gray">
          <a:xfrm>
            <a:off x="687963" y="4814194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4" name="圆角矩形 443"/>
          <p:cNvSpPr/>
          <p:nvPr/>
        </p:nvSpPr>
        <p:spPr bwMode="gray">
          <a:xfrm>
            <a:off x="4932443" y="1148080"/>
            <a:ext cx="3182379" cy="5052695"/>
          </a:xfrm>
          <a:prstGeom prst="roundRect">
            <a:avLst>
              <a:gd name="adj" fmla="val 3116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3" name="圆角矩形 442"/>
          <p:cNvSpPr/>
          <p:nvPr/>
        </p:nvSpPr>
        <p:spPr bwMode="gray">
          <a:xfrm>
            <a:off x="515497" y="1148080"/>
            <a:ext cx="3272741" cy="5052695"/>
          </a:xfrm>
          <a:prstGeom prst="roundRect">
            <a:avLst>
              <a:gd name="adj" fmla="val 3116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一跳入云：</a:t>
            </a:r>
            <a:r>
              <a:rPr lang="en-US" altLang="zh-CN" dirty="0" smtClean="0">
                <a:sym typeface="Huawei Sans" panose="020C0503030203020204" pitchFamily="34" charset="0"/>
              </a:rPr>
              <a:t>SRv6</a:t>
            </a:r>
            <a:r>
              <a:rPr lang="zh-CN" altLang="en-US" dirty="0" smtClean="0">
                <a:sym typeface="Huawei Sans" panose="020C0503030203020204" pitchFamily="34" charset="0"/>
              </a:rPr>
              <a:t>跨域极简实现业务快速发放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 bwMode="gray">
          <a:xfrm>
            <a:off x="1017682" y="1077314"/>
            <a:ext cx="20890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过去</a:t>
            </a:r>
            <a:endParaRPr lang="en-US" altLang="zh-CN" sz="1600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烟囱网络，数据孤岛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分层分段，入云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困难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2" name="文本框 441"/>
          <p:cNvSpPr txBox="1"/>
          <p:nvPr/>
        </p:nvSpPr>
        <p:spPr bwMode="gray">
          <a:xfrm>
            <a:off x="5326435" y="1077314"/>
            <a:ext cx="24833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现在</a:t>
            </a:r>
            <a:endParaRPr lang="en-US" altLang="zh-CN" sz="1600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多云数据融合，数据共享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一跳入云，快速开通</a:t>
            </a:r>
          </a:p>
        </p:txBody>
      </p:sp>
      <p:grpSp>
        <p:nvGrpSpPr>
          <p:cNvPr id="5" name="组合 4"/>
          <p:cNvGrpSpPr/>
          <p:nvPr/>
        </p:nvGrpSpPr>
        <p:grpSpPr bwMode="gray">
          <a:xfrm>
            <a:off x="4088245" y="3068644"/>
            <a:ext cx="509593" cy="192967"/>
            <a:chOff x="3984654" y="3481778"/>
            <a:chExt cx="299782" cy="113518"/>
          </a:xfrm>
        </p:grpSpPr>
        <p:sp>
          <p:nvSpPr>
            <p:cNvPr id="4" name="燕尾形 3"/>
            <p:cNvSpPr>
              <a:spLocks noChangeAspect="1"/>
            </p:cNvSpPr>
            <p:nvPr/>
          </p:nvSpPr>
          <p:spPr bwMode="gray">
            <a:xfrm>
              <a:off x="3984654" y="3506499"/>
              <a:ext cx="64077" cy="64077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6" name="燕尾形 445"/>
            <p:cNvSpPr>
              <a:spLocks noChangeAspect="1"/>
            </p:cNvSpPr>
            <p:nvPr/>
          </p:nvSpPr>
          <p:spPr bwMode="gray">
            <a:xfrm>
              <a:off x="4043391" y="3506499"/>
              <a:ext cx="64077" cy="64077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7" name="燕尾形 446"/>
            <p:cNvSpPr>
              <a:spLocks noChangeAspect="1"/>
            </p:cNvSpPr>
            <p:nvPr/>
          </p:nvSpPr>
          <p:spPr bwMode="gray">
            <a:xfrm>
              <a:off x="4102128" y="3506499"/>
              <a:ext cx="64077" cy="6407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8" name="燕尾形 447"/>
            <p:cNvSpPr>
              <a:spLocks noChangeAspect="1"/>
            </p:cNvSpPr>
            <p:nvPr/>
          </p:nvSpPr>
          <p:spPr bwMode="gray">
            <a:xfrm>
              <a:off x="4136145" y="3481778"/>
              <a:ext cx="113518" cy="113518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49" name="燕尾形 448"/>
            <p:cNvSpPr>
              <a:spLocks noChangeAspect="1"/>
            </p:cNvSpPr>
            <p:nvPr/>
          </p:nvSpPr>
          <p:spPr bwMode="gray">
            <a:xfrm>
              <a:off x="4233712" y="3506499"/>
              <a:ext cx="50724" cy="64077"/>
            </a:xfrm>
            <a:prstGeom prst="chevron">
              <a:avLst>
                <a:gd name="adj" fmla="val 68209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 bwMode="gray">
          <a:xfrm>
            <a:off x="3789043" y="3373722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千行百业上云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60" name="组合 389"/>
          <p:cNvGrpSpPr>
            <a:grpSpLocks noChangeAspect="1"/>
          </p:cNvGrpSpPr>
          <p:nvPr/>
        </p:nvGrpSpPr>
        <p:grpSpPr bwMode="gray">
          <a:xfrm>
            <a:off x="1812789" y="5540679"/>
            <a:ext cx="418895" cy="336172"/>
            <a:chOff x="2185988" y="2281238"/>
            <a:chExt cx="577850" cy="463550"/>
          </a:xfrm>
        </p:grpSpPr>
        <p:sp>
          <p:nvSpPr>
            <p:cNvPr id="461" name="Oval 22"/>
            <p:cNvSpPr>
              <a:spLocks noChangeArrowheads="1"/>
            </p:cNvSpPr>
            <p:nvPr/>
          </p:nvSpPr>
          <p:spPr bwMode="gray">
            <a:xfrm>
              <a:off x="2709863" y="2560638"/>
              <a:ext cx="53975" cy="539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2" name="Oval 23"/>
            <p:cNvSpPr>
              <a:spLocks noChangeArrowheads="1"/>
            </p:cNvSpPr>
            <p:nvPr/>
          </p:nvSpPr>
          <p:spPr bwMode="gray">
            <a:xfrm>
              <a:off x="2709863" y="2643188"/>
              <a:ext cx="53975" cy="555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3" name="Freeform 105"/>
            <p:cNvSpPr>
              <a:spLocks/>
            </p:cNvSpPr>
            <p:nvPr/>
          </p:nvSpPr>
          <p:spPr bwMode="gray">
            <a:xfrm>
              <a:off x="2416176" y="2355850"/>
              <a:ext cx="95250" cy="23813"/>
            </a:xfrm>
            <a:custGeom>
              <a:avLst/>
              <a:gdLst>
                <a:gd name="T0" fmla="*/ 2147483646 w 72"/>
                <a:gd name="T1" fmla="*/ 2147483646 h 18"/>
                <a:gd name="T2" fmla="*/ 2147483646 w 72"/>
                <a:gd name="T3" fmla="*/ 2147483646 h 18"/>
                <a:gd name="T4" fmla="*/ 0 w 72"/>
                <a:gd name="T5" fmla="*/ 2147483646 h 18"/>
                <a:gd name="T6" fmla="*/ 2147483646 w 72"/>
                <a:gd name="T7" fmla="*/ 0 h 18"/>
                <a:gd name="T8" fmla="*/ 2147483646 w 72"/>
                <a:gd name="T9" fmla="*/ 0 h 18"/>
                <a:gd name="T10" fmla="*/ 2147483646 w 72"/>
                <a:gd name="T11" fmla="*/ 2147483646 h 18"/>
                <a:gd name="T12" fmla="*/ 2147483646 w 7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18"/>
                <a:gd name="T23" fmla="*/ 72 w 7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18">
                  <a:moveTo>
                    <a:pt x="6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4"/>
                    <a:pt x="68" y="18"/>
                    <a:pt x="63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4" name="Freeform 106"/>
            <p:cNvSpPr>
              <a:spLocks/>
            </p:cNvSpPr>
            <p:nvPr/>
          </p:nvSpPr>
          <p:spPr bwMode="gray">
            <a:xfrm>
              <a:off x="2451101" y="2317750"/>
              <a:ext cx="25400" cy="98425"/>
            </a:xfrm>
            <a:custGeom>
              <a:avLst/>
              <a:gdLst>
                <a:gd name="T0" fmla="*/ 2147483646 w 18"/>
                <a:gd name="T1" fmla="*/ 2147483646 h 73"/>
                <a:gd name="T2" fmla="*/ 0 w 18"/>
                <a:gd name="T3" fmla="*/ 2147483646 h 73"/>
                <a:gd name="T4" fmla="*/ 0 w 18"/>
                <a:gd name="T5" fmla="*/ 2147483646 h 73"/>
                <a:gd name="T6" fmla="*/ 2147483646 w 18"/>
                <a:gd name="T7" fmla="*/ 0 h 73"/>
                <a:gd name="T8" fmla="*/ 2147483646 w 18"/>
                <a:gd name="T9" fmla="*/ 2147483646 h 73"/>
                <a:gd name="T10" fmla="*/ 2147483646 w 18"/>
                <a:gd name="T11" fmla="*/ 2147483646 h 73"/>
                <a:gd name="T12" fmla="*/ 2147483646 w 18"/>
                <a:gd name="T13" fmla="*/ 2147483646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73"/>
                <a:gd name="T23" fmla="*/ 18 w 18"/>
                <a:gd name="T24" fmla="*/ 73 h 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73">
                  <a:moveTo>
                    <a:pt x="9" y="73"/>
                  </a:moveTo>
                  <a:cubicBezTo>
                    <a:pt x="4" y="73"/>
                    <a:pt x="0" y="69"/>
                    <a:pt x="0" y="6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4" y="0"/>
                    <a:pt x="18" y="5"/>
                    <a:pt x="18" y="9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9"/>
                    <a:pt x="14" y="73"/>
                    <a:pt x="9" y="73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5" name="Freeform 122"/>
            <p:cNvSpPr>
              <a:spLocks/>
            </p:cNvSpPr>
            <p:nvPr/>
          </p:nvSpPr>
          <p:spPr bwMode="gray">
            <a:xfrm>
              <a:off x="2319338" y="2281238"/>
              <a:ext cx="295275" cy="463550"/>
            </a:xfrm>
            <a:custGeom>
              <a:avLst/>
              <a:gdLst>
                <a:gd name="T0" fmla="*/ 2147483646 w 219"/>
                <a:gd name="T1" fmla="*/ 2147483646 h 345"/>
                <a:gd name="T2" fmla="*/ 2147483646 w 219"/>
                <a:gd name="T3" fmla="*/ 2147483646 h 345"/>
                <a:gd name="T4" fmla="*/ 2147483646 w 219"/>
                <a:gd name="T5" fmla="*/ 2147483646 h 345"/>
                <a:gd name="T6" fmla="*/ 2147483646 w 219"/>
                <a:gd name="T7" fmla="*/ 2147483646 h 345"/>
                <a:gd name="T8" fmla="*/ 2147483646 w 219"/>
                <a:gd name="T9" fmla="*/ 2147483646 h 345"/>
                <a:gd name="T10" fmla="*/ 2147483646 w 219"/>
                <a:gd name="T11" fmla="*/ 2147483646 h 345"/>
                <a:gd name="T12" fmla="*/ 2147483646 w 219"/>
                <a:gd name="T13" fmla="*/ 2147483646 h 345"/>
                <a:gd name="T14" fmla="*/ 2147483646 w 219"/>
                <a:gd name="T15" fmla="*/ 2147483646 h 345"/>
                <a:gd name="T16" fmla="*/ 0 w 219"/>
                <a:gd name="T17" fmla="*/ 2147483646 h 345"/>
                <a:gd name="T18" fmla="*/ 0 w 219"/>
                <a:gd name="T19" fmla="*/ 2147483646 h 345"/>
                <a:gd name="T20" fmla="*/ 2147483646 w 219"/>
                <a:gd name="T21" fmla="*/ 0 h 345"/>
                <a:gd name="T22" fmla="*/ 2147483646 w 219"/>
                <a:gd name="T23" fmla="*/ 0 h 345"/>
                <a:gd name="T24" fmla="*/ 2147483646 w 219"/>
                <a:gd name="T25" fmla="*/ 2147483646 h 345"/>
                <a:gd name="T26" fmla="*/ 2147483646 w 219"/>
                <a:gd name="T27" fmla="*/ 2147483646 h 345"/>
                <a:gd name="T28" fmla="*/ 2147483646 w 219"/>
                <a:gd name="T29" fmla="*/ 2147483646 h 3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9"/>
                <a:gd name="T46" fmla="*/ 0 h 345"/>
                <a:gd name="T47" fmla="*/ 219 w 219"/>
                <a:gd name="T48" fmla="*/ 345 h 3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9" h="345">
                  <a:moveTo>
                    <a:pt x="210" y="345"/>
                  </a:moveTo>
                  <a:cubicBezTo>
                    <a:pt x="205" y="345"/>
                    <a:pt x="201" y="341"/>
                    <a:pt x="201" y="336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24"/>
                    <a:pt x="195" y="18"/>
                    <a:pt x="187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336"/>
                    <a:pt x="18" y="336"/>
                    <a:pt x="18" y="336"/>
                  </a:cubicBezTo>
                  <a:cubicBezTo>
                    <a:pt x="18" y="341"/>
                    <a:pt x="14" y="345"/>
                    <a:pt x="9" y="345"/>
                  </a:cubicBezTo>
                  <a:cubicBezTo>
                    <a:pt x="4" y="345"/>
                    <a:pt x="0" y="341"/>
                    <a:pt x="0" y="33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5"/>
                    <a:pt x="14" y="0"/>
                    <a:pt x="31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205" y="0"/>
                    <a:pt x="219" y="15"/>
                    <a:pt x="219" y="32"/>
                  </a:cubicBezTo>
                  <a:cubicBezTo>
                    <a:pt x="219" y="336"/>
                    <a:pt x="219" y="336"/>
                    <a:pt x="219" y="336"/>
                  </a:cubicBezTo>
                  <a:cubicBezTo>
                    <a:pt x="219" y="341"/>
                    <a:pt x="215" y="345"/>
                    <a:pt x="210" y="34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6" name="Freeform 123"/>
            <p:cNvSpPr>
              <a:spLocks/>
            </p:cNvSpPr>
            <p:nvPr/>
          </p:nvSpPr>
          <p:spPr bwMode="gray">
            <a:xfrm>
              <a:off x="2589213" y="2463800"/>
              <a:ext cx="158750" cy="134938"/>
            </a:xfrm>
            <a:custGeom>
              <a:avLst/>
              <a:gdLst>
                <a:gd name="T0" fmla="*/ 2147483646 w 118"/>
                <a:gd name="T1" fmla="*/ 2147483646 h 100"/>
                <a:gd name="T2" fmla="*/ 2147483646 w 118"/>
                <a:gd name="T3" fmla="*/ 2147483646 h 100"/>
                <a:gd name="T4" fmla="*/ 2147483646 w 118"/>
                <a:gd name="T5" fmla="*/ 2147483646 h 100"/>
                <a:gd name="T6" fmla="*/ 2147483646 w 118"/>
                <a:gd name="T7" fmla="*/ 2147483646 h 100"/>
                <a:gd name="T8" fmla="*/ 2147483646 w 118"/>
                <a:gd name="T9" fmla="*/ 2147483646 h 100"/>
                <a:gd name="T10" fmla="*/ 0 w 118"/>
                <a:gd name="T11" fmla="*/ 2147483646 h 100"/>
                <a:gd name="T12" fmla="*/ 2147483646 w 118"/>
                <a:gd name="T13" fmla="*/ 0 h 100"/>
                <a:gd name="T14" fmla="*/ 2147483646 w 118"/>
                <a:gd name="T15" fmla="*/ 0 h 100"/>
                <a:gd name="T16" fmla="*/ 2147483646 w 118"/>
                <a:gd name="T17" fmla="*/ 2147483646 h 100"/>
                <a:gd name="T18" fmla="*/ 2147483646 w 118"/>
                <a:gd name="T19" fmla="*/ 2147483646 h 100"/>
                <a:gd name="T20" fmla="*/ 2147483646 w 118"/>
                <a:gd name="T21" fmla="*/ 2147483646 h 1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8"/>
                <a:gd name="T34" fmla="*/ 0 h 100"/>
                <a:gd name="T35" fmla="*/ 118 w 118"/>
                <a:gd name="T36" fmla="*/ 100 h 10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8" h="100">
                  <a:moveTo>
                    <a:pt x="109" y="100"/>
                  </a:moveTo>
                  <a:cubicBezTo>
                    <a:pt x="104" y="100"/>
                    <a:pt x="100" y="96"/>
                    <a:pt x="100" y="91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24"/>
                    <a:pt x="94" y="18"/>
                    <a:pt x="86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104" y="0"/>
                    <a:pt x="118" y="15"/>
                    <a:pt x="118" y="32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18" y="96"/>
                    <a:pt x="114" y="100"/>
                    <a:pt x="109" y="10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7" name="Freeform 124"/>
            <p:cNvSpPr>
              <a:spLocks/>
            </p:cNvSpPr>
            <p:nvPr/>
          </p:nvSpPr>
          <p:spPr bwMode="gray">
            <a:xfrm>
              <a:off x="2185988" y="2463800"/>
              <a:ext cx="561975" cy="280988"/>
            </a:xfrm>
            <a:custGeom>
              <a:avLst/>
              <a:gdLst>
                <a:gd name="T0" fmla="*/ 2147483646 w 419"/>
                <a:gd name="T1" fmla="*/ 2147483646 h 209"/>
                <a:gd name="T2" fmla="*/ 2147483646 w 419"/>
                <a:gd name="T3" fmla="*/ 2147483646 h 209"/>
                <a:gd name="T4" fmla="*/ 0 w 419"/>
                <a:gd name="T5" fmla="*/ 2147483646 h 209"/>
                <a:gd name="T6" fmla="*/ 0 w 419"/>
                <a:gd name="T7" fmla="*/ 2147483646 h 209"/>
                <a:gd name="T8" fmla="*/ 2147483646 w 419"/>
                <a:gd name="T9" fmla="*/ 0 h 209"/>
                <a:gd name="T10" fmla="*/ 2147483646 w 419"/>
                <a:gd name="T11" fmla="*/ 0 h 209"/>
                <a:gd name="T12" fmla="*/ 2147483646 w 419"/>
                <a:gd name="T13" fmla="*/ 2147483646 h 209"/>
                <a:gd name="T14" fmla="*/ 2147483646 w 419"/>
                <a:gd name="T15" fmla="*/ 2147483646 h 209"/>
                <a:gd name="T16" fmla="*/ 2147483646 w 419"/>
                <a:gd name="T17" fmla="*/ 2147483646 h 209"/>
                <a:gd name="T18" fmla="*/ 2147483646 w 419"/>
                <a:gd name="T19" fmla="*/ 2147483646 h 209"/>
                <a:gd name="T20" fmla="*/ 2147483646 w 419"/>
                <a:gd name="T21" fmla="*/ 2147483646 h 209"/>
                <a:gd name="T22" fmla="*/ 2147483646 w 419"/>
                <a:gd name="T23" fmla="*/ 2147483646 h 209"/>
                <a:gd name="T24" fmla="*/ 2147483646 w 419"/>
                <a:gd name="T25" fmla="*/ 2147483646 h 209"/>
                <a:gd name="T26" fmla="*/ 2147483646 w 419"/>
                <a:gd name="T27" fmla="*/ 2147483646 h 209"/>
                <a:gd name="T28" fmla="*/ 2147483646 w 419"/>
                <a:gd name="T29" fmla="*/ 2147483646 h 209"/>
                <a:gd name="T30" fmla="*/ 2147483646 w 419"/>
                <a:gd name="T31" fmla="*/ 2147483646 h 209"/>
                <a:gd name="T32" fmla="*/ 2147483646 w 419"/>
                <a:gd name="T33" fmla="*/ 2147483646 h 209"/>
                <a:gd name="T34" fmla="*/ 2147483646 w 419"/>
                <a:gd name="T35" fmla="*/ 2147483646 h 209"/>
                <a:gd name="T36" fmla="*/ 2147483646 w 419"/>
                <a:gd name="T37" fmla="*/ 2147483646 h 20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19"/>
                <a:gd name="T58" fmla="*/ 0 h 209"/>
                <a:gd name="T59" fmla="*/ 419 w 419"/>
                <a:gd name="T60" fmla="*/ 209 h 20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19" h="209">
                  <a:moveTo>
                    <a:pt x="387" y="209"/>
                  </a:moveTo>
                  <a:cubicBezTo>
                    <a:pt x="31" y="209"/>
                    <a:pt x="31" y="209"/>
                    <a:pt x="31" y="209"/>
                  </a:cubicBezTo>
                  <a:cubicBezTo>
                    <a:pt x="14" y="209"/>
                    <a:pt x="0" y="195"/>
                    <a:pt x="0" y="177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5"/>
                    <a:pt x="14" y="0"/>
                    <a:pt x="31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4" y="0"/>
                    <a:pt x="118" y="4"/>
                    <a:pt x="118" y="9"/>
                  </a:cubicBezTo>
                  <a:cubicBezTo>
                    <a:pt x="118" y="14"/>
                    <a:pt x="114" y="18"/>
                    <a:pt x="109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8" y="185"/>
                    <a:pt x="24" y="191"/>
                    <a:pt x="31" y="191"/>
                  </a:cubicBezTo>
                  <a:cubicBezTo>
                    <a:pt x="387" y="191"/>
                    <a:pt x="387" y="191"/>
                    <a:pt x="387" y="191"/>
                  </a:cubicBezTo>
                  <a:cubicBezTo>
                    <a:pt x="395" y="191"/>
                    <a:pt x="401" y="185"/>
                    <a:pt x="401" y="177"/>
                  </a:cubicBezTo>
                  <a:cubicBezTo>
                    <a:pt x="401" y="153"/>
                    <a:pt x="401" y="153"/>
                    <a:pt x="401" y="153"/>
                  </a:cubicBezTo>
                  <a:cubicBezTo>
                    <a:pt x="401" y="148"/>
                    <a:pt x="405" y="144"/>
                    <a:pt x="410" y="144"/>
                  </a:cubicBezTo>
                  <a:cubicBezTo>
                    <a:pt x="415" y="144"/>
                    <a:pt x="419" y="148"/>
                    <a:pt x="419" y="153"/>
                  </a:cubicBezTo>
                  <a:cubicBezTo>
                    <a:pt x="419" y="177"/>
                    <a:pt x="419" y="177"/>
                    <a:pt x="419" y="177"/>
                  </a:cubicBezTo>
                  <a:cubicBezTo>
                    <a:pt x="419" y="195"/>
                    <a:pt x="405" y="209"/>
                    <a:pt x="387" y="209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8" name="Freeform 125"/>
            <p:cNvSpPr>
              <a:spLocks noEditPoints="1"/>
            </p:cNvSpPr>
            <p:nvPr/>
          </p:nvSpPr>
          <p:spPr bwMode="gray">
            <a:xfrm>
              <a:off x="2374901" y="2432050"/>
              <a:ext cx="68263" cy="68263"/>
            </a:xfrm>
            <a:custGeom>
              <a:avLst/>
              <a:gdLst>
                <a:gd name="T0" fmla="*/ 2147483646 w 51"/>
                <a:gd name="T1" fmla="*/ 2147483646 h 51"/>
                <a:gd name="T2" fmla="*/ 2147483646 w 51"/>
                <a:gd name="T3" fmla="*/ 2147483646 h 51"/>
                <a:gd name="T4" fmla="*/ 0 w 51"/>
                <a:gd name="T5" fmla="*/ 2147483646 h 51"/>
                <a:gd name="T6" fmla="*/ 0 w 51"/>
                <a:gd name="T7" fmla="*/ 2147483646 h 51"/>
                <a:gd name="T8" fmla="*/ 2147483646 w 51"/>
                <a:gd name="T9" fmla="*/ 0 h 51"/>
                <a:gd name="T10" fmla="*/ 2147483646 w 51"/>
                <a:gd name="T11" fmla="*/ 0 h 51"/>
                <a:gd name="T12" fmla="*/ 2147483646 w 51"/>
                <a:gd name="T13" fmla="*/ 2147483646 h 51"/>
                <a:gd name="T14" fmla="*/ 2147483646 w 51"/>
                <a:gd name="T15" fmla="*/ 2147483646 h 51"/>
                <a:gd name="T16" fmla="*/ 2147483646 w 51"/>
                <a:gd name="T17" fmla="*/ 2147483646 h 51"/>
                <a:gd name="T18" fmla="*/ 2147483646 w 51"/>
                <a:gd name="T19" fmla="*/ 2147483646 h 51"/>
                <a:gd name="T20" fmla="*/ 2147483646 w 51"/>
                <a:gd name="T21" fmla="*/ 2147483646 h 51"/>
                <a:gd name="T22" fmla="*/ 2147483646 w 51"/>
                <a:gd name="T23" fmla="*/ 2147483646 h 51"/>
                <a:gd name="T24" fmla="*/ 2147483646 w 51"/>
                <a:gd name="T25" fmla="*/ 2147483646 h 51"/>
                <a:gd name="T26" fmla="*/ 2147483646 w 51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1"/>
                <a:gd name="T43" fmla="*/ 0 h 51"/>
                <a:gd name="T44" fmla="*/ 51 w 51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1" h="51">
                  <a:moveTo>
                    <a:pt x="45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1" y="2"/>
                    <a:pt x="51" y="6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1" y="48"/>
                    <a:pt x="49" y="51"/>
                    <a:pt x="45" y="51"/>
                  </a:cubicBezTo>
                  <a:close/>
                  <a:moveTo>
                    <a:pt x="12" y="39"/>
                  </a:moveTo>
                  <a:cubicBezTo>
                    <a:pt x="39" y="39"/>
                    <a:pt x="39" y="39"/>
                    <a:pt x="39" y="39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69" name="Freeform 126"/>
            <p:cNvSpPr>
              <a:spLocks noEditPoints="1"/>
            </p:cNvSpPr>
            <p:nvPr/>
          </p:nvSpPr>
          <p:spPr bwMode="gray">
            <a:xfrm>
              <a:off x="2489201" y="2432050"/>
              <a:ext cx="69850" cy="68263"/>
            </a:xfrm>
            <a:custGeom>
              <a:avLst/>
              <a:gdLst>
                <a:gd name="T0" fmla="*/ 2147483646 w 52"/>
                <a:gd name="T1" fmla="*/ 2147483646 h 51"/>
                <a:gd name="T2" fmla="*/ 2147483646 w 52"/>
                <a:gd name="T3" fmla="*/ 2147483646 h 51"/>
                <a:gd name="T4" fmla="*/ 0 w 52"/>
                <a:gd name="T5" fmla="*/ 2147483646 h 51"/>
                <a:gd name="T6" fmla="*/ 0 w 52"/>
                <a:gd name="T7" fmla="*/ 2147483646 h 51"/>
                <a:gd name="T8" fmla="*/ 2147483646 w 52"/>
                <a:gd name="T9" fmla="*/ 0 h 51"/>
                <a:gd name="T10" fmla="*/ 2147483646 w 52"/>
                <a:gd name="T11" fmla="*/ 0 h 51"/>
                <a:gd name="T12" fmla="*/ 2147483646 w 52"/>
                <a:gd name="T13" fmla="*/ 2147483646 h 51"/>
                <a:gd name="T14" fmla="*/ 2147483646 w 52"/>
                <a:gd name="T15" fmla="*/ 2147483646 h 51"/>
                <a:gd name="T16" fmla="*/ 2147483646 w 52"/>
                <a:gd name="T17" fmla="*/ 2147483646 h 51"/>
                <a:gd name="T18" fmla="*/ 2147483646 w 52"/>
                <a:gd name="T19" fmla="*/ 2147483646 h 51"/>
                <a:gd name="T20" fmla="*/ 2147483646 w 52"/>
                <a:gd name="T21" fmla="*/ 2147483646 h 51"/>
                <a:gd name="T22" fmla="*/ 2147483646 w 52"/>
                <a:gd name="T23" fmla="*/ 2147483646 h 51"/>
                <a:gd name="T24" fmla="*/ 2147483646 w 52"/>
                <a:gd name="T25" fmla="*/ 2147483646 h 51"/>
                <a:gd name="T26" fmla="*/ 2147483646 w 52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2"/>
                <a:gd name="T43" fmla="*/ 0 h 51"/>
                <a:gd name="T44" fmla="*/ 52 w 52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2" h="51">
                  <a:moveTo>
                    <a:pt x="4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9" y="0"/>
                    <a:pt x="52" y="2"/>
                    <a:pt x="52" y="6"/>
                  </a:cubicBezTo>
                  <a:cubicBezTo>
                    <a:pt x="52" y="45"/>
                    <a:pt x="52" y="45"/>
                    <a:pt x="52" y="45"/>
                  </a:cubicBezTo>
                  <a:cubicBezTo>
                    <a:pt x="52" y="48"/>
                    <a:pt x="49" y="51"/>
                    <a:pt x="46" y="51"/>
                  </a:cubicBezTo>
                  <a:close/>
                  <a:moveTo>
                    <a:pt x="12" y="39"/>
                  </a:moveTo>
                  <a:cubicBezTo>
                    <a:pt x="40" y="39"/>
                    <a:pt x="40" y="39"/>
                    <a:pt x="40" y="39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0" name="Freeform 127"/>
            <p:cNvSpPr>
              <a:spLocks noEditPoints="1"/>
            </p:cNvSpPr>
            <p:nvPr/>
          </p:nvSpPr>
          <p:spPr bwMode="gray">
            <a:xfrm>
              <a:off x="2374901" y="2514600"/>
              <a:ext cx="68263" cy="68263"/>
            </a:xfrm>
            <a:custGeom>
              <a:avLst/>
              <a:gdLst>
                <a:gd name="T0" fmla="*/ 2147483646 w 51"/>
                <a:gd name="T1" fmla="*/ 2147483646 h 51"/>
                <a:gd name="T2" fmla="*/ 2147483646 w 51"/>
                <a:gd name="T3" fmla="*/ 2147483646 h 51"/>
                <a:gd name="T4" fmla="*/ 0 w 51"/>
                <a:gd name="T5" fmla="*/ 2147483646 h 51"/>
                <a:gd name="T6" fmla="*/ 0 w 51"/>
                <a:gd name="T7" fmla="*/ 2147483646 h 51"/>
                <a:gd name="T8" fmla="*/ 2147483646 w 51"/>
                <a:gd name="T9" fmla="*/ 0 h 51"/>
                <a:gd name="T10" fmla="*/ 2147483646 w 51"/>
                <a:gd name="T11" fmla="*/ 0 h 51"/>
                <a:gd name="T12" fmla="*/ 2147483646 w 51"/>
                <a:gd name="T13" fmla="*/ 2147483646 h 51"/>
                <a:gd name="T14" fmla="*/ 2147483646 w 51"/>
                <a:gd name="T15" fmla="*/ 2147483646 h 51"/>
                <a:gd name="T16" fmla="*/ 2147483646 w 51"/>
                <a:gd name="T17" fmla="*/ 2147483646 h 51"/>
                <a:gd name="T18" fmla="*/ 2147483646 w 51"/>
                <a:gd name="T19" fmla="*/ 2147483646 h 51"/>
                <a:gd name="T20" fmla="*/ 2147483646 w 51"/>
                <a:gd name="T21" fmla="*/ 2147483646 h 51"/>
                <a:gd name="T22" fmla="*/ 2147483646 w 51"/>
                <a:gd name="T23" fmla="*/ 2147483646 h 51"/>
                <a:gd name="T24" fmla="*/ 2147483646 w 51"/>
                <a:gd name="T25" fmla="*/ 2147483646 h 51"/>
                <a:gd name="T26" fmla="*/ 2147483646 w 51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1"/>
                <a:gd name="T43" fmla="*/ 0 h 51"/>
                <a:gd name="T44" fmla="*/ 51 w 51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1" h="51">
                  <a:moveTo>
                    <a:pt x="45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1" y="2"/>
                    <a:pt x="51" y="6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1" y="48"/>
                    <a:pt x="49" y="51"/>
                    <a:pt x="45" y="51"/>
                  </a:cubicBezTo>
                  <a:close/>
                  <a:moveTo>
                    <a:pt x="12" y="39"/>
                  </a:moveTo>
                  <a:cubicBezTo>
                    <a:pt x="39" y="39"/>
                    <a:pt x="39" y="39"/>
                    <a:pt x="39" y="39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1" name="Freeform 128"/>
            <p:cNvSpPr>
              <a:spLocks noEditPoints="1"/>
            </p:cNvSpPr>
            <p:nvPr/>
          </p:nvSpPr>
          <p:spPr bwMode="gray">
            <a:xfrm>
              <a:off x="2227263" y="2514600"/>
              <a:ext cx="69850" cy="68263"/>
            </a:xfrm>
            <a:custGeom>
              <a:avLst/>
              <a:gdLst>
                <a:gd name="T0" fmla="*/ 2147483646 w 52"/>
                <a:gd name="T1" fmla="*/ 2147483646 h 51"/>
                <a:gd name="T2" fmla="*/ 2147483646 w 52"/>
                <a:gd name="T3" fmla="*/ 2147483646 h 51"/>
                <a:gd name="T4" fmla="*/ 0 w 52"/>
                <a:gd name="T5" fmla="*/ 2147483646 h 51"/>
                <a:gd name="T6" fmla="*/ 0 w 52"/>
                <a:gd name="T7" fmla="*/ 2147483646 h 51"/>
                <a:gd name="T8" fmla="*/ 2147483646 w 52"/>
                <a:gd name="T9" fmla="*/ 0 h 51"/>
                <a:gd name="T10" fmla="*/ 2147483646 w 52"/>
                <a:gd name="T11" fmla="*/ 0 h 51"/>
                <a:gd name="T12" fmla="*/ 2147483646 w 52"/>
                <a:gd name="T13" fmla="*/ 2147483646 h 51"/>
                <a:gd name="T14" fmla="*/ 2147483646 w 52"/>
                <a:gd name="T15" fmla="*/ 2147483646 h 51"/>
                <a:gd name="T16" fmla="*/ 2147483646 w 52"/>
                <a:gd name="T17" fmla="*/ 2147483646 h 51"/>
                <a:gd name="T18" fmla="*/ 2147483646 w 52"/>
                <a:gd name="T19" fmla="*/ 2147483646 h 51"/>
                <a:gd name="T20" fmla="*/ 2147483646 w 52"/>
                <a:gd name="T21" fmla="*/ 2147483646 h 51"/>
                <a:gd name="T22" fmla="*/ 2147483646 w 52"/>
                <a:gd name="T23" fmla="*/ 2147483646 h 51"/>
                <a:gd name="T24" fmla="*/ 2147483646 w 52"/>
                <a:gd name="T25" fmla="*/ 2147483646 h 51"/>
                <a:gd name="T26" fmla="*/ 2147483646 w 52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2"/>
                <a:gd name="T43" fmla="*/ 0 h 51"/>
                <a:gd name="T44" fmla="*/ 52 w 52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2" h="51">
                  <a:moveTo>
                    <a:pt x="4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9" y="0"/>
                    <a:pt x="52" y="2"/>
                    <a:pt x="52" y="6"/>
                  </a:cubicBezTo>
                  <a:cubicBezTo>
                    <a:pt x="52" y="45"/>
                    <a:pt x="52" y="45"/>
                    <a:pt x="52" y="45"/>
                  </a:cubicBezTo>
                  <a:cubicBezTo>
                    <a:pt x="52" y="48"/>
                    <a:pt x="49" y="51"/>
                    <a:pt x="46" y="51"/>
                  </a:cubicBezTo>
                  <a:close/>
                  <a:moveTo>
                    <a:pt x="12" y="39"/>
                  </a:moveTo>
                  <a:cubicBezTo>
                    <a:pt x="40" y="39"/>
                    <a:pt x="40" y="39"/>
                    <a:pt x="40" y="39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2" name="Freeform 129"/>
            <p:cNvSpPr>
              <a:spLocks noEditPoints="1"/>
            </p:cNvSpPr>
            <p:nvPr/>
          </p:nvSpPr>
          <p:spPr bwMode="gray">
            <a:xfrm>
              <a:off x="2636838" y="2514600"/>
              <a:ext cx="68263" cy="68263"/>
            </a:xfrm>
            <a:custGeom>
              <a:avLst/>
              <a:gdLst>
                <a:gd name="T0" fmla="*/ 2147483646 w 51"/>
                <a:gd name="T1" fmla="*/ 2147483646 h 51"/>
                <a:gd name="T2" fmla="*/ 2147483646 w 51"/>
                <a:gd name="T3" fmla="*/ 2147483646 h 51"/>
                <a:gd name="T4" fmla="*/ 0 w 51"/>
                <a:gd name="T5" fmla="*/ 2147483646 h 51"/>
                <a:gd name="T6" fmla="*/ 0 w 51"/>
                <a:gd name="T7" fmla="*/ 2147483646 h 51"/>
                <a:gd name="T8" fmla="*/ 2147483646 w 51"/>
                <a:gd name="T9" fmla="*/ 0 h 51"/>
                <a:gd name="T10" fmla="*/ 2147483646 w 51"/>
                <a:gd name="T11" fmla="*/ 0 h 51"/>
                <a:gd name="T12" fmla="*/ 2147483646 w 51"/>
                <a:gd name="T13" fmla="*/ 2147483646 h 51"/>
                <a:gd name="T14" fmla="*/ 2147483646 w 51"/>
                <a:gd name="T15" fmla="*/ 2147483646 h 51"/>
                <a:gd name="T16" fmla="*/ 2147483646 w 51"/>
                <a:gd name="T17" fmla="*/ 2147483646 h 51"/>
                <a:gd name="T18" fmla="*/ 2147483646 w 51"/>
                <a:gd name="T19" fmla="*/ 2147483646 h 51"/>
                <a:gd name="T20" fmla="*/ 2147483646 w 51"/>
                <a:gd name="T21" fmla="*/ 2147483646 h 51"/>
                <a:gd name="T22" fmla="*/ 2147483646 w 51"/>
                <a:gd name="T23" fmla="*/ 2147483646 h 51"/>
                <a:gd name="T24" fmla="*/ 2147483646 w 51"/>
                <a:gd name="T25" fmla="*/ 2147483646 h 51"/>
                <a:gd name="T26" fmla="*/ 2147483646 w 51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1"/>
                <a:gd name="T43" fmla="*/ 0 h 51"/>
                <a:gd name="T44" fmla="*/ 51 w 51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1" h="51">
                  <a:moveTo>
                    <a:pt x="45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1" y="2"/>
                    <a:pt x="51" y="6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1" y="48"/>
                    <a:pt x="49" y="51"/>
                    <a:pt x="45" y="51"/>
                  </a:cubicBezTo>
                  <a:close/>
                  <a:moveTo>
                    <a:pt x="12" y="39"/>
                  </a:moveTo>
                  <a:cubicBezTo>
                    <a:pt x="39" y="39"/>
                    <a:pt x="39" y="39"/>
                    <a:pt x="39" y="39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3" name="Freeform 130"/>
            <p:cNvSpPr>
              <a:spLocks noEditPoints="1"/>
            </p:cNvSpPr>
            <p:nvPr/>
          </p:nvSpPr>
          <p:spPr bwMode="gray">
            <a:xfrm>
              <a:off x="2489201" y="2514600"/>
              <a:ext cx="69850" cy="68263"/>
            </a:xfrm>
            <a:custGeom>
              <a:avLst/>
              <a:gdLst>
                <a:gd name="T0" fmla="*/ 2147483646 w 52"/>
                <a:gd name="T1" fmla="*/ 2147483646 h 51"/>
                <a:gd name="T2" fmla="*/ 2147483646 w 52"/>
                <a:gd name="T3" fmla="*/ 2147483646 h 51"/>
                <a:gd name="T4" fmla="*/ 0 w 52"/>
                <a:gd name="T5" fmla="*/ 2147483646 h 51"/>
                <a:gd name="T6" fmla="*/ 0 w 52"/>
                <a:gd name="T7" fmla="*/ 2147483646 h 51"/>
                <a:gd name="T8" fmla="*/ 2147483646 w 52"/>
                <a:gd name="T9" fmla="*/ 0 h 51"/>
                <a:gd name="T10" fmla="*/ 2147483646 w 52"/>
                <a:gd name="T11" fmla="*/ 0 h 51"/>
                <a:gd name="T12" fmla="*/ 2147483646 w 52"/>
                <a:gd name="T13" fmla="*/ 2147483646 h 51"/>
                <a:gd name="T14" fmla="*/ 2147483646 w 52"/>
                <a:gd name="T15" fmla="*/ 2147483646 h 51"/>
                <a:gd name="T16" fmla="*/ 2147483646 w 52"/>
                <a:gd name="T17" fmla="*/ 2147483646 h 51"/>
                <a:gd name="T18" fmla="*/ 2147483646 w 52"/>
                <a:gd name="T19" fmla="*/ 2147483646 h 51"/>
                <a:gd name="T20" fmla="*/ 2147483646 w 52"/>
                <a:gd name="T21" fmla="*/ 2147483646 h 51"/>
                <a:gd name="T22" fmla="*/ 2147483646 w 52"/>
                <a:gd name="T23" fmla="*/ 2147483646 h 51"/>
                <a:gd name="T24" fmla="*/ 2147483646 w 52"/>
                <a:gd name="T25" fmla="*/ 2147483646 h 51"/>
                <a:gd name="T26" fmla="*/ 2147483646 w 52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2"/>
                <a:gd name="T43" fmla="*/ 0 h 51"/>
                <a:gd name="T44" fmla="*/ 52 w 52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2" h="51">
                  <a:moveTo>
                    <a:pt x="4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9" y="0"/>
                    <a:pt x="52" y="2"/>
                    <a:pt x="52" y="6"/>
                  </a:cubicBezTo>
                  <a:cubicBezTo>
                    <a:pt x="52" y="45"/>
                    <a:pt x="52" y="45"/>
                    <a:pt x="52" y="45"/>
                  </a:cubicBezTo>
                  <a:cubicBezTo>
                    <a:pt x="52" y="48"/>
                    <a:pt x="49" y="51"/>
                    <a:pt x="46" y="51"/>
                  </a:cubicBezTo>
                  <a:close/>
                  <a:moveTo>
                    <a:pt x="12" y="39"/>
                  </a:moveTo>
                  <a:cubicBezTo>
                    <a:pt x="40" y="39"/>
                    <a:pt x="40" y="39"/>
                    <a:pt x="40" y="39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4" name="Freeform 131"/>
            <p:cNvSpPr>
              <a:spLocks noEditPoints="1"/>
            </p:cNvSpPr>
            <p:nvPr/>
          </p:nvSpPr>
          <p:spPr bwMode="gray">
            <a:xfrm>
              <a:off x="2424113" y="2620963"/>
              <a:ext cx="87313" cy="120650"/>
            </a:xfrm>
            <a:custGeom>
              <a:avLst/>
              <a:gdLst>
                <a:gd name="T0" fmla="*/ 2147483646 w 65"/>
                <a:gd name="T1" fmla="*/ 2147483646 h 89"/>
                <a:gd name="T2" fmla="*/ 2147483646 w 65"/>
                <a:gd name="T3" fmla="*/ 2147483646 h 89"/>
                <a:gd name="T4" fmla="*/ 0 w 65"/>
                <a:gd name="T5" fmla="*/ 2147483646 h 89"/>
                <a:gd name="T6" fmla="*/ 0 w 65"/>
                <a:gd name="T7" fmla="*/ 2147483646 h 89"/>
                <a:gd name="T8" fmla="*/ 2147483646 w 65"/>
                <a:gd name="T9" fmla="*/ 0 h 89"/>
                <a:gd name="T10" fmla="*/ 2147483646 w 65"/>
                <a:gd name="T11" fmla="*/ 0 h 89"/>
                <a:gd name="T12" fmla="*/ 2147483646 w 65"/>
                <a:gd name="T13" fmla="*/ 2147483646 h 89"/>
                <a:gd name="T14" fmla="*/ 2147483646 w 65"/>
                <a:gd name="T15" fmla="*/ 2147483646 h 89"/>
                <a:gd name="T16" fmla="*/ 2147483646 w 65"/>
                <a:gd name="T17" fmla="*/ 2147483646 h 89"/>
                <a:gd name="T18" fmla="*/ 2147483646 w 65"/>
                <a:gd name="T19" fmla="*/ 2147483646 h 89"/>
                <a:gd name="T20" fmla="*/ 2147483646 w 65"/>
                <a:gd name="T21" fmla="*/ 2147483646 h 89"/>
                <a:gd name="T22" fmla="*/ 2147483646 w 65"/>
                <a:gd name="T23" fmla="*/ 2147483646 h 89"/>
                <a:gd name="T24" fmla="*/ 2147483646 w 65"/>
                <a:gd name="T25" fmla="*/ 2147483646 h 89"/>
                <a:gd name="T26" fmla="*/ 2147483646 w 65"/>
                <a:gd name="T27" fmla="*/ 2147483646 h 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"/>
                <a:gd name="T43" fmla="*/ 0 h 89"/>
                <a:gd name="T44" fmla="*/ 65 w 65"/>
                <a:gd name="T45" fmla="*/ 89 h 8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" h="89">
                  <a:moveTo>
                    <a:pt x="59" y="89"/>
                  </a:moveTo>
                  <a:cubicBezTo>
                    <a:pt x="6" y="89"/>
                    <a:pt x="6" y="89"/>
                    <a:pt x="6" y="89"/>
                  </a:cubicBezTo>
                  <a:cubicBezTo>
                    <a:pt x="3" y="89"/>
                    <a:pt x="0" y="86"/>
                    <a:pt x="0" y="8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2" y="0"/>
                    <a:pt x="65" y="2"/>
                    <a:pt x="65" y="6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5" y="86"/>
                    <a:pt x="62" y="89"/>
                    <a:pt x="59" y="89"/>
                  </a:cubicBezTo>
                  <a:close/>
                  <a:moveTo>
                    <a:pt x="12" y="77"/>
                  </a:moveTo>
                  <a:cubicBezTo>
                    <a:pt x="53" y="77"/>
                    <a:pt x="53" y="77"/>
                    <a:pt x="53" y="77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7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75" name="组合 468"/>
          <p:cNvGrpSpPr>
            <a:grpSpLocks noChangeAspect="1"/>
          </p:cNvGrpSpPr>
          <p:nvPr/>
        </p:nvGrpSpPr>
        <p:grpSpPr bwMode="gray">
          <a:xfrm>
            <a:off x="2826645" y="5490077"/>
            <a:ext cx="472578" cy="437377"/>
            <a:chOff x="7108826" y="566738"/>
            <a:chExt cx="698500" cy="646113"/>
          </a:xfrm>
        </p:grpSpPr>
        <p:sp>
          <p:nvSpPr>
            <p:cNvPr id="476" name="Freeform 512"/>
            <p:cNvSpPr>
              <a:spLocks/>
            </p:cNvSpPr>
            <p:nvPr/>
          </p:nvSpPr>
          <p:spPr bwMode="gray">
            <a:xfrm>
              <a:off x="7237413" y="714376"/>
              <a:ext cx="423863" cy="441325"/>
            </a:xfrm>
            <a:custGeom>
              <a:avLst/>
              <a:gdLst>
                <a:gd name="T0" fmla="*/ 2147483646 w 315"/>
                <a:gd name="T1" fmla="*/ 2147483646 h 328"/>
                <a:gd name="T2" fmla="*/ 2147483646 w 315"/>
                <a:gd name="T3" fmla="*/ 2147483646 h 328"/>
                <a:gd name="T4" fmla="*/ 2147483646 w 315"/>
                <a:gd name="T5" fmla="*/ 2147483646 h 328"/>
                <a:gd name="T6" fmla="*/ 2147483646 w 315"/>
                <a:gd name="T7" fmla="*/ 2147483646 h 328"/>
                <a:gd name="T8" fmla="*/ 2147483646 w 315"/>
                <a:gd name="T9" fmla="*/ 2147483646 h 328"/>
                <a:gd name="T10" fmla="*/ 2147483646 w 315"/>
                <a:gd name="T11" fmla="*/ 2147483646 h 328"/>
                <a:gd name="T12" fmla="*/ 2147483646 w 315"/>
                <a:gd name="T13" fmla="*/ 2147483646 h 328"/>
                <a:gd name="T14" fmla="*/ 0 w 315"/>
                <a:gd name="T15" fmla="*/ 2147483646 h 328"/>
                <a:gd name="T16" fmla="*/ 0 w 315"/>
                <a:gd name="T17" fmla="*/ 2147483646 h 328"/>
                <a:gd name="T18" fmla="*/ 2147483646 w 315"/>
                <a:gd name="T19" fmla="*/ 0 h 328"/>
                <a:gd name="T20" fmla="*/ 2147483646 w 315"/>
                <a:gd name="T21" fmla="*/ 0 h 328"/>
                <a:gd name="T22" fmla="*/ 2147483646 w 315"/>
                <a:gd name="T23" fmla="*/ 2147483646 h 328"/>
                <a:gd name="T24" fmla="*/ 2147483646 w 315"/>
                <a:gd name="T25" fmla="*/ 2147483646 h 3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5"/>
                <a:gd name="T40" fmla="*/ 0 h 328"/>
                <a:gd name="T41" fmla="*/ 315 w 315"/>
                <a:gd name="T42" fmla="*/ 328 h 3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5" h="328">
                  <a:moveTo>
                    <a:pt x="315" y="328"/>
                  </a:moveTo>
                  <a:cubicBezTo>
                    <a:pt x="297" y="328"/>
                    <a:pt x="297" y="328"/>
                    <a:pt x="297" y="328"/>
                  </a:cubicBezTo>
                  <a:cubicBezTo>
                    <a:pt x="297" y="32"/>
                    <a:pt x="297" y="32"/>
                    <a:pt x="297" y="32"/>
                  </a:cubicBezTo>
                  <a:cubicBezTo>
                    <a:pt x="297" y="24"/>
                    <a:pt x="291" y="18"/>
                    <a:pt x="28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328"/>
                    <a:pt x="18" y="328"/>
                    <a:pt x="18" y="328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301" y="0"/>
                    <a:pt x="315" y="14"/>
                    <a:pt x="315" y="32"/>
                  </a:cubicBezTo>
                  <a:lnTo>
                    <a:pt x="315" y="32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7" name="Freeform 513"/>
            <p:cNvSpPr>
              <a:spLocks/>
            </p:cNvSpPr>
            <p:nvPr/>
          </p:nvSpPr>
          <p:spPr bwMode="gray">
            <a:xfrm>
              <a:off x="7578726" y="1057276"/>
              <a:ext cx="212725" cy="111125"/>
            </a:xfrm>
            <a:custGeom>
              <a:avLst/>
              <a:gdLst>
                <a:gd name="T0" fmla="*/ 2147483646 w 158"/>
                <a:gd name="T1" fmla="*/ 2147483646 h 83"/>
                <a:gd name="T2" fmla="*/ 0 w 158"/>
                <a:gd name="T3" fmla="*/ 2147483646 h 83"/>
                <a:gd name="T4" fmla="*/ 0 w 158"/>
                <a:gd name="T5" fmla="*/ 2147483646 h 83"/>
                <a:gd name="T6" fmla="*/ 2147483646 w 158"/>
                <a:gd name="T7" fmla="*/ 2147483646 h 83"/>
                <a:gd name="T8" fmla="*/ 2147483646 w 158"/>
                <a:gd name="T9" fmla="*/ 2147483646 h 83"/>
                <a:gd name="T10" fmla="*/ 2147483646 w 158"/>
                <a:gd name="T11" fmla="*/ 0 h 83"/>
                <a:gd name="T12" fmla="*/ 2147483646 w 158"/>
                <a:gd name="T13" fmla="*/ 0 h 83"/>
                <a:gd name="T14" fmla="*/ 2147483646 w 158"/>
                <a:gd name="T15" fmla="*/ 2147483646 h 83"/>
                <a:gd name="T16" fmla="*/ 2147483646 w 158"/>
                <a:gd name="T17" fmla="*/ 2147483646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"/>
                <a:gd name="T28" fmla="*/ 0 h 83"/>
                <a:gd name="T29" fmla="*/ 158 w 158"/>
                <a:gd name="T30" fmla="*/ 83 h 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" h="83">
                  <a:moveTo>
                    <a:pt x="127" y="83"/>
                  </a:moveTo>
                  <a:cubicBezTo>
                    <a:pt x="0" y="83"/>
                    <a:pt x="0" y="83"/>
                    <a:pt x="0" y="8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34" y="65"/>
                    <a:pt x="140" y="59"/>
                    <a:pt x="140" y="52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69"/>
                    <a:pt x="144" y="83"/>
                    <a:pt x="127" y="83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8" name="Freeform 514"/>
            <p:cNvSpPr>
              <a:spLocks/>
            </p:cNvSpPr>
            <p:nvPr/>
          </p:nvSpPr>
          <p:spPr bwMode="gray">
            <a:xfrm>
              <a:off x="7650163" y="869951"/>
              <a:ext cx="141288" cy="104775"/>
            </a:xfrm>
            <a:custGeom>
              <a:avLst/>
              <a:gdLst>
                <a:gd name="T0" fmla="*/ 2147483646 w 105"/>
                <a:gd name="T1" fmla="*/ 2147483646 h 78"/>
                <a:gd name="T2" fmla="*/ 2147483646 w 105"/>
                <a:gd name="T3" fmla="*/ 2147483646 h 78"/>
                <a:gd name="T4" fmla="*/ 2147483646 w 105"/>
                <a:gd name="T5" fmla="*/ 2147483646 h 78"/>
                <a:gd name="T6" fmla="*/ 2147483646 w 105"/>
                <a:gd name="T7" fmla="*/ 2147483646 h 78"/>
                <a:gd name="T8" fmla="*/ 0 w 105"/>
                <a:gd name="T9" fmla="*/ 2147483646 h 78"/>
                <a:gd name="T10" fmla="*/ 0 w 105"/>
                <a:gd name="T11" fmla="*/ 0 h 78"/>
                <a:gd name="T12" fmla="*/ 2147483646 w 105"/>
                <a:gd name="T13" fmla="*/ 0 h 78"/>
                <a:gd name="T14" fmla="*/ 2147483646 w 105"/>
                <a:gd name="T15" fmla="*/ 2147483646 h 78"/>
                <a:gd name="T16" fmla="*/ 2147483646 w 105"/>
                <a:gd name="T17" fmla="*/ 214748364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5"/>
                <a:gd name="T28" fmla="*/ 0 h 78"/>
                <a:gd name="T29" fmla="*/ 105 w 105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5" h="78">
                  <a:moveTo>
                    <a:pt x="105" y="78"/>
                  </a:moveTo>
                  <a:cubicBezTo>
                    <a:pt x="87" y="78"/>
                    <a:pt x="87" y="78"/>
                    <a:pt x="87" y="78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87" y="24"/>
                    <a:pt x="81" y="18"/>
                    <a:pt x="74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1" y="0"/>
                    <a:pt x="105" y="14"/>
                    <a:pt x="105" y="32"/>
                  </a:cubicBezTo>
                  <a:lnTo>
                    <a:pt x="105" y="7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79" name="Freeform 515"/>
            <p:cNvSpPr>
              <a:spLocks/>
            </p:cNvSpPr>
            <p:nvPr/>
          </p:nvSpPr>
          <p:spPr bwMode="gray">
            <a:xfrm>
              <a:off x="7108826" y="869951"/>
              <a:ext cx="212725" cy="298450"/>
            </a:xfrm>
            <a:custGeom>
              <a:avLst/>
              <a:gdLst>
                <a:gd name="T0" fmla="*/ 2147483646 w 158"/>
                <a:gd name="T1" fmla="*/ 2147483646 h 222"/>
                <a:gd name="T2" fmla="*/ 2147483646 w 158"/>
                <a:gd name="T3" fmla="*/ 2147483646 h 222"/>
                <a:gd name="T4" fmla="*/ 0 w 158"/>
                <a:gd name="T5" fmla="*/ 2147483646 h 222"/>
                <a:gd name="T6" fmla="*/ 0 w 158"/>
                <a:gd name="T7" fmla="*/ 2147483646 h 222"/>
                <a:gd name="T8" fmla="*/ 2147483646 w 158"/>
                <a:gd name="T9" fmla="*/ 0 h 222"/>
                <a:gd name="T10" fmla="*/ 2147483646 w 158"/>
                <a:gd name="T11" fmla="*/ 0 h 222"/>
                <a:gd name="T12" fmla="*/ 2147483646 w 158"/>
                <a:gd name="T13" fmla="*/ 2147483646 h 222"/>
                <a:gd name="T14" fmla="*/ 2147483646 w 158"/>
                <a:gd name="T15" fmla="*/ 2147483646 h 222"/>
                <a:gd name="T16" fmla="*/ 2147483646 w 158"/>
                <a:gd name="T17" fmla="*/ 2147483646 h 222"/>
                <a:gd name="T18" fmla="*/ 2147483646 w 158"/>
                <a:gd name="T19" fmla="*/ 2147483646 h 222"/>
                <a:gd name="T20" fmla="*/ 2147483646 w 158"/>
                <a:gd name="T21" fmla="*/ 2147483646 h 222"/>
                <a:gd name="T22" fmla="*/ 2147483646 w 158"/>
                <a:gd name="T23" fmla="*/ 2147483646 h 222"/>
                <a:gd name="T24" fmla="*/ 2147483646 w 158"/>
                <a:gd name="T25" fmla="*/ 2147483646 h 2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8"/>
                <a:gd name="T40" fmla="*/ 0 h 222"/>
                <a:gd name="T41" fmla="*/ 158 w 158"/>
                <a:gd name="T42" fmla="*/ 222 h 2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8" h="222">
                  <a:moveTo>
                    <a:pt x="158" y="222"/>
                  </a:moveTo>
                  <a:cubicBezTo>
                    <a:pt x="32" y="222"/>
                    <a:pt x="32" y="222"/>
                    <a:pt x="32" y="222"/>
                  </a:cubicBezTo>
                  <a:cubicBezTo>
                    <a:pt x="14" y="222"/>
                    <a:pt x="0" y="208"/>
                    <a:pt x="0" y="191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198"/>
                    <a:pt x="24" y="204"/>
                    <a:pt x="32" y="204"/>
                  </a:cubicBezTo>
                  <a:cubicBezTo>
                    <a:pt x="158" y="204"/>
                    <a:pt x="158" y="204"/>
                    <a:pt x="158" y="204"/>
                  </a:cubicBezTo>
                  <a:lnTo>
                    <a:pt x="158" y="222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0" name="Oval 516"/>
            <p:cNvSpPr>
              <a:spLocks noChangeArrowheads="1"/>
            </p:cNvSpPr>
            <p:nvPr/>
          </p:nvSpPr>
          <p:spPr bwMode="gray">
            <a:xfrm>
              <a:off x="7751763" y="950913"/>
              <a:ext cx="55563" cy="539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1" name="Freeform 517"/>
            <p:cNvSpPr>
              <a:spLocks/>
            </p:cNvSpPr>
            <p:nvPr/>
          </p:nvSpPr>
          <p:spPr bwMode="gray">
            <a:xfrm>
              <a:off x="7751763" y="1033463"/>
              <a:ext cx="55563" cy="53975"/>
            </a:xfrm>
            <a:custGeom>
              <a:avLst/>
              <a:gdLst>
                <a:gd name="T0" fmla="*/ 2147483646 w 41"/>
                <a:gd name="T1" fmla="*/ 0 h 40"/>
                <a:gd name="T2" fmla="*/ 2147483646 w 41"/>
                <a:gd name="T3" fmla="*/ 2147483646 h 40"/>
                <a:gd name="T4" fmla="*/ 2147483646 w 41"/>
                <a:gd name="T5" fmla="*/ 2147483646 h 40"/>
                <a:gd name="T6" fmla="*/ 0 w 41"/>
                <a:gd name="T7" fmla="*/ 2147483646 h 40"/>
                <a:gd name="T8" fmla="*/ 2147483646 w 41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40"/>
                <a:gd name="T17" fmla="*/ 41 w 4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40">
                  <a:moveTo>
                    <a:pt x="20" y="0"/>
                  </a:moveTo>
                  <a:cubicBezTo>
                    <a:pt x="31" y="0"/>
                    <a:pt x="41" y="9"/>
                    <a:pt x="41" y="20"/>
                  </a:cubicBezTo>
                  <a:cubicBezTo>
                    <a:pt x="40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2" name="Rectangle 518"/>
            <p:cNvSpPr>
              <a:spLocks noChangeArrowheads="1"/>
            </p:cNvSpPr>
            <p:nvPr/>
          </p:nvSpPr>
          <p:spPr bwMode="gray">
            <a:xfrm>
              <a:off x="7437438" y="566738"/>
              <a:ext cx="25400" cy="160338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3" name="Rectangle 519"/>
            <p:cNvSpPr>
              <a:spLocks noChangeArrowheads="1"/>
            </p:cNvSpPr>
            <p:nvPr/>
          </p:nvSpPr>
          <p:spPr bwMode="gray">
            <a:xfrm>
              <a:off x="7450138" y="566738"/>
              <a:ext cx="65088" cy="42863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4" name="Freeform 520"/>
            <p:cNvSpPr>
              <a:spLocks noEditPoints="1"/>
            </p:cNvSpPr>
            <p:nvPr/>
          </p:nvSpPr>
          <p:spPr bwMode="gray">
            <a:xfrm>
              <a:off x="7345363" y="782638"/>
              <a:ext cx="207963" cy="111125"/>
            </a:xfrm>
            <a:custGeom>
              <a:avLst/>
              <a:gdLst>
                <a:gd name="T0" fmla="*/ 2147483646 w 155"/>
                <a:gd name="T1" fmla="*/ 2147483646 h 82"/>
                <a:gd name="T2" fmla="*/ 2147483646 w 155"/>
                <a:gd name="T3" fmla="*/ 2147483646 h 82"/>
                <a:gd name="T4" fmla="*/ 0 w 155"/>
                <a:gd name="T5" fmla="*/ 2147483646 h 82"/>
                <a:gd name="T6" fmla="*/ 0 w 155"/>
                <a:gd name="T7" fmla="*/ 2147483646 h 82"/>
                <a:gd name="T8" fmla="*/ 2147483646 w 155"/>
                <a:gd name="T9" fmla="*/ 0 h 82"/>
                <a:gd name="T10" fmla="*/ 2147483646 w 155"/>
                <a:gd name="T11" fmla="*/ 0 h 82"/>
                <a:gd name="T12" fmla="*/ 2147483646 w 155"/>
                <a:gd name="T13" fmla="*/ 2147483646 h 82"/>
                <a:gd name="T14" fmla="*/ 2147483646 w 155"/>
                <a:gd name="T15" fmla="*/ 2147483646 h 82"/>
                <a:gd name="T16" fmla="*/ 2147483646 w 155"/>
                <a:gd name="T17" fmla="*/ 2147483646 h 82"/>
                <a:gd name="T18" fmla="*/ 2147483646 w 155"/>
                <a:gd name="T19" fmla="*/ 2147483646 h 82"/>
                <a:gd name="T20" fmla="*/ 2147483646 w 155"/>
                <a:gd name="T21" fmla="*/ 2147483646 h 82"/>
                <a:gd name="T22" fmla="*/ 2147483646 w 155"/>
                <a:gd name="T23" fmla="*/ 2147483646 h 82"/>
                <a:gd name="T24" fmla="*/ 2147483646 w 155"/>
                <a:gd name="T25" fmla="*/ 2147483646 h 82"/>
                <a:gd name="T26" fmla="*/ 2147483646 w 155"/>
                <a:gd name="T27" fmla="*/ 2147483646 h 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55"/>
                <a:gd name="T43" fmla="*/ 0 h 82"/>
                <a:gd name="T44" fmla="*/ 155 w 155"/>
                <a:gd name="T45" fmla="*/ 82 h 8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55" h="82">
                  <a:moveTo>
                    <a:pt x="146" y="82"/>
                  </a:moveTo>
                  <a:cubicBezTo>
                    <a:pt x="9" y="82"/>
                    <a:pt x="9" y="82"/>
                    <a:pt x="9" y="82"/>
                  </a:cubicBezTo>
                  <a:cubicBezTo>
                    <a:pt x="4" y="82"/>
                    <a:pt x="0" y="78"/>
                    <a:pt x="0" y="7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51" y="0"/>
                    <a:pt x="155" y="4"/>
                    <a:pt x="155" y="9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78"/>
                    <a:pt x="151" y="82"/>
                    <a:pt x="146" y="82"/>
                  </a:cubicBezTo>
                  <a:close/>
                  <a:moveTo>
                    <a:pt x="18" y="64"/>
                  </a:moveTo>
                  <a:cubicBezTo>
                    <a:pt x="137" y="64"/>
                    <a:pt x="137" y="64"/>
                    <a:pt x="137" y="64"/>
                  </a:cubicBezTo>
                  <a:cubicBezTo>
                    <a:pt x="137" y="18"/>
                    <a:pt x="137" y="18"/>
                    <a:pt x="137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64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5" name="Freeform 521"/>
            <p:cNvSpPr>
              <a:spLocks/>
            </p:cNvSpPr>
            <p:nvPr/>
          </p:nvSpPr>
          <p:spPr bwMode="gray">
            <a:xfrm>
              <a:off x="7323138" y="938213"/>
              <a:ext cx="252413" cy="23813"/>
            </a:xfrm>
            <a:custGeom>
              <a:avLst/>
              <a:gdLst>
                <a:gd name="T0" fmla="*/ 2147483646 w 187"/>
                <a:gd name="T1" fmla="*/ 2147483646 h 18"/>
                <a:gd name="T2" fmla="*/ 2147483646 w 187"/>
                <a:gd name="T3" fmla="*/ 2147483646 h 18"/>
                <a:gd name="T4" fmla="*/ 0 w 187"/>
                <a:gd name="T5" fmla="*/ 2147483646 h 18"/>
                <a:gd name="T6" fmla="*/ 2147483646 w 187"/>
                <a:gd name="T7" fmla="*/ 0 h 18"/>
                <a:gd name="T8" fmla="*/ 2147483646 w 187"/>
                <a:gd name="T9" fmla="*/ 0 h 18"/>
                <a:gd name="T10" fmla="*/ 2147483646 w 187"/>
                <a:gd name="T11" fmla="*/ 2147483646 h 18"/>
                <a:gd name="T12" fmla="*/ 2147483646 w 18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7"/>
                <a:gd name="T22" fmla="*/ 0 h 18"/>
                <a:gd name="T23" fmla="*/ 187 w 18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7" h="18">
                  <a:moveTo>
                    <a:pt x="17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183" y="0"/>
                    <a:pt x="187" y="4"/>
                    <a:pt x="187" y="9"/>
                  </a:cubicBezTo>
                  <a:cubicBezTo>
                    <a:pt x="187" y="14"/>
                    <a:pt x="183" y="18"/>
                    <a:pt x="17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6" name="Freeform 522"/>
            <p:cNvSpPr>
              <a:spLocks/>
            </p:cNvSpPr>
            <p:nvPr/>
          </p:nvSpPr>
          <p:spPr bwMode="gray">
            <a:xfrm>
              <a:off x="7354888" y="938213"/>
              <a:ext cx="23813" cy="133350"/>
            </a:xfrm>
            <a:custGeom>
              <a:avLst/>
              <a:gdLst>
                <a:gd name="T0" fmla="*/ 2147483646 w 18"/>
                <a:gd name="T1" fmla="*/ 2147483646 h 99"/>
                <a:gd name="T2" fmla="*/ 0 w 18"/>
                <a:gd name="T3" fmla="*/ 2147483646 h 99"/>
                <a:gd name="T4" fmla="*/ 0 w 18"/>
                <a:gd name="T5" fmla="*/ 2147483646 h 99"/>
                <a:gd name="T6" fmla="*/ 2147483646 w 18"/>
                <a:gd name="T7" fmla="*/ 0 h 99"/>
                <a:gd name="T8" fmla="*/ 2147483646 w 18"/>
                <a:gd name="T9" fmla="*/ 2147483646 h 99"/>
                <a:gd name="T10" fmla="*/ 2147483646 w 18"/>
                <a:gd name="T11" fmla="*/ 2147483646 h 99"/>
                <a:gd name="T12" fmla="*/ 2147483646 w 18"/>
                <a:gd name="T13" fmla="*/ 2147483646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99"/>
                <a:gd name="T23" fmla="*/ 18 w 18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99">
                  <a:moveTo>
                    <a:pt x="9" y="99"/>
                  </a:moveTo>
                  <a:cubicBezTo>
                    <a:pt x="4" y="99"/>
                    <a:pt x="0" y="95"/>
                    <a:pt x="0" y="9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95"/>
                    <a:pt x="14" y="99"/>
                    <a:pt x="9" y="99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7" name="Freeform 523"/>
            <p:cNvSpPr>
              <a:spLocks/>
            </p:cNvSpPr>
            <p:nvPr/>
          </p:nvSpPr>
          <p:spPr bwMode="gray">
            <a:xfrm>
              <a:off x="7519988" y="938213"/>
              <a:ext cx="23813" cy="133350"/>
            </a:xfrm>
            <a:custGeom>
              <a:avLst/>
              <a:gdLst>
                <a:gd name="T0" fmla="*/ 2147483646 w 18"/>
                <a:gd name="T1" fmla="*/ 2147483646 h 99"/>
                <a:gd name="T2" fmla="*/ 0 w 18"/>
                <a:gd name="T3" fmla="*/ 2147483646 h 99"/>
                <a:gd name="T4" fmla="*/ 0 w 18"/>
                <a:gd name="T5" fmla="*/ 2147483646 h 99"/>
                <a:gd name="T6" fmla="*/ 2147483646 w 18"/>
                <a:gd name="T7" fmla="*/ 0 h 99"/>
                <a:gd name="T8" fmla="*/ 2147483646 w 18"/>
                <a:gd name="T9" fmla="*/ 2147483646 h 99"/>
                <a:gd name="T10" fmla="*/ 2147483646 w 18"/>
                <a:gd name="T11" fmla="*/ 2147483646 h 99"/>
                <a:gd name="T12" fmla="*/ 2147483646 w 18"/>
                <a:gd name="T13" fmla="*/ 2147483646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99"/>
                <a:gd name="T23" fmla="*/ 18 w 18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99">
                  <a:moveTo>
                    <a:pt x="9" y="99"/>
                  </a:moveTo>
                  <a:cubicBezTo>
                    <a:pt x="4" y="99"/>
                    <a:pt x="0" y="95"/>
                    <a:pt x="0" y="9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95"/>
                    <a:pt x="14" y="99"/>
                    <a:pt x="9" y="99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8" name="Freeform 524"/>
            <p:cNvSpPr>
              <a:spLocks noEditPoints="1"/>
            </p:cNvSpPr>
            <p:nvPr/>
          </p:nvSpPr>
          <p:spPr bwMode="gray">
            <a:xfrm>
              <a:off x="7331076" y="1058863"/>
              <a:ext cx="238125" cy="66675"/>
            </a:xfrm>
            <a:custGeom>
              <a:avLst/>
              <a:gdLst>
                <a:gd name="T0" fmla="*/ 2147483646 w 177"/>
                <a:gd name="T1" fmla="*/ 2147483646 h 50"/>
                <a:gd name="T2" fmla="*/ 2147483646 w 177"/>
                <a:gd name="T3" fmla="*/ 2147483646 h 50"/>
                <a:gd name="T4" fmla="*/ 0 w 177"/>
                <a:gd name="T5" fmla="*/ 2147483646 h 50"/>
                <a:gd name="T6" fmla="*/ 0 w 177"/>
                <a:gd name="T7" fmla="*/ 2147483646 h 50"/>
                <a:gd name="T8" fmla="*/ 2147483646 w 177"/>
                <a:gd name="T9" fmla="*/ 0 h 50"/>
                <a:gd name="T10" fmla="*/ 2147483646 w 177"/>
                <a:gd name="T11" fmla="*/ 0 h 50"/>
                <a:gd name="T12" fmla="*/ 2147483646 w 177"/>
                <a:gd name="T13" fmla="*/ 2147483646 h 50"/>
                <a:gd name="T14" fmla="*/ 2147483646 w 177"/>
                <a:gd name="T15" fmla="*/ 2147483646 h 50"/>
                <a:gd name="T16" fmla="*/ 2147483646 w 177"/>
                <a:gd name="T17" fmla="*/ 2147483646 h 50"/>
                <a:gd name="T18" fmla="*/ 2147483646 w 177"/>
                <a:gd name="T19" fmla="*/ 2147483646 h 50"/>
                <a:gd name="T20" fmla="*/ 2147483646 w 177"/>
                <a:gd name="T21" fmla="*/ 2147483646 h 50"/>
                <a:gd name="T22" fmla="*/ 2147483646 w 177"/>
                <a:gd name="T23" fmla="*/ 2147483646 h 50"/>
                <a:gd name="T24" fmla="*/ 2147483646 w 177"/>
                <a:gd name="T25" fmla="*/ 2147483646 h 50"/>
                <a:gd name="T26" fmla="*/ 2147483646 w 177"/>
                <a:gd name="T27" fmla="*/ 2147483646 h 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77"/>
                <a:gd name="T43" fmla="*/ 0 h 50"/>
                <a:gd name="T44" fmla="*/ 177 w 177"/>
                <a:gd name="T45" fmla="*/ 50 h 5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77" h="50">
                  <a:moveTo>
                    <a:pt x="168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4" y="50"/>
                    <a:pt x="0" y="46"/>
                    <a:pt x="0" y="4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73" y="0"/>
                    <a:pt x="177" y="4"/>
                    <a:pt x="177" y="9"/>
                  </a:cubicBezTo>
                  <a:cubicBezTo>
                    <a:pt x="177" y="41"/>
                    <a:pt x="177" y="41"/>
                    <a:pt x="177" y="41"/>
                  </a:cubicBezTo>
                  <a:cubicBezTo>
                    <a:pt x="177" y="46"/>
                    <a:pt x="173" y="50"/>
                    <a:pt x="168" y="50"/>
                  </a:cubicBezTo>
                  <a:close/>
                  <a:moveTo>
                    <a:pt x="18" y="32"/>
                  </a:moveTo>
                  <a:cubicBezTo>
                    <a:pt x="159" y="32"/>
                    <a:pt x="159" y="32"/>
                    <a:pt x="159" y="32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32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89" name="Freeform 525"/>
            <p:cNvSpPr>
              <a:spLocks noEditPoints="1"/>
            </p:cNvSpPr>
            <p:nvPr/>
          </p:nvSpPr>
          <p:spPr bwMode="gray">
            <a:xfrm>
              <a:off x="7308851" y="1101726"/>
              <a:ext cx="280988" cy="68263"/>
            </a:xfrm>
            <a:custGeom>
              <a:avLst/>
              <a:gdLst>
                <a:gd name="T0" fmla="*/ 2147483646 w 209"/>
                <a:gd name="T1" fmla="*/ 2147483646 h 51"/>
                <a:gd name="T2" fmla="*/ 2147483646 w 209"/>
                <a:gd name="T3" fmla="*/ 2147483646 h 51"/>
                <a:gd name="T4" fmla="*/ 0 w 209"/>
                <a:gd name="T5" fmla="*/ 2147483646 h 51"/>
                <a:gd name="T6" fmla="*/ 0 w 209"/>
                <a:gd name="T7" fmla="*/ 2147483646 h 51"/>
                <a:gd name="T8" fmla="*/ 2147483646 w 209"/>
                <a:gd name="T9" fmla="*/ 0 h 51"/>
                <a:gd name="T10" fmla="*/ 2147483646 w 209"/>
                <a:gd name="T11" fmla="*/ 0 h 51"/>
                <a:gd name="T12" fmla="*/ 2147483646 w 209"/>
                <a:gd name="T13" fmla="*/ 2147483646 h 51"/>
                <a:gd name="T14" fmla="*/ 2147483646 w 209"/>
                <a:gd name="T15" fmla="*/ 2147483646 h 51"/>
                <a:gd name="T16" fmla="*/ 2147483646 w 209"/>
                <a:gd name="T17" fmla="*/ 2147483646 h 51"/>
                <a:gd name="T18" fmla="*/ 2147483646 w 209"/>
                <a:gd name="T19" fmla="*/ 2147483646 h 51"/>
                <a:gd name="T20" fmla="*/ 2147483646 w 209"/>
                <a:gd name="T21" fmla="*/ 2147483646 h 51"/>
                <a:gd name="T22" fmla="*/ 2147483646 w 209"/>
                <a:gd name="T23" fmla="*/ 2147483646 h 51"/>
                <a:gd name="T24" fmla="*/ 2147483646 w 209"/>
                <a:gd name="T25" fmla="*/ 2147483646 h 51"/>
                <a:gd name="T26" fmla="*/ 2147483646 w 209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09"/>
                <a:gd name="T43" fmla="*/ 0 h 51"/>
                <a:gd name="T44" fmla="*/ 209 w 209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09" h="51">
                  <a:moveTo>
                    <a:pt x="200" y="51"/>
                  </a:moveTo>
                  <a:cubicBezTo>
                    <a:pt x="9" y="51"/>
                    <a:pt x="9" y="51"/>
                    <a:pt x="9" y="51"/>
                  </a:cubicBezTo>
                  <a:cubicBezTo>
                    <a:pt x="4" y="51"/>
                    <a:pt x="0" y="47"/>
                    <a:pt x="0" y="4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05" y="0"/>
                    <a:pt x="209" y="4"/>
                    <a:pt x="209" y="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7"/>
                    <a:pt x="205" y="51"/>
                    <a:pt x="200" y="51"/>
                  </a:cubicBezTo>
                  <a:close/>
                  <a:moveTo>
                    <a:pt x="18" y="33"/>
                  </a:moveTo>
                  <a:cubicBezTo>
                    <a:pt x="191" y="33"/>
                    <a:pt x="191" y="33"/>
                    <a:pt x="191" y="33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3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0" name="Freeform 526"/>
            <p:cNvSpPr>
              <a:spLocks noEditPoints="1"/>
            </p:cNvSpPr>
            <p:nvPr/>
          </p:nvSpPr>
          <p:spPr bwMode="gray">
            <a:xfrm>
              <a:off x="7269163" y="1146176"/>
              <a:ext cx="360363" cy="66675"/>
            </a:xfrm>
            <a:custGeom>
              <a:avLst/>
              <a:gdLst>
                <a:gd name="T0" fmla="*/ 2147483646 w 267"/>
                <a:gd name="T1" fmla="*/ 2147483646 h 50"/>
                <a:gd name="T2" fmla="*/ 2147483646 w 267"/>
                <a:gd name="T3" fmla="*/ 2147483646 h 50"/>
                <a:gd name="T4" fmla="*/ 0 w 267"/>
                <a:gd name="T5" fmla="*/ 2147483646 h 50"/>
                <a:gd name="T6" fmla="*/ 0 w 267"/>
                <a:gd name="T7" fmla="*/ 2147483646 h 50"/>
                <a:gd name="T8" fmla="*/ 2147483646 w 267"/>
                <a:gd name="T9" fmla="*/ 0 h 50"/>
                <a:gd name="T10" fmla="*/ 2147483646 w 267"/>
                <a:gd name="T11" fmla="*/ 0 h 50"/>
                <a:gd name="T12" fmla="*/ 2147483646 w 267"/>
                <a:gd name="T13" fmla="*/ 2147483646 h 50"/>
                <a:gd name="T14" fmla="*/ 2147483646 w 267"/>
                <a:gd name="T15" fmla="*/ 2147483646 h 50"/>
                <a:gd name="T16" fmla="*/ 2147483646 w 267"/>
                <a:gd name="T17" fmla="*/ 2147483646 h 50"/>
                <a:gd name="T18" fmla="*/ 2147483646 w 267"/>
                <a:gd name="T19" fmla="*/ 2147483646 h 50"/>
                <a:gd name="T20" fmla="*/ 2147483646 w 267"/>
                <a:gd name="T21" fmla="*/ 2147483646 h 50"/>
                <a:gd name="T22" fmla="*/ 2147483646 w 267"/>
                <a:gd name="T23" fmla="*/ 2147483646 h 50"/>
                <a:gd name="T24" fmla="*/ 2147483646 w 267"/>
                <a:gd name="T25" fmla="*/ 2147483646 h 50"/>
                <a:gd name="T26" fmla="*/ 2147483646 w 267"/>
                <a:gd name="T27" fmla="*/ 2147483646 h 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7"/>
                <a:gd name="T43" fmla="*/ 0 h 50"/>
                <a:gd name="T44" fmla="*/ 267 w 267"/>
                <a:gd name="T45" fmla="*/ 50 h 5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7" h="50">
                  <a:moveTo>
                    <a:pt x="258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4" y="50"/>
                    <a:pt x="0" y="46"/>
                    <a:pt x="0" y="4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63" y="0"/>
                    <a:pt x="267" y="4"/>
                    <a:pt x="267" y="9"/>
                  </a:cubicBezTo>
                  <a:cubicBezTo>
                    <a:pt x="267" y="41"/>
                    <a:pt x="267" y="41"/>
                    <a:pt x="267" y="41"/>
                  </a:cubicBezTo>
                  <a:cubicBezTo>
                    <a:pt x="267" y="46"/>
                    <a:pt x="263" y="50"/>
                    <a:pt x="258" y="50"/>
                  </a:cubicBezTo>
                  <a:close/>
                  <a:moveTo>
                    <a:pt x="18" y="32"/>
                  </a:moveTo>
                  <a:cubicBezTo>
                    <a:pt x="249" y="32"/>
                    <a:pt x="249" y="32"/>
                    <a:pt x="249" y="32"/>
                  </a:cubicBezTo>
                  <a:cubicBezTo>
                    <a:pt x="249" y="18"/>
                    <a:pt x="249" y="18"/>
                    <a:pt x="249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32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491" name="组合 456"/>
          <p:cNvGrpSpPr>
            <a:grpSpLocks noChangeAspect="1"/>
          </p:cNvGrpSpPr>
          <p:nvPr/>
        </p:nvGrpSpPr>
        <p:grpSpPr bwMode="gray">
          <a:xfrm>
            <a:off x="878009" y="5533558"/>
            <a:ext cx="373614" cy="350414"/>
            <a:chOff x="2976563" y="1047750"/>
            <a:chExt cx="741363" cy="695325"/>
          </a:xfrm>
        </p:grpSpPr>
        <p:sp>
          <p:nvSpPr>
            <p:cNvPr id="492" name="Oval 448"/>
            <p:cNvSpPr>
              <a:spLocks noChangeArrowheads="1"/>
            </p:cNvSpPr>
            <p:nvPr/>
          </p:nvSpPr>
          <p:spPr bwMode="gray">
            <a:xfrm>
              <a:off x="3652838" y="1624013"/>
              <a:ext cx="65088" cy="666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3" name="Oval 449"/>
            <p:cNvSpPr>
              <a:spLocks noChangeArrowheads="1"/>
            </p:cNvSpPr>
            <p:nvPr/>
          </p:nvSpPr>
          <p:spPr bwMode="gray">
            <a:xfrm>
              <a:off x="3652838" y="1522413"/>
              <a:ext cx="65088" cy="682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4" name="Freeform 450"/>
            <p:cNvSpPr>
              <a:spLocks/>
            </p:cNvSpPr>
            <p:nvPr/>
          </p:nvSpPr>
          <p:spPr bwMode="gray">
            <a:xfrm>
              <a:off x="3402013" y="1524000"/>
              <a:ext cx="152400" cy="206375"/>
            </a:xfrm>
            <a:custGeom>
              <a:avLst/>
              <a:gdLst>
                <a:gd name="T0" fmla="*/ 152400 w 93"/>
                <a:gd name="T1" fmla="*/ 206375 h 125"/>
                <a:gd name="T2" fmla="*/ 132735 w 93"/>
                <a:gd name="T3" fmla="*/ 206375 h 125"/>
                <a:gd name="T4" fmla="*/ 132735 w 93"/>
                <a:gd name="T5" fmla="*/ 47879 h 125"/>
                <a:gd name="T6" fmla="*/ 104877 w 93"/>
                <a:gd name="T7" fmla="*/ 19812 h 125"/>
                <a:gd name="T8" fmla="*/ 45884 w 93"/>
                <a:gd name="T9" fmla="*/ 19812 h 125"/>
                <a:gd name="T10" fmla="*/ 19665 w 93"/>
                <a:gd name="T11" fmla="*/ 47879 h 125"/>
                <a:gd name="T12" fmla="*/ 19665 w 93"/>
                <a:gd name="T13" fmla="*/ 206375 h 125"/>
                <a:gd name="T14" fmla="*/ 0 w 93"/>
                <a:gd name="T15" fmla="*/ 206375 h 125"/>
                <a:gd name="T16" fmla="*/ 0 w 93"/>
                <a:gd name="T17" fmla="*/ 47879 h 125"/>
                <a:gd name="T18" fmla="*/ 45884 w 93"/>
                <a:gd name="T19" fmla="*/ 0 h 125"/>
                <a:gd name="T20" fmla="*/ 104877 w 93"/>
                <a:gd name="T21" fmla="*/ 0 h 125"/>
                <a:gd name="T22" fmla="*/ 152400 w 93"/>
                <a:gd name="T23" fmla="*/ 47879 h 125"/>
                <a:gd name="T24" fmla="*/ 152400 w 93"/>
                <a:gd name="T25" fmla="*/ 206375 h 1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3"/>
                <a:gd name="T40" fmla="*/ 0 h 125"/>
                <a:gd name="T41" fmla="*/ 93 w 93"/>
                <a:gd name="T42" fmla="*/ 125 h 12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3" h="125">
                  <a:moveTo>
                    <a:pt x="93" y="125"/>
                  </a:moveTo>
                  <a:cubicBezTo>
                    <a:pt x="81" y="125"/>
                    <a:pt x="81" y="125"/>
                    <a:pt x="81" y="125"/>
                  </a:cubicBezTo>
                  <a:cubicBezTo>
                    <a:pt x="81" y="29"/>
                    <a:pt x="81" y="29"/>
                    <a:pt x="81" y="29"/>
                  </a:cubicBezTo>
                  <a:cubicBezTo>
                    <a:pt x="81" y="19"/>
                    <a:pt x="74" y="12"/>
                    <a:pt x="64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19" y="12"/>
                    <a:pt x="12" y="19"/>
                    <a:pt x="12" y="29"/>
                  </a:cubicBezTo>
                  <a:cubicBezTo>
                    <a:pt x="12" y="125"/>
                    <a:pt x="12" y="125"/>
                    <a:pt x="12" y="125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80" y="0"/>
                    <a:pt x="93" y="13"/>
                    <a:pt x="93" y="29"/>
                  </a:cubicBezTo>
                  <a:lnTo>
                    <a:pt x="93" y="125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5" name="Freeform 451"/>
            <p:cNvSpPr>
              <a:spLocks noEditPoints="1"/>
            </p:cNvSpPr>
            <p:nvPr/>
          </p:nvSpPr>
          <p:spPr bwMode="gray">
            <a:xfrm>
              <a:off x="2976563" y="1047750"/>
              <a:ext cx="723900" cy="695325"/>
            </a:xfrm>
            <a:custGeom>
              <a:avLst/>
              <a:gdLst>
                <a:gd name="T0" fmla="*/ 671253 w 440"/>
                <a:gd name="T1" fmla="*/ 695325 h 423"/>
                <a:gd name="T2" fmla="*/ 52647 w 440"/>
                <a:gd name="T3" fmla="*/ 695325 h 423"/>
                <a:gd name="T4" fmla="*/ 0 w 440"/>
                <a:gd name="T5" fmla="*/ 642724 h 423"/>
                <a:gd name="T6" fmla="*/ 0 w 440"/>
                <a:gd name="T7" fmla="*/ 52601 h 423"/>
                <a:gd name="T8" fmla="*/ 52647 w 440"/>
                <a:gd name="T9" fmla="*/ 0 h 423"/>
                <a:gd name="T10" fmla="*/ 253365 w 440"/>
                <a:gd name="T11" fmla="*/ 0 h 423"/>
                <a:gd name="T12" fmla="*/ 304367 w 440"/>
                <a:gd name="T13" fmla="*/ 52601 h 423"/>
                <a:gd name="T14" fmla="*/ 304367 w 440"/>
                <a:gd name="T15" fmla="*/ 665737 h 423"/>
                <a:gd name="T16" fmla="*/ 671253 w 440"/>
                <a:gd name="T17" fmla="*/ 665737 h 423"/>
                <a:gd name="T18" fmla="*/ 694286 w 440"/>
                <a:gd name="T19" fmla="*/ 642724 h 423"/>
                <a:gd name="T20" fmla="*/ 694286 w 440"/>
                <a:gd name="T21" fmla="*/ 609848 h 423"/>
                <a:gd name="T22" fmla="*/ 723900 w 440"/>
                <a:gd name="T23" fmla="*/ 609848 h 423"/>
                <a:gd name="T24" fmla="*/ 723900 w 440"/>
                <a:gd name="T25" fmla="*/ 642724 h 423"/>
                <a:gd name="T26" fmla="*/ 671253 w 440"/>
                <a:gd name="T27" fmla="*/ 695325 h 423"/>
                <a:gd name="T28" fmla="*/ 52647 w 440"/>
                <a:gd name="T29" fmla="*/ 29588 h 423"/>
                <a:gd name="T30" fmla="*/ 29614 w 440"/>
                <a:gd name="T31" fmla="*/ 52601 h 423"/>
                <a:gd name="T32" fmla="*/ 29614 w 440"/>
                <a:gd name="T33" fmla="*/ 642724 h 423"/>
                <a:gd name="T34" fmla="*/ 52647 w 440"/>
                <a:gd name="T35" fmla="*/ 665737 h 423"/>
                <a:gd name="T36" fmla="*/ 274753 w 440"/>
                <a:gd name="T37" fmla="*/ 665737 h 423"/>
                <a:gd name="T38" fmla="*/ 274753 w 440"/>
                <a:gd name="T39" fmla="*/ 52601 h 423"/>
                <a:gd name="T40" fmla="*/ 253365 w 440"/>
                <a:gd name="T41" fmla="*/ 29588 h 423"/>
                <a:gd name="T42" fmla="*/ 52647 w 440"/>
                <a:gd name="T43" fmla="*/ 29588 h 42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40"/>
                <a:gd name="T67" fmla="*/ 0 h 423"/>
                <a:gd name="T68" fmla="*/ 440 w 440"/>
                <a:gd name="T69" fmla="*/ 423 h 423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40" h="423">
                  <a:moveTo>
                    <a:pt x="408" y="423"/>
                  </a:moveTo>
                  <a:cubicBezTo>
                    <a:pt x="32" y="423"/>
                    <a:pt x="32" y="423"/>
                    <a:pt x="32" y="423"/>
                  </a:cubicBezTo>
                  <a:cubicBezTo>
                    <a:pt x="16" y="423"/>
                    <a:pt x="0" y="408"/>
                    <a:pt x="0" y="391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5" y="0"/>
                    <a:pt x="32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71" y="0"/>
                    <a:pt x="185" y="14"/>
                    <a:pt x="185" y="32"/>
                  </a:cubicBezTo>
                  <a:cubicBezTo>
                    <a:pt x="185" y="405"/>
                    <a:pt x="185" y="405"/>
                    <a:pt x="185" y="405"/>
                  </a:cubicBezTo>
                  <a:cubicBezTo>
                    <a:pt x="408" y="405"/>
                    <a:pt x="408" y="405"/>
                    <a:pt x="408" y="405"/>
                  </a:cubicBezTo>
                  <a:cubicBezTo>
                    <a:pt x="416" y="405"/>
                    <a:pt x="422" y="399"/>
                    <a:pt x="422" y="391"/>
                  </a:cubicBezTo>
                  <a:cubicBezTo>
                    <a:pt x="422" y="371"/>
                    <a:pt x="422" y="371"/>
                    <a:pt x="422" y="371"/>
                  </a:cubicBezTo>
                  <a:cubicBezTo>
                    <a:pt x="440" y="371"/>
                    <a:pt x="440" y="371"/>
                    <a:pt x="440" y="371"/>
                  </a:cubicBezTo>
                  <a:cubicBezTo>
                    <a:pt x="440" y="391"/>
                    <a:pt x="440" y="391"/>
                    <a:pt x="440" y="391"/>
                  </a:cubicBezTo>
                  <a:cubicBezTo>
                    <a:pt x="440" y="409"/>
                    <a:pt x="426" y="423"/>
                    <a:pt x="408" y="423"/>
                  </a:cubicBezTo>
                  <a:close/>
                  <a:moveTo>
                    <a:pt x="32" y="18"/>
                  </a:moveTo>
                  <a:cubicBezTo>
                    <a:pt x="25" y="18"/>
                    <a:pt x="18" y="24"/>
                    <a:pt x="18" y="32"/>
                  </a:cubicBezTo>
                  <a:cubicBezTo>
                    <a:pt x="18" y="391"/>
                    <a:pt x="18" y="391"/>
                    <a:pt x="18" y="391"/>
                  </a:cubicBezTo>
                  <a:cubicBezTo>
                    <a:pt x="18" y="398"/>
                    <a:pt x="26" y="405"/>
                    <a:pt x="32" y="405"/>
                  </a:cubicBezTo>
                  <a:cubicBezTo>
                    <a:pt x="167" y="405"/>
                    <a:pt x="167" y="405"/>
                    <a:pt x="167" y="405"/>
                  </a:cubicBezTo>
                  <a:cubicBezTo>
                    <a:pt x="167" y="32"/>
                    <a:pt x="167" y="32"/>
                    <a:pt x="167" y="32"/>
                  </a:cubicBezTo>
                  <a:cubicBezTo>
                    <a:pt x="167" y="24"/>
                    <a:pt x="161" y="18"/>
                    <a:pt x="154" y="18"/>
                  </a:cubicBezTo>
                  <a:lnTo>
                    <a:pt x="32" y="1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6" name="Freeform 452"/>
            <p:cNvSpPr>
              <a:spLocks/>
            </p:cNvSpPr>
            <p:nvPr/>
          </p:nvSpPr>
          <p:spPr bwMode="gray">
            <a:xfrm>
              <a:off x="3251421" y="1268413"/>
              <a:ext cx="449263" cy="422275"/>
            </a:xfrm>
            <a:custGeom>
              <a:avLst/>
              <a:gdLst>
                <a:gd name="T0" fmla="*/ 29622 w 273"/>
                <a:gd name="T1" fmla="*/ 422275 h 257"/>
                <a:gd name="T2" fmla="*/ 0 w 273"/>
                <a:gd name="T3" fmla="*/ 422275 h 257"/>
                <a:gd name="T4" fmla="*/ 0 w 273"/>
                <a:gd name="T5" fmla="*/ 52579 h 257"/>
                <a:gd name="T6" fmla="*/ 52661 w 273"/>
                <a:gd name="T7" fmla="*/ 0 h 257"/>
                <a:gd name="T8" fmla="*/ 396602 w 273"/>
                <a:gd name="T9" fmla="*/ 0 h 257"/>
                <a:gd name="T10" fmla="*/ 449263 w 273"/>
                <a:gd name="T11" fmla="*/ 52579 h 257"/>
                <a:gd name="T12" fmla="*/ 449263 w 273"/>
                <a:gd name="T13" fmla="*/ 285898 h 257"/>
                <a:gd name="T14" fmla="*/ 419641 w 273"/>
                <a:gd name="T15" fmla="*/ 285898 h 257"/>
                <a:gd name="T16" fmla="*/ 419641 w 273"/>
                <a:gd name="T17" fmla="*/ 52579 h 257"/>
                <a:gd name="T18" fmla="*/ 396602 w 273"/>
                <a:gd name="T19" fmla="*/ 29576 h 257"/>
                <a:gd name="T20" fmla="*/ 52661 w 273"/>
                <a:gd name="T21" fmla="*/ 29576 h 257"/>
                <a:gd name="T22" fmla="*/ 29622 w 273"/>
                <a:gd name="T23" fmla="*/ 52579 h 257"/>
                <a:gd name="T24" fmla="*/ 29622 w 273"/>
                <a:gd name="T25" fmla="*/ 422275 h 2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3"/>
                <a:gd name="T40" fmla="*/ 0 h 257"/>
                <a:gd name="T41" fmla="*/ 273 w 273"/>
                <a:gd name="T42" fmla="*/ 257 h 25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3" h="257">
                  <a:moveTo>
                    <a:pt x="18" y="257"/>
                  </a:moveTo>
                  <a:cubicBezTo>
                    <a:pt x="0" y="257"/>
                    <a:pt x="0" y="257"/>
                    <a:pt x="0" y="257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5" y="0"/>
                    <a:pt x="32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259" y="0"/>
                    <a:pt x="273" y="14"/>
                    <a:pt x="273" y="32"/>
                  </a:cubicBezTo>
                  <a:cubicBezTo>
                    <a:pt x="273" y="174"/>
                    <a:pt x="273" y="174"/>
                    <a:pt x="273" y="174"/>
                  </a:cubicBezTo>
                  <a:cubicBezTo>
                    <a:pt x="255" y="174"/>
                    <a:pt x="255" y="174"/>
                    <a:pt x="255" y="174"/>
                  </a:cubicBezTo>
                  <a:cubicBezTo>
                    <a:pt x="255" y="32"/>
                    <a:pt x="255" y="32"/>
                    <a:pt x="255" y="32"/>
                  </a:cubicBezTo>
                  <a:cubicBezTo>
                    <a:pt x="255" y="24"/>
                    <a:pt x="249" y="18"/>
                    <a:pt x="241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5" y="18"/>
                    <a:pt x="18" y="24"/>
                    <a:pt x="18" y="32"/>
                  </a:cubicBezTo>
                  <a:lnTo>
                    <a:pt x="18" y="257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7" name="Freeform 453"/>
            <p:cNvSpPr>
              <a:spLocks/>
            </p:cNvSpPr>
            <p:nvPr/>
          </p:nvSpPr>
          <p:spPr bwMode="gray">
            <a:xfrm>
              <a:off x="3119438" y="1139825"/>
              <a:ext cx="20638" cy="61913"/>
            </a:xfrm>
            <a:custGeom>
              <a:avLst/>
              <a:gdLst>
                <a:gd name="T0" fmla="*/ 10319 w 12"/>
                <a:gd name="T1" fmla="*/ 61913 h 38"/>
                <a:gd name="T2" fmla="*/ 0 w 12"/>
                <a:gd name="T3" fmla="*/ 52137 h 38"/>
                <a:gd name="T4" fmla="*/ 0 w 12"/>
                <a:gd name="T5" fmla="*/ 9776 h 38"/>
                <a:gd name="T6" fmla="*/ 10319 w 12"/>
                <a:gd name="T7" fmla="*/ 0 h 38"/>
                <a:gd name="T8" fmla="*/ 20638 w 12"/>
                <a:gd name="T9" fmla="*/ 9776 h 38"/>
                <a:gd name="T10" fmla="*/ 20638 w 12"/>
                <a:gd name="T11" fmla="*/ 52137 h 38"/>
                <a:gd name="T12" fmla="*/ 10319 w 12"/>
                <a:gd name="T13" fmla="*/ 6191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38"/>
                <a:gd name="T23" fmla="*/ 12 w 12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38">
                  <a:moveTo>
                    <a:pt x="6" y="38"/>
                  </a:moveTo>
                  <a:cubicBezTo>
                    <a:pt x="3" y="38"/>
                    <a:pt x="0" y="36"/>
                    <a:pt x="0" y="3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6"/>
                    <a:pt x="9" y="38"/>
                    <a:pt x="6" y="3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8" name="Freeform 454"/>
            <p:cNvSpPr>
              <a:spLocks/>
            </p:cNvSpPr>
            <p:nvPr/>
          </p:nvSpPr>
          <p:spPr bwMode="gray">
            <a:xfrm>
              <a:off x="3119438" y="1182688"/>
              <a:ext cx="63500" cy="19050"/>
            </a:xfrm>
            <a:custGeom>
              <a:avLst/>
              <a:gdLst>
                <a:gd name="T0" fmla="*/ 53474 w 38"/>
                <a:gd name="T1" fmla="*/ 19050 h 12"/>
                <a:gd name="T2" fmla="*/ 10026 w 38"/>
                <a:gd name="T3" fmla="*/ 19050 h 12"/>
                <a:gd name="T4" fmla="*/ 0 w 38"/>
                <a:gd name="T5" fmla="*/ 9525 h 12"/>
                <a:gd name="T6" fmla="*/ 10026 w 38"/>
                <a:gd name="T7" fmla="*/ 0 h 12"/>
                <a:gd name="T8" fmla="*/ 53474 w 38"/>
                <a:gd name="T9" fmla="*/ 0 h 12"/>
                <a:gd name="T10" fmla="*/ 63500 w 38"/>
                <a:gd name="T11" fmla="*/ 9525 h 12"/>
                <a:gd name="T12" fmla="*/ 53474 w 38"/>
                <a:gd name="T13" fmla="*/ 1905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"/>
                <a:gd name="T22" fmla="*/ 0 h 12"/>
                <a:gd name="T23" fmla="*/ 38 w 38"/>
                <a:gd name="T24" fmla="*/ 12 h 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" h="12">
                  <a:moveTo>
                    <a:pt x="3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6" y="0"/>
                    <a:pt x="38" y="3"/>
                    <a:pt x="38" y="6"/>
                  </a:cubicBezTo>
                  <a:cubicBezTo>
                    <a:pt x="38" y="10"/>
                    <a:pt x="36" y="12"/>
                    <a:pt x="32" y="1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99" name="Freeform 455"/>
            <p:cNvSpPr>
              <a:spLocks noEditPoints="1"/>
            </p:cNvSpPr>
            <p:nvPr/>
          </p:nvSpPr>
          <p:spPr bwMode="gray">
            <a:xfrm>
              <a:off x="3048000" y="1109663"/>
              <a:ext cx="163513" cy="165100"/>
            </a:xfrm>
            <a:custGeom>
              <a:avLst/>
              <a:gdLst>
                <a:gd name="T0" fmla="*/ 81757 w 100"/>
                <a:gd name="T1" fmla="*/ 165100 h 100"/>
                <a:gd name="T2" fmla="*/ 0 w 100"/>
                <a:gd name="T3" fmla="*/ 82550 h 100"/>
                <a:gd name="T4" fmla="*/ 81757 w 100"/>
                <a:gd name="T5" fmla="*/ 0 h 100"/>
                <a:gd name="T6" fmla="*/ 163513 w 100"/>
                <a:gd name="T7" fmla="*/ 82550 h 100"/>
                <a:gd name="T8" fmla="*/ 81757 w 100"/>
                <a:gd name="T9" fmla="*/ 165100 h 100"/>
                <a:gd name="T10" fmla="*/ 81757 w 100"/>
                <a:gd name="T11" fmla="*/ 19812 h 100"/>
                <a:gd name="T12" fmla="*/ 19622 w 100"/>
                <a:gd name="T13" fmla="*/ 82550 h 100"/>
                <a:gd name="T14" fmla="*/ 81757 w 100"/>
                <a:gd name="T15" fmla="*/ 145288 h 100"/>
                <a:gd name="T16" fmla="*/ 143891 w 100"/>
                <a:gd name="T17" fmla="*/ 82550 h 100"/>
                <a:gd name="T18" fmla="*/ 81757 w 100"/>
                <a:gd name="T19" fmla="*/ 19812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0"/>
                <a:gd name="T31" fmla="*/ 0 h 100"/>
                <a:gd name="T32" fmla="*/ 100 w 100"/>
                <a:gd name="T33" fmla="*/ 100 h 1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0" h="100">
                  <a:moveTo>
                    <a:pt x="50" y="100"/>
                  </a:moveTo>
                  <a:cubicBezTo>
                    <a:pt x="23" y="100"/>
                    <a:pt x="0" y="78"/>
                    <a:pt x="0" y="50"/>
                  </a:cubicBezTo>
                  <a:cubicBezTo>
                    <a:pt x="0" y="23"/>
                    <a:pt x="23" y="0"/>
                    <a:pt x="50" y="0"/>
                  </a:cubicBezTo>
                  <a:cubicBezTo>
                    <a:pt x="78" y="0"/>
                    <a:pt x="100" y="23"/>
                    <a:pt x="100" y="50"/>
                  </a:cubicBezTo>
                  <a:cubicBezTo>
                    <a:pt x="100" y="78"/>
                    <a:pt x="78" y="100"/>
                    <a:pt x="50" y="100"/>
                  </a:cubicBezTo>
                  <a:close/>
                  <a:moveTo>
                    <a:pt x="50" y="12"/>
                  </a:moveTo>
                  <a:cubicBezTo>
                    <a:pt x="29" y="12"/>
                    <a:pt x="12" y="29"/>
                    <a:pt x="12" y="50"/>
                  </a:cubicBezTo>
                  <a:cubicBezTo>
                    <a:pt x="12" y="71"/>
                    <a:pt x="29" y="88"/>
                    <a:pt x="50" y="88"/>
                  </a:cubicBezTo>
                  <a:cubicBezTo>
                    <a:pt x="71" y="88"/>
                    <a:pt x="88" y="71"/>
                    <a:pt x="88" y="50"/>
                  </a:cubicBezTo>
                  <a:cubicBezTo>
                    <a:pt x="88" y="29"/>
                    <a:pt x="71" y="12"/>
                    <a:pt x="50" y="1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500" name="组合 460"/>
          <p:cNvGrpSpPr>
            <a:grpSpLocks noChangeAspect="1"/>
          </p:cNvGrpSpPr>
          <p:nvPr/>
        </p:nvGrpSpPr>
        <p:grpSpPr bwMode="gray">
          <a:xfrm>
            <a:off x="918159" y="2645272"/>
            <a:ext cx="293315" cy="392055"/>
            <a:chOff x="7077076" y="1082675"/>
            <a:chExt cx="481012" cy="642938"/>
          </a:xfrm>
        </p:grpSpPr>
        <p:sp>
          <p:nvSpPr>
            <p:cNvPr id="501" name="Freeform 262"/>
            <p:cNvSpPr>
              <a:spLocks/>
            </p:cNvSpPr>
            <p:nvPr/>
          </p:nvSpPr>
          <p:spPr bwMode="gray">
            <a:xfrm>
              <a:off x="7450138" y="1222375"/>
              <a:ext cx="104775" cy="484188"/>
            </a:xfrm>
            <a:custGeom>
              <a:avLst/>
              <a:gdLst>
                <a:gd name="T0" fmla="*/ 51556 w 63"/>
                <a:gd name="T1" fmla="*/ 484188 h 295"/>
                <a:gd name="T2" fmla="*/ 0 w 63"/>
                <a:gd name="T3" fmla="*/ 484188 h 295"/>
                <a:gd name="T4" fmla="*/ 0 w 63"/>
                <a:gd name="T5" fmla="*/ 454644 h 295"/>
                <a:gd name="T6" fmla="*/ 51556 w 63"/>
                <a:gd name="T7" fmla="*/ 454644 h 295"/>
                <a:gd name="T8" fmla="*/ 74839 w 63"/>
                <a:gd name="T9" fmla="*/ 431666 h 295"/>
                <a:gd name="T10" fmla="*/ 74839 w 63"/>
                <a:gd name="T11" fmla="*/ 0 h 295"/>
                <a:gd name="T12" fmla="*/ 104775 w 63"/>
                <a:gd name="T13" fmla="*/ 0 h 295"/>
                <a:gd name="T14" fmla="*/ 104775 w 63"/>
                <a:gd name="T15" fmla="*/ 431666 h 295"/>
                <a:gd name="T16" fmla="*/ 51556 w 63"/>
                <a:gd name="T17" fmla="*/ 484188 h 2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3"/>
                <a:gd name="T28" fmla="*/ 0 h 295"/>
                <a:gd name="T29" fmla="*/ 63 w 63"/>
                <a:gd name="T30" fmla="*/ 295 h 29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3" h="295">
                  <a:moveTo>
                    <a:pt x="31" y="295"/>
                  </a:moveTo>
                  <a:cubicBezTo>
                    <a:pt x="0" y="295"/>
                    <a:pt x="0" y="295"/>
                    <a:pt x="0" y="295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9" y="277"/>
                    <a:pt x="45" y="270"/>
                    <a:pt x="45" y="26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263"/>
                    <a:pt x="63" y="263"/>
                    <a:pt x="63" y="263"/>
                  </a:cubicBezTo>
                  <a:cubicBezTo>
                    <a:pt x="63" y="280"/>
                    <a:pt x="49" y="295"/>
                    <a:pt x="31" y="29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2" name="Freeform 263"/>
            <p:cNvSpPr>
              <a:spLocks/>
            </p:cNvSpPr>
            <p:nvPr/>
          </p:nvSpPr>
          <p:spPr bwMode="gray">
            <a:xfrm>
              <a:off x="7077076" y="1085850"/>
              <a:ext cx="334963" cy="620713"/>
            </a:xfrm>
            <a:custGeom>
              <a:avLst/>
              <a:gdLst>
                <a:gd name="T0" fmla="*/ 269284 w 204"/>
                <a:gd name="T1" fmla="*/ 620713 h 378"/>
                <a:gd name="T2" fmla="*/ 52543 w 204"/>
                <a:gd name="T3" fmla="*/ 620713 h 378"/>
                <a:gd name="T4" fmla="*/ 0 w 204"/>
                <a:gd name="T5" fmla="*/ 568166 h 378"/>
                <a:gd name="T6" fmla="*/ 0 w 204"/>
                <a:gd name="T7" fmla="*/ 52547 h 378"/>
                <a:gd name="T8" fmla="*/ 52543 w 204"/>
                <a:gd name="T9" fmla="*/ 0 h 378"/>
                <a:gd name="T10" fmla="*/ 334963 w 204"/>
                <a:gd name="T11" fmla="*/ 0 h 378"/>
                <a:gd name="T12" fmla="*/ 334963 w 204"/>
                <a:gd name="T13" fmla="*/ 29558 h 378"/>
                <a:gd name="T14" fmla="*/ 52543 w 204"/>
                <a:gd name="T15" fmla="*/ 29558 h 378"/>
                <a:gd name="T16" fmla="*/ 29556 w 204"/>
                <a:gd name="T17" fmla="*/ 52547 h 378"/>
                <a:gd name="T18" fmla="*/ 29556 w 204"/>
                <a:gd name="T19" fmla="*/ 568166 h 378"/>
                <a:gd name="T20" fmla="*/ 52543 w 204"/>
                <a:gd name="T21" fmla="*/ 591155 h 378"/>
                <a:gd name="T22" fmla="*/ 269284 w 204"/>
                <a:gd name="T23" fmla="*/ 591155 h 378"/>
                <a:gd name="T24" fmla="*/ 269284 w 204"/>
                <a:gd name="T25" fmla="*/ 620713 h 3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4"/>
                <a:gd name="T40" fmla="*/ 0 h 378"/>
                <a:gd name="T41" fmla="*/ 204 w 204"/>
                <a:gd name="T42" fmla="*/ 378 h 3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4" h="378">
                  <a:moveTo>
                    <a:pt x="164" y="378"/>
                  </a:moveTo>
                  <a:cubicBezTo>
                    <a:pt x="32" y="378"/>
                    <a:pt x="32" y="378"/>
                    <a:pt x="32" y="378"/>
                  </a:cubicBezTo>
                  <a:cubicBezTo>
                    <a:pt x="14" y="378"/>
                    <a:pt x="0" y="363"/>
                    <a:pt x="0" y="3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4" y="18"/>
                    <a:pt x="204" y="18"/>
                    <a:pt x="204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346"/>
                    <a:pt x="18" y="346"/>
                    <a:pt x="18" y="346"/>
                  </a:cubicBezTo>
                  <a:cubicBezTo>
                    <a:pt x="18" y="353"/>
                    <a:pt x="24" y="360"/>
                    <a:pt x="32" y="360"/>
                  </a:cubicBezTo>
                  <a:cubicBezTo>
                    <a:pt x="164" y="360"/>
                    <a:pt x="164" y="360"/>
                    <a:pt x="164" y="360"/>
                  </a:cubicBezTo>
                  <a:lnTo>
                    <a:pt x="164" y="37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3" name="Freeform 264"/>
            <p:cNvSpPr>
              <a:spLocks noEditPoints="1"/>
            </p:cNvSpPr>
            <p:nvPr/>
          </p:nvSpPr>
          <p:spPr bwMode="gray">
            <a:xfrm>
              <a:off x="7386638" y="1082675"/>
              <a:ext cx="171450" cy="166688"/>
            </a:xfrm>
            <a:custGeom>
              <a:avLst/>
              <a:gdLst>
                <a:gd name="T0" fmla="*/ 135182 w 104"/>
                <a:gd name="T1" fmla="*/ 166688 h 102"/>
                <a:gd name="T2" fmla="*/ 52754 w 104"/>
                <a:gd name="T3" fmla="*/ 166688 h 102"/>
                <a:gd name="T4" fmla="*/ 0 w 104"/>
                <a:gd name="T5" fmla="*/ 114394 h 102"/>
                <a:gd name="T6" fmla="*/ 0 w 104"/>
                <a:gd name="T7" fmla="*/ 37587 h 102"/>
                <a:gd name="T8" fmla="*/ 18134 w 104"/>
                <a:gd name="T9" fmla="*/ 4903 h 102"/>
                <a:gd name="T10" fmla="*/ 52754 w 104"/>
                <a:gd name="T11" fmla="*/ 16342 h 102"/>
                <a:gd name="T12" fmla="*/ 154964 w 104"/>
                <a:gd name="T13" fmla="*/ 116028 h 102"/>
                <a:gd name="T14" fmla="*/ 166504 w 104"/>
                <a:gd name="T15" fmla="*/ 150346 h 102"/>
                <a:gd name="T16" fmla="*/ 135182 w 104"/>
                <a:gd name="T17" fmla="*/ 166688 h 102"/>
                <a:gd name="T18" fmla="*/ 29674 w 104"/>
                <a:gd name="T19" fmla="*/ 35952 h 102"/>
                <a:gd name="T20" fmla="*/ 29674 w 104"/>
                <a:gd name="T21" fmla="*/ 37587 h 102"/>
                <a:gd name="T22" fmla="*/ 29674 w 104"/>
                <a:gd name="T23" fmla="*/ 114394 h 102"/>
                <a:gd name="T24" fmla="*/ 52754 w 104"/>
                <a:gd name="T25" fmla="*/ 137272 h 102"/>
                <a:gd name="T26" fmla="*/ 135182 w 104"/>
                <a:gd name="T27" fmla="*/ 137272 h 102"/>
                <a:gd name="T28" fmla="*/ 135182 w 104"/>
                <a:gd name="T29" fmla="*/ 137272 h 102"/>
                <a:gd name="T30" fmla="*/ 135182 w 104"/>
                <a:gd name="T31" fmla="*/ 137272 h 102"/>
                <a:gd name="T32" fmla="*/ 31323 w 104"/>
                <a:gd name="T33" fmla="*/ 37587 h 102"/>
                <a:gd name="T34" fmla="*/ 29674 w 104"/>
                <a:gd name="T35" fmla="*/ 35952 h 1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4"/>
                <a:gd name="T55" fmla="*/ 0 h 102"/>
                <a:gd name="T56" fmla="*/ 104 w 104"/>
                <a:gd name="T57" fmla="*/ 102 h 1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4" h="102">
                  <a:moveTo>
                    <a:pt x="82" y="102"/>
                  </a:moveTo>
                  <a:cubicBezTo>
                    <a:pt x="32" y="102"/>
                    <a:pt x="32" y="102"/>
                    <a:pt x="32" y="102"/>
                  </a:cubicBezTo>
                  <a:cubicBezTo>
                    <a:pt x="15" y="102"/>
                    <a:pt x="0" y="88"/>
                    <a:pt x="0" y="7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7" y="5"/>
                    <a:pt x="11" y="3"/>
                  </a:cubicBezTo>
                  <a:cubicBezTo>
                    <a:pt x="15" y="2"/>
                    <a:pt x="22" y="0"/>
                    <a:pt x="32" y="10"/>
                  </a:cubicBezTo>
                  <a:cubicBezTo>
                    <a:pt x="94" y="71"/>
                    <a:pt x="94" y="71"/>
                    <a:pt x="94" y="71"/>
                  </a:cubicBezTo>
                  <a:cubicBezTo>
                    <a:pt x="104" y="80"/>
                    <a:pt x="103" y="88"/>
                    <a:pt x="101" y="92"/>
                  </a:cubicBezTo>
                  <a:cubicBezTo>
                    <a:pt x="100" y="96"/>
                    <a:pt x="95" y="102"/>
                    <a:pt x="82" y="102"/>
                  </a:cubicBezTo>
                  <a:close/>
                  <a:moveTo>
                    <a:pt x="18" y="22"/>
                  </a:moveTo>
                  <a:cubicBezTo>
                    <a:pt x="18" y="22"/>
                    <a:pt x="18" y="23"/>
                    <a:pt x="18" y="23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78"/>
                    <a:pt x="25" y="84"/>
                    <a:pt x="32" y="84"/>
                  </a:cubicBezTo>
                  <a:cubicBezTo>
                    <a:pt x="82" y="84"/>
                    <a:pt x="82" y="84"/>
                    <a:pt x="82" y="84"/>
                  </a:cubicBezTo>
                  <a:cubicBezTo>
                    <a:pt x="82" y="84"/>
                    <a:pt x="82" y="84"/>
                    <a:pt x="82" y="84"/>
                  </a:cubicBezTo>
                  <a:cubicBezTo>
                    <a:pt x="82" y="84"/>
                    <a:pt x="82" y="84"/>
                    <a:pt x="82" y="8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2"/>
                    <a:pt x="19" y="22"/>
                    <a:pt x="18" y="2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4" name="Oval 297"/>
            <p:cNvSpPr>
              <a:spLocks noChangeArrowheads="1"/>
            </p:cNvSpPr>
            <p:nvPr/>
          </p:nvSpPr>
          <p:spPr bwMode="gray">
            <a:xfrm>
              <a:off x="7312026" y="1657350"/>
              <a:ext cx="66675" cy="682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5" name="Oval 298"/>
            <p:cNvSpPr>
              <a:spLocks noChangeArrowheads="1"/>
            </p:cNvSpPr>
            <p:nvPr/>
          </p:nvSpPr>
          <p:spPr bwMode="gray">
            <a:xfrm>
              <a:off x="7412038" y="1657350"/>
              <a:ext cx="68263" cy="682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6" name="Freeform 324"/>
            <p:cNvSpPr>
              <a:spLocks/>
            </p:cNvSpPr>
            <p:nvPr/>
          </p:nvSpPr>
          <p:spPr bwMode="gray">
            <a:xfrm>
              <a:off x="7150101" y="1325562"/>
              <a:ext cx="331788" cy="30163"/>
            </a:xfrm>
            <a:custGeom>
              <a:avLst/>
              <a:gdLst>
                <a:gd name="T0" fmla="*/ 317005 w 202"/>
                <a:gd name="T1" fmla="*/ 30163 h 18"/>
                <a:gd name="T2" fmla="*/ 14783 w 202"/>
                <a:gd name="T3" fmla="*/ 30163 h 18"/>
                <a:gd name="T4" fmla="*/ 0 w 202"/>
                <a:gd name="T5" fmla="*/ 15082 h 18"/>
                <a:gd name="T6" fmla="*/ 14783 w 202"/>
                <a:gd name="T7" fmla="*/ 0 h 18"/>
                <a:gd name="T8" fmla="*/ 317005 w 202"/>
                <a:gd name="T9" fmla="*/ 0 h 18"/>
                <a:gd name="T10" fmla="*/ 331788 w 202"/>
                <a:gd name="T11" fmla="*/ 15082 h 18"/>
                <a:gd name="T12" fmla="*/ 317005 w 202"/>
                <a:gd name="T13" fmla="*/ 3016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2"/>
                <a:gd name="T22" fmla="*/ 0 h 18"/>
                <a:gd name="T23" fmla="*/ 202 w 20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2" h="18">
                  <a:moveTo>
                    <a:pt x="19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8" y="0"/>
                    <a:pt x="202" y="4"/>
                    <a:pt x="202" y="9"/>
                  </a:cubicBezTo>
                  <a:cubicBezTo>
                    <a:pt x="202" y="14"/>
                    <a:pt x="198" y="18"/>
                    <a:pt x="193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7" name="Freeform 325"/>
            <p:cNvSpPr>
              <a:spLocks/>
            </p:cNvSpPr>
            <p:nvPr/>
          </p:nvSpPr>
          <p:spPr bwMode="gray">
            <a:xfrm>
              <a:off x="7150101" y="1443037"/>
              <a:ext cx="331788" cy="28575"/>
            </a:xfrm>
            <a:custGeom>
              <a:avLst/>
              <a:gdLst>
                <a:gd name="T0" fmla="*/ 317005 w 202"/>
                <a:gd name="T1" fmla="*/ 28575 h 18"/>
                <a:gd name="T2" fmla="*/ 14783 w 202"/>
                <a:gd name="T3" fmla="*/ 28575 h 18"/>
                <a:gd name="T4" fmla="*/ 0 w 202"/>
                <a:gd name="T5" fmla="*/ 14288 h 18"/>
                <a:gd name="T6" fmla="*/ 14783 w 202"/>
                <a:gd name="T7" fmla="*/ 0 h 18"/>
                <a:gd name="T8" fmla="*/ 317005 w 202"/>
                <a:gd name="T9" fmla="*/ 0 h 18"/>
                <a:gd name="T10" fmla="*/ 331788 w 202"/>
                <a:gd name="T11" fmla="*/ 14288 h 18"/>
                <a:gd name="T12" fmla="*/ 317005 w 202"/>
                <a:gd name="T13" fmla="*/ 2857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2"/>
                <a:gd name="T22" fmla="*/ 0 h 18"/>
                <a:gd name="T23" fmla="*/ 202 w 20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2" h="18">
                  <a:moveTo>
                    <a:pt x="19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8" y="0"/>
                    <a:pt x="202" y="4"/>
                    <a:pt x="202" y="9"/>
                  </a:cubicBezTo>
                  <a:cubicBezTo>
                    <a:pt x="202" y="14"/>
                    <a:pt x="198" y="18"/>
                    <a:pt x="193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08" name="Freeform 326"/>
            <p:cNvSpPr>
              <a:spLocks/>
            </p:cNvSpPr>
            <p:nvPr/>
          </p:nvSpPr>
          <p:spPr bwMode="gray">
            <a:xfrm>
              <a:off x="7150101" y="1560512"/>
              <a:ext cx="331788" cy="30163"/>
            </a:xfrm>
            <a:custGeom>
              <a:avLst/>
              <a:gdLst>
                <a:gd name="T0" fmla="*/ 317005 w 202"/>
                <a:gd name="T1" fmla="*/ 30163 h 18"/>
                <a:gd name="T2" fmla="*/ 14783 w 202"/>
                <a:gd name="T3" fmla="*/ 30163 h 18"/>
                <a:gd name="T4" fmla="*/ 0 w 202"/>
                <a:gd name="T5" fmla="*/ 15082 h 18"/>
                <a:gd name="T6" fmla="*/ 14783 w 202"/>
                <a:gd name="T7" fmla="*/ 0 h 18"/>
                <a:gd name="T8" fmla="*/ 317005 w 202"/>
                <a:gd name="T9" fmla="*/ 0 h 18"/>
                <a:gd name="T10" fmla="*/ 331788 w 202"/>
                <a:gd name="T11" fmla="*/ 15082 h 18"/>
                <a:gd name="T12" fmla="*/ 317005 w 202"/>
                <a:gd name="T13" fmla="*/ 3016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2"/>
                <a:gd name="T22" fmla="*/ 0 h 18"/>
                <a:gd name="T23" fmla="*/ 202 w 20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2" h="18">
                  <a:moveTo>
                    <a:pt x="19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8" y="0"/>
                    <a:pt x="202" y="4"/>
                    <a:pt x="202" y="9"/>
                  </a:cubicBezTo>
                  <a:cubicBezTo>
                    <a:pt x="202" y="14"/>
                    <a:pt x="198" y="18"/>
                    <a:pt x="193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509" name="组合 402"/>
          <p:cNvGrpSpPr>
            <a:grpSpLocks noChangeAspect="1"/>
          </p:cNvGrpSpPr>
          <p:nvPr/>
        </p:nvGrpSpPr>
        <p:grpSpPr bwMode="gray">
          <a:xfrm>
            <a:off x="1825240" y="2689802"/>
            <a:ext cx="393992" cy="302995"/>
            <a:chOff x="4643438" y="3690938"/>
            <a:chExt cx="506413" cy="390525"/>
          </a:xfrm>
        </p:grpSpPr>
        <p:sp>
          <p:nvSpPr>
            <p:cNvPr id="510" name="Oval 190"/>
            <p:cNvSpPr>
              <a:spLocks noChangeArrowheads="1"/>
            </p:cNvSpPr>
            <p:nvPr/>
          </p:nvSpPr>
          <p:spPr bwMode="gray">
            <a:xfrm>
              <a:off x="4948238" y="4029075"/>
              <a:ext cx="53975" cy="5238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1" name="Oval 191"/>
            <p:cNvSpPr>
              <a:spLocks noChangeArrowheads="1"/>
            </p:cNvSpPr>
            <p:nvPr/>
          </p:nvSpPr>
          <p:spPr bwMode="gray">
            <a:xfrm>
              <a:off x="5030788" y="4029075"/>
              <a:ext cx="53975" cy="5238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2" name="Freeform 225"/>
            <p:cNvSpPr>
              <a:spLocks/>
            </p:cNvSpPr>
            <p:nvPr/>
          </p:nvSpPr>
          <p:spPr bwMode="gray">
            <a:xfrm>
              <a:off x="4795838" y="3783013"/>
              <a:ext cx="346075" cy="193675"/>
            </a:xfrm>
            <a:custGeom>
              <a:avLst/>
              <a:gdLst>
                <a:gd name="T0" fmla="*/ 2147483646 w 257"/>
                <a:gd name="T1" fmla="*/ 2147483646 h 144"/>
                <a:gd name="T2" fmla="*/ 2147483646 w 257"/>
                <a:gd name="T3" fmla="*/ 2147483646 h 144"/>
                <a:gd name="T4" fmla="*/ 2147483646 w 257"/>
                <a:gd name="T5" fmla="*/ 2147483646 h 144"/>
                <a:gd name="T6" fmla="*/ 2147483646 w 257"/>
                <a:gd name="T7" fmla="*/ 2147483646 h 144"/>
                <a:gd name="T8" fmla="*/ 2147483646 w 257"/>
                <a:gd name="T9" fmla="*/ 2147483646 h 144"/>
                <a:gd name="T10" fmla="*/ 2147483646 w 257"/>
                <a:gd name="T11" fmla="*/ 2147483646 h 144"/>
                <a:gd name="T12" fmla="*/ 2147483646 w 257"/>
                <a:gd name="T13" fmla="*/ 2147483646 h 144"/>
                <a:gd name="T14" fmla="*/ 0 w 257"/>
                <a:gd name="T15" fmla="*/ 2147483646 h 144"/>
                <a:gd name="T16" fmla="*/ 2147483646 w 257"/>
                <a:gd name="T17" fmla="*/ 2147483646 h 144"/>
                <a:gd name="T18" fmla="*/ 2147483646 w 257"/>
                <a:gd name="T19" fmla="*/ 2147483646 h 144"/>
                <a:gd name="T20" fmla="*/ 2147483646 w 257"/>
                <a:gd name="T21" fmla="*/ 2147483646 h 144"/>
                <a:gd name="T22" fmla="*/ 2147483646 w 257"/>
                <a:gd name="T23" fmla="*/ 0 h 144"/>
                <a:gd name="T24" fmla="*/ 2147483646 w 257"/>
                <a:gd name="T25" fmla="*/ 2147483646 h 144"/>
                <a:gd name="T26" fmla="*/ 2147483646 w 257"/>
                <a:gd name="T27" fmla="*/ 2147483646 h 144"/>
                <a:gd name="T28" fmla="*/ 2147483646 w 257"/>
                <a:gd name="T29" fmla="*/ 2147483646 h 144"/>
                <a:gd name="T30" fmla="*/ 2147483646 w 257"/>
                <a:gd name="T31" fmla="*/ 2147483646 h 144"/>
                <a:gd name="T32" fmla="*/ 2147483646 w 257"/>
                <a:gd name="T33" fmla="*/ 2147483646 h 144"/>
                <a:gd name="T34" fmla="*/ 2147483646 w 257"/>
                <a:gd name="T35" fmla="*/ 2147483646 h 144"/>
                <a:gd name="T36" fmla="*/ 2147483646 w 257"/>
                <a:gd name="T37" fmla="*/ 2147483646 h 144"/>
                <a:gd name="T38" fmla="*/ 2147483646 w 257"/>
                <a:gd name="T39" fmla="*/ 2147483646 h 144"/>
                <a:gd name="T40" fmla="*/ 2147483646 w 257"/>
                <a:gd name="T41" fmla="*/ 2147483646 h 144"/>
                <a:gd name="T42" fmla="*/ 2147483646 w 257"/>
                <a:gd name="T43" fmla="*/ 2147483646 h 14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57"/>
                <a:gd name="T67" fmla="*/ 0 h 144"/>
                <a:gd name="T68" fmla="*/ 257 w 257"/>
                <a:gd name="T69" fmla="*/ 144 h 14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57" h="144">
                  <a:moveTo>
                    <a:pt x="148" y="144"/>
                  </a:moveTo>
                  <a:cubicBezTo>
                    <a:pt x="148" y="144"/>
                    <a:pt x="148" y="144"/>
                    <a:pt x="148" y="144"/>
                  </a:cubicBezTo>
                  <a:cubicBezTo>
                    <a:pt x="144" y="144"/>
                    <a:pt x="141" y="142"/>
                    <a:pt x="140" y="139"/>
                  </a:cubicBezTo>
                  <a:cubicBezTo>
                    <a:pt x="95" y="30"/>
                    <a:pt x="95" y="30"/>
                    <a:pt x="95" y="30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6" y="66"/>
                    <a:pt x="73" y="68"/>
                    <a:pt x="70" y="68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4" y="68"/>
                    <a:pt x="0" y="64"/>
                    <a:pt x="0" y="59"/>
                  </a:cubicBezTo>
                  <a:cubicBezTo>
                    <a:pt x="0" y="54"/>
                    <a:pt x="4" y="50"/>
                    <a:pt x="9" y="50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9" y="2"/>
                    <a:pt x="92" y="0"/>
                    <a:pt x="96" y="0"/>
                  </a:cubicBezTo>
                  <a:cubicBezTo>
                    <a:pt x="99" y="0"/>
                    <a:pt x="102" y="2"/>
                    <a:pt x="104" y="5"/>
                  </a:cubicBezTo>
                  <a:cubicBezTo>
                    <a:pt x="149" y="114"/>
                    <a:pt x="149" y="114"/>
                    <a:pt x="149" y="114"/>
                  </a:cubicBezTo>
                  <a:cubicBezTo>
                    <a:pt x="182" y="55"/>
                    <a:pt x="182" y="55"/>
                    <a:pt x="182" y="55"/>
                  </a:cubicBezTo>
                  <a:cubicBezTo>
                    <a:pt x="184" y="52"/>
                    <a:pt x="187" y="50"/>
                    <a:pt x="190" y="50"/>
                  </a:cubicBezTo>
                  <a:cubicBezTo>
                    <a:pt x="248" y="50"/>
                    <a:pt x="248" y="50"/>
                    <a:pt x="248" y="50"/>
                  </a:cubicBezTo>
                  <a:cubicBezTo>
                    <a:pt x="253" y="50"/>
                    <a:pt x="257" y="54"/>
                    <a:pt x="257" y="59"/>
                  </a:cubicBezTo>
                  <a:cubicBezTo>
                    <a:pt x="257" y="64"/>
                    <a:pt x="253" y="68"/>
                    <a:pt x="248" y="68"/>
                  </a:cubicBezTo>
                  <a:cubicBezTo>
                    <a:pt x="195" y="68"/>
                    <a:pt x="195" y="68"/>
                    <a:pt x="195" y="68"/>
                  </a:cubicBezTo>
                  <a:cubicBezTo>
                    <a:pt x="156" y="139"/>
                    <a:pt x="156" y="139"/>
                    <a:pt x="156" y="139"/>
                  </a:cubicBezTo>
                  <a:cubicBezTo>
                    <a:pt x="155" y="142"/>
                    <a:pt x="152" y="144"/>
                    <a:pt x="148" y="144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3" name="Freeform 283"/>
            <p:cNvSpPr>
              <a:spLocks/>
            </p:cNvSpPr>
            <p:nvPr/>
          </p:nvSpPr>
          <p:spPr bwMode="gray">
            <a:xfrm>
              <a:off x="4643438" y="3690938"/>
              <a:ext cx="506413" cy="376237"/>
            </a:xfrm>
            <a:custGeom>
              <a:avLst/>
              <a:gdLst>
                <a:gd name="T0" fmla="*/ 2147483646 w 377"/>
                <a:gd name="T1" fmla="*/ 2147483646 h 280"/>
                <a:gd name="T2" fmla="*/ 2147483646 w 377"/>
                <a:gd name="T3" fmla="*/ 2147483646 h 280"/>
                <a:gd name="T4" fmla="*/ 2147483646 w 377"/>
                <a:gd name="T5" fmla="*/ 2147483646 h 280"/>
                <a:gd name="T6" fmla="*/ 2147483646 w 377"/>
                <a:gd name="T7" fmla="*/ 2147483646 h 280"/>
                <a:gd name="T8" fmla="*/ 2147483646 w 377"/>
                <a:gd name="T9" fmla="*/ 2147483646 h 280"/>
                <a:gd name="T10" fmla="*/ 2147483646 w 377"/>
                <a:gd name="T11" fmla="*/ 2147483646 h 280"/>
                <a:gd name="T12" fmla="*/ 2147483646 w 377"/>
                <a:gd name="T13" fmla="*/ 2147483646 h 280"/>
                <a:gd name="T14" fmla="*/ 2147483646 w 377"/>
                <a:gd name="T15" fmla="*/ 2147483646 h 280"/>
                <a:gd name="T16" fmla="*/ 2147483646 w 377"/>
                <a:gd name="T17" fmla="*/ 2147483646 h 280"/>
                <a:gd name="T18" fmla="*/ 2147483646 w 377"/>
                <a:gd name="T19" fmla="*/ 2147483646 h 280"/>
                <a:gd name="T20" fmla="*/ 2147483646 w 377"/>
                <a:gd name="T21" fmla="*/ 2147483646 h 280"/>
                <a:gd name="T22" fmla="*/ 2147483646 w 377"/>
                <a:gd name="T23" fmla="*/ 2147483646 h 280"/>
                <a:gd name="T24" fmla="*/ 2147483646 w 377"/>
                <a:gd name="T25" fmla="*/ 2147483646 h 280"/>
                <a:gd name="T26" fmla="*/ 2147483646 w 377"/>
                <a:gd name="T27" fmla="*/ 2147483646 h 280"/>
                <a:gd name="T28" fmla="*/ 2147483646 w 377"/>
                <a:gd name="T29" fmla="*/ 2147483646 h 280"/>
                <a:gd name="T30" fmla="*/ 2147483646 w 377"/>
                <a:gd name="T31" fmla="*/ 2147483646 h 280"/>
                <a:gd name="T32" fmla="*/ 0 w 377"/>
                <a:gd name="T33" fmla="*/ 2147483646 h 280"/>
                <a:gd name="T34" fmla="*/ 0 w 377"/>
                <a:gd name="T35" fmla="*/ 2147483646 h 280"/>
                <a:gd name="T36" fmla="*/ 2147483646 w 377"/>
                <a:gd name="T37" fmla="*/ 0 h 280"/>
                <a:gd name="T38" fmla="*/ 2147483646 w 377"/>
                <a:gd name="T39" fmla="*/ 0 h 280"/>
                <a:gd name="T40" fmla="*/ 2147483646 w 377"/>
                <a:gd name="T41" fmla="*/ 2147483646 h 280"/>
                <a:gd name="T42" fmla="*/ 2147483646 w 377"/>
                <a:gd name="T43" fmla="*/ 2147483646 h 280"/>
                <a:gd name="T44" fmla="*/ 2147483646 w 377"/>
                <a:gd name="T45" fmla="*/ 2147483646 h 2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7"/>
                <a:gd name="T70" fmla="*/ 0 h 280"/>
                <a:gd name="T71" fmla="*/ 377 w 377"/>
                <a:gd name="T72" fmla="*/ 280 h 28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7" h="280">
                  <a:moveTo>
                    <a:pt x="345" y="280"/>
                  </a:moveTo>
                  <a:cubicBezTo>
                    <a:pt x="309" y="280"/>
                    <a:pt x="309" y="280"/>
                    <a:pt x="309" y="280"/>
                  </a:cubicBezTo>
                  <a:cubicBezTo>
                    <a:pt x="304" y="280"/>
                    <a:pt x="300" y="276"/>
                    <a:pt x="300" y="271"/>
                  </a:cubicBezTo>
                  <a:cubicBezTo>
                    <a:pt x="300" y="266"/>
                    <a:pt x="304" y="262"/>
                    <a:pt x="309" y="262"/>
                  </a:cubicBezTo>
                  <a:cubicBezTo>
                    <a:pt x="345" y="262"/>
                    <a:pt x="345" y="262"/>
                    <a:pt x="345" y="262"/>
                  </a:cubicBezTo>
                  <a:cubicBezTo>
                    <a:pt x="352" y="262"/>
                    <a:pt x="359" y="256"/>
                    <a:pt x="359" y="248"/>
                  </a:cubicBezTo>
                  <a:cubicBezTo>
                    <a:pt x="359" y="32"/>
                    <a:pt x="359" y="32"/>
                    <a:pt x="359" y="32"/>
                  </a:cubicBezTo>
                  <a:cubicBezTo>
                    <a:pt x="359" y="24"/>
                    <a:pt x="352" y="18"/>
                    <a:pt x="345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248"/>
                    <a:pt x="18" y="248"/>
                    <a:pt x="18" y="248"/>
                  </a:cubicBezTo>
                  <a:cubicBezTo>
                    <a:pt x="18" y="256"/>
                    <a:pt x="24" y="262"/>
                    <a:pt x="32" y="262"/>
                  </a:cubicBezTo>
                  <a:cubicBezTo>
                    <a:pt x="248" y="262"/>
                    <a:pt x="248" y="262"/>
                    <a:pt x="248" y="262"/>
                  </a:cubicBezTo>
                  <a:cubicBezTo>
                    <a:pt x="253" y="262"/>
                    <a:pt x="257" y="266"/>
                    <a:pt x="257" y="271"/>
                  </a:cubicBezTo>
                  <a:cubicBezTo>
                    <a:pt x="257" y="276"/>
                    <a:pt x="253" y="280"/>
                    <a:pt x="248" y="280"/>
                  </a:cubicBezTo>
                  <a:cubicBezTo>
                    <a:pt x="32" y="280"/>
                    <a:pt x="32" y="280"/>
                    <a:pt x="32" y="280"/>
                  </a:cubicBezTo>
                  <a:cubicBezTo>
                    <a:pt x="14" y="280"/>
                    <a:pt x="0" y="266"/>
                    <a:pt x="0" y="24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345" y="0"/>
                    <a:pt x="345" y="0"/>
                    <a:pt x="345" y="0"/>
                  </a:cubicBezTo>
                  <a:cubicBezTo>
                    <a:pt x="362" y="0"/>
                    <a:pt x="377" y="14"/>
                    <a:pt x="377" y="32"/>
                  </a:cubicBezTo>
                  <a:cubicBezTo>
                    <a:pt x="377" y="248"/>
                    <a:pt x="377" y="248"/>
                    <a:pt x="377" y="248"/>
                  </a:cubicBezTo>
                  <a:cubicBezTo>
                    <a:pt x="377" y="266"/>
                    <a:pt x="362" y="280"/>
                    <a:pt x="345" y="28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4" name="Freeform 284"/>
            <p:cNvSpPr>
              <a:spLocks/>
            </p:cNvSpPr>
            <p:nvPr/>
          </p:nvSpPr>
          <p:spPr bwMode="gray">
            <a:xfrm>
              <a:off x="4787900" y="3690938"/>
              <a:ext cx="23813" cy="376237"/>
            </a:xfrm>
            <a:custGeom>
              <a:avLst/>
              <a:gdLst>
                <a:gd name="T0" fmla="*/ 2147483646 w 18"/>
                <a:gd name="T1" fmla="*/ 2147483646 h 280"/>
                <a:gd name="T2" fmla="*/ 0 w 18"/>
                <a:gd name="T3" fmla="*/ 2147483646 h 280"/>
                <a:gd name="T4" fmla="*/ 0 w 18"/>
                <a:gd name="T5" fmla="*/ 2147483646 h 280"/>
                <a:gd name="T6" fmla="*/ 2147483646 w 18"/>
                <a:gd name="T7" fmla="*/ 0 h 280"/>
                <a:gd name="T8" fmla="*/ 2147483646 w 18"/>
                <a:gd name="T9" fmla="*/ 2147483646 h 280"/>
                <a:gd name="T10" fmla="*/ 2147483646 w 18"/>
                <a:gd name="T11" fmla="*/ 2147483646 h 280"/>
                <a:gd name="T12" fmla="*/ 2147483646 w 18"/>
                <a:gd name="T13" fmla="*/ 2147483646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280"/>
                <a:gd name="T23" fmla="*/ 18 w 18"/>
                <a:gd name="T24" fmla="*/ 280 h 2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280">
                  <a:moveTo>
                    <a:pt x="9" y="280"/>
                  </a:moveTo>
                  <a:cubicBezTo>
                    <a:pt x="4" y="280"/>
                    <a:pt x="0" y="276"/>
                    <a:pt x="0" y="27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271"/>
                    <a:pt x="18" y="271"/>
                    <a:pt x="18" y="271"/>
                  </a:cubicBezTo>
                  <a:cubicBezTo>
                    <a:pt x="18" y="276"/>
                    <a:pt x="14" y="280"/>
                    <a:pt x="9" y="28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5" name="Freeform 285"/>
            <p:cNvSpPr>
              <a:spLocks/>
            </p:cNvSpPr>
            <p:nvPr/>
          </p:nvSpPr>
          <p:spPr bwMode="gray">
            <a:xfrm>
              <a:off x="4687888" y="3751263"/>
              <a:ext cx="77788" cy="25400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6" name="Freeform 286"/>
            <p:cNvSpPr>
              <a:spLocks/>
            </p:cNvSpPr>
            <p:nvPr/>
          </p:nvSpPr>
          <p:spPr bwMode="gray">
            <a:xfrm>
              <a:off x="4687888" y="3790950"/>
              <a:ext cx="77788" cy="23812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7" name="Freeform 287"/>
            <p:cNvSpPr>
              <a:spLocks/>
            </p:cNvSpPr>
            <p:nvPr/>
          </p:nvSpPr>
          <p:spPr bwMode="gray">
            <a:xfrm>
              <a:off x="4687888" y="3829050"/>
              <a:ext cx="77788" cy="23812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8" name="Freeform 288"/>
            <p:cNvSpPr>
              <a:spLocks/>
            </p:cNvSpPr>
            <p:nvPr/>
          </p:nvSpPr>
          <p:spPr bwMode="gray">
            <a:xfrm>
              <a:off x="4687888" y="3867150"/>
              <a:ext cx="77788" cy="23812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19" name="Freeform 289"/>
            <p:cNvSpPr>
              <a:spLocks/>
            </p:cNvSpPr>
            <p:nvPr/>
          </p:nvSpPr>
          <p:spPr bwMode="gray">
            <a:xfrm>
              <a:off x="4687888" y="3943350"/>
              <a:ext cx="77788" cy="25400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0" name="Freeform 290"/>
            <p:cNvSpPr>
              <a:spLocks/>
            </p:cNvSpPr>
            <p:nvPr/>
          </p:nvSpPr>
          <p:spPr bwMode="gray">
            <a:xfrm>
              <a:off x="4687888" y="3983038"/>
              <a:ext cx="77788" cy="23812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521" name="组合 121"/>
          <p:cNvGrpSpPr>
            <a:grpSpLocks noChangeAspect="1"/>
          </p:cNvGrpSpPr>
          <p:nvPr/>
        </p:nvGrpSpPr>
        <p:grpSpPr bwMode="gray">
          <a:xfrm>
            <a:off x="2768536" y="2632122"/>
            <a:ext cx="588796" cy="418355"/>
            <a:chOff x="923925" y="2755900"/>
            <a:chExt cx="860426" cy="611188"/>
          </a:xfrm>
        </p:grpSpPr>
        <p:sp>
          <p:nvSpPr>
            <p:cNvPr id="522" name="Freeform 74"/>
            <p:cNvSpPr>
              <a:spLocks noEditPoints="1"/>
            </p:cNvSpPr>
            <p:nvPr/>
          </p:nvSpPr>
          <p:spPr bwMode="gray">
            <a:xfrm>
              <a:off x="923925" y="2952750"/>
              <a:ext cx="466725" cy="307975"/>
            </a:xfrm>
            <a:custGeom>
              <a:avLst/>
              <a:gdLst>
                <a:gd name="T0" fmla="*/ 2147483646 w 1113"/>
                <a:gd name="T1" fmla="*/ 2147483646 h 734"/>
                <a:gd name="T2" fmla="*/ 2147483646 w 1113"/>
                <a:gd name="T3" fmla="*/ 2147483646 h 734"/>
                <a:gd name="T4" fmla="*/ 2147483646 w 1113"/>
                <a:gd name="T5" fmla="*/ 2147483646 h 734"/>
                <a:gd name="T6" fmla="*/ 2147483646 w 1113"/>
                <a:gd name="T7" fmla="*/ 2147483646 h 734"/>
                <a:gd name="T8" fmla="*/ 2147483646 w 1113"/>
                <a:gd name="T9" fmla="*/ 2147483646 h 734"/>
                <a:gd name="T10" fmla="*/ 2147483646 w 1113"/>
                <a:gd name="T11" fmla="*/ 2147483646 h 734"/>
                <a:gd name="T12" fmla="*/ 2147483646 w 1113"/>
                <a:gd name="T13" fmla="*/ 2147483646 h 734"/>
                <a:gd name="T14" fmla="*/ 2147483646 w 1113"/>
                <a:gd name="T15" fmla="*/ 2147483646 h 734"/>
                <a:gd name="T16" fmla="*/ 2147483646 w 1113"/>
                <a:gd name="T17" fmla="*/ 2147483646 h 734"/>
                <a:gd name="T18" fmla="*/ 0 w 1113"/>
                <a:gd name="T19" fmla="*/ 2147483646 h 734"/>
                <a:gd name="T20" fmla="*/ 0 w 1113"/>
                <a:gd name="T21" fmla="*/ 2147483646 h 734"/>
                <a:gd name="T22" fmla="*/ 2147483646 w 1113"/>
                <a:gd name="T23" fmla="*/ 0 h 734"/>
                <a:gd name="T24" fmla="*/ 2147483646 w 1113"/>
                <a:gd name="T25" fmla="*/ 0 h 734"/>
                <a:gd name="T26" fmla="*/ 2147483646 w 1113"/>
                <a:gd name="T27" fmla="*/ 2147483646 h 734"/>
                <a:gd name="T28" fmla="*/ 2147483646 w 1113"/>
                <a:gd name="T29" fmla="*/ 2147483646 h 734"/>
                <a:gd name="T30" fmla="*/ 2147483646 w 1113"/>
                <a:gd name="T31" fmla="*/ 2147483646 h 73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3"/>
                <a:gd name="T49" fmla="*/ 0 h 734"/>
                <a:gd name="T50" fmla="*/ 1113 w 1113"/>
                <a:gd name="T51" fmla="*/ 734 h 73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3" h="734">
                  <a:moveTo>
                    <a:pt x="53" y="680"/>
                  </a:moveTo>
                  <a:lnTo>
                    <a:pt x="53" y="680"/>
                  </a:lnTo>
                  <a:lnTo>
                    <a:pt x="1060" y="680"/>
                  </a:lnTo>
                  <a:lnTo>
                    <a:pt x="1060" y="54"/>
                  </a:lnTo>
                  <a:lnTo>
                    <a:pt x="53" y="54"/>
                  </a:lnTo>
                  <a:lnTo>
                    <a:pt x="53" y="680"/>
                  </a:lnTo>
                  <a:close/>
                  <a:moveTo>
                    <a:pt x="1087" y="734"/>
                  </a:moveTo>
                  <a:lnTo>
                    <a:pt x="1087" y="734"/>
                  </a:lnTo>
                  <a:lnTo>
                    <a:pt x="27" y="734"/>
                  </a:lnTo>
                  <a:cubicBezTo>
                    <a:pt x="12" y="734"/>
                    <a:pt x="0" y="722"/>
                    <a:pt x="0" y="707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lnTo>
                    <a:pt x="1087" y="0"/>
                  </a:lnTo>
                  <a:cubicBezTo>
                    <a:pt x="1101" y="0"/>
                    <a:pt x="1113" y="12"/>
                    <a:pt x="1113" y="27"/>
                  </a:cubicBezTo>
                  <a:lnTo>
                    <a:pt x="1113" y="707"/>
                  </a:lnTo>
                  <a:cubicBezTo>
                    <a:pt x="1113" y="722"/>
                    <a:pt x="1101" y="734"/>
                    <a:pt x="1087" y="734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3" name="Freeform 75"/>
            <p:cNvSpPr>
              <a:spLocks/>
            </p:cNvSpPr>
            <p:nvPr/>
          </p:nvSpPr>
          <p:spPr bwMode="gray">
            <a:xfrm>
              <a:off x="1079500" y="3238500"/>
              <a:ext cx="22225" cy="76200"/>
            </a:xfrm>
            <a:custGeom>
              <a:avLst/>
              <a:gdLst>
                <a:gd name="T0" fmla="*/ 2147483646 w 53"/>
                <a:gd name="T1" fmla="*/ 2147483646 h 181"/>
                <a:gd name="T2" fmla="*/ 2147483646 w 53"/>
                <a:gd name="T3" fmla="*/ 2147483646 h 181"/>
                <a:gd name="T4" fmla="*/ 0 w 53"/>
                <a:gd name="T5" fmla="*/ 2147483646 h 181"/>
                <a:gd name="T6" fmla="*/ 0 w 53"/>
                <a:gd name="T7" fmla="*/ 2147483646 h 181"/>
                <a:gd name="T8" fmla="*/ 2147483646 w 53"/>
                <a:gd name="T9" fmla="*/ 0 h 181"/>
                <a:gd name="T10" fmla="*/ 2147483646 w 53"/>
                <a:gd name="T11" fmla="*/ 2147483646 h 181"/>
                <a:gd name="T12" fmla="*/ 2147483646 w 53"/>
                <a:gd name="T13" fmla="*/ 2147483646 h 181"/>
                <a:gd name="T14" fmla="*/ 2147483646 w 53"/>
                <a:gd name="T15" fmla="*/ 2147483646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3"/>
                <a:gd name="T25" fmla="*/ 0 h 181"/>
                <a:gd name="T26" fmla="*/ 53 w 53"/>
                <a:gd name="T27" fmla="*/ 181 h 18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3" h="181">
                  <a:moveTo>
                    <a:pt x="27" y="181"/>
                  </a:moveTo>
                  <a:lnTo>
                    <a:pt x="27" y="181"/>
                  </a:lnTo>
                  <a:cubicBezTo>
                    <a:pt x="12" y="181"/>
                    <a:pt x="0" y="169"/>
                    <a:pt x="0" y="154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lnTo>
                    <a:pt x="53" y="154"/>
                  </a:lnTo>
                  <a:cubicBezTo>
                    <a:pt x="53" y="169"/>
                    <a:pt x="41" y="181"/>
                    <a:pt x="27" y="18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4" name="Freeform 76"/>
            <p:cNvSpPr>
              <a:spLocks/>
            </p:cNvSpPr>
            <p:nvPr/>
          </p:nvSpPr>
          <p:spPr bwMode="gray">
            <a:xfrm>
              <a:off x="1208088" y="3238500"/>
              <a:ext cx="22225" cy="76200"/>
            </a:xfrm>
            <a:custGeom>
              <a:avLst/>
              <a:gdLst>
                <a:gd name="T0" fmla="*/ 2147483646 w 53"/>
                <a:gd name="T1" fmla="*/ 2147483646 h 181"/>
                <a:gd name="T2" fmla="*/ 2147483646 w 53"/>
                <a:gd name="T3" fmla="*/ 2147483646 h 181"/>
                <a:gd name="T4" fmla="*/ 0 w 53"/>
                <a:gd name="T5" fmla="*/ 2147483646 h 181"/>
                <a:gd name="T6" fmla="*/ 0 w 53"/>
                <a:gd name="T7" fmla="*/ 2147483646 h 181"/>
                <a:gd name="T8" fmla="*/ 2147483646 w 53"/>
                <a:gd name="T9" fmla="*/ 0 h 181"/>
                <a:gd name="T10" fmla="*/ 2147483646 w 53"/>
                <a:gd name="T11" fmla="*/ 2147483646 h 181"/>
                <a:gd name="T12" fmla="*/ 2147483646 w 53"/>
                <a:gd name="T13" fmla="*/ 2147483646 h 181"/>
                <a:gd name="T14" fmla="*/ 2147483646 w 53"/>
                <a:gd name="T15" fmla="*/ 2147483646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3"/>
                <a:gd name="T25" fmla="*/ 0 h 181"/>
                <a:gd name="T26" fmla="*/ 53 w 53"/>
                <a:gd name="T27" fmla="*/ 181 h 18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3" h="181">
                  <a:moveTo>
                    <a:pt x="26" y="181"/>
                  </a:moveTo>
                  <a:lnTo>
                    <a:pt x="26" y="181"/>
                  </a:lnTo>
                  <a:cubicBezTo>
                    <a:pt x="12" y="181"/>
                    <a:pt x="0" y="169"/>
                    <a:pt x="0" y="154"/>
                  </a:cubicBezTo>
                  <a:lnTo>
                    <a:pt x="0" y="27"/>
                  </a:ln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lnTo>
                    <a:pt x="53" y="154"/>
                  </a:lnTo>
                  <a:cubicBezTo>
                    <a:pt x="53" y="169"/>
                    <a:pt x="41" y="181"/>
                    <a:pt x="26" y="18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5" name="Freeform 77"/>
            <p:cNvSpPr>
              <a:spLocks noEditPoints="1"/>
            </p:cNvSpPr>
            <p:nvPr/>
          </p:nvSpPr>
          <p:spPr bwMode="gray">
            <a:xfrm>
              <a:off x="984250" y="3292475"/>
              <a:ext cx="344488" cy="57150"/>
            </a:xfrm>
            <a:custGeom>
              <a:avLst/>
              <a:gdLst>
                <a:gd name="T0" fmla="*/ 2147483646 w 825"/>
                <a:gd name="T1" fmla="*/ 2147483646 h 136"/>
                <a:gd name="T2" fmla="*/ 2147483646 w 825"/>
                <a:gd name="T3" fmla="*/ 2147483646 h 136"/>
                <a:gd name="T4" fmla="*/ 2147483646 w 825"/>
                <a:gd name="T5" fmla="*/ 2147483646 h 136"/>
                <a:gd name="T6" fmla="*/ 2147483646 w 825"/>
                <a:gd name="T7" fmla="*/ 2147483646 h 136"/>
                <a:gd name="T8" fmla="*/ 2147483646 w 825"/>
                <a:gd name="T9" fmla="*/ 2147483646 h 136"/>
                <a:gd name="T10" fmla="*/ 2147483646 w 825"/>
                <a:gd name="T11" fmla="*/ 2147483646 h 136"/>
                <a:gd name="T12" fmla="*/ 2147483646 w 825"/>
                <a:gd name="T13" fmla="*/ 2147483646 h 136"/>
                <a:gd name="T14" fmla="*/ 2147483646 w 825"/>
                <a:gd name="T15" fmla="*/ 2147483646 h 136"/>
                <a:gd name="T16" fmla="*/ 0 w 825"/>
                <a:gd name="T17" fmla="*/ 2147483646 h 136"/>
                <a:gd name="T18" fmla="*/ 2147483646 w 825"/>
                <a:gd name="T19" fmla="*/ 0 h 136"/>
                <a:gd name="T20" fmla="*/ 2147483646 w 825"/>
                <a:gd name="T21" fmla="*/ 0 h 136"/>
                <a:gd name="T22" fmla="*/ 2147483646 w 825"/>
                <a:gd name="T23" fmla="*/ 2147483646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5"/>
                <a:gd name="T37" fmla="*/ 0 h 136"/>
                <a:gd name="T38" fmla="*/ 825 w 825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5" h="136">
                  <a:moveTo>
                    <a:pt x="89" y="83"/>
                  </a:moveTo>
                  <a:lnTo>
                    <a:pt x="89" y="83"/>
                  </a:lnTo>
                  <a:lnTo>
                    <a:pt x="742" y="83"/>
                  </a:lnTo>
                  <a:lnTo>
                    <a:pt x="728" y="53"/>
                  </a:lnTo>
                  <a:lnTo>
                    <a:pt x="105" y="53"/>
                  </a:lnTo>
                  <a:lnTo>
                    <a:pt x="89" y="83"/>
                  </a:lnTo>
                  <a:close/>
                  <a:moveTo>
                    <a:pt x="825" y="136"/>
                  </a:moveTo>
                  <a:lnTo>
                    <a:pt x="825" y="136"/>
                  </a:lnTo>
                  <a:lnTo>
                    <a:pt x="0" y="136"/>
                  </a:lnTo>
                  <a:lnTo>
                    <a:pt x="73" y="0"/>
                  </a:lnTo>
                  <a:lnTo>
                    <a:pt x="762" y="0"/>
                  </a:lnTo>
                  <a:lnTo>
                    <a:pt x="825" y="136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6" name="Freeform 78"/>
            <p:cNvSpPr>
              <a:spLocks noEditPoints="1"/>
            </p:cNvSpPr>
            <p:nvPr/>
          </p:nvSpPr>
          <p:spPr bwMode="gray">
            <a:xfrm>
              <a:off x="1044575" y="3009900"/>
              <a:ext cx="225425" cy="76200"/>
            </a:xfrm>
            <a:custGeom>
              <a:avLst/>
              <a:gdLst>
                <a:gd name="T0" fmla="*/ 2147483646 w 537"/>
                <a:gd name="T1" fmla="*/ 2147483646 h 183"/>
                <a:gd name="T2" fmla="*/ 2147483646 w 537"/>
                <a:gd name="T3" fmla="*/ 2147483646 h 183"/>
                <a:gd name="T4" fmla="*/ 2147483646 w 537"/>
                <a:gd name="T5" fmla="*/ 2147483646 h 183"/>
                <a:gd name="T6" fmla="*/ 2147483646 w 537"/>
                <a:gd name="T7" fmla="*/ 2147483646 h 183"/>
                <a:gd name="T8" fmla="*/ 2147483646 w 537"/>
                <a:gd name="T9" fmla="*/ 2147483646 h 183"/>
                <a:gd name="T10" fmla="*/ 2147483646 w 537"/>
                <a:gd name="T11" fmla="*/ 2147483646 h 183"/>
                <a:gd name="T12" fmla="*/ 2147483646 w 537"/>
                <a:gd name="T13" fmla="*/ 2147483646 h 183"/>
                <a:gd name="T14" fmla="*/ 2147483646 w 537"/>
                <a:gd name="T15" fmla="*/ 2147483646 h 183"/>
                <a:gd name="T16" fmla="*/ 2147483646 w 537"/>
                <a:gd name="T17" fmla="*/ 2147483646 h 183"/>
                <a:gd name="T18" fmla="*/ 2147483646 w 537"/>
                <a:gd name="T19" fmla="*/ 2147483646 h 183"/>
                <a:gd name="T20" fmla="*/ 2147483646 w 537"/>
                <a:gd name="T21" fmla="*/ 2147483646 h 183"/>
                <a:gd name="T22" fmla="*/ 2147483646 w 537"/>
                <a:gd name="T23" fmla="*/ 2147483646 h 183"/>
                <a:gd name="T24" fmla="*/ 2147483646 w 537"/>
                <a:gd name="T25" fmla="*/ 2147483646 h 183"/>
                <a:gd name="T26" fmla="*/ 2147483646 w 537"/>
                <a:gd name="T27" fmla="*/ 2147483646 h 183"/>
                <a:gd name="T28" fmla="*/ 2147483646 w 537"/>
                <a:gd name="T29" fmla="*/ 2147483646 h 183"/>
                <a:gd name="T30" fmla="*/ 2147483646 w 537"/>
                <a:gd name="T31" fmla="*/ 2147483646 h 183"/>
                <a:gd name="T32" fmla="*/ 2147483646 w 537"/>
                <a:gd name="T33" fmla="*/ 2147483646 h 183"/>
                <a:gd name="T34" fmla="*/ 2147483646 w 537"/>
                <a:gd name="T35" fmla="*/ 2147483646 h 183"/>
                <a:gd name="T36" fmla="*/ 2147483646 w 537"/>
                <a:gd name="T37" fmla="*/ 0 h 183"/>
                <a:gd name="T38" fmla="*/ 2147483646 w 537"/>
                <a:gd name="T39" fmla="*/ 2147483646 h 183"/>
                <a:gd name="T40" fmla="*/ 2147483646 w 537"/>
                <a:gd name="T41" fmla="*/ 2147483646 h 183"/>
                <a:gd name="T42" fmla="*/ 2147483646 w 537"/>
                <a:gd name="T43" fmla="*/ 2147483646 h 183"/>
                <a:gd name="T44" fmla="*/ 2147483646 w 537"/>
                <a:gd name="T45" fmla="*/ 2147483646 h 183"/>
                <a:gd name="T46" fmla="*/ 2147483646 w 537"/>
                <a:gd name="T47" fmla="*/ 2147483646 h 1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37"/>
                <a:gd name="T73" fmla="*/ 0 h 183"/>
                <a:gd name="T74" fmla="*/ 537 w 537"/>
                <a:gd name="T75" fmla="*/ 183 h 18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37" h="183">
                  <a:moveTo>
                    <a:pt x="269" y="40"/>
                  </a:moveTo>
                  <a:lnTo>
                    <a:pt x="269" y="40"/>
                  </a:lnTo>
                  <a:cubicBezTo>
                    <a:pt x="253" y="40"/>
                    <a:pt x="237" y="43"/>
                    <a:pt x="227" y="49"/>
                  </a:cubicBezTo>
                  <a:lnTo>
                    <a:pt x="66" y="143"/>
                  </a:lnTo>
                  <a:lnTo>
                    <a:pt x="472" y="143"/>
                  </a:lnTo>
                  <a:lnTo>
                    <a:pt x="311" y="49"/>
                  </a:lnTo>
                  <a:cubicBezTo>
                    <a:pt x="300" y="43"/>
                    <a:pt x="285" y="40"/>
                    <a:pt x="269" y="40"/>
                  </a:cubicBezTo>
                  <a:close/>
                  <a:moveTo>
                    <a:pt x="49" y="152"/>
                  </a:moveTo>
                  <a:lnTo>
                    <a:pt x="49" y="152"/>
                  </a:lnTo>
                  <a:lnTo>
                    <a:pt x="49" y="163"/>
                  </a:lnTo>
                  <a:lnTo>
                    <a:pt x="49" y="152"/>
                  </a:lnTo>
                  <a:cubicBezTo>
                    <a:pt x="49" y="152"/>
                    <a:pt x="49" y="152"/>
                    <a:pt x="49" y="152"/>
                  </a:cubicBezTo>
                  <a:close/>
                  <a:moveTo>
                    <a:pt x="49" y="183"/>
                  </a:moveTo>
                  <a:lnTo>
                    <a:pt x="49" y="183"/>
                  </a:lnTo>
                  <a:cubicBezTo>
                    <a:pt x="24" y="183"/>
                    <a:pt x="9" y="175"/>
                    <a:pt x="5" y="160"/>
                  </a:cubicBezTo>
                  <a:cubicBezTo>
                    <a:pt x="0" y="144"/>
                    <a:pt x="10" y="129"/>
                    <a:pt x="34" y="115"/>
                  </a:cubicBezTo>
                  <a:lnTo>
                    <a:pt x="206" y="15"/>
                  </a:lnTo>
                  <a:cubicBezTo>
                    <a:pt x="223" y="5"/>
                    <a:pt x="246" y="0"/>
                    <a:pt x="269" y="0"/>
                  </a:cubicBezTo>
                  <a:cubicBezTo>
                    <a:pt x="292" y="0"/>
                    <a:pt x="314" y="5"/>
                    <a:pt x="331" y="15"/>
                  </a:cubicBezTo>
                  <a:lnTo>
                    <a:pt x="504" y="115"/>
                  </a:lnTo>
                  <a:cubicBezTo>
                    <a:pt x="527" y="129"/>
                    <a:pt x="537" y="144"/>
                    <a:pt x="533" y="159"/>
                  </a:cubicBezTo>
                  <a:cubicBezTo>
                    <a:pt x="529" y="175"/>
                    <a:pt x="514" y="183"/>
                    <a:pt x="488" y="183"/>
                  </a:cubicBezTo>
                  <a:lnTo>
                    <a:pt x="49" y="183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7" name="Freeform 79"/>
            <p:cNvSpPr>
              <a:spLocks noEditPoints="1"/>
            </p:cNvSpPr>
            <p:nvPr/>
          </p:nvSpPr>
          <p:spPr bwMode="gray">
            <a:xfrm>
              <a:off x="1042988" y="3097213"/>
              <a:ext cx="223838" cy="112713"/>
            </a:xfrm>
            <a:custGeom>
              <a:avLst/>
              <a:gdLst>
                <a:gd name="T0" fmla="*/ 2147483646 w 535"/>
                <a:gd name="T1" fmla="*/ 2147483646 h 269"/>
                <a:gd name="T2" fmla="*/ 2147483646 w 535"/>
                <a:gd name="T3" fmla="*/ 2147483646 h 269"/>
                <a:gd name="T4" fmla="*/ 2147483646 w 535"/>
                <a:gd name="T5" fmla="*/ 2147483646 h 269"/>
                <a:gd name="T6" fmla="*/ 2147483646 w 535"/>
                <a:gd name="T7" fmla="*/ 2147483646 h 269"/>
                <a:gd name="T8" fmla="*/ 2147483646 w 535"/>
                <a:gd name="T9" fmla="*/ 2147483646 h 269"/>
                <a:gd name="T10" fmla="*/ 2147483646 w 535"/>
                <a:gd name="T11" fmla="*/ 2147483646 h 269"/>
                <a:gd name="T12" fmla="*/ 2147483646 w 535"/>
                <a:gd name="T13" fmla="*/ 2147483646 h 269"/>
                <a:gd name="T14" fmla="*/ 2147483646 w 535"/>
                <a:gd name="T15" fmla="*/ 2147483646 h 269"/>
                <a:gd name="T16" fmla="*/ 2147483646 w 535"/>
                <a:gd name="T17" fmla="*/ 2147483646 h 269"/>
                <a:gd name="T18" fmla="*/ 2147483646 w 535"/>
                <a:gd name="T19" fmla="*/ 2147483646 h 269"/>
                <a:gd name="T20" fmla="*/ 2147483646 w 535"/>
                <a:gd name="T21" fmla="*/ 2147483646 h 269"/>
                <a:gd name="T22" fmla="*/ 2147483646 w 535"/>
                <a:gd name="T23" fmla="*/ 2147483646 h 269"/>
                <a:gd name="T24" fmla="*/ 2147483646 w 535"/>
                <a:gd name="T25" fmla="*/ 2147483646 h 269"/>
                <a:gd name="T26" fmla="*/ 2147483646 w 535"/>
                <a:gd name="T27" fmla="*/ 2147483646 h 269"/>
                <a:gd name="T28" fmla="*/ 2147483646 w 535"/>
                <a:gd name="T29" fmla="*/ 2147483646 h 269"/>
                <a:gd name="T30" fmla="*/ 2147483646 w 535"/>
                <a:gd name="T31" fmla="*/ 2147483646 h 269"/>
                <a:gd name="T32" fmla="*/ 0 w 535"/>
                <a:gd name="T33" fmla="*/ 2147483646 h 269"/>
                <a:gd name="T34" fmla="*/ 2147483646 w 535"/>
                <a:gd name="T35" fmla="*/ 2147483646 h 269"/>
                <a:gd name="T36" fmla="*/ 2147483646 w 535"/>
                <a:gd name="T37" fmla="*/ 2147483646 h 269"/>
                <a:gd name="T38" fmla="*/ 2147483646 w 535"/>
                <a:gd name="T39" fmla="*/ 0 h 269"/>
                <a:gd name="T40" fmla="*/ 2147483646 w 535"/>
                <a:gd name="T41" fmla="*/ 2147483646 h 269"/>
                <a:gd name="T42" fmla="*/ 2147483646 w 535"/>
                <a:gd name="T43" fmla="*/ 2147483646 h 269"/>
                <a:gd name="T44" fmla="*/ 2147483646 w 535"/>
                <a:gd name="T45" fmla="*/ 0 h 269"/>
                <a:gd name="T46" fmla="*/ 2147483646 w 535"/>
                <a:gd name="T47" fmla="*/ 2147483646 h 269"/>
                <a:gd name="T48" fmla="*/ 2147483646 w 535"/>
                <a:gd name="T49" fmla="*/ 2147483646 h 269"/>
                <a:gd name="T50" fmla="*/ 2147483646 w 535"/>
                <a:gd name="T51" fmla="*/ 0 h 269"/>
                <a:gd name="T52" fmla="*/ 2147483646 w 535"/>
                <a:gd name="T53" fmla="*/ 2147483646 h 269"/>
                <a:gd name="T54" fmla="*/ 2147483646 w 535"/>
                <a:gd name="T55" fmla="*/ 2147483646 h 269"/>
                <a:gd name="T56" fmla="*/ 2147483646 w 535"/>
                <a:gd name="T57" fmla="*/ 0 h 269"/>
                <a:gd name="T58" fmla="*/ 2147483646 w 535"/>
                <a:gd name="T59" fmla="*/ 2147483646 h 269"/>
                <a:gd name="T60" fmla="*/ 2147483646 w 535"/>
                <a:gd name="T61" fmla="*/ 2147483646 h 269"/>
                <a:gd name="T62" fmla="*/ 2147483646 w 535"/>
                <a:gd name="T63" fmla="*/ 2147483646 h 26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535"/>
                <a:gd name="T97" fmla="*/ 0 h 269"/>
                <a:gd name="T98" fmla="*/ 535 w 535"/>
                <a:gd name="T99" fmla="*/ 269 h 26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535" h="269">
                  <a:moveTo>
                    <a:pt x="40" y="229"/>
                  </a:moveTo>
                  <a:lnTo>
                    <a:pt x="40" y="229"/>
                  </a:lnTo>
                  <a:lnTo>
                    <a:pt x="495" y="229"/>
                  </a:lnTo>
                  <a:lnTo>
                    <a:pt x="495" y="206"/>
                  </a:lnTo>
                  <a:lnTo>
                    <a:pt x="478" y="206"/>
                  </a:lnTo>
                  <a:cubicBezTo>
                    <a:pt x="467" y="206"/>
                    <a:pt x="458" y="197"/>
                    <a:pt x="458" y="186"/>
                  </a:cubicBezTo>
                  <a:lnTo>
                    <a:pt x="458" y="40"/>
                  </a:lnTo>
                  <a:lnTo>
                    <a:pt x="433" y="40"/>
                  </a:lnTo>
                  <a:lnTo>
                    <a:pt x="433" y="186"/>
                  </a:lnTo>
                  <a:cubicBezTo>
                    <a:pt x="433" y="197"/>
                    <a:pt x="424" y="206"/>
                    <a:pt x="413" y="206"/>
                  </a:cubicBezTo>
                  <a:lnTo>
                    <a:pt x="363" y="206"/>
                  </a:lnTo>
                  <a:cubicBezTo>
                    <a:pt x="352" y="206"/>
                    <a:pt x="343" y="197"/>
                    <a:pt x="343" y="186"/>
                  </a:cubicBezTo>
                  <a:lnTo>
                    <a:pt x="343" y="40"/>
                  </a:lnTo>
                  <a:lnTo>
                    <a:pt x="318" y="40"/>
                  </a:lnTo>
                  <a:lnTo>
                    <a:pt x="318" y="186"/>
                  </a:lnTo>
                  <a:cubicBezTo>
                    <a:pt x="318" y="197"/>
                    <a:pt x="309" y="206"/>
                    <a:pt x="298" y="206"/>
                  </a:cubicBezTo>
                  <a:lnTo>
                    <a:pt x="248" y="206"/>
                  </a:lnTo>
                  <a:cubicBezTo>
                    <a:pt x="237" y="206"/>
                    <a:pt x="228" y="197"/>
                    <a:pt x="228" y="186"/>
                  </a:cubicBezTo>
                  <a:lnTo>
                    <a:pt x="228" y="40"/>
                  </a:lnTo>
                  <a:lnTo>
                    <a:pt x="203" y="40"/>
                  </a:lnTo>
                  <a:lnTo>
                    <a:pt x="203" y="186"/>
                  </a:lnTo>
                  <a:cubicBezTo>
                    <a:pt x="203" y="197"/>
                    <a:pt x="194" y="206"/>
                    <a:pt x="183" y="206"/>
                  </a:cubicBezTo>
                  <a:lnTo>
                    <a:pt x="133" y="206"/>
                  </a:lnTo>
                  <a:cubicBezTo>
                    <a:pt x="122" y="206"/>
                    <a:pt x="113" y="197"/>
                    <a:pt x="113" y="186"/>
                  </a:cubicBezTo>
                  <a:lnTo>
                    <a:pt x="113" y="40"/>
                  </a:lnTo>
                  <a:lnTo>
                    <a:pt x="88" y="40"/>
                  </a:lnTo>
                  <a:lnTo>
                    <a:pt x="88" y="186"/>
                  </a:lnTo>
                  <a:cubicBezTo>
                    <a:pt x="88" y="197"/>
                    <a:pt x="79" y="206"/>
                    <a:pt x="68" y="206"/>
                  </a:cubicBezTo>
                  <a:lnTo>
                    <a:pt x="40" y="206"/>
                  </a:lnTo>
                  <a:lnTo>
                    <a:pt x="40" y="229"/>
                  </a:lnTo>
                  <a:close/>
                  <a:moveTo>
                    <a:pt x="515" y="269"/>
                  </a:moveTo>
                  <a:lnTo>
                    <a:pt x="515" y="269"/>
                  </a:lnTo>
                  <a:lnTo>
                    <a:pt x="20" y="269"/>
                  </a:lnTo>
                  <a:cubicBezTo>
                    <a:pt x="9" y="269"/>
                    <a:pt x="0" y="260"/>
                    <a:pt x="0" y="249"/>
                  </a:cubicBezTo>
                  <a:lnTo>
                    <a:pt x="0" y="186"/>
                  </a:lnTo>
                  <a:cubicBezTo>
                    <a:pt x="0" y="175"/>
                    <a:pt x="9" y="166"/>
                    <a:pt x="20" y="166"/>
                  </a:cubicBezTo>
                  <a:lnTo>
                    <a:pt x="48" y="166"/>
                  </a:lnTo>
                  <a:lnTo>
                    <a:pt x="48" y="20"/>
                  </a:lnTo>
                  <a:cubicBezTo>
                    <a:pt x="48" y="9"/>
                    <a:pt x="57" y="0"/>
                    <a:pt x="68" y="0"/>
                  </a:cubicBezTo>
                  <a:lnTo>
                    <a:pt x="133" y="0"/>
                  </a:lnTo>
                  <a:cubicBezTo>
                    <a:pt x="144" y="0"/>
                    <a:pt x="153" y="9"/>
                    <a:pt x="153" y="20"/>
                  </a:cubicBezTo>
                  <a:lnTo>
                    <a:pt x="153" y="166"/>
                  </a:lnTo>
                  <a:lnTo>
                    <a:pt x="163" y="166"/>
                  </a:lnTo>
                  <a:lnTo>
                    <a:pt x="163" y="20"/>
                  </a:lnTo>
                  <a:cubicBezTo>
                    <a:pt x="163" y="9"/>
                    <a:pt x="172" y="0"/>
                    <a:pt x="183" y="0"/>
                  </a:cubicBezTo>
                  <a:lnTo>
                    <a:pt x="248" y="0"/>
                  </a:lnTo>
                  <a:cubicBezTo>
                    <a:pt x="259" y="0"/>
                    <a:pt x="268" y="9"/>
                    <a:pt x="268" y="20"/>
                  </a:cubicBezTo>
                  <a:lnTo>
                    <a:pt x="268" y="166"/>
                  </a:lnTo>
                  <a:lnTo>
                    <a:pt x="278" y="166"/>
                  </a:lnTo>
                  <a:lnTo>
                    <a:pt x="278" y="20"/>
                  </a:lnTo>
                  <a:cubicBezTo>
                    <a:pt x="278" y="9"/>
                    <a:pt x="287" y="0"/>
                    <a:pt x="298" y="0"/>
                  </a:cubicBezTo>
                  <a:lnTo>
                    <a:pt x="363" y="0"/>
                  </a:lnTo>
                  <a:cubicBezTo>
                    <a:pt x="374" y="0"/>
                    <a:pt x="383" y="9"/>
                    <a:pt x="383" y="20"/>
                  </a:cubicBezTo>
                  <a:lnTo>
                    <a:pt x="383" y="166"/>
                  </a:lnTo>
                  <a:lnTo>
                    <a:pt x="393" y="166"/>
                  </a:lnTo>
                  <a:lnTo>
                    <a:pt x="393" y="20"/>
                  </a:lnTo>
                  <a:cubicBezTo>
                    <a:pt x="393" y="9"/>
                    <a:pt x="402" y="0"/>
                    <a:pt x="413" y="0"/>
                  </a:cubicBezTo>
                  <a:lnTo>
                    <a:pt x="478" y="0"/>
                  </a:lnTo>
                  <a:cubicBezTo>
                    <a:pt x="489" y="0"/>
                    <a:pt x="498" y="9"/>
                    <a:pt x="498" y="20"/>
                  </a:cubicBezTo>
                  <a:lnTo>
                    <a:pt x="498" y="166"/>
                  </a:lnTo>
                  <a:lnTo>
                    <a:pt x="515" y="166"/>
                  </a:lnTo>
                  <a:cubicBezTo>
                    <a:pt x="526" y="166"/>
                    <a:pt x="535" y="175"/>
                    <a:pt x="535" y="186"/>
                  </a:cubicBezTo>
                  <a:lnTo>
                    <a:pt x="535" y="249"/>
                  </a:lnTo>
                  <a:cubicBezTo>
                    <a:pt x="535" y="260"/>
                    <a:pt x="526" y="269"/>
                    <a:pt x="515" y="26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8" name="Freeform 80"/>
            <p:cNvSpPr>
              <a:spLocks/>
            </p:cNvSpPr>
            <p:nvPr/>
          </p:nvSpPr>
          <p:spPr bwMode="gray">
            <a:xfrm>
              <a:off x="1312863" y="3325813"/>
              <a:ext cx="315913" cy="23813"/>
            </a:xfrm>
            <a:custGeom>
              <a:avLst/>
              <a:gdLst>
                <a:gd name="T0" fmla="*/ 2147483646 w 755"/>
                <a:gd name="T1" fmla="*/ 2147483646 h 53"/>
                <a:gd name="T2" fmla="*/ 2147483646 w 755"/>
                <a:gd name="T3" fmla="*/ 2147483646 h 53"/>
                <a:gd name="T4" fmla="*/ 2147483646 w 755"/>
                <a:gd name="T5" fmla="*/ 2147483646 h 53"/>
                <a:gd name="T6" fmla="*/ 0 w 755"/>
                <a:gd name="T7" fmla="*/ 2147483646 h 53"/>
                <a:gd name="T8" fmla="*/ 2147483646 w 755"/>
                <a:gd name="T9" fmla="*/ 0 h 53"/>
                <a:gd name="T10" fmla="*/ 2147483646 w 755"/>
                <a:gd name="T11" fmla="*/ 0 h 53"/>
                <a:gd name="T12" fmla="*/ 2147483646 w 755"/>
                <a:gd name="T13" fmla="*/ 2147483646 h 53"/>
                <a:gd name="T14" fmla="*/ 2147483646 w 755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55"/>
                <a:gd name="T25" fmla="*/ 0 h 53"/>
                <a:gd name="T26" fmla="*/ 755 w 75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55" h="53">
                  <a:moveTo>
                    <a:pt x="729" y="53"/>
                  </a:moveTo>
                  <a:lnTo>
                    <a:pt x="729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729" y="0"/>
                  </a:lnTo>
                  <a:cubicBezTo>
                    <a:pt x="743" y="0"/>
                    <a:pt x="755" y="12"/>
                    <a:pt x="755" y="27"/>
                  </a:cubicBezTo>
                  <a:cubicBezTo>
                    <a:pt x="755" y="41"/>
                    <a:pt x="743" y="53"/>
                    <a:pt x="729" y="5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29" name="Freeform 81"/>
            <p:cNvSpPr>
              <a:spLocks/>
            </p:cNvSpPr>
            <p:nvPr/>
          </p:nvSpPr>
          <p:spPr bwMode="gray">
            <a:xfrm>
              <a:off x="1589088" y="3308350"/>
              <a:ext cx="58738" cy="5873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139"/>
                <a:gd name="T20" fmla="*/ 139 w 13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139">
                  <a:moveTo>
                    <a:pt x="70" y="139"/>
                  </a:moveTo>
                  <a:lnTo>
                    <a:pt x="70" y="139"/>
                  </a:lnTo>
                  <a:cubicBezTo>
                    <a:pt x="31" y="139"/>
                    <a:pt x="0" y="108"/>
                    <a:pt x="0" y="70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70"/>
                  </a:cubicBezTo>
                  <a:cubicBezTo>
                    <a:pt x="139" y="108"/>
                    <a:pt x="108" y="139"/>
                    <a:pt x="70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0" name="Freeform 82"/>
            <p:cNvSpPr>
              <a:spLocks/>
            </p:cNvSpPr>
            <p:nvPr/>
          </p:nvSpPr>
          <p:spPr bwMode="gray">
            <a:xfrm>
              <a:off x="1606550" y="3049588"/>
              <a:ext cx="22225" cy="300038"/>
            </a:xfrm>
            <a:custGeom>
              <a:avLst/>
              <a:gdLst>
                <a:gd name="T0" fmla="*/ 2147483646 w 53"/>
                <a:gd name="T1" fmla="*/ 2147483646 h 711"/>
                <a:gd name="T2" fmla="*/ 2147483646 w 53"/>
                <a:gd name="T3" fmla="*/ 2147483646 h 711"/>
                <a:gd name="T4" fmla="*/ 0 w 53"/>
                <a:gd name="T5" fmla="*/ 2147483646 h 711"/>
                <a:gd name="T6" fmla="*/ 0 w 53"/>
                <a:gd name="T7" fmla="*/ 2147483646 h 711"/>
                <a:gd name="T8" fmla="*/ 2147483646 w 53"/>
                <a:gd name="T9" fmla="*/ 0 h 711"/>
                <a:gd name="T10" fmla="*/ 2147483646 w 53"/>
                <a:gd name="T11" fmla="*/ 2147483646 h 711"/>
                <a:gd name="T12" fmla="*/ 2147483646 w 53"/>
                <a:gd name="T13" fmla="*/ 2147483646 h 711"/>
                <a:gd name="T14" fmla="*/ 2147483646 w 53"/>
                <a:gd name="T15" fmla="*/ 2147483646 h 7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3"/>
                <a:gd name="T25" fmla="*/ 0 h 711"/>
                <a:gd name="T26" fmla="*/ 53 w 53"/>
                <a:gd name="T27" fmla="*/ 711 h 7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3" h="711">
                  <a:moveTo>
                    <a:pt x="27" y="711"/>
                  </a:moveTo>
                  <a:lnTo>
                    <a:pt x="27" y="711"/>
                  </a:lnTo>
                  <a:cubicBezTo>
                    <a:pt x="12" y="711"/>
                    <a:pt x="0" y="699"/>
                    <a:pt x="0" y="685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lnTo>
                    <a:pt x="53" y="685"/>
                  </a:lnTo>
                  <a:cubicBezTo>
                    <a:pt x="53" y="699"/>
                    <a:pt x="41" y="711"/>
                    <a:pt x="27" y="71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1" name="Freeform 83"/>
            <p:cNvSpPr>
              <a:spLocks noEditPoints="1"/>
            </p:cNvSpPr>
            <p:nvPr/>
          </p:nvSpPr>
          <p:spPr bwMode="gray">
            <a:xfrm>
              <a:off x="1452563" y="2755900"/>
              <a:ext cx="331788" cy="317500"/>
            </a:xfrm>
            <a:custGeom>
              <a:avLst/>
              <a:gdLst>
                <a:gd name="T0" fmla="*/ 2147483646 w 789"/>
                <a:gd name="T1" fmla="*/ 2147483646 h 753"/>
                <a:gd name="T2" fmla="*/ 2147483646 w 789"/>
                <a:gd name="T3" fmla="*/ 2147483646 h 753"/>
                <a:gd name="T4" fmla="*/ 2147483646 w 789"/>
                <a:gd name="T5" fmla="*/ 2147483646 h 753"/>
                <a:gd name="T6" fmla="*/ 2147483646 w 789"/>
                <a:gd name="T7" fmla="*/ 2147483646 h 753"/>
                <a:gd name="T8" fmla="*/ 2147483646 w 789"/>
                <a:gd name="T9" fmla="*/ 2147483646 h 753"/>
                <a:gd name="T10" fmla="*/ 2147483646 w 789"/>
                <a:gd name="T11" fmla="*/ 2147483646 h 753"/>
                <a:gd name="T12" fmla="*/ 2147483646 w 789"/>
                <a:gd name="T13" fmla="*/ 2147483646 h 753"/>
                <a:gd name="T14" fmla="*/ 2147483646 w 789"/>
                <a:gd name="T15" fmla="*/ 2147483646 h 753"/>
                <a:gd name="T16" fmla="*/ 2147483646 w 789"/>
                <a:gd name="T17" fmla="*/ 2147483646 h 753"/>
                <a:gd name="T18" fmla="*/ 2147483646 w 789"/>
                <a:gd name="T19" fmla="*/ 2147483646 h 753"/>
                <a:gd name="T20" fmla="*/ 2147483646 w 789"/>
                <a:gd name="T21" fmla="*/ 2147483646 h 753"/>
                <a:gd name="T22" fmla="*/ 2147483646 w 789"/>
                <a:gd name="T23" fmla="*/ 2147483646 h 753"/>
                <a:gd name="T24" fmla="*/ 2147483646 w 789"/>
                <a:gd name="T25" fmla="*/ 2147483646 h 753"/>
                <a:gd name="T26" fmla="*/ 0 w 789"/>
                <a:gd name="T27" fmla="*/ 2147483646 h 753"/>
                <a:gd name="T28" fmla="*/ 0 w 789"/>
                <a:gd name="T29" fmla="*/ 2147483646 h 753"/>
                <a:gd name="T30" fmla="*/ 2147483646 w 789"/>
                <a:gd name="T31" fmla="*/ 0 h 753"/>
                <a:gd name="T32" fmla="*/ 2147483646 w 789"/>
                <a:gd name="T33" fmla="*/ 0 h 753"/>
                <a:gd name="T34" fmla="*/ 2147483646 w 789"/>
                <a:gd name="T35" fmla="*/ 2147483646 h 753"/>
                <a:gd name="T36" fmla="*/ 2147483646 w 789"/>
                <a:gd name="T37" fmla="*/ 2147483646 h 753"/>
                <a:gd name="T38" fmla="*/ 2147483646 w 789"/>
                <a:gd name="T39" fmla="*/ 2147483646 h 75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89"/>
                <a:gd name="T61" fmla="*/ 0 h 753"/>
                <a:gd name="T62" fmla="*/ 789 w 789"/>
                <a:gd name="T63" fmla="*/ 753 h 75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89" h="753">
                  <a:moveTo>
                    <a:pt x="80" y="53"/>
                  </a:moveTo>
                  <a:lnTo>
                    <a:pt x="80" y="53"/>
                  </a:lnTo>
                  <a:cubicBezTo>
                    <a:pt x="65" y="53"/>
                    <a:pt x="53" y="65"/>
                    <a:pt x="53" y="80"/>
                  </a:cubicBezTo>
                  <a:lnTo>
                    <a:pt x="53" y="673"/>
                  </a:lnTo>
                  <a:cubicBezTo>
                    <a:pt x="53" y="687"/>
                    <a:pt x="65" y="699"/>
                    <a:pt x="80" y="699"/>
                  </a:cubicBezTo>
                  <a:lnTo>
                    <a:pt x="709" y="699"/>
                  </a:lnTo>
                  <a:cubicBezTo>
                    <a:pt x="724" y="699"/>
                    <a:pt x="736" y="687"/>
                    <a:pt x="736" y="673"/>
                  </a:cubicBezTo>
                  <a:lnTo>
                    <a:pt x="736" y="80"/>
                  </a:lnTo>
                  <a:cubicBezTo>
                    <a:pt x="736" y="65"/>
                    <a:pt x="724" y="53"/>
                    <a:pt x="709" y="53"/>
                  </a:cubicBezTo>
                  <a:lnTo>
                    <a:pt x="80" y="53"/>
                  </a:lnTo>
                  <a:close/>
                  <a:moveTo>
                    <a:pt x="709" y="753"/>
                  </a:moveTo>
                  <a:lnTo>
                    <a:pt x="709" y="753"/>
                  </a:lnTo>
                  <a:lnTo>
                    <a:pt x="80" y="753"/>
                  </a:lnTo>
                  <a:cubicBezTo>
                    <a:pt x="36" y="753"/>
                    <a:pt x="0" y="717"/>
                    <a:pt x="0" y="673"/>
                  </a:cubicBezTo>
                  <a:lnTo>
                    <a:pt x="0" y="80"/>
                  </a:lnTo>
                  <a:cubicBezTo>
                    <a:pt x="0" y="36"/>
                    <a:pt x="36" y="0"/>
                    <a:pt x="80" y="0"/>
                  </a:cubicBezTo>
                  <a:lnTo>
                    <a:pt x="709" y="0"/>
                  </a:lnTo>
                  <a:cubicBezTo>
                    <a:pt x="753" y="0"/>
                    <a:pt x="789" y="36"/>
                    <a:pt x="789" y="80"/>
                  </a:cubicBezTo>
                  <a:lnTo>
                    <a:pt x="789" y="673"/>
                  </a:lnTo>
                  <a:cubicBezTo>
                    <a:pt x="789" y="717"/>
                    <a:pt x="753" y="753"/>
                    <a:pt x="709" y="75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2" name="Freeform 84"/>
            <p:cNvSpPr>
              <a:spLocks/>
            </p:cNvSpPr>
            <p:nvPr/>
          </p:nvSpPr>
          <p:spPr bwMode="gray">
            <a:xfrm>
              <a:off x="1146175" y="2860675"/>
              <a:ext cx="328613" cy="22225"/>
            </a:xfrm>
            <a:custGeom>
              <a:avLst/>
              <a:gdLst>
                <a:gd name="T0" fmla="*/ 2147483646 w 785"/>
                <a:gd name="T1" fmla="*/ 2147483646 h 53"/>
                <a:gd name="T2" fmla="*/ 2147483646 w 785"/>
                <a:gd name="T3" fmla="*/ 2147483646 h 53"/>
                <a:gd name="T4" fmla="*/ 2147483646 w 785"/>
                <a:gd name="T5" fmla="*/ 2147483646 h 53"/>
                <a:gd name="T6" fmla="*/ 0 w 785"/>
                <a:gd name="T7" fmla="*/ 2147483646 h 53"/>
                <a:gd name="T8" fmla="*/ 2147483646 w 785"/>
                <a:gd name="T9" fmla="*/ 0 h 53"/>
                <a:gd name="T10" fmla="*/ 2147483646 w 785"/>
                <a:gd name="T11" fmla="*/ 0 h 53"/>
                <a:gd name="T12" fmla="*/ 2147483646 w 785"/>
                <a:gd name="T13" fmla="*/ 2147483646 h 53"/>
                <a:gd name="T14" fmla="*/ 2147483646 w 785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85"/>
                <a:gd name="T25" fmla="*/ 0 h 53"/>
                <a:gd name="T26" fmla="*/ 785 w 7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85" h="53">
                  <a:moveTo>
                    <a:pt x="759" y="53"/>
                  </a:moveTo>
                  <a:lnTo>
                    <a:pt x="759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759" y="0"/>
                  </a:lnTo>
                  <a:cubicBezTo>
                    <a:pt x="773" y="0"/>
                    <a:pt x="785" y="12"/>
                    <a:pt x="785" y="27"/>
                  </a:cubicBezTo>
                  <a:cubicBezTo>
                    <a:pt x="785" y="41"/>
                    <a:pt x="773" y="53"/>
                    <a:pt x="759" y="5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3" name="Freeform 85"/>
            <p:cNvSpPr>
              <a:spLocks/>
            </p:cNvSpPr>
            <p:nvPr/>
          </p:nvSpPr>
          <p:spPr bwMode="gray">
            <a:xfrm>
              <a:off x="1146175" y="2860675"/>
              <a:ext cx="22225" cy="114300"/>
            </a:xfrm>
            <a:custGeom>
              <a:avLst/>
              <a:gdLst>
                <a:gd name="T0" fmla="*/ 2147483646 w 53"/>
                <a:gd name="T1" fmla="*/ 2147483646 h 273"/>
                <a:gd name="T2" fmla="*/ 2147483646 w 53"/>
                <a:gd name="T3" fmla="*/ 2147483646 h 273"/>
                <a:gd name="T4" fmla="*/ 0 w 53"/>
                <a:gd name="T5" fmla="*/ 2147483646 h 273"/>
                <a:gd name="T6" fmla="*/ 0 w 53"/>
                <a:gd name="T7" fmla="*/ 2147483646 h 273"/>
                <a:gd name="T8" fmla="*/ 2147483646 w 53"/>
                <a:gd name="T9" fmla="*/ 0 h 273"/>
                <a:gd name="T10" fmla="*/ 2147483646 w 53"/>
                <a:gd name="T11" fmla="*/ 2147483646 h 273"/>
                <a:gd name="T12" fmla="*/ 2147483646 w 53"/>
                <a:gd name="T13" fmla="*/ 2147483646 h 273"/>
                <a:gd name="T14" fmla="*/ 2147483646 w 53"/>
                <a:gd name="T15" fmla="*/ 2147483646 h 2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3"/>
                <a:gd name="T25" fmla="*/ 0 h 273"/>
                <a:gd name="T26" fmla="*/ 53 w 53"/>
                <a:gd name="T27" fmla="*/ 273 h 27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3" h="273">
                  <a:moveTo>
                    <a:pt x="27" y="273"/>
                  </a:moveTo>
                  <a:lnTo>
                    <a:pt x="27" y="273"/>
                  </a:lnTo>
                  <a:cubicBezTo>
                    <a:pt x="12" y="273"/>
                    <a:pt x="0" y="261"/>
                    <a:pt x="0" y="246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lnTo>
                    <a:pt x="53" y="246"/>
                  </a:lnTo>
                  <a:cubicBezTo>
                    <a:pt x="53" y="261"/>
                    <a:pt x="41" y="273"/>
                    <a:pt x="27" y="27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4" name="Freeform 86"/>
            <p:cNvSpPr>
              <a:spLocks/>
            </p:cNvSpPr>
            <p:nvPr/>
          </p:nvSpPr>
          <p:spPr bwMode="gray">
            <a:xfrm>
              <a:off x="1133475" y="2841625"/>
              <a:ext cx="58738" cy="5873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139"/>
                <a:gd name="T20" fmla="*/ 139 w 13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8"/>
                    <a:pt x="0" y="70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70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5" name="Freeform 87"/>
            <p:cNvSpPr>
              <a:spLocks noEditPoints="1"/>
            </p:cNvSpPr>
            <p:nvPr/>
          </p:nvSpPr>
          <p:spPr bwMode="gray">
            <a:xfrm>
              <a:off x="1508125" y="2879725"/>
              <a:ext cx="61913" cy="63500"/>
            </a:xfrm>
            <a:custGeom>
              <a:avLst/>
              <a:gdLst>
                <a:gd name="T0" fmla="*/ 2147483646 w 149"/>
                <a:gd name="T1" fmla="*/ 2147483646 h 153"/>
                <a:gd name="T2" fmla="*/ 2147483646 w 149"/>
                <a:gd name="T3" fmla="*/ 2147483646 h 153"/>
                <a:gd name="T4" fmla="*/ 2147483646 w 149"/>
                <a:gd name="T5" fmla="*/ 2147483646 h 153"/>
                <a:gd name="T6" fmla="*/ 2147483646 w 149"/>
                <a:gd name="T7" fmla="*/ 2147483646 h 153"/>
                <a:gd name="T8" fmla="*/ 2147483646 w 149"/>
                <a:gd name="T9" fmla="*/ 2147483646 h 153"/>
                <a:gd name="T10" fmla="*/ 2147483646 w 149"/>
                <a:gd name="T11" fmla="*/ 2147483646 h 153"/>
                <a:gd name="T12" fmla="*/ 2147483646 w 149"/>
                <a:gd name="T13" fmla="*/ 2147483646 h 153"/>
                <a:gd name="T14" fmla="*/ 2147483646 w 149"/>
                <a:gd name="T15" fmla="*/ 2147483646 h 153"/>
                <a:gd name="T16" fmla="*/ 2147483646 w 149"/>
                <a:gd name="T17" fmla="*/ 2147483646 h 153"/>
                <a:gd name="T18" fmla="*/ 2147483646 w 149"/>
                <a:gd name="T19" fmla="*/ 2147483646 h 153"/>
                <a:gd name="T20" fmla="*/ 2147483646 w 149"/>
                <a:gd name="T21" fmla="*/ 2147483646 h 153"/>
                <a:gd name="T22" fmla="*/ 2147483646 w 149"/>
                <a:gd name="T23" fmla="*/ 2147483646 h 153"/>
                <a:gd name="T24" fmla="*/ 2147483646 w 149"/>
                <a:gd name="T25" fmla="*/ 2147483646 h 153"/>
                <a:gd name="T26" fmla="*/ 2147483646 w 149"/>
                <a:gd name="T27" fmla="*/ 2147483646 h 153"/>
                <a:gd name="T28" fmla="*/ 0 w 149"/>
                <a:gd name="T29" fmla="*/ 2147483646 h 153"/>
                <a:gd name="T30" fmla="*/ 2147483646 w 149"/>
                <a:gd name="T31" fmla="*/ 0 h 153"/>
                <a:gd name="T32" fmla="*/ 2147483646 w 149"/>
                <a:gd name="T33" fmla="*/ 0 h 153"/>
                <a:gd name="T34" fmla="*/ 2147483646 w 149"/>
                <a:gd name="T35" fmla="*/ 2147483646 h 1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9"/>
                <a:gd name="T55" fmla="*/ 0 h 153"/>
                <a:gd name="T56" fmla="*/ 149 w 149"/>
                <a:gd name="T57" fmla="*/ 153 h 15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9" h="153">
                  <a:moveTo>
                    <a:pt x="95" y="93"/>
                  </a:moveTo>
                  <a:lnTo>
                    <a:pt x="95" y="93"/>
                  </a:lnTo>
                  <a:lnTo>
                    <a:pt x="77" y="40"/>
                  </a:lnTo>
                  <a:cubicBezTo>
                    <a:pt x="76" y="36"/>
                    <a:pt x="75" y="32"/>
                    <a:pt x="75" y="26"/>
                  </a:cubicBezTo>
                  <a:lnTo>
                    <a:pt x="74" y="26"/>
                  </a:lnTo>
                  <a:cubicBezTo>
                    <a:pt x="74" y="31"/>
                    <a:pt x="73" y="35"/>
                    <a:pt x="71" y="39"/>
                  </a:cubicBezTo>
                  <a:lnTo>
                    <a:pt x="54" y="93"/>
                  </a:lnTo>
                  <a:lnTo>
                    <a:pt x="95" y="93"/>
                  </a:lnTo>
                  <a:close/>
                  <a:moveTo>
                    <a:pt x="149" y="153"/>
                  </a:moveTo>
                  <a:lnTo>
                    <a:pt x="149" y="153"/>
                  </a:lnTo>
                  <a:lnTo>
                    <a:pt x="114" y="153"/>
                  </a:lnTo>
                  <a:lnTo>
                    <a:pt x="102" y="118"/>
                  </a:lnTo>
                  <a:lnTo>
                    <a:pt x="47" y="118"/>
                  </a:lnTo>
                  <a:lnTo>
                    <a:pt x="36" y="153"/>
                  </a:lnTo>
                  <a:lnTo>
                    <a:pt x="0" y="153"/>
                  </a:lnTo>
                  <a:lnTo>
                    <a:pt x="56" y="0"/>
                  </a:lnTo>
                  <a:lnTo>
                    <a:pt x="94" y="0"/>
                  </a:lnTo>
                  <a:lnTo>
                    <a:pt x="149" y="153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6" name="Freeform 88"/>
            <p:cNvSpPr>
              <a:spLocks noEditPoints="1"/>
            </p:cNvSpPr>
            <p:nvPr/>
          </p:nvSpPr>
          <p:spPr bwMode="gray">
            <a:xfrm>
              <a:off x="1577975" y="2897188"/>
              <a:ext cx="46038" cy="68263"/>
            </a:xfrm>
            <a:custGeom>
              <a:avLst/>
              <a:gdLst>
                <a:gd name="T0" fmla="*/ 2147483646 w 112"/>
                <a:gd name="T1" fmla="*/ 2147483646 h 162"/>
                <a:gd name="T2" fmla="*/ 2147483646 w 112"/>
                <a:gd name="T3" fmla="*/ 2147483646 h 162"/>
                <a:gd name="T4" fmla="*/ 2147483646 w 112"/>
                <a:gd name="T5" fmla="*/ 2147483646 h 162"/>
                <a:gd name="T6" fmla="*/ 2147483646 w 112"/>
                <a:gd name="T7" fmla="*/ 2147483646 h 162"/>
                <a:gd name="T8" fmla="*/ 2147483646 w 112"/>
                <a:gd name="T9" fmla="*/ 2147483646 h 162"/>
                <a:gd name="T10" fmla="*/ 2147483646 w 112"/>
                <a:gd name="T11" fmla="*/ 2147483646 h 162"/>
                <a:gd name="T12" fmla="*/ 2147483646 w 112"/>
                <a:gd name="T13" fmla="*/ 2147483646 h 162"/>
                <a:gd name="T14" fmla="*/ 2147483646 w 112"/>
                <a:gd name="T15" fmla="*/ 2147483646 h 162"/>
                <a:gd name="T16" fmla="*/ 2147483646 w 112"/>
                <a:gd name="T17" fmla="*/ 2147483646 h 162"/>
                <a:gd name="T18" fmla="*/ 2147483646 w 112"/>
                <a:gd name="T19" fmla="*/ 2147483646 h 162"/>
                <a:gd name="T20" fmla="*/ 2147483646 w 112"/>
                <a:gd name="T21" fmla="*/ 2147483646 h 162"/>
                <a:gd name="T22" fmla="*/ 2147483646 w 112"/>
                <a:gd name="T23" fmla="*/ 2147483646 h 162"/>
                <a:gd name="T24" fmla="*/ 2147483646 w 112"/>
                <a:gd name="T25" fmla="*/ 2147483646 h 162"/>
                <a:gd name="T26" fmla="*/ 0 w 112"/>
                <a:gd name="T27" fmla="*/ 2147483646 h 162"/>
                <a:gd name="T28" fmla="*/ 0 w 112"/>
                <a:gd name="T29" fmla="*/ 2147483646 h 162"/>
                <a:gd name="T30" fmla="*/ 2147483646 w 112"/>
                <a:gd name="T31" fmla="*/ 2147483646 h 162"/>
                <a:gd name="T32" fmla="*/ 2147483646 w 112"/>
                <a:gd name="T33" fmla="*/ 2147483646 h 162"/>
                <a:gd name="T34" fmla="*/ 2147483646 w 112"/>
                <a:gd name="T35" fmla="*/ 2147483646 h 162"/>
                <a:gd name="T36" fmla="*/ 2147483646 w 112"/>
                <a:gd name="T37" fmla="*/ 0 h 162"/>
                <a:gd name="T38" fmla="*/ 2147483646 w 112"/>
                <a:gd name="T39" fmla="*/ 2147483646 h 162"/>
                <a:gd name="T40" fmla="*/ 2147483646 w 112"/>
                <a:gd name="T41" fmla="*/ 2147483646 h 162"/>
                <a:gd name="T42" fmla="*/ 2147483646 w 112"/>
                <a:gd name="T43" fmla="*/ 2147483646 h 162"/>
                <a:gd name="T44" fmla="*/ 2147483646 w 112"/>
                <a:gd name="T45" fmla="*/ 2147483646 h 162"/>
                <a:gd name="T46" fmla="*/ 2147483646 w 112"/>
                <a:gd name="T47" fmla="*/ 2147483646 h 162"/>
                <a:gd name="T48" fmla="*/ 2147483646 w 112"/>
                <a:gd name="T49" fmla="*/ 2147483646 h 16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2"/>
                <a:gd name="T76" fmla="*/ 0 h 162"/>
                <a:gd name="T77" fmla="*/ 112 w 112"/>
                <a:gd name="T78" fmla="*/ 162 h 16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2" h="162">
                  <a:moveTo>
                    <a:pt x="32" y="64"/>
                  </a:moveTo>
                  <a:lnTo>
                    <a:pt x="32" y="64"/>
                  </a:lnTo>
                  <a:cubicBezTo>
                    <a:pt x="32" y="71"/>
                    <a:pt x="34" y="78"/>
                    <a:pt x="38" y="83"/>
                  </a:cubicBezTo>
                  <a:cubicBezTo>
                    <a:pt x="42" y="87"/>
                    <a:pt x="48" y="90"/>
                    <a:pt x="54" y="90"/>
                  </a:cubicBezTo>
                  <a:cubicBezTo>
                    <a:pt x="62" y="90"/>
                    <a:pt x="68" y="87"/>
                    <a:pt x="73" y="81"/>
                  </a:cubicBezTo>
                  <a:cubicBezTo>
                    <a:pt x="77" y="74"/>
                    <a:pt x="79" y="66"/>
                    <a:pt x="79" y="54"/>
                  </a:cubicBezTo>
                  <a:cubicBezTo>
                    <a:pt x="79" y="35"/>
                    <a:pt x="72" y="25"/>
                    <a:pt x="56" y="25"/>
                  </a:cubicBezTo>
                  <a:cubicBezTo>
                    <a:pt x="49" y="25"/>
                    <a:pt x="43" y="27"/>
                    <a:pt x="38" y="33"/>
                  </a:cubicBezTo>
                  <a:cubicBezTo>
                    <a:pt x="34" y="38"/>
                    <a:pt x="32" y="45"/>
                    <a:pt x="32" y="54"/>
                  </a:cubicBezTo>
                  <a:lnTo>
                    <a:pt x="32" y="64"/>
                  </a:lnTo>
                  <a:close/>
                  <a:moveTo>
                    <a:pt x="32" y="99"/>
                  </a:moveTo>
                  <a:lnTo>
                    <a:pt x="32" y="99"/>
                  </a:lnTo>
                  <a:lnTo>
                    <a:pt x="32" y="162"/>
                  </a:lnTo>
                  <a:lnTo>
                    <a:pt x="0" y="162"/>
                  </a:lnTo>
                  <a:lnTo>
                    <a:pt x="0" y="3"/>
                  </a:lnTo>
                  <a:lnTo>
                    <a:pt x="32" y="3"/>
                  </a:lnTo>
                  <a:lnTo>
                    <a:pt x="32" y="19"/>
                  </a:lnTo>
                  <a:cubicBezTo>
                    <a:pt x="41" y="7"/>
                    <a:pt x="53" y="0"/>
                    <a:pt x="68" y="0"/>
                  </a:cubicBezTo>
                  <a:cubicBezTo>
                    <a:pt x="82" y="0"/>
                    <a:pt x="92" y="5"/>
                    <a:pt x="100" y="15"/>
                  </a:cubicBezTo>
                  <a:cubicBezTo>
                    <a:pt x="108" y="24"/>
                    <a:pt x="112" y="37"/>
                    <a:pt x="112" y="54"/>
                  </a:cubicBezTo>
                  <a:cubicBezTo>
                    <a:pt x="112" y="72"/>
                    <a:pt x="107" y="87"/>
                    <a:pt x="98" y="98"/>
                  </a:cubicBezTo>
                  <a:cubicBezTo>
                    <a:pt x="89" y="109"/>
                    <a:pt x="77" y="114"/>
                    <a:pt x="63" y="114"/>
                  </a:cubicBezTo>
                  <a:cubicBezTo>
                    <a:pt x="49" y="114"/>
                    <a:pt x="39" y="109"/>
                    <a:pt x="32" y="9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7" name="Freeform 89"/>
            <p:cNvSpPr>
              <a:spLocks noEditPoints="1"/>
            </p:cNvSpPr>
            <p:nvPr/>
          </p:nvSpPr>
          <p:spPr bwMode="gray">
            <a:xfrm>
              <a:off x="1633538" y="2897188"/>
              <a:ext cx="47625" cy="68263"/>
            </a:xfrm>
            <a:custGeom>
              <a:avLst/>
              <a:gdLst>
                <a:gd name="T0" fmla="*/ 2147483646 w 111"/>
                <a:gd name="T1" fmla="*/ 2147483646 h 162"/>
                <a:gd name="T2" fmla="*/ 2147483646 w 111"/>
                <a:gd name="T3" fmla="*/ 2147483646 h 162"/>
                <a:gd name="T4" fmla="*/ 2147483646 w 111"/>
                <a:gd name="T5" fmla="*/ 2147483646 h 162"/>
                <a:gd name="T6" fmla="*/ 2147483646 w 111"/>
                <a:gd name="T7" fmla="*/ 2147483646 h 162"/>
                <a:gd name="T8" fmla="*/ 2147483646 w 111"/>
                <a:gd name="T9" fmla="*/ 2147483646 h 162"/>
                <a:gd name="T10" fmla="*/ 2147483646 w 111"/>
                <a:gd name="T11" fmla="*/ 2147483646 h 162"/>
                <a:gd name="T12" fmla="*/ 2147483646 w 111"/>
                <a:gd name="T13" fmla="*/ 2147483646 h 162"/>
                <a:gd name="T14" fmla="*/ 2147483646 w 111"/>
                <a:gd name="T15" fmla="*/ 2147483646 h 162"/>
                <a:gd name="T16" fmla="*/ 2147483646 w 111"/>
                <a:gd name="T17" fmla="*/ 2147483646 h 162"/>
                <a:gd name="T18" fmla="*/ 2147483646 w 111"/>
                <a:gd name="T19" fmla="*/ 2147483646 h 162"/>
                <a:gd name="T20" fmla="*/ 2147483646 w 111"/>
                <a:gd name="T21" fmla="*/ 2147483646 h 162"/>
                <a:gd name="T22" fmla="*/ 2147483646 w 111"/>
                <a:gd name="T23" fmla="*/ 2147483646 h 162"/>
                <a:gd name="T24" fmla="*/ 2147483646 w 111"/>
                <a:gd name="T25" fmla="*/ 2147483646 h 162"/>
                <a:gd name="T26" fmla="*/ 0 w 111"/>
                <a:gd name="T27" fmla="*/ 2147483646 h 162"/>
                <a:gd name="T28" fmla="*/ 0 w 111"/>
                <a:gd name="T29" fmla="*/ 2147483646 h 162"/>
                <a:gd name="T30" fmla="*/ 2147483646 w 111"/>
                <a:gd name="T31" fmla="*/ 2147483646 h 162"/>
                <a:gd name="T32" fmla="*/ 2147483646 w 111"/>
                <a:gd name="T33" fmla="*/ 2147483646 h 162"/>
                <a:gd name="T34" fmla="*/ 2147483646 w 111"/>
                <a:gd name="T35" fmla="*/ 2147483646 h 162"/>
                <a:gd name="T36" fmla="*/ 2147483646 w 111"/>
                <a:gd name="T37" fmla="*/ 0 h 162"/>
                <a:gd name="T38" fmla="*/ 2147483646 w 111"/>
                <a:gd name="T39" fmla="*/ 2147483646 h 162"/>
                <a:gd name="T40" fmla="*/ 2147483646 w 111"/>
                <a:gd name="T41" fmla="*/ 2147483646 h 162"/>
                <a:gd name="T42" fmla="*/ 2147483646 w 111"/>
                <a:gd name="T43" fmla="*/ 2147483646 h 162"/>
                <a:gd name="T44" fmla="*/ 2147483646 w 111"/>
                <a:gd name="T45" fmla="*/ 2147483646 h 162"/>
                <a:gd name="T46" fmla="*/ 2147483646 w 111"/>
                <a:gd name="T47" fmla="*/ 2147483646 h 162"/>
                <a:gd name="T48" fmla="*/ 2147483646 w 111"/>
                <a:gd name="T49" fmla="*/ 2147483646 h 16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1"/>
                <a:gd name="T76" fmla="*/ 0 h 162"/>
                <a:gd name="T77" fmla="*/ 111 w 111"/>
                <a:gd name="T78" fmla="*/ 162 h 16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1" h="162">
                  <a:moveTo>
                    <a:pt x="31" y="64"/>
                  </a:moveTo>
                  <a:lnTo>
                    <a:pt x="31" y="64"/>
                  </a:lnTo>
                  <a:cubicBezTo>
                    <a:pt x="31" y="71"/>
                    <a:pt x="33" y="78"/>
                    <a:pt x="37" y="83"/>
                  </a:cubicBezTo>
                  <a:cubicBezTo>
                    <a:pt x="41" y="87"/>
                    <a:pt x="47" y="90"/>
                    <a:pt x="53" y="90"/>
                  </a:cubicBezTo>
                  <a:cubicBezTo>
                    <a:pt x="61" y="90"/>
                    <a:pt x="68" y="87"/>
                    <a:pt x="72" y="81"/>
                  </a:cubicBezTo>
                  <a:cubicBezTo>
                    <a:pt x="76" y="74"/>
                    <a:pt x="79" y="66"/>
                    <a:pt x="79" y="54"/>
                  </a:cubicBezTo>
                  <a:cubicBezTo>
                    <a:pt x="79" y="35"/>
                    <a:pt x="71" y="25"/>
                    <a:pt x="55" y="25"/>
                  </a:cubicBezTo>
                  <a:cubicBezTo>
                    <a:pt x="48" y="25"/>
                    <a:pt x="42" y="27"/>
                    <a:pt x="38" y="33"/>
                  </a:cubicBezTo>
                  <a:cubicBezTo>
                    <a:pt x="33" y="38"/>
                    <a:pt x="31" y="45"/>
                    <a:pt x="31" y="54"/>
                  </a:cubicBezTo>
                  <a:lnTo>
                    <a:pt x="31" y="64"/>
                  </a:lnTo>
                  <a:close/>
                  <a:moveTo>
                    <a:pt x="31" y="99"/>
                  </a:moveTo>
                  <a:lnTo>
                    <a:pt x="31" y="99"/>
                  </a:lnTo>
                  <a:lnTo>
                    <a:pt x="31" y="162"/>
                  </a:lnTo>
                  <a:lnTo>
                    <a:pt x="0" y="162"/>
                  </a:lnTo>
                  <a:lnTo>
                    <a:pt x="0" y="3"/>
                  </a:lnTo>
                  <a:lnTo>
                    <a:pt x="31" y="3"/>
                  </a:lnTo>
                  <a:lnTo>
                    <a:pt x="31" y="19"/>
                  </a:lnTo>
                  <a:lnTo>
                    <a:pt x="32" y="19"/>
                  </a:lnTo>
                  <a:cubicBezTo>
                    <a:pt x="40" y="7"/>
                    <a:pt x="52" y="0"/>
                    <a:pt x="67" y="0"/>
                  </a:cubicBezTo>
                  <a:cubicBezTo>
                    <a:pt x="81" y="0"/>
                    <a:pt x="92" y="5"/>
                    <a:pt x="100" y="15"/>
                  </a:cubicBezTo>
                  <a:cubicBezTo>
                    <a:pt x="107" y="24"/>
                    <a:pt x="111" y="37"/>
                    <a:pt x="111" y="54"/>
                  </a:cubicBezTo>
                  <a:cubicBezTo>
                    <a:pt x="111" y="72"/>
                    <a:pt x="107" y="87"/>
                    <a:pt x="98" y="98"/>
                  </a:cubicBezTo>
                  <a:cubicBezTo>
                    <a:pt x="89" y="109"/>
                    <a:pt x="77" y="114"/>
                    <a:pt x="62" y="114"/>
                  </a:cubicBezTo>
                  <a:cubicBezTo>
                    <a:pt x="49" y="114"/>
                    <a:pt x="39" y="109"/>
                    <a:pt x="32" y="99"/>
                  </a:cubicBezTo>
                  <a:lnTo>
                    <a:pt x="31" y="99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38" name="Freeform 90"/>
            <p:cNvSpPr>
              <a:spLocks/>
            </p:cNvSpPr>
            <p:nvPr/>
          </p:nvSpPr>
          <p:spPr bwMode="gray">
            <a:xfrm>
              <a:off x="1689100" y="2897188"/>
              <a:ext cx="33338" cy="47625"/>
            </a:xfrm>
            <a:custGeom>
              <a:avLst/>
              <a:gdLst>
                <a:gd name="T0" fmla="*/ 0 w 82"/>
                <a:gd name="T1" fmla="*/ 2147483646 h 114"/>
                <a:gd name="T2" fmla="*/ 0 w 82"/>
                <a:gd name="T3" fmla="*/ 2147483646 h 114"/>
                <a:gd name="T4" fmla="*/ 2147483646 w 82"/>
                <a:gd name="T5" fmla="*/ 2147483646 h 114"/>
                <a:gd name="T6" fmla="*/ 2147483646 w 82"/>
                <a:gd name="T7" fmla="*/ 2147483646 h 114"/>
                <a:gd name="T8" fmla="*/ 2147483646 w 82"/>
                <a:gd name="T9" fmla="*/ 2147483646 h 114"/>
                <a:gd name="T10" fmla="*/ 2147483646 w 82"/>
                <a:gd name="T11" fmla="*/ 2147483646 h 114"/>
                <a:gd name="T12" fmla="*/ 0 w 82"/>
                <a:gd name="T13" fmla="*/ 2147483646 h 114"/>
                <a:gd name="T14" fmla="*/ 2147483646 w 82"/>
                <a:gd name="T15" fmla="*/ 2147483646 h 114"/>
                <a:gd name="T16" fmla="*/ 2147483646 w 82"/>
                <a:gd name="T17" fmla="*/ 0 h 114"/>
                <a:gd name="T18" fmla="*/ 2147483646 w 82"/>
                <a:gd name="T19" fmla="*/ 2147483646 h 114"/>
                <a:gd name="T20" fmla="*/ 2147483646 w 82"/>
                <a:gd name="T21" fmla="*/ 2147483646 h 114"/>
                <a:gd name="T22" fmla="*/ 2147483646 w 82"/>
                <a:gd name="T23" fmla="*/ 2147483646 h 114"/>
                <a:gd name="T24" fmla="*/ 2147483646 w 82"/>
                <a:gd name="T25" fmla="*/ 2147483646 h 114"/>
                <a:gd name="T26" fmla="*/ 2147483646 w 82"/>
                <a:gd name="T27" fmla="*/ 2147483646 h 114"/>
                <a:gd name="T28" fmla="*/ 2147483646 w 82"/>
                <a:gd name="T29" fmla="*/ 2147483646 h 114"/>
                <a:gd name="T30" fmla="*/ 2147483646 w 82"/>
                <a:gd name="T31" fmla="*/ 2147483646 h 114"/>
                <a:gd name="T32" fmla="*/ 2147483646 w 82"/>
                <a:gd name="T33" fmla="*/ 2147483646 h 114"/>
                <a:gd name="T34" fmla="*/ 2147483646 w 82"/>
                <a:gd name="T35" fmla="*/ 2147483646 h 114"/>
                <a:gd name="T36" fmla="*/ 2147483646 w 82"/>
                <a:gd name="T37" fmla="*/ 2147483646 h 114"/>
                <a:gd name="T38" fmla="*/ 2147483646 w 82"/>
                <a:gd name="T39" fmla="*/ 2147483646 h 114"/>
                <a:gd name="T40" fmla="*/ 0 w 82"/>
                <a:gd name="T41" fmla="*/ 2147483646 h 114"/>
                <a:gd name="T42" fmla="*/ 0 w 82"/>
                <a:gd name="T43" fmla="*/ 2147483646 h 1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2"/>
                <a:gd name="T67" fmla="*/ 0 h 114"/>
                <a:gd name="T68" fmla="*/ 82 w 82"/>
                <a:gd name="T69" fmla="*/ 114 h 11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2" h="114">
                  <a:moveTo>
                    <a:pt x="0" y="82"/>
                  </a:moveTo>
                  <a:lnTo>
                    <a:pt x="0" y="82"/>
                  </a:lnTo>
                  <a:cubicBezTo>
                    <a:pt x="11" y="89"/>
                    <a:pt x="22" y="92"/>
                    <a:pt x="32" y="92"/>
                  </a:cubicBezTo>
                  <a:cubicBezTo>
                    <a:pt x="45" y="92"/>
                    <a:pt x="52" y="89"/>
                    <a:pt x="52" y="82"/>
                  </a:cubicBezTo>
                  <a:cubicBezTo>
                    <a:pt x="52" y="77"/>
                    <a:pt x="46" y="73"/>
                    <a:pt x="35" y="69"/>
                  </a:cubicBezTo>
                  <a:cubicBezTo>
                    <a:pt x="22" y="65"/>
                    <a:pt x="13" y="60"/>
                    <a:pt x="8" y="55"/>
                  </a:cubicBezTo>
                  <a:cubicBezTo>
                    <a:pt x="2" y="50"/>
                    <a:pt x="0" y="43"/>
                    <a:pt x="0" y="34"/>
                  </a:cubicBezTo>
                  <a:cubicBezTo>
                    <a:pt x="0" y="24"/>
                    <a:pt x="4" y="15"/>
                    <a:pt x="13" y="9"/>
                  </a:cubicBezTo>
                  <a:cubicBezTo>
                    <a:pt x="22" y="3"/>
                    <a:pt x="33" y="0"/>
                    <a:pt x="47" y="0"/>
                  </a:cubicBezTo>
                  <a:cubicBezTo>
                    <a:pt x="57" y="0"/>
                    <a:pt x="67" y="2"/>
                    <a:pt x="76" y="5"/>
                  </a:cubicBezTo>
                  <a:lnTo>
                    <a:pt x="76" y="30"/>
                  </a:lnTo>
                  <a:cubicBezTo>
                    <a:pt x="67" y="25"/>
                    <a:pt x="58" y="22"/>
                    <a:pt x="48" y="22"/>
                  </a:cubicBezTo>
                  <a:cubicBezTo>
                    <a:pt x="43" y="22"/>
                    <a:pt x="39" y="23"/>
                    <a:pt x="36" y="25"/>
                  </a:cubicBezTo>
                  <a:cubicBezTo>
                    <a:pt x="33" y="27"/>
                    <a:pt x="31" y="29"/>
                    <a:pt x="31" y="32"/>
                  </a:cubicBezTo>
                  <a:cubicBezTo>
                    <a:pt x="31" y="37"/>
                    <a:pt x="36" y="41"/>
                    <a:pt x="45" y="44"/>
                  </a:cubicBezTo>
                  <a:cubicBezTo>
                    <a:pt x="55" y="47"/>
                    <a:pt x="62" y="50"/>
                    <a:pt x="67" y="53"/>
                  </a:cubicBezTo>
                  <a:cubicBezTo>
                    <a:pt x="72" y="56"/>
                    <a:pt x="76" y="59"/>
                    <a:pt x="78" y="64"/>
                  </a:cubicBezTo>
                  <a:cubicBezTo>
                    <a:pt x="81" y="68"/>
                    <a:pt x="82" y="73"/>
                    <a:pt x="82" y="79"/>
                  </a:cubicBezTo>
                  <a:cubicBezTo>
                    <a:pt x="82" y="90"/>
                    <a:pt x="78" y="99"/>
                    <a:pt x="69" y="105"/>
                  </a:cubicBezTo>
                  <a:cubicBezTo>
                    <a:pt x="60" y="111"/>
                    <a:pt x="48" y="114"/>
                    <a:pt x="33" y="114"/>
                  </a:cubicBezTo>
                  <a:cubicBezTo>
                    <a:pt x="21" y="114"/>
                    <a:pt x="10" y="112"/>
                    <a:pt x="0" y="109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540" name="文本框 539"/>
          <p:cNvSpPr txBox="1"/>
          <p:nvPr/>
        </p:nvSpPr>
        <p:spPr bwMode="gray">
          <a:xfrm>
            <a:off x="818595" y="59425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教育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1" name="文本框 540"/>
          <p:cNvSpPr txBox="1"/>
          <p:nvPr/>
        </p:nvSpPr>
        <p:spPr bwMode="gray">
          <a:xfrm>
            <a:off x="1776015" y="59425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医疗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2" name="文本框 541"/>
          <p:cNvSpPr txBox="1"/>
          <p:nvPr/>
        </p:nvSpPr>
        <p:spPr bwMode="gray">
          <a:xfrm>
            <a:off x="2816713" y="59425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政府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5" name="文本框 574"/>
          <p:cNvSpPr txBox="1"/>
          <p:nvPr/>
        </p:nvSpPr>
        <p:spPr bwMode="gray">
          <a:xfrm>
            <a:off x="664707" y="22948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教育数据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6" name="文本框 575"/>
          <p:cNvSpPr txBox="1"/>
          <p:nvPr/>
        </p:nvSpPr>
        <p:spPr bwMode="gray">
          <a:xfrm>
            <a:off x="1622127" y="22948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医疗数据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7" name="文本框 576"/>
          <p:cNvSpPr txBox="1"/>
          <p:nvPr/>
        </p:nvSpPr>
        <p:spPr bwMode="gray">
          <a:xfrm>
            <a:off x="2662824" y="229487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政务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数据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5" name="文本框 584"/>
          <p:cNvSpPr txBox="1"/>
          <p:nvPr/>
        </p:nvSpPr>
        <p:spPr bwMode="gray">
          <a:xfrm>
            <a:off x="1188937" y="3688465"/>
            <a:ext cx="395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教育专网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6" name="Can 9"/>
          <p:cNvSpPr/>
          <p:nvPr/>
        </p:nvSpPr>
        <p:spPr bwMode="gray">
          <a:xfrm>
            <a:off x="966683" y="4700798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3" name="Can 9"/>
          <p:cNvSpPr/>
          <p:nvPr/>
        </p:nvSpPr>
        <p:spPr bwMode="gray">
          <a:xfrm>
            <a:off x="966683" y="3907866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4" name="Can 9"/>
          <p:cNvSpPr/>
          <p:nvPr/>
        </p:nvSpPr>
        <p:spPr bwMode="gray">
          <a:xfrm>
            <a:off x="966683" y="3114546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6" name="文本框 595"/>
          <p:cNvSpPr txBox="1"/>
          <p:nvPr/>
        </p:nvSpPr>
        <p:spPr bwMode="gray">
          <a:xfrm rot="16200000">
            <a:off x="782805" y="4963594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7" name="文本框 596"/>
          <p:cNvSpPr txBox="1"/>
          <p:nvPr/>
        </p:nvSpPr>
        <p:spPr bwMode="gray">
          <a:xfrm rot="16200000">
            <a:off x="782805" y="419101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dirty="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8" name="文本框 597"/>
          <p:cNvSpPr txBox="1"/>
          <p:nvPr/>
        </p:nvSpPr>
        <p:spPr bwMode="gray">
          <a:xfrm rot="16200000">
            <a:off x="782805" y="3394259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dirty="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9" name="圆角矩形 598"/>
          <p:cNvSpPr/>
          <p:nvPr/>
        </p:nvSpPr>
        <p:spPr bwMode="gray">
          <a:xfrm>
            <a:off x="1654369" y="4814194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0" name="文本框 599"/>
          <p:cNvSpPr txBox="1"/>
          <p:nvPr/>
        </p:nvSpPr>
        <p:spPr bwMode="gray">
          <a:xfrm>
            <a:off x="2155343" y="3688465"/>
            <a:ext cx="395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医疗专网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1" name="Can 9"/>
          <p:cNvSpPr/>
          <p:nvPr/>
        </p:nvSpPr>
        <p:spPr bwMode="gray">
          <a:xfrm>
            <a:off x="1933089" y="4700798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2" name="Can 9"/>
          <p:cNvSpPr/>
          <p:nvPr/>
        </p:nvSpPr>
        <p:spPr bwMode="gray">
          <a:xfrm>
            <a:off x="1933089" y="3907866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3" name="Can 9"/>
          <p:cNvSpPr/>
          <p:nvPr/>
        </p:nvSpPr>
        <p:spPr bwMode="gray">
          <a:xfrm>
            <a:off x="1933089" y="3114546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4" name="文本框 603"/>
          <p:cNvSpPr txBox="1"/>
          <p:nvPr/>
        </p:nvSpPr>
        <p:spPr bwMode="gray">
          <a:xfrm rot="16200000">
            <a:off x="1749211" y="4963594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5" name="文本框 604"/>
          <p:cNvSpPr txBox="1"/>
          <p:nvPr/>
        </p:nvSpPr>
        <p:spPr bwMode="gray">
          <a:xfrm rot="16200000">
            <a:off x="1749211" y="419101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 dirty="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6" name="文本框 605"/>
          <p:cNvSpPr txBox="1"/>
          <p:nvPr/>
        </p:nvSpPr>
        <p:spPr bwMode="gray">
          <a:xfrm rot="16200000">
            <a:off x="1749211" y="3394259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7" name="圆角矩形 606"/>
          <p:cNvSpPr/>
          <p:nvPr/>
        </p:nvSpPr>
        <p:spPr bwMode="gray">
          <a:xfrm>
            <a:off x="2651106" y="4814194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8" name="文本框 607"/>
          <p:cNvSpPr txBox="1"/>
          <p:nvPr/>
        </p:nvSpPr>
        <p:spPr bwMode="gray">
          <a:xfrm>
            <a:off x="3152080" y="3688465"/>
            <a:ext cx="395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政务专网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09" name="Can 9"/>
          <p:cNvSpPr/>
          <p:nvPr/>
        </p:nvSpPr>
        <p:spPr bwMode="gray">
          <a:xfrm>
            <a:off x="2929826" y="4700798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0" name="Can 9"/>
          <p:cNvSpPr/>
          <p:nvPr/>
        </p:nvSpPr>
        <p:spPr bwMode="gray">
          <a:xfrm>
            <a:off x="2929826" y="3907866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1" name="Can 9"/>
          <p:cNvSpPr/>
          <p:nvPr/>
        </p:nvSpPr>
        <p:spPr bwMode="gray">
          <a:xfrm>
            <a:off x="2929826" y="3114546"/>
            <a:ext cx="196266" cy="748178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2" name="文本框 611"/>
          <p:cNvSpPr txBox="1"/>
          <p:nvPr/>
        </p:nvSpPr>
        <p:spPr bwMode="gray">
          <a:xfrm rot="16200000">
            <a:off x="2745948" y="4963594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3" name="文本框 612"/>
          <p:cNvSpPr txBox="1"/>
          <p:nvPr/>
        </p:nvSpPr>
        <p:spPr bwMode="gray">
          <a:xfrm rot="16200000">
            <a:off x="2745948" y="4191016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14" name="文本框 613"/>
          <p:cNvSpPr txBox="1"/>
          <p:nvPr/>
        </p:nvSpPr>
        <p:spPr bwMode="gray">
          <a:xfrm rot="16200000">
            <a:off x="2745948" y="3394259"/>
            <a:ext cx="5757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8" name="文本框 627"/>
          <p:cNvSpPr txBox="1"/>
          <p:nvPr/>
        </p:nvSpPr>
        <p:spPr bwMode="gray">
          <a:xfrm>
            <a:off x="626239" y="3373722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29" name="文本框 628"/>
          <p:cNvSpPr txBox="1"/>
          <p:nvPr/>
        </p:nvSpPr>
        <p:spPr bwMode="gray">
          <a:xfrm>
            <a:off x="626239" y="419101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0" name="文本框 629"/>
          <p:cNvSpPr txBox="1"/>
          <p:nvPr/>
        </p:nvSpPr>
        <p:spPr bwMode="gray">
          <a:xfrm>
            <a:off x="626239" y="497308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1" name="文本框 630"/>
          <p:cNvSpPr txBox="1"/>
          <p:nvPr/>
        </p:nvSpPr>
        <p:spPr bwMode="gray">
          <a:xfrm>
            <a:off x="1590014" y="3373722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2" name="文本框 631"/>
          <p:cNvSpPr txBox="1"/>
          <p:nvPr/>
        </p:nvSpPr>
        <p:spPr bwMode="gray">
          <a:xfrm>
            <a:off x="1590014" y="419101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3" name="文本框 632"/>
          <p:cNvSpPr txBox="1"/>
          <p:nvPr/>
        </p:nvSpPr>
        <p:spPr bwMode="gray">
          <a:xfrm>
            <a:off x="1590014" y="497308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4" name="文本框 633"/>
          <p:cNvSpPr txBox="1"/>
          <p:nvPr/>
        </p:nvSpPr>
        <p:spPr bwMode="gray">
          <a:xfrm>
            <a:off x="2584584" y="3373722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5" name="文本框 634"/>
          <p:cNvSpPr txBox="1"/>
          <p:nvPr/>
        </p:nvSpPr>
        <p:spPr bwMode="gray">
          <a:xfrm>
            <a:off x="2584584" y="419101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6" name="文本框 635"/>
          <p:cNvSpPr txBox="1"/>
          <p:nvPr/>
        </p:nvSpPr>
        <p:spPr bwMode="gray">
          <a:xfrm>
            <a:off x="2584584" y="497308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37" name="组合 35"/>
          <p:cNvGrpSpPr/>
          <p:nvPr/>
        </p:nvGrpSpPr>
        <p:grpSpPr bwMode="gray">
          <a:xfrm>
            <a:off x="5451798" y="2326445"/>
            <a:ext cx="2253841" cy="689141"/>
            <a:chOff x="3269076" y="1243404"/>
            <a:chExt cx="5089236" cy="1556097"/>
          </a:xfrm>
          <a:solidFill>
            <a:schemeClr val="bg1">
              <a:lumMod val="85000"/>
            </a:schemeClr>
          </a:solidFill>
        </p:grpSpPr>
        <p:sp>
          <p:nvSpPr>
            <p:cNvPr id="638" name="矩形 36"/>
            <p:cNvSpPr/>
            <p:nvPr/>
          </p:nvSpPr>
          <p:spPr bwMode="gray">
            <a:xfrm>
              <a:off x="3495525" y="2457907"/>
              <a:ext cx="4482670" cy="34159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9" name="Oval 62"/>
            <p:cNvSpPr/>
            <p:nvPr/>
          </p:nvSpPr>
          <p:spPr bwMode="gray">
            <a:xfrm>
              <a:off x="3452774" y="1920065"/>
              <a:ext cx="761732" cy="698886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0" name="Oval 63"/>
            <p:cNvSpPr/>
            <p:nvPr/>
          </p:nvSpPr>
          <p:spPr bwMode="gray">
            <a:xfrm>
              <a:off x="3269076" y="2248790"/>
              <a:ext cx="545661" cy="550709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1" name="Oval 64"/>
            <p:cNvSpPr/>
            <p:nvPr/>
          </p:nvSpPr>
          <p:spPr bwMode="gray">
            <a:xfrm>
              <a:off x="4510415" y="1914830"/>
              <a:ext cx="876569" cy="884671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2" name="Oval 65"/>
            <p:cNvSpPr/>
            <p:nvPr/>
          </p:nvSpPr>
          <p:spPr bwMode="gray">
            <a:xfrm>
              <a:off x="3759782" y="2292552"/>
              <a:ext cx="496056" cy="376140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3" name="Oval 64"/>
            <p:cNvSpPr/>
            <p:nvPr/>
          </p:nvSpPr>
          <p:spPr bwMode="gray">
            <a:xfrm>
              <a:off x="3924620" y="1477548"/>
              <a:ext cx="998405" cy="1007641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4" name="Oval 64"/>
            <p:cNvSpPr/>
            <p:nvPr/>
          </p:nvSpPr>
          <p:spPr bwMode="gray">
            <a:xfrm>
              <a:off x="4628901" y="1271006"/>
              <a:ext cx="876569" cy="884671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5" name="Oval 64"/>
            <p:cNvSpPr/>
            <p:nvPr/>
          </p:nvSpPr>
          <p:spPr bwMode="gray">
            <a:xfrm>
              <a:off x="5078285" y="1682680"/>
              <a:ext cx="876569" cy="884671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6" name="Oval 64"/>
            <p:cNvSpPr/>
            <p:nvPr/>
          </p:nvSpPr>
          <p:spPr bwMode="gray">
            <a:xfrm>
              <a:off x="5646154" y="1842460"/>
              <a:ext cx="876569" cy="884671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7" name="Oval 64"/>
            <p:cNvSpPr/>
            <p:nvPr/>
          </p:nvSpPr>
          <p:spPr bwMode="gray">
            <a:xfrm>
              <a:off x="5250299" y="1243404"/>
              <a:ext cx="876569" cy="884671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8" name="Oval 64"/>
            <p:cNvSpPr/>
            <p:nvPr/>
          </p:nvSpPr>
          <p:spPr bwMode="gray">
            <a:xfrm>
              <a:off x="5740124" y="1458139"/>
              <a:ext cx="1038343" cy="1047940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9" name="Oval 64"/>
            <p:cNvSpPr/>
            <p:nvPr/>
          </p:nvSpPr>
          <p:spPr bwMode="gray">
            <a:xfrm>
              <a:off x="6164030" y="1339946"/>
              <a:ext cx="1310733" cy="1322850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0" name="Oval 64"/>
            <p:cNvSpPr/>
            <p:nvPr/>
          </p:nvSpPr>
          <p:spPr bwMode="gray">
            <a:xfrm>
              <a:off x="7017506" y="1697962"/>
              <a:ext cx="961839" cy="970729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1" name="Oval 62"/>
            <p:cNvSpPr/>
            <p:nvPr/>
          </p:nvSpPr>
          <p:spPr bwMode="gray">
            <a:xfrm>
              <a:off x="7596580" y="2100615"/>
              <a:ext cx="761732" cy="698886"/>
            </a:xfrm>
            <a:prstGeom prst="ellipse">
              <a:avLst/>
            </a:prstGeom>
            <a:grp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78422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1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52" name="组合 460"/>
          <p:cNvGrpSpPr>
            <a:grpSpLocks noChangeAspect="1"/>
          </p:cNvGrpSpPr>
          <p:nvPr/>
        </p:nvGrpSpPr>
        <p:grpSpPr bwMode="gray">
          <a:xfrm>
            <a:off x="5749454" y="2645272"/>
            <a:ext cx="293315" cy="392055"/>
            <a:chOff x="7077076" y="1082675"/>
            <a:chExt cx="481012" cy="642938"/>
          </a:xfrm>
        </p:grpSpPr>
        <p:sp>
          <p:nvSpPr>
            <p:cNvPr id="653" name="Freeform 262"/>
            <p:cNvSpPr>
              <a:spLocks/>
            </p:cNvSpPr>
            <p:nvPr/>
          </p:nvSpPr>
          <p:spPr bwMode="gray">
            <a:xfrm>
              <a:off x="7450138" y="1222375"/>
              <a:ext cx="104775" cy="484188"/>
            </a:xfrm>
            <a:custGeom>
              <a:avLst/>
              <a:gdLst>
                <a:gd name="T0" fmla="*/ 51556 w 63"/>
                <a:gd name="T1" fmla="*/ 484188 h 295"/>
                <a:gd name="T2" fmla="*/ 0 w 63"/>
                <a:gd name="T3" fmla="*/ 484188 h 295"/>
                <a:gd name="T4" fmla="*/ 0 w 63"/>
                <a:gd name="T5" fmla="*/ 454644 h 295"/>
                <a:gd name="T6" fmla="*/ 51556 w 63"/>
                <a:gd name="T7" fmla="*/ 454644 h 295"/>
                <a:gd name="T8" fmla="*/ 74839 w 63"/>
                <a:gd name="T9" fmla="*/ 431666 h 295"/>
                <a:gd name="T10" fmla="*/ 74839 w 63"/>
                <a:gd name="T11" fmla="*/ 0 h 295"/>
                <a:gd name="T12" fmla="*/ 104775 w 63"/>
                <a:gd name="T13" fmla="*/ 0 h 295"/>
                <a:gd name="T14" fmla="*/ 104775 w 63"/>
                <a:gd name="T15" fmla="*/ 431666 h 295"/>
                <a:gd name="T16" fmla="*/ 51556 w 63"/>
                <a:gd name="T17" fmla="*/ 484188 h 2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3"/>
                <a:gd name="T28" fmla="*/ 0 h 295"/>
                <a:gd name="T29" fmla="*/ 63 w 63"/>
                <a:gd name="T30" fmla="*/ 295 h 29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3" h="295">
                  <a:moveTo>
                    <a:pt x="31" y="295"/>
                  </a:moveTo>
                  <a:cubicBezTo>
                    <a:pt x="0" y="295"/>
                    <a:pt x="0" y="295"/>
                    <a:pt x="0" y="295"/>
                  </a:cubicBezTo>
                  <a:cubicBezTo>
                    <a:pt x="0" y="277"/>
                    <a:pt x="0" y="277"/>
                    <a:pt x="0" y="277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9" y="277"/>
                    <a:pt x="45" y="270"/>
                    <a:pt x="45" y="263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3" y="263"/>
                    <a:pt x="63" y="263"/>
                    <a:pt x="63" y="263"/>
                  </a:cubicBezTo>
                  <a:cubicBezTo>
                    <a:pt x="63" y="280"/>
                    <a:pt x="49" y="295"/>
                    <a:pt x="31" y="29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4" name="Freeform 263"/>
            <p:cNvSpPr>
              <a:spLocks/>
            </p:cNvSpPr>
            <p:nvPr/>
          </p:nvSpPr>
          <p:spPr bwMode="gray">
            <a:xfrm>
              <a:off x="7077076" y="1085850"/>
              <a:ext cx="334963" cy="620713"/>
            </a:xfrm>
            <a:custGeom>
              <a:avLst/>
              <a:gdLst>
                <a:gd name="T0" fmla="*/ 269284 w 204"/>
                <a:gd name="T1" fmla="*/ 620713 h 378"/>
                <a:gd name="T2" fmla="*/ 52543 w 204"/>
                <a:gd name="T3" fmla="*/ 620713 h 378"/>
                <a:gd name="T4" fmla="*/ 0 w 204"/>
                <a:gd name="T5" fmla="*/ 568166 h 378"/>
                <a:gd name="T6" fmla="*/ 0 w 204"/>
                <a:gd name="T7" fmla="*/ 52547 h 378"/>
                <a:gd name="T8" fmla="*/ 52543 w 204"/>
                <a:gd name="T9" fmla="*/ 0 h 378"/>
                <a:gd name="T10" fmla="*/ 334963 w 204"/>
                <a:gd name="T11" fmla="*/ 0 h 378"/>
                <a:gd name="T12" fmla="*/ 334963 w 204"/>
                <a:gd name="T13" fmla="*/ 29558 h 378"/>
                <a:gd name="T14" fmla="*/ 52543 w 204"/>
                <a:gd name="T15" fmla="*/ 29558 h 378"/>
                <a:gd name="T16" fmla="*/ 29556 w 204"/>
                <a:gd name="T17" fmla="*/ 52547 h 378"/>
                <a:gd name="T18" fmla="*/ 29556 w 204"/>
                <a:gd name="T19" fmla="*/ 568166 h 378"/>
                <a:gd name="T20" fmla="*/ 52543 w 204"/>
                <a:gd name="T21" fmla="*/ 591155 h 378"/>
                <a:gd name="T22" fmla="*/ 269284 w 204"/>
                <a:gd name="T23" fmla="*/ 591155 h 378"/>
                <a:gd name="T24" fmla="*/ 269284 w 204"/>
                <a:gd name="T25" fmla="*/ 620713 h 37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04"/>
                <a:gd name="T40" fmla="*/ 0 h 378"/>
                <a:gd name="T41" fmla="*/ 204 w 204"/>
                <a:gd name="T42" fmla="*/ 378 h 37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04" h="378">
                  <a:moveTo>
                    <a:pt x="164" y="378"/>
                  </a:moveTo>
                  <a:cubicBezTo>
                    <a:pt x="32" y="378"/>
                    <a:pt x="32" y="378"/>
                    <a:pt x="32" y="378"/>
                  </a:cubicBezTo>
                  <a:cubicBezTo>
                    <a:pt x="14" y="378"/>
                    <a:pt x="0" y="363"/>
                    <a:pt x="0" y="3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4" y="18"/>
                    <a:pt x="204" y="18"/>
                    <a:pt x="204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346"/>
                    <a:pt x="18" y="346"/>
                    <a:pt x="18" y="346"/>
                  </a:cubicBezTo>
                  <a:cubicBezTo>
                    <a:pt x="18" y="353"/>
                    <a:pt x="24" y="360"/>
                    <a:pt x="32" y="360"/>
                  </a:cubicBezTo>
                  <a:cubicBezTo>
                    <a:pt x="164" y="360"/>
                    <a:pt x="164" y="360"/>
                    <a:pt x="164" y="360"/>
                  </a:cubicBezTo>
                  <a:lnTo>
                    <a:pt x="164" y="37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5" name="Freeform 264"/>
            <p:cNvSpPr>
              <a:spLocks noEditPoints="1"/>
            </p:cNvSpPr>
            <p:nvPr/>
          </p:nvSpPr>
          <p:spPr bwMode="gray">
            <a:xfrm>
              <a:off x="7386638" y="1082675"/>
              <a:ext cx="171450" cy="166688"/>
            </a:xfrm>
            <a:custGeom>
              <a:avLst/>
              <a:gdLst>
                <a:gd name="T0" fmla="*/ 135182 w 104"/>
                <a:gd name="T1" fmla="*/ 166688 h 102"/>
                <a:gd name="T2" fmla="*/ 52754 w 104"/>
                <a:gd name="T3" fmla="*/ 166688 h 102"/>
                <a:gd name="T4" fmla="*/ 0 w 104"/>
                <a:gd name="T5" fmla="*/ 114394 h 102"/>
                <a:gd name="T6" fmla="*/ 0 w 104"/>
                <a:gd name="T7" fmla="*/ 37587 h 102"/>
                <a:gd name="T8" fmla="*/ 18134 w 104"/>
                <a:gd name="T9" fmla="*/ 4903 h 102"/>
                <a:gd name="T10" fmla="*/ 52754 w 104"/>
                <a:gd name="T11" fmla="*/ 16342 h 102"/>
                <a:gd name="T12" fmla="*/ 154964 w 104"/>
                <a:gd name="T13" fmla="*/ 116028 h 102"/>
                <a:gd name="T14" fmla="*/ 166504 w 104"/>
                <a:gd name="T15" fmla="*/ 150346 h 102"/>
                <a:gd name="T16" fmla="*/ 135182 w 104"/>
                <a:gd name="T17" fmla="*/ 166688 h 102"/>
                <a:gd name="T18" fmla="*/ 29674 w 104"/>
                <a:gd name="T19" fmla="*/ 35952 h 102"/>
                <a:gd name="T20" fmla="*/ 29674 w 104"/>
                <a:gd name="T21" fmla="*/ 37587 h 102"/>
                <a:gd name="T22" fmla="*/ 29674 w 104"/>
                <a:gd name="T23" fmla="*/ 114394 h 102"/>
                <a:gd name="T24" fmla="*/ 52754 w 104"/>
                <a:gd name="T25" fmla="*/ 137272 h 102"/>
                <a:gd name="T26" fmla="*/ 135182 w 104"/>
                <a:gd name="T27" fmla="*/ 137272 h 102"/>
                <a:gd name="T28" fmla="*/ 135182 w 104"/>
                <a:gd name="T29" fmla="*/ 137272 h 102"/>
                <a:gd name="T30" fmla="*/ 135182 w 104"/>
                <a:gd name="T31" fmla="*/ 137272 h 102"/>
                <a:gd name="T32" fmla="*/ 31323 w 104"/>
                <a:gd name="T33" fmla="*/ 37587 h 102"/>
                <a:gd name="T34" fmla="*/ 29674 w 104"/>
                <a:gd name="T35" fmla="*/ 35952 h 10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4"/>
                <a:gd name="T55" fmla="*/ 0 h 102"/>
                <a:gd name="T56" fmla="*/ 104 w 104"/>
                <a:gd name="T57" fmla="*/ 102 h 102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4" h="102">
                  <a:moveTo>
                    <a:pt x="82" y="102"/>
                  </a:moveTo>
                  <a:cubicBezTo>
                    <a:pt x="32" y="102"/>
                    <a:pt x="32" y="102"/>
                    <a:pt x="32" y="102"/>
                  </a:cubicBezTo>
                  <a:cubicBezTo>
                    <a:pt x="15" y="102"/>
                    <a:pt x="0" y="88"/>
                    <a:pt x="0" y="7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0"/>
                    <a:pt x="7" y="5"/>
                    <a:pt x="11" y="3"/>
                  </a:cubicBezTo>
                  <a:cubicBezTo>
                    <a:pt x="15" y="2"/>
                    <a:pt x="22" y="0"/>
                    <a:pt x="32" y="10"/>
                  </a:cubicBezTo>
                  <a:cubicBezTo>
                    <a:pt x="94" y="71"/>
                    <a:pt x="94" y="71"/>
                    <a:pt x="94" y="71"/>
                  </a:cubicBezTo>
                  <a:cubicBezTo>
                    <a:pt x="104" y="80"/>
                    <a:pt x="103" y="88"/>
                    <a:pt x="101" y="92"/>
                  </a:cubicBezTo>
                  <a:cubicBezTo>
                    <a:pt x="100" y="96"/>
                    <a:pt x="95" y="102"/>
                    <a:pt x="82" y="102"/>
                  </a:cubicBezTo>
                  <a:close/>
                  <a:moveTo>
                    <a:pt x="18" y="22"/>
                  </a:moveTo>
                  <a:cubicBezTo>
                    <a:pt x="18" y="22"/>
                    <a:pt x="18" y="23"/>
                    <a:pt x="18" y="23"/>
                  </a:cubicBezTo>
                  <a:cubicBezTo>
                    <a:pt x="18" y="70"/>
                    <a:pt x="18" y="70"/>
                    <a:pt x="18" y="70"/>
                  </a:cubicBezTo>
                  <a:cubicBezTo>
                    <a:pt x="18" y="78"/>
                    <a:pt x="25" y="84"/>
                    <a:pt x="32" y="84"/>
                  </a:cubicBezTo>
                  <a:cubicBezTo>
                    <a:pt x="82" y="84"/>
                    <a:pt x="82" y="84"/>
                    <a:pt x="82" y="84"/>
                  </a:cubicBezTo>
                  <a:cubicBezTo>
                    <a:pt x="82" y="84"/>
                    <a:pt x="82" y="84"/>
                    <a:pt x="82" y="84"/>
                  </a:cubicBezTo>
                  <a:cubicBezTo>
                    <a:pt x="82" y="84"/>
                    <a:pt x="82" y="84"/>
                    <a:pt x="82" y="84"/>
                  </a:cubicBezTo>
                  <a:cubicBezTo>
                    <a:pt x="19" y="23"/>
                    <a:pt x="19" y="23"/>
                    <a:pt x="19" y="23"/>
                  </a:cubicBezTo>
                  <a:cubicBezTo>
                    <a:pt x="19" y="22"/>
                    <a:pt x="19" y="22"/>
                    <a:pt x="18" y="2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6" name="Oval 297"/>
            <p:cNvSpPr>
              <a:spLocks noChangeArrowheads="1"/>
            </p:cNvSpPr>
            <p:nvPr/>
          </p:nvSpPr>
          <p:spPr bwMode="gray">
            <a:xfrm>
              <a:off x="7312026" y="1657350"/>
              <a:ext cx="66675" cy="682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7" name="Oval 298"/>
            <p:cNvSpPr>
              <a:spLocks noChangeArrowheads="1"/>
            </p:cNvSpPr>
            <p:nvPr/>
          </p:nvSpPr>
          <p:spPr bwMode="gray">
            <a:xfrm>
              <a:off x="7412038" y="1657350"/>
              <a:ext cx="68263" cy="682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8" name="Freeform 324"/>
            <p:cNvSpPr>
              <a:spLocks/>
            </p:cNvSpPr>
            <p:nvPr/>
          </p:nvSpPr>
          <p:spPr bwMode="gray">
            <a:xfrm>
              <a:off x="7150101" y="1325562"/>
              <a:ext cx="331788" cy="30163"/>
            </a:xfrm>
            <a:custGeom>
              <a:avLst/>
              <a:gdLst>
                <a:gd name="T0" fmla="*/ 317005 w 202"/>
                <a:gd name="T1" fmla="*/ 30163 h 18"/>
                <a:gd name="T2" fmla="*/ 14783 w 202"/>
                <a:gd name="T3" fmla="*/ 30163 h 18"/>
                <a:gd name="T4" fmla="*/ 0 w 202"/>
                <a:gd name="T5" fmla="*/ 15082 h 18"/>
                <a:gd name="T6" fmla="*/ 14783 w 202"/>
                <a:gd name="T7" fmla="*/ 0 h 18"/>
                <a:gd name="T8" fmla="*/ 317005 w 202"/>
                <a:gd name="T9" fmla="*/ 0 h 18"/>
                <a:gd name="T10" fmla="*/ 331788 w 202"/>
                <a:gd name="T11" fmla="*/ 15082 h 18"/>
                <a:gd name="T12" fmla="*/ 317005 w 202"/>
                <a:gd name="T13" fmla="*/ 3016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2"/>
                <a:gd name="T22" fmla="*/ 0 h 18"/>
                <a:gd name="T23" fmla="*/ 202 w 20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2" h="18">
                  <a:moveTo>
                    <a:pt x="19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8" y="0"/>
                    <a:pt x="202" y="4"/>
                    <a:pt x="202" y="9"/>
                  </a:cubicBezTo>
                  <a:cubicBezTo>
                    <a:pt x="202" y="14"/>
                    <a:pt x="198" y="18"/>
                    <a:pt x="193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9" name="Freeform 325"/>
            <p:cNvSpPr>
              <a:spLocks/>
            </p:cNvSpPr>
            <p:nvPr/>
          </p:nvSpPr>
          <p:spPr bwMode="gray">
            <a:xfrm>
              <a:off x="7150101" y="1443037"/>
              <a:ext cx="331788" cy="28575"/>
            </a:xfrm>
            <a:custGeom>
              <a:avLst/>
              <a:gdLst>
                <a:gd name="T0" fmla="*/ 317005 w 202"/>
                <a:gd name="T1" fmla="*/ 28575 h 18"/>
                <a:gd name="T2" fmla="*/ 14783 w 202"/>
                <a:gd name="T3" fmla="*/ 28575 h 18"/>
                <a:gd name="T4" fmla="*/ 0 w 202"/>
                <a:gd name="T5" fmla="*/ 14288 h 18"/>
                <a:gd name="T6" fmla="*/ 14783 w 202"/>
                <a:gd name="T7" fmla="*/ 0 h 18"/>
                <a:gd name="T8" fmla="*/ 317005 w 202"/>
                <a:gd name="T9" fmla="*/ 0 h 18"/>
                <a:gd name="T10" fmla="*/ 331788 w 202"/>
                <a:gd name="T11" fmla="*/ 14288 h 18"/>
                <a:gd name="T12" fmla="*/ 317005 w 202"/>
                <a:gd name="T13" fmla="*/ 2857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2"/>
                <a:gd name="T22" fmla="*/ 0 h 18"/>
                <a:gd name="T23" fmla="*/ 202 w 20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2" h="18">
                  <a:moveTo>
                    <a:pt x="19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8" y="0"/>
                    <a:pt x="202" y="4"/>
                    <a:pt x="202" y="9"/>
                  </a:cubicBezTo>
                  <a:cubicBezTo>
                    <a:pt x="202" y="14"/>
                    <a:pt x="198" y="18"/>
                    <a:pt x="193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0" name="Freeform 326"/>
            <p:cNvSpPr>
              <a:spLocks/>
            </p:cNvSpPr>
            <p:nvPr/>
          </p:nvSpPr>
          <p:spPr bwMode="gray">
            <a:xfrm>
              <a:off x="7150101" y="1560512"/>
              <a:ext cx="331788" cy="30163"/>
            </a:xfrm>
            <a:custGeom>
              <a:avLst/>
              <a:gdLst>
                <a:gd name="T0" fmla="*/ 317005 w 202"/>
                <a:gd name="T1" fmla="*/ 30163 h 18"/>
                <a:gd name="T2" fmla="*/ 14783 w 202"/>
                <a:gd name="T3" fmla="*/ 30163 h 18"/>
                <a:gd name="T4" fmla="*/ 0 w 202"/>
                <a:gd name="T5" fmla="*/ 15082 h 18"/>
                <a:gd name="T6" fmla="*/ 14783 w 202"/>
                <a:gd name="T7" fmla="*/ 0 h 18"/>
                <a:gd name="T8" fmla="*/ 317005 w 202"/>
                <a:gd name="T9" fmla="*/ 0 h 18"/>
                <a:gd name="T10" fmla="*/ 331788 w 202"/>
                <a:gd name="T11" fmla="*/ 15082 h 18"/>
                <a:gd name="T12" fmla="*/ 317005 w 202"/>
                <a:gd name="T13" fmla="*/ 3016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2"/>
                <a:gd name="T22" fmla="*/ 0 h 18"/>
                <a:gd name="T23" fmla="*/ 202 w 20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2" h="18">
                  <a:moveTo>
                    <a:pt x="19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98" y="0"/>
                    <a:pt x="202" y="4"/>
                    <a:pt x="202" y="9"/>
                  </a:cubicBezTo>
                  <a:cubicBezTo>
                    <a:pt x="202" y="14"/>
                    <a:pt x="198" y="18"/>
                    <a:pt x="193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61" name="组合 402"/>
          <p:cNvGrpSpPr>
            <a:grpSpLocks noChangeAspect="1"/>
          </p:cNvGrpSpPr>
          <p:nvPr/>
        </p:nvGrpSpPr>
        <p:grpSpPr bwMode="gray">
          <a:xfrm>
            <a:off x="6210439" y="2689802"/>
            <a:ext cx="393992" cy="302995"/>
            <a:chOff x="4643438" y="3690938"/>
            <a:chExt cx="506413" cy="390525"/>
          </a:xfrm>
        </p:grpSpPr>
        <p:sp>
          <p:nvSpPr>
            <p:cNvPr id="662" name="Oval 190"/>
            <p:cNvSpPr>
              <a:spLocks noChangeArrowheads="1"/>
            </p:cNvSpPr>
            <p:nvPr/>
          </p:nvSpPr>
          <p:spPr bwMode="gray">
            <a:xfrm>
              <a:off x="4948238" y="4029075"/>
              <a:ext cx="53975" cy="5238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3" name="Oval 191"/>
            <p:cNvSpPr>
              <a:spLocks noChangeArrowheads="1"/>
            </p:cNvSpPr>
            <p:nvPr/>
          </p:nvSpPr>
          <p:spPr bwMode="gray">
            <a:xfrm>
              <a:off x="5030788" y="4029075"/>
              <a:ext cx="53975" cy="5238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4" name="Freeform 225"/>
            <p:cNvSpPr>
              <a:spLocks/>
            </p:cNvSpPr>
            <p:nvPr/>
          </p:nvSpPr>
          <p:spPr bwMode="gray">
            <a:xfrm>
              <a:off x="4795838" y="3783013"/>
              <a:ext cx="346075" cy="193675"/>
            </a:xfrm>
            <a:custGeom>
              <a:avLst/>
              <a:gdLst>
                <a:gd name="T0" fmla="*/ 2147483646 w 257"/>
                <a:gd name="T1" fmla="*/ 2147483646 h 144"/>
                <a:gd name="T2" fmla="*/ 2147483646 w 257"/>
                <a:gd name="T3" fmla="*/ 2147483646 h 144"/>
                <a:gd name="T4" fmla="*/ 2147483646 w 257"/>
                <a:gd name="T5" fmla="*/ 2147483646 h 144"/>
                <a:gd name="T6" fmla="*/ 2147483646 w 257"/>
                <a:gd name="T7" fmla="*/ 2147483646 h 144"/>
                <a:gd name="T8" fmla="*/ 2147483646 w 257"/>
                <a:gd name="T9" fmla="*/ 2147483646 h 144"/>
                <a:gd name="T10" fmla="*/ 2147483646 w 257"/>
                <a:gd name="T11" fmla="*/ 2147483646 h 144"/>
                <a:gd name="T12" fmla="*/ 2147483646 w 257"/>
                <a:gd name="T13" fmla="*/ 2147483646 h 144"/>
                <a:gd name="T14" fmla="*/ 0 w 257"/>
                <a:gd name="T15" fmla="*/ 2147483646 h 144"/>
                <a:gd name="T16" fmla="*/ 2147483646 w 257"/>
                <a:gd name="T17" fmla="*/ 2147483646 h 144"/>
                <a:gd name="T18" fmla="*/ 2147483646 w 257"/>
                <a:gd name="T19" fmla="*/ 2147483646 h 144"/>
                <a:gd name="T20" fmla="*/ 2147483646 w 257"/>
                <a:gd name="T21" fmla="*/ 2147483646 h 144"/>
                <a:gd name="T22" fmla="*/ 2147483646 w 257"/>
                <a:gd name="T23" fmla="*/ 0 h 144"/>
                <a:gd name="T24" fmla="*/ 2147483646 w 257"/>
                <a:gd name="T25" fmla="*/ 2147483646 h 144"/>
                <a:gd name="T26" fmla="*/ 2147483646 w 257"/>
                <a:gd name="T27" fmla="*/ 2147483646 h 144"/>
                <a:gd name="T28" fmla="*/ 2147483646 w 257"/>
                <a:gd name="T29" fmla="*/ 2147483646 h 144"/>
                <a:gd name="T30" fmla="*/ 2147483646 w 257"/>
                <a:gd name="T31" fmla="*/ 2147483646 h 144"/>
                <a:gd name="T32" fmla="*/ 2147483646 w 257"/>
                <a:gd name="T33" fmla="*/ 2147483646 h 144"/>
                <a:gd name="T34" fmla="*/ 2147483646 w 257"/>
                <a:gd name="T35" fmla="*/ 2147483646 h 144"/>
                <a:gd name="T36" fmla="*/ 2147483646 w 257"/>
                <a:gd name="T37" fmla="*/ 2147483646 h 144"/>
                <a:gd name="T38" fmla="*/ 2147483646 w 257"/>
                <a:gd name="T39" fmla="*/ 2147483646 h 144"/>
                <a:gd name="T40" fmla="*/ 2147483646 w 257"/>
                <a:gd name="T41" fmla="*/ 2147483646 h 144"/>
                <a:gd name="T42" fmla="*/ 2147483646 w 257"/>
                <a:gd name="T43" fmla="*/ 2147483646 h 14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57"/>
                <a:gd name="T67" fmla="*/ 0 h 144"/>
                <a:gd name="T68" fmla="*/ 257 w 257"/>
                <a:gd name="T69" fmla="*/ 144 h 14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57" h="144">
                  <a:moveTo>
                    <a:pt x="148" y="144"/>
                  </a:moveTo>
                  <a:cubicBezTo>
                    <a:pt x="148" y="144"/>
                    <a:pt x="148" y="144"/>
                    <a:pt x="148" y="144"/>
                  </a:cubicBezTo>
                  <a:cubicBezTo>
                    <a:pt x="144" y="144"/>
                    <a:pt x="141" y="142"/>
                    <a:pt x="140" y="139"/>
                  </a:cubicBezTo>
                  <a:cubicBezTo>
                    <a:pt x="95" y="30"/>
                    <a:pt x="95" y="30"/>
                    <a:pt x="95" y="30"/>
                  </a:cubicBezTo>
                  <a:cubicBezTo>
                    <a:pt x="78" y="63"/>
                    <a:pt x="78" y="63"/>
                    <a:pt x="78" y="63"/>
                  </a:cubicBezTo>
                  <a:cubicBezTo>
                    <a:pt x="76" y="66"/>
                    <a:pt x="73" y="68"/>
                    <a:pt x="70" y="68"/>
                  </a:cubicBezTo>
                  <a:cubicBezTo>
                    <a:pt x="9" y="68"/>
                    <a:pt x="9" y="68"/>
                    <a:pt x="9" y="68"/>
                  </a:cubicBezTo>
                  <a:cubicBezTo>
                    <a:pt x="4" y="68"/>
                    <a:pt x="0" y="64"/>
                    <a:pt x="0" y="59"/>
                  </a:cubicBezTo>
                  <a:cubicBezTo>
                    <a:pt x="0" y="54"/>
                    <a:pt x="4" y="50"/>
                    <a:pt x="9" y="50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87" y="5"/>
                    <a:pt x="87" y="5"/>
                    <a:pt x="87" y="5"/>
                  </a:cubicBezTo>
                  <a:cubicBezTo>
                    <a:pt x="89" y="2"/>
                    <a:pt x="92" y="0"/>
                    <a:pt x="96" y="0"/>
                  </a:cubicBezTo>
                  <a:cubicBezTo>
                    <a:pt x="99" y="0"/>
                    <a:pt x="102" y="2"/>
                    <a:pt x="104" y="5"/>
                  </a:cubicBezTo>
                  <a:cubicBezTo>
                    <a:pt x="149" y="114"/>
                    <a:pt x="149" y="114"/>
                    <a:pt x="149" y="114"/>
                  </a:cubicBezTo>
                  <a:cubicBezTo>
                    <a:pt x="182" y="55"/>
                    <a:pt x="182" y="55"/>
                    <a:pt x="182" y="55"/>
                  </a:cubicBezTo>
                  <a:cubicBezTo>
                    <a:pt x="184" y="52"/>
                    <a:pt x="187" y="50"/>
                    <a:pt x="190" y="50"/>
                  </a:cubicBezTo>
                  <a:cubicBezTo>
                    <a:pt x="248" y="50"/>
                    <a:pt x="248" y="50"/>
                    <a:pt x="248" y="50"/>
                  </a:cubicBezTo>
                  <a:cubicBezTo>
                    <a:pt x="253" y="50"/>
                    <a:pt x="257" y="54"/>
                    <a:pt x="257" y="59"/>
                  </a:cubicBezTo>
                  <a:cubicBezTo>
                    <a:pt x="257" y="64"/>
                    <a:pt x="253" y="68"/>
                    <a:pt x="248" y="68"/>
                  </a:cubicBezTo>
                  <a:cubicBezTo>
                    <a:pt x="195" y="68"/>
                    <a:pt x="195" y="68"/>
                    <a:pt x="195" y="68"/>
                  </a:cubicBezTo>
                  <a:cubicBezTo>
                    <a:pt x="156" y="139"/>
                    <a:pt x="156" y="139"/>
                    <a:pt x="156" y="139"/>
                  </a:cubicBezTo>
                  <a:cubicBezTo>
                    <a:pt x="155" y="142"/>
                    <a:pt x="152" y="144"/>
                    <a:pt x="148" y="144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5" name="Freeform 283"/>
            <p:cNvSpPr>
              <a:spLocks/>
            </p:cNvSpPr>
            <p:nvPr/>
          </p:nvSpPr>
          <p:spPr bwMode="gray">
            <a:xfrm>
              <a:off x="4643438" y="3690938"/>
              <a:ext cx="506413" cy="376237"/>
            </a:xfrm>
            <a:custGeom>
              <a:avLst/>
              <a:gdLst>
                <a:gd name="T0" fmla="*/ 2147483646 w 377"/>
                <a:gd name="T1" fmla="*/ 2147483646 h 280"/>
                <a:gd name="T2" fmla="*/ 2147483646 w 377"/>
                <a:gd name="T3" fmla="*/ 2147483646 h 280"/>
                <a:gd name="T4" fmla="*/ 2147483646 w 377"/>
                <a:gd name="T5" fmla="*/ 2147483646 h 280"/>
                <a:gd name="T6" fmla="*/ 2147483646 w 377"/>
                <a:gd name="T7" fmla="*/ 2147483646 h 280"/>
                <a:gd name="T8" fmla="*/ 2147483646 w 377"/>
                <a:gd name="T9" fmla="*/ 2147483646 h 280"/>
                <a:gd name="T10" fmla="*/ 2147483646 w 377"/>
                <a:gd name="T11" fmla="*/ 2147483646 h 280"/>
                <a:gd name="T12" fmla="*/ 2147483646 w 377"/>
                <a:gd name="T13" fmla="*/ 2147483646 h 280"/>
                <a:gd name="T14" fmla="*/ 2147483646 w 377"/>
                <a:gd name="T15" fmla="*/ 2147483646 h 280"/>
                <a:gd name="T16" fmla="*/ 2147483646 w 377"/>
                <a:gd name="T17" fmla="*/ 2147483646 h 280"/>
                <a:gd name="T18" fmla="*/ 2147483646 w 377"/>
                <a:gd name="T19" fmla="*/ 2147483646 h 280"/>
                <a:gd name="T20" fmla="*/ 2147483646 w 377"/>
                <a:gd name="T21" fmla="*/ 2147483646 h 280"/>
                <a:gd name="T22" fmla="*/ 2147483646 w 377"/>
                <a:gd name="T23" fmla="*/ 2147483646 h 280"/>
                <a:gd name="T24" fmla="*/ 2147483646 w 377"/>
                <a:gd name="T25" fmla="*/ 2147483646 h 280"/>
                <a:gd name="T26" fmla="*/ 2147483646 w 377"/>
                <a:gd name="T27" fmla="*/ 2147483646 h 280"/>
                <a:gd name="T28" fmla="*/ 2147483646 w 377"/>
                <a:gd name="T29" fmla="*/ 2147483646 h 280"/>
                <a:gd name="T30" fmla="*/ 2147483646 w 377"/>
                <a:gd name="T31" fmla="*/ 2147483646 h 280"/>
                <a:gd name="T32" fmla="*/ 0 w 377"/>
                <a:gd name="T33" fmla="*/ 2147483646 h 280"/>
                <a:gd name="T34" fmla="*/ 0 w 377"/>
                <a:gd name="T35" fmla="*/ 2147483646 h 280"/>
                <a:gd name="T36" fmla="*/ 2147483646 w 377"/>
                <a:gd name="T37" fmla="*/ 0 h 280"/>
                <a:gd name="T38" fmla="*/ 2147483646 w 377"/>
                <a:gd name="T39" fmla="*/ 0 h 280"/>
                <a:gd name="T40" fmla="*/ 2147483646 w 377"/>
                <a:gd name="T41" fmla="*/ 2147483646 h 280"/>
                <a:gd name="T42" fmla="*/ 2147483646 w 377"/>
                <a:gd name="T43" fmla="*/ 2147483646 h 280"/>
                <a:gd name="T44" fmla="*/ 2147483646 w 377"/>
                <a:gd name="T45" fmla="*/ 2147483646 h 2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7"/>
                <a:gd name="T70" fmla="*/ 0 h 280"/>
                <a:gd name="T71" fmla="*/ 377 w 377"/>
                <a:gd name="T72" fmla="*/ 280 h 28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7" h="280">
                  <a:moveTo>
                    <a:pt x="345" y="280"/>
                  </a:moveTo>
                  <a:cubicBezTo>
                    <a:pt x="309" y="280"/>
                    <a:pt x="309" y="280"/>
                    <a:pt x="309" y="280"/>
                  </a:cubicBezTo>
                  <a:cubicBezTo>
                    <a:pt x="304" y="280"/>
                    <a:pt x="300" y="276"/>
                    <a:pt x="300" y="271"/>
                  </a:cubicBezTo>
                  <a:cubicBezTo>
                    <a:pt x="300" y="266"/>
                    <a:pt x="304" y="262"/>
                    <a:pt x="309" y="262"/>
                  </a:cubicBezTo>
                  <a:cubicBezTo>
                    <a:pt x="345" y="262"/>
                    <a:pt x="345" y="262"/>
                    <a:pt x="345" y="262"/>
                  </a:cubicBezTo>
                  <a:cubicBezTo>
                    <a:pt x="352" y="262"/>
                    <a:pt x="359" y="256"/>
                    <a:pt x="359" y="248"/>
                  </a:cubicBezTo>
                  <a:cubicBezTo>
                    <a:pt x="359" y="32"/>
                    <a:pt x="359" y="32"/>
                    <a:pt x="359" y="32"/>
                  </a:cubicBezTo>
                  <a:cubicBezTo>
                    <a:pt x="359" y="24"/>
                    <a:pt x="352" y="18"/>
                    <a:pt x="345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248"/>
                    <a:pt x="18" y="248"/>
                    <a:pt x="18" y="248"/>
                  </a:cubicBezTo>
                  <a:cubicBezTo>
                    <a:pt x="18" y="256"/>
                    <a:pt x="24" y="262"/>
                    <a:pt x="32" y="262"/>
                  </a:cubicBezTo>
                  <a:cubicBezTo>
                    <a:pt x="248" y="262"/>
                    <a:pt x="248" y="262"/>
                    <a:pt x="248" y="262"/>
                  </a:cubicBezTo>
                  <a:cubicBezTo>
                    <a:pt x="253" y="262"/>
                    <a:pt x="257" y="266"/>
                    <a:pt x="257" y="271"/>
                  </a:cubicBezTo>
                  <a:cubicBezTo>
                    <a:pt x="257" y="276"/>
                    <a:pt x="253" y="280"/>
                    <a:pt x="248" y="280"/>
                  </a:cubicBezTo>
                  <a:cubicBezTo>
                    <a:pt x="32" y="280"/>
                    <a:pt x="32" y="280"/>
                    <a:pt x="32" y="280"/>
                  </a:cubicBezTo>
                  <a:cubicBezTo>
                    <a:pt x="14" y="280"/>
                    <a:pt x="0" y="266"/>
                    <a:pt x="0" y="24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345" y="0"/>
                    <a:pt x="345" y="0"/>
                    <a:pt x="345" y="0"/>
                  </a:cubicBezTo>
                  <a:cubicBezTo>
                    <a:pt x="362" y="0"/>
                    <a:pt x="377" y="14"/>
                    <a:pt x="377" y="32"/>
                  </a:cubicBezTo>
                  <a:cubicBezTo>
                    <a:pt x="377" y="248"/>
                    <a:pt x="377" y="248"/>
                    <a:pt x="377" y="248"/>
                  </a:cubicBezTo>
                  <a:cubicBezTo>
                    <a:pt x="377" y="266"/>
                    <a:pt x="362" y="280"/>
                    <a:pt x="345" y="28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6" name="Freeform 284"/>
            <p:cNvSpPr>
              <a:spLocks/>
            </p:cNvSpPr>
            <p:nvPr/>
          </p:nvSpPr>
          <p:spPr bwMode="gray">
            <a:xfrm>
              <a:off x="4787900" y="3690938"/>
              <a:ext cx="23813" cy="376237"/>
            </a:xfrm>
            <a:custGeom>
              <a:avLst/>
              <a:gdLst>
                <a:gd name="T0" fmla="*/ 2147483646 w 18"/>
                <a:gd name="T1" fmla="*/ 2147483646 h 280"/>
                <a:gd name="T2" fmla="*/ 0 w 18"/>
                <a:gd name="T3" fmla="*/ 2147483646 h 280"/>
                <a:gd name="T4" fmla="*/ 0 w 18"/>
                <a:gd name="T5" fmla="*/ 2147483646 h 280"/>
                <a:gd name="T6" fmla="*/ 2147483646 w 18"/>
                <a:gd name="T7" fmla="*/ 0 h 280"/>
                <a:gd name="T8" fmla="*/ 2147483646 w 18"/>
                <a:gd name="T9" fmla="*/ 2147483646 h 280"/>
                <a:gd name="T10" fmla="*/ 2147483646 w 18"/>
                <a:gd name="T11" fmla="*/ 2147483646 h 280"/>
                <a:gd name="T12" fmla="*/ 2147483646 w 18"/>
                <a:gd name="T13" fmla="*/ 2147483646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280"/>
                <a:gd name="T23" fmla="*/ 18 w 18"/>
                <a:gd name="T24" fmla="*/ 280 h 2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280">
                  <a:moveTo>
                    <a:pt x="9" y="280"/>
                  </a:moveTo>
                  <a:cubicBezTo>
                    <a:pt x="4" y="280"/>
                    <a:pt x="0" y="276"/>
                    <a:pt x="0" y="27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271"/>
                    <a:pt x="18" y="271"/>
                    <a:pt x="18" y="271"/>
                  </a:cubicBezTo>
                  <a:cubicBezTo>
                    <a:pt x="18" y="276"/>
                    <a:pt x="14" y="280"/>
                    <a:pt x="9" y="28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7" name="Freeform 285"/>
            <p:cNvSpPr>
              <a:spLocks/>
            </p:cNvSpPr>
            <p:nvPr/>
          </p:nvSpPr>
          <p:spPr bwMode="gray">
            <a:xfrm>
              <a:off x="4687888" y="3751263"/>
              <a:ext cx="77788" cy="25400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8" name="Freeform 286"/>
            <p:cNvSpPr>
              <a:spLocks/>
            </p:cNvSpPr>
            <p:nvPr/>
          </p:nvSpPr>
          <p:spPr bwMode="gray">
            <a:xfrm>
              <a:off x="4687888" y="3790950"/>
              <a:ext cx="77788" cy="23812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9" name="Freeform 287"/>
            <p:cNvSpPr>
              <a:spLocks/>
            </p:cNvSpPr>
            <p:nvPr/>
          </p:nvSpPr>
          <p:spPr bwMode="gray">
            <a:xfrm>
              <a:off x="4687888" y="3829050"/>
              <a:ext cx="77788" cy="23812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0" name="Freeform 288"/>
            <p:cNvSpPr>
              <a:spLocks/>
            </p:cNvSpPr>
            <p:nvPr/>
          </p:nvSpPr>
          <p:spPr bwMode="gray">
            <a:xfrm>
              <a:off x="4687888" y="3867150"/>
              <a:ext cx="77788" cy="23812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1" name="Freeform 289"/>
            <p:cNvSpPr>
              <a:spLocks/>
            </p:cNvSpPr>
            <p:nvPr/>
          </p:nvSpPr>
          <p:spPr bwMode="gray">
            <a:xfrm>
              <a:off x="4687888" y="3943350"/>
              <a:ext cx="77788" cy="25400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2" name="Freeform 290"/>
            <p:cNvSpPr>
              <a:spLocks/>
            </p:cNvSpPr>
            <p:nvPr/>
          </p:nvSpPr>
          <p:spPr bwMode="gray">
            <a:xfrm>
              <a:off x="4687888" y="3983038"/>
              <a:ext cx="77788" cy="23812"/>
            </a:xfrm>
            <a:custGeom>
              <a:avLst/>
              <a:gdLst>
                <a:gd name="T0" fmla="*/ 2147483646 w 57"/>
                <a:gd name="T1" fmla="*/ 2147483646 h 18"/>
                <a:gd name="T2" fmla="*/ 2147483646 w 57"/>
                <a:gd name="T3" fmla="*/ 2147483646 h 18"/>
                <a:gd name="T4" fmla="*/ 0 w 57"/>
                <a:gd name="T5" fmla="*/ 2147483646 h 18"/>
                <a:gd name="T6" fmla="*/ 2147483646 w 57"/>
                <a:gd name="T7" fmla="*/ 0 h 18"/>
                <a:gd name="T8" fmla="*/ 2147483646 w 57"/>
                <a:gd name="T9" fmla="*/ 0 h 18"/>
                <a:gd name="T10" fmla="*/ 2147483646 w 57"/>
                <a:gd name="T11" fmla="*/ 2147483646 h 18"/>
                <a:gd name="T12" fmla="*/ 2147483646 w 5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"/>
                <a:gd name="T22" fmla="*/ 0 h 18"/>
                <a:gd name="T23" fmla="*/ 57 w 5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" h="18">
                  <a:moveTo>
                    <a:pt x="4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3" y="0"/>
                    <a:pt x="57" y="4"/>
                    <a:pt x="57" y="9"/>
                  </a:cubicBezTo>
                  <a:cubicBezTo>
                    <a:pt x="57" y="14"/>
                    <a:pt x="53" y="18"/>
                    <a:pt x="4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673" name="组合 121"/>
          <p:cNvGrpSpPr>
            <a:grpSpLocks noChangeAspect="1"/>
          </p:cNvGrpSpPr>
          <p:nvPr/>
        </p:nvGrpSpPr>
        <p:grpSpPr bwMode="gray">
          <a:xfrm>
            <a:off x="6746988" y="2632122"/>
            <a:ext cx="588796" cy="418355"/>
            <a:chOff x="923925" y="2755900"/>
            <a:chExt cx="860426" cy="611188"/>
          </a:xfrm>
        </p:grpSpPr>
        <p:sp>
          <p:nvSpPr>
            <p:cNvPr id="674" name="Freeform 74"/>
            <p:cNvSpPr>
              <a:spLocks noEditPoints="1"/>
            </p:cNvSpPr>
            <p:nvPr/>
          </p:nvSpPr>
          <p:spPr bwMode="gray">
            <a:xfrm>
              <a:off x="923925" y="2952750"/>
              <a:ext cx="466725" cy="307975"/>
            </a:xfrm>
            <a:custGeom>
              <a:avLst/>
              <a:gdLst>
                <a:gd name="T0" fmla="*/ 2147483646 w 1113"/>
                <a:gd name="T1" fmla="*/ 2147483646 h 734"/>
                <a:gd name="T2" fmla="*/ 2147483646 w 1113"/>
                <a:gd name="T3" fmla="*/ 2147483646 h 734"/>
                <a:gd name="T4" fmla="*/ 2147483646 w 1113"/>
                <a:gd name="T5" fmla="*/ 2147483646 h 734"/>
                <a:gd name="T6" fmla="*/ 2147483646 w 1113"/>
                <a:gd name="T7" fmla="*/ 2147483646 h 734"/>
                <a:gd name="T8" fmla="*/ 2147483646 w 1113"/>
                <a:gd name="T9" fmla="*/ 2147483646 h 734"/>
                <a:gd name="T10" fmla="*/ 2147483646 w 1113"/>
                <a:gd name="T11" fmla="*/ 2147483646 h 734"/>
                <a:gd name="T12" fmla="*/ 2147483646 w 1113"/>
                <a:gd name="T13" fmla="*/ 2147483646 h 734"/>
                <a:gd name="T14" fmla="*/ 2147483646 w 1113"/>
                <a:gd name="T15" fmla="*/ 2147483646 h 734"/>
                <a:gd name="T16" fmla="*/ 2147483646 w 1113"/>
                <a:gd name="T17" fmla="*/ 2147483646 h 734"/>
                <a:gd name="T18" fmla="*/ 0 w 1113"/>
                <a:gd name="T19" fmla="*/ 2147483646 h 734"/>
                <a:gd name="T20" fmla="*/ 0 w 1113"/>
                <a:gd name="T21" fmla="*/ 2147483646 h 734"/>
                <a:gd name="T22" fmla="*/ 2147483646 w 1113"/>
                <a:gd name="T23" fmla="*/ 0 h 734"/>
                <a:gd name="T24" fmla="*/ 2147483646 w 1113"/>
                <a:gd name="T25" fmla="*/ 0 h 734"/>
                <a:gd name="T26" fmla="*/ 2147483646 w 1113"/>
                <a:gd name="T27" fmla="*/ 2147483646 h 734"/>
                <a:gd name="T28" fmla="*/ 2147483646 w 1113"/>
                <a:gd name="T29" fmla="*/ 2147483646 h 734"/>
                <a:gd name="T30" fmla="*/ 2147483646 w 1113"/>
                <a:gd name="T31" fmla="*/ 2147483646 h 73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113"/>
                <a:gd name="T49" fmla="*/ 0 h 734"/>
                <a:gd name="T50" fmla="*/ 1113 w 1113"/>
                <a:gd name="T51" fmla="*/ 734 h 73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113" h="734">
                  <a:moveTo>
                    <a:pt x="53" y="680"/>
                  </a:moveTo>
                  <a:lnTo>
                    <a:pt x="53" y="680"/>
                  </a:lnTo>
                  <a:lnTo>
                    <a:pt x="1060" y="680"/>
                  </a:lnTo>
                  <a:lnTo>
                    <a:pt x="1060" y="54"/>
                  </a:lnTo>
                  <a:lnTo>
                    <a:pt x="53" y="54"/>
                  </a:lnTo>
                  <a:lnTo>
                    <a:pt x="53" y="680"/>
                  </a:lnTo>
                  <a:close/>
                  <a:moveTo>
                    <a:pt x="1087" y="734"/>
                  </a:moveTo>
                  <a:lnTo>
                    <a:pt x="1087" y="734"/>
                  </a:lnTo>
                  <a:lnTo>
                    <a:pt x="27" y="734"/>
                  </a:lnTo>
                  <a:cubicBezTo>
                    <a:pt x="12" y="734"/>
                    <a:pt x="0" y="722"/>
                    <a:pt x="0" y="707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lnTo>
                    <a:pt x="1087" y="0"/>
                  </a:lnTo>
                  <a:cubicBezTo>
                    <a:pt x="1101" y="0"/>
                    <a:pt x="1113" y="12"/>
                    <a:pt x="1113" y="27"/>
                  </a:cubicBezTo>
                  <a:lnTo>
                    <a:pt x="1113" y="707"/>
                  </a:lnTo>
                  <a:cubicBezTo>
                    <a:pt x="1113" y="722"/>
                    <a:pt x="1101" y="734"/>
                    <a:pt x="1087" y="734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5" name="Freeform 75"/>
            <p:cNvSpPr>
              <a:spLocks/>
            </p:cNvSpPr>
            <p:nvPr/>
          </p:nvSpPr>
          <p:spPr bwMode="gray">
            <a:xfrm>
              <a:off x="1079500" y="3238500"/>
              <a:ext cx="22225" cy="76200"/>
            </a:xfrm>
            <a:custGeom>
              <a:avLst/>
              <a:gdLst>
                <a:gd name="T0" fmla="*/ 2147483646 w 53"/>
                <a:gd name="T1" fmla="*/ 2147483646 h 181"/>
                <a:gd name="T2" fmla="*/ 2147483646 w 53"/>
                <a:gd name="T3" fmla="*/ 2147483646 h 181"/>
                <a:gd name="T4" fmla="*/ 0 w 53"/>
                <a:gd name="T5" fmla="*/ 2147483646 h 181"/>
                <a:gd name="T6" fmla="*/ 0 w 53"/>
                <a:gd name="T7" fmla="*/ 2147483646 h 181"/>
                <a:gd name="T8" fmla="*/ 2147483646 w 53"/>
                <a:gd name="T9" fmla="*/ 0 h 181"/>
                <a:gd name="T10" fmla="*/ 2147483646 w 53"/>
                <a:gd name="T11" fmla="*/ 2147483646 h 181"/>
                <a:gd name="T12" fmla="*/ 2147483646 w 53"/>
                <a:gd name="T13" fmla="*/ 2147483646 h 181"/>
                <a:gd name="T14" fmla="*/ 2147483646 w 53"/>
                <a:gd name="T15" fmla="*/ 2147483646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3"/>
                <a:gd name="T25" fmla="*/ 0 h 181"/>
                <a:gd name="T26" fmla="*/ 53 w 53"/>
                <a:gd name="T27" fmla="*/ 181 h 18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3" h="181">
                  <a:moveTo>
                    <a:pt x="27" y="181"/>
                  </a:moveTo>
                  <a:lnTo>
                    <a:pt x="27" y="181"/>
                  </a:lnTo>
                  <a:cubicBezTo>
                    <a:pt x="12" y="181"/>
                    <a:pt x="0" y="169"/>
                    <a:pt x="0" y="154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lnTo>
                    <a:pt x="53" y="154"/>
                  </a:lnTo>
                  <a:cubicBezTo>
                    <a:pt x="53" y="169"/>
                    <a:pt x="41" y="181"/>
                    <a:pt x="27" y="18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6" name="Freeform 76"/>
            <p:cNvSpPr>
              <a:spLocks/>
            </p:cNvSpPr>
            <p:nvPr/>
          </p:nvSpPr>
          <p:spPr bwMode="gray">
            <a:xfrm>
              <a:off x="1208088" y="3238500"/>
              <a:ext cx="22225" cy="76200"/>
            </a:xfrm>
            <a:custGeom>
              <a:avLst/>
              <a:gdLst>
                <a:gd name="T0" fmla="*/ 2147483646 w 53"/>
                <a:gd name="T1" fmla="*/ 2147483646 h 181"/>
                <a:gd name="T2" fmla="*/ 2147483646 w 53"/>
                <a:gd name="T3" fmla="*/ 2147483646 h 181"/>
                <a:gd name="T4" fmla="*/ 0 w 53"/>
                <a:gd name="T5" fmla="*/ 2147483646 h 181"/>
                <a:gd name="T6" fmla="*/ 0 w 53"/>
                <a:gd name="T7" fmla="*/ 2147483646 h 181"/>
                <a:gd name="T8" fmla="*/ 2147483646 w 53"/>
                <a:gd name="T9" fmla="*/ 0 h 181"/>
                <a:gd name="T10" fmla="*/ 2147483646 w 53"/>
                <a:gd name="T11" fmla="*/ 2147483646 h 181"/>
                <a:gd name="T12" fmla="*/ 2147483646 w 53"/>
                <a:gd name="T13" fmla="*/ 2147483646 h 181"/>
                <a:gd name="T14" fmla="*/ 2147483646 w 53"/>
                <a:gd name="T15" fmla="*/ 2147483646 h 1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3"/>
                <a:gd name="T25" fmla="*/ 0 h 181"/>
                <a:gd name="T26" fmla="*/ 53 w 53"/>
                <a:gd name="T27" fmla="*/ 181 h 18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3" h="181">
                  <a:moveTo>
                    <a:pt x="26" y="181"/>
                  </a:moveTo>
                  <a:lnTo>
                    <a:pt x="26" y="181"/>
                  </a:lnTo>
                  <a:cubicBezTo>
                    <a:pt x="12" y="181"/>
                    <a:pt x="0" y="169"/>
                    <a:pt x="0" y="154"/>
                  </a:cubicBezTo>
                  <a:lnTo>
                    <a:pt x="0" y="27"/>
                  </a:lnTo>
                  <a:cubicBezTo>
                    <a:pt x="0" y="12"/>
                    <a:pt x="12" y="0"/>
                    <a:pt x="26" y="0"/>
                  </a:cubicBezTo>
                  <a:cubicBezTo>
                    <a:pt x="41" y="0"/>
                    <a:pt x="53" y="12"/>
                    <a:pt x="53" y="27"/>
                  </a:cubicBezTo>
                  <a:lnTo>
                    <a:pt x="53" y="154"/>
                  </a:lnTo>
                  <a:cubicBezTo>
                    <a:pt x="53" y="169"/>
                    <a:pt x="41" y="181"/>
                    <a:pt x="26" y="18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7" name="Freeform 77"/>
            <p:cNvSpPr>
              <a:spLocks noEditPoints="1"/>
            </p:cNvSpPr>
            <p:nvPr/>
          </p:nvSpPr>
          <p:spPr bwMode="gray">
            <a:xfrm>
              <a:off x="984250" y="3292475"/>
              <a:ext cx="344488" cy="57150"/>
            </a:xfrm>
            <a:custGeom>
              <a:avLst/>
              <a:gdLst>
                <a:gd name="T0" fmla="*/ 2147483646 w 825"/>
                <a:gd name="T1" fmla="*/ 2147483646 h 136"/>
                <a:gd name="T2" fmla="*/ 2147483646 w 825"/>
                <a:gd name="T3" fmla="*/ 2147483646 h 136"/>
                <a:gd name="T4" fmla="*/ 2147483646 w 825"/>
                <a:gd name="T5" fmla="*/ 2147483646 h 136"/>
                <a:gd name="T6" fmla="*/ 2147483646 w 825"/>
                <a:gd name="T7" fmla="*/ 2147483646 h 136"/>
                <a:gd name="T8" fmla="*/ 2147483646 w 825"/>
                <a:gd name="T9" fmla="*/ 2147483646 h 136"/>
                <a:gd name="T10" fmla="*/ 2147483646 w 825"/>
                <a:gd name="T11" fmla="*/ 2147483646 h 136"/>
                <a:gd name="T12" fmla="*/ 2147483646 w 825"/>
                <a:gd name="T13" fmla="*/ 2147483646 h 136"/>
                <a:gd name="T14" fmla="*/ 2147483646 w 825"/>
                <a:gd name="T15" fmla="*/ 2147483646 h 136"/>
                <a:gd name="T16" fmla="*/ 0 w 825"/>
                <a:gd name="T17" fmla="*/ 2147483646 h 136"/>
                <a:gd name="T18" fmla="*/ 2147483646 w 825"/>
                <a:gd name="T19" fmla="*/ 0 h 136"/>
                <a:gd name="T20" fmla="*/ 2147483646 w 825"/>
                <a:gd name="T21" fmla="*/ 0 h 136"/>
                <a:gd name="T22" fmla="*/ 2147483646 w 825"/>
                <a:gd name="T23" fmla="*/ 2147483646 h 1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5"/>
                <a:gd name="T37" fmla="*/ 0 h 136"/>
                <a:gd name="T38" fmla="*/ 825 w 825"/>
                <a:gd name="T39" fmla="*/ 136 h 1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5" h="136">
                  <a:moveTo>
                    <a:pt x="89" y="83"/>
                  </a:moveTo>
                  <a:lnTo>
                    <a:pt x="89" y="83"/>
                  </a:lnTo>
                  <a:lnTo>
                    <a:pt x="742" y="83"/>
                  </a:lnTo>
                  <a:lnTo>
                    <a:pt x="728" y="53"/>
                  </a:lnTo>
                  <a:lnTo>
                    <a:pt x="105" y="53"/>
                  </a:lnTo>
                  <a:lnTo>
                    <a:pt x="89" y="83"/>
                  </a:lnTo>
                  <a:close/>
                  <a:moveTo>
                    <a:pt x="825" y="136"/>
                  </a:moveTo>
                  <a:lnTo>
                    <a:pt x="825" y="136"/>
                  </a:lnTo>
                  <a:lnTo>
                    <a:pt x="0" y="136"/>
                  </a:lnTo>
                  <a:lnTo>
                    <a:pt x="73" y="0"/>
                  </a:lnTo>
                  <a:lnTo>
                    <a:pt x="762" y="0"/>
                  </a:lnTo>
                  <a:lnTo>
                    <a:pt x="825" y="136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8" name="Freeform 78"/>
            <p:cNvSpPr>
              <a:spLocks noEditPoints="1"/>
            </p:cNvSpPr>
            <p:nvPr/>
          </p:nvSpPr>
          <p:spPr bwMode="gray">
            <a:xfrm>
              <a:off x="1044575" y="3009900"/>
              <a:ext cx="225425" cy="76200"/>
            </a:xfrm>
            <a:custGeom>
              <a:avLst/>
              <a:gdLst>
                <a:gd name="T0" fmla="*/ 2147483646 w 537"/>
                <a:gd name="T1" fmla="*/ 2147483646 h 183"/>
                <a:gd name="T2" fmla="*/ 2147483646 w 537"/>
                <a:gd name="T3" fmla="*/ 2147483646 h 183"/>
                <a:gd name="T4" fmla="*/ 2147483646 w 537"/>
                <a:gd name="T5" fmla="*/ 2147483646 h 183"/>
                <a:gd name="T6" fmla="*/ 2147483646 w 537"/>
                <a:gd name="T7" fmla="*/ 2147483646 h 183"/>
                <a:gd name="T8" fmla="*/ 2147483646 w 537"/>
                <a:gd name="T9" fmla="*/ 2147483646 h 183"/>
                <a:gd name="T10" fmla="*/ 2147483646 w 537"/>
                <a:gd name="T11" fmla="*/ 2147483646 h 183"/>
                <a:gd name="T12" fmla="*/ 2147483646 w 537"/>
                <a:gd name="T13" fmla="*/ 2147483646 h 183"/>
                <a:gd name="T14" fmla="*/ 2147483646 w 537"/>
                <a:gd name="T15" fmla="*/ 2147483646 h 183"/>
                <a:gd name="T16" fmla="*/ 2147483646 w 537"/>
                <a:gd name="T17" fmla="*/ 2147483646 h 183"/>
                <a:gd name="T18" fmla="*/ 2147483646 w 537"/>
                <a:gd name="T19" fmla="*/ 2147483646 h 183"/>
                <a:gd name="T20" fmla="*/ 2147483646 w 537"/>
                <a:gd name="T21" fmla="*/ 2147483646 h 183"/>
                <a:gd name="T22" fmla="*/ 2147483646 w 537"/>
                <a:gd name="T23" fmla="*/ 2147483646 h 183"/>
                <a:gd name="T24" fmla="*/ 2147483646 w 537"/>
                <a:gd name="T25" fmla="*/ 2147483646 h 183"/>
                <a:gd name="T26" fmla="*/ 2147483646 w 537"/>
                <a:gd name="T27" fmla="*/ 2147483646 h 183"/>
                <a:gd name="T28" fmla="*/ 2147483646 w 537"/>
                <a:gd name="T29" fmla="*/ 2147483646 h 183"/>
                <a:gd name="T30" fmla="*/ 2147483646 w 537"/>
                <a:gd name="T31" fmla="*/ 2147483646 h 183"/>
                <a:gd name="T32" fmla="*/ 2147483646 w 537"/>
                <a:gd name="T33" fmla="*/ 2147483646 h 183"/>
                <a:gd name="T34" fmla="*/ 2147483646 w 537"/>
                <a:gd name="T35" fmla="*/ 2147483646 h 183"/>
                <a:gd name="T36" fmla="*/ 2147483646 w 537"/>
                <a:gd name="T37" fmla="*/ 0 h 183"/>
                <a:gd name="T38" fmla="*/ 2147483646 w 537"/>
                <a:gd name="T39" fmla="*/ 2147483646 h 183"/>
                <a:gd name="T40" fmla="*/ 2147483646 w 537"/>
                <a:gd name="T41" fmla="*/ 2147483646 h 183"/>
                <a:gd name="T42" fmla="*/ 2147483646 w 537"/>
                <a:gd name="T43" fmla="*/ 2147483646 h 183"/>
                <a:gd name="T44" fmla="*/ 2147483646 w 537"/>
                <a:gd name="T45" fmla="*/ 2147483646 h 183"/>
                <a:gd name="T46" fmla="*/ 2147483646 w 537"/>
                <a:gd name="T47" fmla="*/ 2147483646 h 1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537"/>
                <a:gd name="T73" fmla="*/ 0 h 183"/>
                <a:gd name="T74" fmla="*/ 537 w 537"/>
                <a:gd name="T75" fmla="*/ 183 h 183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537" h="183">
                  <a:moveTo>
                    <a:pt x="269" y="40"/>
                  </a:moveTo>
                  <a:lnTo>
                    <a:pt x="269" y="40"/>
                  </a:lnTo>
                  <a:cubicBezTo>
                    <a:pt x="253" y="40"/>
                    <a:pt x="237" y="43"/>
                    <a:pt x="227" y="49"/>
                  </a:cubicBezTo>
                  <a:lnTo>
                    <a:pt x="66" y="143"/>
                  </a:lnTo>
                  <a:lnTo>
                    <a:pt x="472" y="143"/>
                  </a:lnTo>
                  <a:lnTo>
                    <a:pt x="311" y="49"/>
                  </a:lnTo>
                  <a:cubicBezTo>
                    <a:pt x="300" y="43"/>
                    <a:pt x="285" y="40"/>
                    <a:pt x="269" y="40"/>
                  </a:cubicBezTo>
                  <a:close/>
                  <a:moveTo>
                    <a:pt x="49" y="152"/>
                  </a:moveTo>
                  <a:lnTo>
                    <a:pt x="49" y="152"/>
                  </a:lnTo>
                  <a:lnTo>
                    <a:pt x="49" y="163"/>
                  </a:lnTo>
                  <a:lnTo>
                    <a:pt x="49" y="152"/>
                  </a:lnTo>
                  <a:cubicBezTo>
                    <a:pt x="49" y="152"/>
                    <a:pt x="49" y="152"/>
                    <a:pt x="49" y="152"/>
                  </a:cubicBezTo>
                  <a:close/>
                  <a:moveTo>
                    <a:pt x="49" y="183"/>
                  </a:moveTo>
                  <a:lnTo>
                    <a:pt x="49" y="183"/>
                  </a:lnTo>
                  <a:cubicBezTo>
                    <a:pt x="24" y="183"/>
                    <a:pt x="9" y="175"/>
                    <a:pt x="5" y="160"/>
                  </a:cubicBezTo>
                  <a:cubicBezTo>
                    <a:pt x="0" y="144"/>
                    <a:pt x="10" y="129"/>
                    <a:pt x="34" y="115"/>
                  </a:cubicBezTo>
                  <a:lnTo>
                    <a:pt x="206" y="15"/>
                  </a:lnTo>
                  <a:cubicBezTo>
                    <a:pt x="223" y="5"/>
                    <a:pt x="246" y="0"/>
                    <a:pt x="269" y="0"/>
                  </a:cubicBezTo>
                  <a:cubicBezTo>
                    <a:pt x="292" y="0"/>
                    <a:pt x="314" y="5"/>
                    <a:pt x="331" y="15"/>
                  </a:cubicBezTo>
                  <a:lnTo>
                    <a:pt x="504" y="115"/>
                  </a:lnTo>
                  <a:cubicBezTo>
                    <a:pt x="527" y="129"/>
                    <a:pt x="537" y="144"/>
                    <a:pt x="533" y="159"/>
                  </a:cubicBezTo>
                  <a:cubicBezTo>
                    <a:pt x="529" y="175"/>
                    <a:pt x="514" y="183"/>
                    <a:pt x="488" y="183"/>
                  </a:cubicBezTo>
                  <a:lnTo>
                    <a:pt x="49" y="183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79" name="Freeform 79"/>
            <p:cNvSpPr>
              <a:spLocks noEditPoints="1"/>
            </p:cNvSpPr>
            <p:nvPr/>
          </p:nvSpPr>
          <p:spPr bwMode="gray">
            <a:xfrm>
              <a:off x="1042988" y="3097213"/>
              <a:ext cx="223838" cy="112713"/>
            </a:xfrm>
            <a:custGeom>
              <a:avLst/>
              <a:gdLst>
                <a:gd name="T0" fmla="*/ 2147483646 w 535"/>
                <a:gd name="T1" fmla="*/ 2147483646 h 269"/>
                <a:gd name="T2" fmla="*/ 2147483646 w 535"/>
                <a:gd name="T3" fmla="*/ 2147483646 h 269"/>
                <a:gd name="T4" fmla="*/ 2147483646 w 535"/>
                <a:gd name="T5" fmla="*/ 2147483646 h 269"/>
                <a:gd name="T6" fmla="*/ 2147483646 w 535"/>
                <a:gd name="T7" fmla="*/ 2147483646 h 269"/>
                <a:gd name="T8" fmla="*/ 2147483646 w 535"/>
                <a:gd name="T9" fmla="*/ 2147483646 h 269"/>
                <a:gd name="T10" fmla="*/ 2147483646 w 535"/>
                <a:gd name="T11" fmla="*/ 2147483646 h 269"/>
                <a:gd name="T12" fmla="*/ 2147483646 w 535"/>
                <a:gd name="T13" fmla="*/ 2147483646 h 269"/>
                <a:gd name="T14" fmla="*/ 2147483646 w 535"/>
                <a:gd name="T15" fmla="*/ 2147483646 h 269"/>
                <a:gd name="T16" fmla="*/ 2147483646 w 535"/>
                <a:gd name="T17" fmla="*/ 2147483646 h 269"/>
                <a:gd name="T18" fmla="*/ 2147483646 w 535"/>
                <a:gd name="T19" fmla="*/ 2147483646 h 269"/>
                <a:gd name="T20" fmla="*/ 2147483646 w 535"/>
                <a:gd name="T21" fmla="*/ 2147483646 h 269"/>
                <a:gd name="T22" fmla="*/ 2147483646 w 535"/>
                <a:gd name="T23" fmla="*/ 2147483646 h 269"/>
                <a:gd name="T24" fmla="*/ 2147483646 w 535"/>
                <a:gd name="T25" fmla="*/ 2147483646 h 269"/>
                <a:gd name="T26" fmla="*/ 2147483646 w 535"/>
                <a:gd name="T27" fmla="*/ 2147483646 h 269"/>
                <a:gd name="T28" fmla="*/ 2147483646 w 535"/>
                <a:gd name="T29" fmla="*/ 2147483646 h 269"/>
                <a:gd name="T30" fmla="*/ 2147483646 w 535"/>
                <a:gd name="T31" fmla="*/ 2147483646 h 269"/>
                <a:gd name="T32" fmla="*/ 0 w 535"/>
                <a:gd name="T33" fmla="*/ 2147483646 h 269"/>
                <a:gd name="T34" fmla="*/ 2147483646 w 535"/>
                <a:gd name="T35" fmla="*/ 2147483646 h 269"/>
                <a:gd name="T36" fmla="*/ 2147483646 w 535"/>
                <a:gd name="T37" fmla="*/ 2147483646 h 269"/>
                <a:gd name="T38" fmla="*/ 2147483646 w 535"/>
                <a:gd name="T39" fmla="*/ 0 h 269"/>
                <a:gd name="T40" fmla="*/ 2147483646 w 535"/>
                <a:gd name="T41" fmla="*/ 2147483646 h 269"/>
                <a:gd name="T42" fmla="*/ 2147483646 w 535"/>
                <a:gd name="T43" fmla="*/ 2147483646 h 269"/>
                <a:gd name="T44" fmla="*/ 2147483646 w 535"/>
                <a:gd name="T45" fmla="*/ 0 h 269"/>
                <a:gd name="T46" fmla="*/ 2147483646 w 535"/>
                <a:gd name="T47" fmla="*/ 2147483646 h 269"/>
                <a:gd name="T48" fmla="*/ 2147483646 w 535"/>
                <a:gd name="T49" fmla="*/ 2147483646 h 269"/>
                <a:gd name="T50" fmla="*/ 2147483646 w 535"/>
                <a:gd name="T51" fmla="*/ 0 h 269"/>
                <a:gd name="T52" fmla="*/ 2147483646 w 535"/>
                <a:gd name="T53" fmla="*/ 2147483646 h 269"/>
                <a:gd name="T54" fmla="*/ 2147483646 w 535"/>
                <a:gd name="T55" fmla="*/ 2147483646 h 269"/>
                <a:gd name="T56" fmla="*/ 2147483646 w 535"/>
                <a:gd name="T57" fmla="*/ 0 h 269"/>
                <a:gd name="T58" fmla="*/ 2147483646 w 535"/>
                <a:gd name="T59" fmla="*/ 2147483646 h 269"/>
                <a:gd name="T60" fmla="*/ 2147483646 w 535"/>
                <a:gd name="T61" fmla="*/ 2147483646 h 269"/>
                <a:gd name="T62" fmla="*/ 2147483646 w 535"/>
                <a:gd name="T63" fmla="*/ 2147483646 h 26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535"/>
                <a:gd name="T97" fmla="*/ 0 h 269"/>
                <a:gd name="T98" fmla="*/ 535 w 535"/>
                <a:gd name="T99" fmla="*/ 269 h 26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535" h="269">
                  <a:moveTo>
                    <a:pt x="40" y="229"/>
                  </a:moveTo>
                  <a:lnTo>
                    <a:pt x="40" y="229"/>
                  </a:lnTo>
                  <a:lnTo>
                    <a:pt x="495" y="229"/>
                  </a:lnTo>
                  <a:lnTo>
                    <a:pt x="495" y="206"/>
                  </a:lnTo>
                  <a:lnTo>
                    <a:pt x="478" y="206"/>
                  </a:lnTo>
                  <a:cubicBezTo>
                    <a:pt x="467" y="206"/>
                    <a:pt x="458" y="197"/>
                    <a:pt x="458" y="186"/>
                  </a:cubicBezTo>
                  <a:lnTo>
                    <a:pt x="458" y="40"/>
                  </a:lnTo>
                  <a:lnTo>
                    <a:pt x="433" y="40"/>
                  </a:lnTo>
                  <a:lnTo>
                    <a:pt x="433" y="186"/>
                  </a:lnTo>
                  <a:cubicBezTo>
                    <a:pt x="433" y="197"/>
                    <a:pt x="424" y="206"/>
                    <a:pt x="413" y="206"/>
                  </a:cubicBezTo>
                  <a:lnTo>
                    <a:pt x="363" y="206"/>
                  </a:lnTo>
                  <a:cubicBezTo>
                    <a:pt x="352" y="206"/>
                    <a:pt x="343" y="197"/>
                    <a:pt x="343" y="186"/>
                  </a:cubicBezTo>
                  <a:lnTo>
                    <a:pt x="343" y="40"/>
                  </a:lnTo>
                  <a:lnTo>
                    <a:pt x="318" y="40"/>
                  </a:lnTo>
                  <a:lnTo>
                    <a:pt x="318" y="186"/>
                  </a:lnTo>
                  <a:cubicBezTo>
                    <a:pt x="318" y="197"/>
                    <a:pt x="309" y="206"/>
                    <a:pt x="298" y="206"/>
                  </a:cubicBezTo>
                  <a:lnTo>
                    <a:pt x="248" y="206"/>
                  </a:lnTo>
                  <a:cubicBezTo>
                    <a:pt x="237" y="206"/>
                    <a:pt x="228" y="197"/>
                    <a:pt x="228" y="186"/>
                  </a:cubicBezTo>
                  <a:lnTo>
                    <a:pt x="228" y="40"/>
                  </a:lnTo>
                  <a:lnTo>
                    <a:pt x="203" y="40"/>
                  </a:lnTo>
                  <a:lnTo>
                    <a:pt x="203" y="186"/>
                  </a:lnTo>
                  <a:cubicBezTo>
                    <a:pt x="203" y="197"/>
                    <a:pt x="194" y="206"/>
                    <a:pt x="183" y="206"/>
                  </a:cubicBezTo>
                  <a:lnTo>
                    <a:pt x="133" y="206"/>
                  </a:lnTo>
                  <a:cubicBezTo>
                    <a:pt x="122" y="206"/>
                    <a:pt x="113" y="197"/>
                    <a:pt x="113" y="186"/>
                  </a:cubicBezTo>
                  <a:lnTo>
                    <a:pt x="113" y="40"/>
                  </a:lnTo>
                  <a:lnTo>
                    <a:pt x="88" y="40"/>
                  </a:lnTo>
                  <a:lnTo>
                    <a:pt x="88" y="186"/>
                  </a:lnTo>
                  <a:cubicBezTo>
                    <a:pt x="88" y="197"/>
                    <a:pt x="79" y="206"/>
                    <a:pt x="68" y="206"/>
                  </a:cubicBezTo>
                  <a:lnTo>
                    <a:pt x="40" y="206"/>
                  </a:lnTo>
                  <a:lnTo>
                    <a:pt x="40" y="229"/>
                  </a:lnTo>
                  <a:close/>
                  <a:moveTo>
                    <a:pt x="515" y="269"/>
                  </a:moveTo>
                  <a:lnTo>
                    <a:pt x="515" y="269"/>
                  </a:lnTo>
                  <a:lnTo>
                    <a:pt x="20" y="269"/>
                  </a:lnTo>
                  <a:cubicBezTo>
                    <a:pt x="9" y="269"/>
                    <a:pt x="0" y="260"/>
                    <a:pt x="0" y="249"/>
                  </a:cubicBezTo>
                  <a:lnTo>
                    <a:pt x="0" y="186"/>
                  </a:lnTo>
                  <a:cubicBezTo>
                    <a:pt x="0" y="175"/>
                    <a:pt x="9" y="166"/>
                    <a:pt x="20" y="166"/>
                  </a:cubicBezTo>
                  <a:lnTo>
                    <a:pt x="48" y="166"/>
                  </a:lnTo>
                  <a:lnTo>
                    <a:pt x="48" y="20"/>
                  </a:lnTo>
                  <a:cubicBezTo>
                    <a:pt x="48" y="9"/>
                    <a:pt x="57" y="0"/>
                    <a:pt x="68" y="0"/>
                  </a:cubicBezTo>
                  <a:lnTo>
                    <a:pt x="133" y="0"/>
                  </a:lnTo>
                  <a:cubicBezTo>
                    <a:pt x="144" y="0"/>
                    <a:pt x="153" y="9"/>
                    <a:pt x="153" y="20"/>
                  </a:cubicBezTo>
                  <a:lnTo>
                    <a:pt x="153" y="166"/>
                  </a:lnTo>
                  <a:lnTo>
                    <a:pt x="163" y="166"/>
                  </a:lnTo>
                  <a:lnTo>
                    <a:pt x="163" y="20"/>
                  </a:lnTo>
                  <a:cubicBezTo>
                    <a:pt x="163" y="9"/>
                    <a:pt x="172" y="0"/>
                    <a:pt x="183" y="0"/>
                  </a:cubicBezTo>
                  <a:lnTo>
                    <a:pt x="248" y="0"/>
                  </a:lnTo>
                  <a:cubicBezTo>
                    <a:pt x="259" y="0"/>
                    <a:pt x="268" y="9"/>
                    <a:pt x="268" y="20"/>
                  </a:cubicBezTo>
                  <a:lnTo>
                    <a:pt x="268" y="166"/>
                  </a:lnTo>
                  <a:lnTo>
                    <a:pt x="278" y="166"/>
                  </a:lnTo>
                  <a:lnTo>
                    <a:pt x="278" y="20"/>
                  </a:lnTo>
                  <a:cubicBezTo>
                    <a:pt x="278" y="9"/>
                    <a:pt x="287" y="0"/>
                    <a:pt x="298" y="0"/>
                  </a:cubicBezTo>
                  <a:lnTo>
                    <a:pt x="363" y="0"/>
                  </a:lnTo>
                  <a:cubicBezTo>
                    <a:pt x="374" y="0"/>
                    <a:pt x="383" y="9"/>
                    <a:pt x="383" y="20"/>
                  </a:cubicBezTo>
                  <a:lnTo>
                    <a:pt x="383" y="166"/>
                  </a:lnTo>
                  <a:lnTo>
                    <a:pt x="393" y="166"/>
                  </a:lnTo>
                  <a:lnTo>
                    <a:pt x="393" y="20"/>
                  </a:lnTo>
                  <a:cubicBezTo>
                    <a:pt x="393" y="9"/>
                    <a:pt x="402" y="0"/>
                    <a:pt x="413" y="0"/>
                  </a:cubicBezTo>
                  <a:lnTo>
                    <a:pt x="478" y="0"/>
                  </a:lnTo>
                  <a:cubicBezTo>
                    <a:pt x="489" y="0"/>
                    <a:pt x="498" y="9"/>
                    <a:pt x="498" y="20"/>
                  </a:cubicBezTo>
                  <a:lnTo>
                    <a:pt x="498" y="166"/>
                  </a:lnTo>
                  <a:lnTo>
                    <a:pt x="515" y="166"/>
                  </a:lnTo>
                  <a:cubicBezTo>
                    <a:pt x="526" y="166"/>
                    <a:pt x="535" y="175"/>
                    <a:pt x="535" y="186"/>
                  </a:cubicBezTo>
                  <a:lnTo>
                    <a:pt x="535" y="249"/>
                  </a:lnTo>
                  <a:cubicBezTo>
                    <a:pt x="535" y="260"/>
                    <a:pt x="526" y="269"/>
                    <a:pt x="515" y="26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0" name="Freeform 80"/>
            <p:cNvSpPr>
              <a:spLocks/>
            </p:cNvSpPr>
            <p:nvPr/>
          </p:nvSpPr>
          <p:spPr bwMode="gray">
            <a:xfrm>
              <a:off x="1312863" y="3325813"/>
              <a:ext cx="315913" cy="23813"/>
            </a:xfrm>
            <a:custGeom>
              <a:avLst/>
              <a:gdLst>
                <a:gd name="T0" fmla="*/ 2147483646 w 755"/>
                <a:gd name="T1" fmla="*/ 2147483646 h 53"/>
                <a:gd name="T2" fmla="*/ 2147483646 w 755"/>
                <a:gd name="T3" fmla="*/ 2147483646 h 53"/>
                <a:gd name="T4" fmla="*/ 2147483646 w 755"/>
                <a:gd name="T5" fmla="*/ 2147483646 h 53"/>
                <a:gd name="T6" fmla="*/ 0 w 755"/>
                <a:gd name="T7" fmla="*/ 2147483646 h 53"/>
                <a:gd name="T8" fmla="*/ 2147483646 w 755"/>
                <a:gd name="T9" fmla="*/ 0 h 53"/>
                <a:gd name="T10" fmla="*/ 2147483646 w 755"/>
                <a:gd name="T11" fmla="*/ 0 h 53"/>
                <a:gd name="T12" fmla="*/ 2147483646 w 755"/>
                <a:gd name="T13" fmla="*/ 2147483646 h 53"/>
                <a:gd name="T14" fmla="*/ 2147483646 w 755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55"/>
                <a:gd name="T25" fmla="*/ 0 h 53"/>
                <a:gd name="T26" fmla="*/ 755 w 75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55" h="53">
                  <a:moveTo>
                    <a:pt x="729" y="53"/>
                  </a:moveTo>
                  <a:lnTo>
                    <a:pt x="729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729" y="0"/>
                  </a:lnTo>
                  <a:cubicBezTo>
                    <a:pt x="743" y="0"/>
                    <a:pt x="755" y="12"/>
                    <a:pt x="755" y="27"/>
                  </a:cubicBezTo>
                  <a:cubicBezTo>
                    <a:pt x="755" y="41"/>
                    <a:pt x="743" y="53"/>
                    <a:pt x="729" y="5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1" name="Freeform 81"/>
            <p:cNvSpPr>
              <a:spLocks/>
            </p:cNvSpPr>
            <p:nvPr/>
          </p:nvSpPr>
          <p:spPr bwMode="gray">
            <a:xfrm>
              <a:off x="1589088" y="3308350"/>
              <a:ext cx="58738" cy="5873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139"/>
                <a:gd name="T20" fmla="*/ 139 w 13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139">
                  <a:moveTo>
                    <a:pt x="70" y="139"/>
                  </a:moveTo>
                  <a:lnTo>
                    <a:pt x="70" y="139"/>
                  </a:lnTo>
                  <a:cubicBezTo>
                    <a:pt x="31" y="139"/>
                    <a:pt x="0" y="108"/>
                    <a:pt x="0" y="70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70"/>
                  </a:cubicBezTo>
                  <a:cubicBezTo>
                    <a:pt x="139" y="108"/>
                    <a:pt x="108" y="139"/>
                    <a:pt x="70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2" name="Freeform 82"/>
            <p:cNvSpPr>
              <a:spLocks/>
            </p:cNvSpPr>
            <p:nvPr/>
          </p:nvSpPr>
          <p:spPr bwMode="gray">
            <a:xfrm>
              <a:off x="1606550" y="3049588"/>
              <a:ext cx="22225" cy="300038"/>
            </a:xfrm>
            <a:custGeom>
              <a:avLst/>
              <a:gdLst>
                <a:gd name="T0" fmla="*/ 2147483646 w 53"/>
                <a:gd name="T1" fmla="*/ 2147483646 h 711"/>
                <a:gd name="T2" fmla="*/ 2147483646 w 53"/>
                <a:gd name="T3" fmla="*/ 2147483646 h 711"/>
                <a:gd name="T4" fmla="*/ 0 w 53"/>
                <a:gd name="T5" fmla="*/ 2147483646 h 711"/>
                <a:gd name="T6" fmla="*/ 0 w 53"/>
                <a:gd name="T7" fmla="*/ 2147483646 h 711"/>
                <a:gd name="T8" fmla="*/ 2147483646 w 53"/>
                <a:gd name="T9" fmla="*/ 0 h 711"/>
                <a:gd name="T10" fmla="*/ 2147483646 w 53"/>
                <a:gd name="T11" fmla="*/ 2147483646 h 711"/>
                <a:gd name="T12" fmla="*/ 2147483646 w 53"/>
                <a:gd name="T13" fmla="*/ 2147483646 h 711"/>
                <a:gd name="T14" fmla="*/ 2147483646 w 53"/>
                <a:gd name="T15" fmla="*/ 2147483646 h 7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3"/>
                <a:gd name="T25" fmla="*/ 0 h 711"/>
                <a:gd name="T26" fmla="*/ 53 w 53"/>
                <a:gd name="T27" fmla="*/ 711 h 71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3" h="711">
                  <a:moveTo>
                    <a:pt x="27" y="711"/>
                  </a:moveTo>
                  <a:lnTo>
                    <a:pt x="27" y="711"/>
                  </a:lnTo>
                  <a:cubicBezTo>
                    <a:pt x="12" y="711"/>
                    <a:pt x="0" y="699"/>
                    <a:pt x="0" y="685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lnTo>
                    <a:pt x="53" y="685"/>
                  </a:lnTo>
                  <a:cubicBezTo>
                    <a:pt x="53" y="699"/>
                    <a:pt x="41" y="711"/>
                    <a:pt x="27" y="71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3" name="Freeform 83"/>
            <p:cNvSpPr>
              <a:spLocks noEditPoints="1"/>
            </p:cNvSpPr>
            <p:nvPr/>
          </p:nvSpPr>
          <p:spPr bwMode="gray">
            <a:xfrm>
              <a:off x="1452563" y="2755900"/>
              <a:ext cx="331788" cy="317500"/>
            </a:xfrm>
            <a:custGeom>
              <a:avLst/>
              <a:gdLst>
                <a:gd name="T0" fmla="*/ 2147483646 w 789"/>
                <a:gd name="T1" fmla="*/ 2147483646 h 753"/>
                <a:gd name="T2" fmla="*/ 2147483646 w 789"/>
                <a:gd name="T3" fmla="*/ 2147483646 h 753"/>
                <a:gd name="T4" fmla="*/ 2147483646 w 789"/>
                <a:gd name="T5" fmla="*/ 2147483646 h 753"/>
                <a:gd name="T6" fmla="*/ 2147483646 w 789"/>
                <a:gd name="T7" fmla="*/ 2147483646 h 753"/>
                <a:gd name="T8" fmla="*/ 2147483646 w 789"/>
                <a:gd name="T9" fmla="*/ 2147483646 h 753"/>
                <a:gd name="T10" fmla="*/ 2147483646 w 789"/>
                <a:gd name="T11" fmla="*/ 2147483646 h 753"/>
                <a:gd name="T12" fmla="*/ 2147483646 w 789"/>
                <a:gd name="T13" fmla="*/ 2147483646 h 753"/>
                <a:gd name="T14" fmla="*/ 2147483646 w 789"/>
                <a:gd name="T15" fmla="*/ 2147483646 h 753"/>
                <a:gd name="T16" fmla="*/ 2147483646 w 789"/>
                <a:gd name="T17" fmla="*/ 2147483646 h 753"/>
                <a:gd name="T18" fmla="*/ 2147483646 w 789"/>
                <a:gd name="T19" fmla="*/ 2147483646 h 753"/>
                <a:gd name="T20" fmla="*/ 2147483646 w 789"/>
                <a:gd name="T21" fmla="*/ 2147483646 h 753"/>
                <a:gd name="T22" fmla="*/ 2147483646 w 789"/>
                <a:gd name="T23" fmla="*/ 2147483646 h 753"/>
                <a:gd name="T24" fmla="*/ 2147483646 w 789"/>
                <a:gd name="T25" fmla="*/ 2147483646 h 753"/>
                <a:gd name="T26" fmla="*/ 0 w 789"/>
                <a:gd name="T27" fmla="*/ 2147483646 h 753"/>
                <a:gd name="T28" fmla="*/ 0 w 789"/>
                <a:gd name="T29" fmla="*/ 2147483646 h 753"/>
                <a:gd name="T30" fmla="*/ 2147483646 w 789"/>
                <a:gd name="T31" fmla="*/ 0 h 753"/>
                <a:gd name="T32" fmla="*/ 2147483646 w 789"/>
                <a:gd name="T33" fmla="*/ 0 h 753"/>
                <a:gd name="T34" fmla="*/ 2147483646 w 789"/>
                <a:gd name="T35" fmla="*/ 2147483646 h 753"/>
                <a:gd name="T36" fmla="*/ 2147483646 w 789"/>
                <a:gd name="T37" fmla="*/ 2147483646 h 753"/>
                <a:gd name="T38" fmla="*/ 2147483646 w 789"/>
                <a:gd name="T39" fmla="*/ 2147483646 h 75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789"/>
                <a:gd name="T61" fmla="*/ 0 h 753"/>
                <a:gd name="T62" fmla="*/ 789 w 789"/>
                <a:gd name="T63" fmla="*/ 753 h 75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789" h="753">
                  <a:moveTo>
                    <a:pt x="80" y="53"/>
                  </a:moveTo>
                  <a:lnTo>
                    <a:pt x="80" y="53"/>
                  </a:lnTo>
                  <a:cubicBezTo>
                    <a:pt x="65" y="53"/>
                    <a:pt x="53" y="65"/>
                    <a:pt x="53" y="80"/>
                  </a:cubicBezTo>
                  <a:lnTo>
                    <a:pt x="53" y="673"/>
                  </a:lnTo>
                  <a:cubicBezTo>
                    <a:pt x="53" y="687"/>
                    <a:pt x="65" y="699"/>
                    <a:pt x="80" y="699"/>
                  </a:cubicBezTo>
                  <a:lnTo>
                    <a:pt x="709" y="699"/>
                  </a:lnTo>
                  <a:cubicBezTo>
                    <a:pt x="724" y="699"/>
                    <a:pt x="736" y="687"/>
                    <a:pt x="736" y="673"/>
                  </a:cubicBezTo>
                  <a:lnTo>
                    <a:pt x="736" y="80"/>
                  </a:lnTo>
                  <a:cubicBezTo>
                    <a:pt x="736" y="65"/>
                    <a:pt x="724" y="53"/>
                    <a:pt x="709" y="53"/>
                  </a:cubicBezTo>
                  <a:lnTo>
                    <a:pt x="80" y="53"/>
                  </a:lnTo>
                  <a:close/>
                  <a:moveTo>
                    <a:pt x="709" y="753"/>
                  </a:moveTo>
                  <a:lnTo>
                    <a:pt x="709" y="753"/>
                  </a:lnTo>
                  <a:lnTo>
                    <a:pt x="80" y="753"/>
                  </a:lnTo>
                  <a:cubicBezTo>
                    <a:pt x="36" y="753"/>
                    <a:pt x="0" y="717"/>
                    <a:pt x="0" y="673"/>
                  </a:cubicBezTo>
                  <a:lnTo>
                    <a:pt x="0" y="80"/>
                  </a:lnTo>
                  <a:cubicBezTo>
                    <a:pt x="0" y="36"/>
                    <a:pt x="36" y="0"/>
                    <a:pt x="80" y="0"/>
                  </a:cubicBezTo>
                  <a:lnTo>
                    <a:pt x="709" y="0"/>
                  </a:lnTo>
                  <a:cubicBezTo>
                    <a:pt x="753" y="0"/>
                    <a:pt x="789" y="36"/>
                    <a:pt x="789" y="80"/>
                  </a:cubicBezTo>
                  <a:lnTo>
                    <a:pt x="789" y="673"/>
                  </a:lnTo>
                  <a:cubicBezTo>
                    <a:pt x="789" y="717"/>
                    <a:pt x="753" y="753"/>
                    <a:pt x="709" y="75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4" name="Freeform 84"/>
            <p:cNvSpPr>
              <a:spLocks/>
            </p:cNvSpPr>
            <p:nvPr/>
          </p:nvSpPr>
          <p:spPr bwMode="gray">
            <a:xfrm>
              <a:off x="1146175" y="2860675"/>
              <a:ext cx="328613" cy="22225"/>
            </a:xfrm>
            <a:custGeom>
              <a:avLst/>
              <a:gdLst>
                <a:gd name="T0" fmla="*/ 2147483646 w 785"/>
                <a:gd name="T1" fmla="*/ 2147483646 h 53"/>
                <a:gd name="T2" fmla="*/ 2147483646 w 785"/>
                <a:gd name="T3" fmla="*/ 2147483646 h 53"/>
                <a:gd name="T4" fmla="*/ 2147483646 w 785"/>
                <a:gd name="T5" fmla="*/ 2147483646 h 53"/>
                <a:gd name="T6" fmla="*/ 0 w 785"/>
                <a:gd name="T7" fmla="*/ 2147483646 h 53"/>
                <a:gd name="T8" fmla="*/ 2147483646 w 785"/>
                <a:gd name="T9" fmla="*/ 0 h 53"/>
                <a:gd name="T10" fmla="*/ 2147483646 w 785"/>
                <a:gd name="T11" fmla="*/ 0 h 53"/>
                <a:gd name="T12" fmla="*/ 2147483646 w 785"/>
                <a:gd name="T13" fmla="*/ 2147483646 h 53"/>
                <a:gd name="T14" fmla="*/ 2147483646 w 785"/>
                <a:gd name="T15" fmla="*/ 2147483646 h 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85"/>
                <a:gd name="T25" fmla="*/ 0 h 53"/>
                <a:gd name="T26" fmla="*/ 785 w 785"/>
                <a:gd name="T27" fmla="*/ 53 h 5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85" h="53">
                  <a:moveTo>
                    <a:pt x="759" y="53"/>
                  </a:moveTo>
                  <a:lnTo>
                    <a:pt x="759" y="53"/>
                  </a:lnTo>
                  <a:lnTo>
                    <a:pt x="27" y="53"/>
                  </a:lnTo>
                  <a:cubicBezTo>
                    <a:pt x="12" y="53"/>
                    <a:pt x="0" y="41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lnTo>
                    <a:pt x="759" y="0"/>
                  </a:lnTo>
                  <a:cubicBezTo>
                    <a:pt x="773" y="0"/>
                    <a:pt x="785" y="12"/>
                    <a:pt x="785" y="27"/>
                  </a:cubicBezTo>
                  <a:cubicBezTo>
                    <a:pt x="785" y="41"/>
                    <a:pt x="773" y="53"/>
                    <a:pt x="759" y="5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5" name="Freeform 85"/>
            <p:cNvSpPr>
              <a:spLocks/>
            </p:cNvSpPr>
            <p:nvPr/>
          </p:nvSpPr>
          <p:spPr bwMode="gray">
            <a:xfrm>
              <a:off x="1146175" y="2860675"/>
              <a:ext cx="22225" cy="114300"/>
            </a:xfrm>
            <a:custGeom>
              <a:avLst/>
              <a:gdLst>
                <a:gd name="T0" fmla="*/ 2147483646 w 53"/>
                <a:gd name="T1" fmla="*/ 2147483646 h 273"/>
                <a:gd name="T2" fmla="*/ 2147483646 w 53"/>
                <a:gd name="T3" fmla="*/ 2147483646 h 273"/>
                <a:gd name="T4" fmla="*/ 0 w 53"/>
                <a:gd name="T5" fmla="*/ 2147483646 h 273"/>
                <a:gd name="T6" fmla="*/ 0 w 53"/>
                <a:gd name="T7" fmla="*/ 2147483646 h 273"/>
                <a:gd name="T8" fmla="*/ 2147483646 w 53"/>
                <a:gd name="T9" fmla="*/ 0 h 273"/>
                <a:gd name="T10" fmla="*/ 2147483646 w 53"/>
                <a:gd name="T11" fmla="*/ 2147483646 h 273"/>
                <a:gd name="T12" fmla="*/ 2147483646 w 53"/>
                <a:gd name="T13" fmla="*/ 2147483646 h 273"/>
                <a:gd name="T14" fmla="*/ 2147483646 w 53"/>
                <a:gd name="T15" fmla="*/ 2147483646 h 2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3"/>
                <a:gd name="T25" fmla="*/ 0 h 273"/>
                <a:gd name="T26" fmla="*/ 53 w 53"/>
                <a:gd name="T27" fmla="*/ 273 h 27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3" h="273">
                  <a:moveTo>
                    <a:pt x="27" y="273"/>
                  </a:moveTo>
                  <a:lnTo>
                    <a:pt x="27" y="273"/>
                  </a:lnTo>
                  <a:cubicBezTo>
                    <a:pt x="12" y="273"/>
                    <a:pt x="0" y="261"/>
                    <a:pt x="0" y="246"/>
                  </a:cubicBezTo>
                  <a:lnTo>
                    <a:pt x="0" y="27"/>
                  </a:lnTo>
                  <a:cubicBezTo>
                    <a:pt x="0" y="12"/>
                    <a:pt x="12" y="0"/>
                    <a:pt x="27" y="0"/>
                  </a:cubicBezTo>
                  <a:cubicBezTo>
                    <a:pt x="41" y="0"/>
                    <a:pt x="53" y="12"/>
                    <a:pt x="53" y="27"/>
                  </a:cubicBezTo>
                  <a:lnTo>
                    <a:pt x="53" y="246"/>
                  </a:lnTo>
                  <a:cubicBezTo>
                    <a:pt x="53" y="261"/>
                    <a:pt x="41" y="273"/>
                    <a:pt x="27" y="27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6" name="Freeform 86"/>
            <p:cNvSpPr>
              <a:spLocks/>
            </p:cNvSpPr>
            <p:nvPr/>
          </p:nvSpPr>
          <p:spPr bwMode="gray">
            <a:xfrm>
              <a:off x="1133475" y="2841625"/>
              <a:ext cx="58738" cy="5873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139"/>
                <a:gd name="T20" fmla="*/ 139 w 13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139">
                  <a:moveTo>
                    <a:pt x="69" y="139"/>
                  </a:moveTo>
                  <a:lnTo>
                    <a:pt x="69" y="139"/>
                  </a:lnTo>
                  <a:cubicBezTo>
                    <a:pt x="31" y="139"/>
                    <a:pt x="0" y="108"/>
                    <a:pt x="0" y="70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8" y="0"/>
                    <a:pt x="139" y="31"/>
                    <a:pt x="139" y="70"/>
                  </a:cubicBezTo>
                  <a:cubicBezTo>
                    <a:pt x="139" y="108"/>
                    <a:pt x="108" y="139"/>
                    <a:pt x="69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7" name="Freeform 87"/>
            <p:cNvSpPr>
              <a:spLocks noEditPoints="1"/>
            </p:cNvSpPr>
            <p:nvPr/>
          </p:nvSpPr>
          <p:spPr bwMode="gray">
            <a:xfrm>
              <a:off x="1508125" y="2879725"/>
              <a:ext cx="61913" cy="63500"/>
            </a:xfrm>
            <a:custGeom>
              <a:avLst/>
              <a:gdLst>
                <a:gd name="T0" fmla="*/ 2147483646 w 149"/>
                <a:gd name="T1" fmla="*/ 2147483646 h 153"/>
                <a:gd name="T2" fmla="*/ 2147483646 w 149"/>
                <a:gd name="T3" fmla="*/ 2147483646 h 153"/>
                <a:gd name="T4" fmla="*/ 2147483646 w 149"/>
                <a:gd name="T5" fmla="*/ 2147483646 h 153"/>
                <a:gd name="T6" fmla="*/ 2147483646 w 149"/>
                <a:gd name="T7" fmla="*/ 2147483646 h 153"/>
                <a:gd name="T8" fmla="*/ 2147483646 w 149"/>
                <a:gd name="T9" fmla="*/ 2147483646 h 153"/>
                <a:gd name="T10" fmla="*/ 2147483646 w 149"/>
                <a:gd name="T11" fmla="*/ 2147483646 h 153"/>
                <a:gd name="T12" fmla="*/ 2147483646 w 149"/>
                <a:gd name="T13" fmla="*/ 2147483646 h 153"/>
                <a:gd name="T14" fmla="*/ 2147483646 w 149"/>
                <a:gd name="T15" fmla="*/ 2147483646 h 153"/>
                <a:gd name="T16" fmla="*/ 2147483646 w 149"/>
                <a:gd name="T17" fmla="*/ 2147483646 h 153"/>
                <a:gd name="T18" fmla="*/ 2147483646 w 149"/>
                <a:gd name="T19" fmla="*/ 2147483646 h 153"/>
                <a:gd name="T20" fmla="*/ 2147483646 w 149"/>
                <a:gd name="T21" fmla="*/ 2147483646 h 153"/>
                <a:gd name="T22" fmla="*/ 2147483646 w 149"/>
                <a:gd name="T23" fmla="*/ 2147483646 h 153"/>
                <a:gd name="T24" fmla="*/ 2147483646 w 149"/>
                <a:gd name="T25" fmla="*/ 2147483646 h 153"/>
                <a:gd name="T26" fmla="*/ 2147483646 w 149"/>
                <a:gd name="T27" fmla="*/ 2147483646 h 153"/>
                <a:gd name="T28" fmla="*/ 0 w 149"/>
                <a:gd name="T29" fmla="*/ 2147483646 h 153"/>
                <a:gd name="T30" fmla="*/ 2147483646 w 149"/>
                <a:gd name="T31" fmla="*/ 0 h 153"/>
                <a:gd name="T32" fmla="*/ 2147483646 w 149"/>
                <a:gd name="T33" fmla="*/ 0 h 153"/>
                <a:gd name="T34" fmla="*/ 2147483646 w 149"/>
                <a:gd name="T35" fmla="*/ 2147483646 h 15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9"/>
                <a:gd name="T55" fmla="*/ 0 h 153"/>
                <a:gd name="T56" fmla="*/ 149 w 149"/>
                <a:gd name="T57" fmla="*/ 153 h 15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9" h="153">
                  <a:moveTo>
                    <a:pt x="95" y="93"/>
                  </a:moveTo>
                  <a:lnTo>
                    <a:pt x="95" y="93"/>
                  </a:lnTo>
                  <a:lnTo>
                    <a:pt x="77" y="40"/>
                  </a:lnTo>
                  <a:cubicBezTo>
                    <a:pt x="76" y="36"/>
                    <a:pt x="75" y="32"/>
                    <a:pt x="75" y="26"/>
                  </a:cubicBezTo>
                  <a:lnTo>
                    <a:pt x="74" y="26"/>
                  </a:lnTo>
                  <a:cubicBezTo>
                    <a:pt x="74" y="31"/>
                    <a:pt x="73" y="35"/>
                    <a:pt x="71" y="39"/>
                  </a:cubicBezTo>
                  <a:lnTo>
                    <a:pt x="54" y="93"/>
                  </a:lnTo>
                  <a:lnTo>
                    <a:pt x="95" y="93"/>
                  </a:lnTo>
                  <a:close/>
                  <a:moveTo>
                    <a:pt x="149" y="153"/>
                  </a:moveTo>
                  <a:lnTo>
                    <a:pt x="149" y="153"/>
                  </a:lnTo>
                  <a:lnTo>
                    <a:pt x="114" y="153"/>
                  </a:lnTo>
                  <a:lnTo>
                    <a:pt x="102" y="118"/>
                  </a:lnTo>
                  <a:lnTo>
                    <a:pt x="47" y="118"/>
                  </a:lnTo>
                  <a:lnTo>
                    <a:pt x="36" y="153"/>
                  </a:lnTo>
                  <a:lnTo>
                    <a:pt x="0" y="153"/>
                  </a:lnTo>
                  <a:lnTo>
                    <a:pt x="56" y="0"/>
                  </a:lnTo>
                  <a:lnTo>
                    <a:pt x="94" y="0"/>
                  </a:lnTo>
                  <a:lnTo>
                    <a:pt x="149" y="153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8" name="Freeform 88"/>
            <p:cNvSpPr>
              <a:spLocks noEditPoints="1"/>
            </p:cNvSpPr>
            <p:nvPr/>
          </p:nvSpPr>
          <p:spPr bwMode="gray">
            <a:xfrm>
              <a:off x="1577975" y="2897188"/>
              <a:ext cx="46038" cy="68263"/>
            </a:xfrm>
            <a:custGeom>
              <a:avLst/>
              <a:gdLst>
                <a:gd name="T0" fmla="*/ 2147483646 w 112"/>
                <a:gd name="T1" fmla="*/ 2147483646 h 162"/>
                <a:gd name="T2" fmla="*/ 2147483646 w 112"/>
                <a:gd name="T3" fmla="*/ 2147483646 h 162"/>
                <a:gd name="T4" fmla="*/ 2147483646 w 112"/>
                <a:gd name="T5" fmla="*/ 2147483646 h 162"/>
                <a:gd name="T6" fmla="*/ 2147483646 w 112"/>
                <a:gd name="T7" fmla="*/ 2147483646 h 162"/>
                <a:gd name="T8" fmla="*/ 2147483646 w 112"/>
                <a:gd name="T9" fmla="*/ 2147483646 h 162"/>
                <a:gd name="T10" fmla="*/ 2147483646 w 112"/>
                <a:gd name="T11" fmla="*/ 2147483646 h 162"/>
                <a:gd name="T12" fmla="*/ 2147483646 w 112"/>
                <a:gd name="T13" fmla="*/ 2147483646 h 162"/>
                <a:gd name="T14" fmla="*/ 2147483646 w 112"/>
                <a:gd name="T15" fmla="*/ 2147483646 h 162"/>
                <a:gd name="T16" fmla="*/ 2147483646 w 112"/>
                <a:gd name="T17" fmla="*/ 2147483646 h 162"/>
                <a:gd name="T18" fmla="*/ 2147483646 w 112"/>
                <a:gd name="T19" fmla="*/ 2147483646 h 162"/>
                <a:gd name="T20" fmla="*/ 2147483646 w 112"/>
                <a:gd name="T21" fmla="*/ 2147483646 h 162"/>
                <a:gd name="T22" fmla="*/ 2147483646 w 112"/>
                <a:gd name="T23" fmla="*/ 2147483646 h 162"/>
                <a:gd name="T24" fmla="*/ 2147483646 w 112"/>
                <a:gd name="T25" fmla="*/ 2147483646 h 162"/>
                <a:gd name="T26" fmla="*/ 0 w 112"/>
                <a:gd name="T27" fmla="*/ 2147483646 h 162"/>
                <a:gd name="T28" fmla="*/ 0 w 112"/>
                <a:gd name="T29" fmla="*/ 2147483646 h 162"/>
                <a:gd name="T30" fmla="*/ 2147483646 w 112"/>
                <a:gd name="T31" fmla="*/ 2147483646 h 162"/>
                <a:gd name="T32" fmla="*/ 2147483646 w 112"/>
                <a:gd name="T33" fmla="*/ 2147483646 h 162"/>
                <a:gd name="T34" fmla="*/ 2147483646 w 112"/>
                <a:gd name="T35" fmla="*/ 2147483646 h 162"/>
                <a:gd name="T36" fmla="*/ 2147483646 w 112"/>
                <a:gd name="T37" fmla="*/ 0 h 162"/>
                <a:gd name="T38" fmla="*/ 2147483646 w 112"/>
                <a:gd name="T39" fmla="*/ 2147483646 h 162"/>
                <a:gd name="T40" fmla="*/ 2147483646 w 112"/>
                <a:gd name="T41" fmla="*/ 2147483646 h 162"/>
                <a:gd name="T42" fmla="*/ 2147483646 w 112"/>
                <a:gd name="T43" fmla="*/ 2147483646 h 162"/>
                <a:gd name="T44" fmla="*/ 2147483646 w 112"/>
                <a:gd name="T45" fmla="*/ 2147483646 h 162"/>
                <a:gd name="T46" fmla="*/ 2147483646 w 112"/>
                <a:gd name="T47" fmla="*/ 2147483646 h 162"/>
                <a:gd name="T48" fmla="*/ 2147483646 w 112"/>
                <a:gd name="T49" fmla="*/ 2147483646 h 16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2"/>
                <a:gd name="T76" fmla="*/ 0 h 162"/>
                <a:gd name="T77" fmla="*/ 112 w 112"/>
                <a:gd name="T78" fmla="*/ 162 h 16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2" h="162">
                  <a:moveTo>
                    <a:pt x="32" y="64"/>
                  </a:moveTo>
                  <a:lnTo>
                    <a:pt x="32" y="64"/>
                  </a:lnTo>
                  <a:cubicBezTo>
                    <a:pt x="32" y="71"/>
                    <a:pt x="34" y="78"/>
                    <a:pt x="38" y="83"/>
                  </a:cubicBezTo>
                  <a:cubicBezTo>
                    <a:pt x="42" y="87"/>
                    <a:pt x="48" y="90"/>
                    <a:pt x="54" y="90"/>
                  </a:cubicBezTo>
                  <a:cubicBezTo>
                    <a:pt x="62" y="90"/>
                    <a:pt x="68" y="87"/>
                    <a:pt x="73" y="81"/>
                  </a:cubicBezTo>
                  <a:cubicBezTo>
                    <a:pt x="77" y="74"/>
                    <a:pt x="79" y="66"/>
                    <a:pt x="79" y="54"/>
                  </a:cubicBezTo>
                  <a:cubicBezTo>
                    <a:pt x="79" y="35"/>
                    <a:pt x="72" y="25"/>
                    <a:pt x="56" y="25"/>
                  </a:cubicBezTo>
                  <a:cubicBezTo>
                    <a:pt x="49" y="25"/>
                    <a:pt x="43" y="27"/>
                    <a:pt x="38" y="33"/>
                  </a:cubicBezTo>
                  <a:cubicBezTo>
                    <a:pt x="34" y="38"/>
                    <a:pt x="32" y="45"/>
                    <a:pt x="32" y="54"/>
                  </a:cubicBezTo>
                  <a:lnTo>
                    <a:pt x="32" y="64"/>
                  </a:lnTo>
                  <a:close/>
                  <a:moveTo>
                    <a:pt x="32" y="99"/>
                  </a:moveTo>
                  <a:lnTo>
                    <a:pt x="32" y="99"/>
                  </a:lnTo>
                  <a:lnTo>
                    <a:pt x="32" y="162"/>
                  </a:lnTo>
                  <a:lnTo>
                    <a:pt x="0" y="162"/>
                  </a:lnTo>
                  <a:lnTo>
                    <a:pt x="0" y="3"/>
                  </a:lnTo>
                  <a:lnTo>
                    <a:pt x="32" y="3"/>
                  </a:lnTo>
                  <a:lnTo>
                    <a:pt x="32" y="19"/>
                  </a:lnTo>
                  <a:cubicBezTo>
                    <a:pt x="41" y="7"/>
                    <a:pt x="53" y="0"/>
                    <a:pt x="68" y="0"/>
                  </a:cubicBezTo>
                  <a:cubicBezTo>
                    <a:pt x="82" y="0"/>
                    <a:pt x="92" y="5"/>
                    <a:pt x="100" y="15"/>
                  </a:cubicBezTo>
                  <a:cubicBezTo>
                    <a:pt x="108" y="24"/>
                    <a:pt x="112" y="37"/>
                    <a:pt x="112" y="54"/>
                  </a:cubicBezTo>
                  <a:cubicBezTo>
                    <a:pt x="112" y="72"/>
                    <a:pt x="107" y="87"/>
                    <a:pt x="98" y="98"/>
                  </a:cubicBezTo>
                  <a:cubicBezTo>
                    <a:pt x="89" y="109"/>
                    <a:pt x="77" y="114"/>
                    <a:pt x="63" y="114"/>
                  </a:cubicBezTo>
                  <a:cubicBezTo>
                    <a:pt x="49" y="114"/>
                    <a:pt x="39" y="109"/>
                    <a:pt x="32" y="9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9" name="Freeform 89"/>
            <p:cNvSpPr>
              <a:spLocks noEditPoints="1"/>
            </p:cNvSpPr>
            <p:nvPr/>
          </p:nvSpPr>
          <p:spPr bwMode="gray">
            <a:xfrm>
              <a:off x="1633538" y="2897188"/>
              <a:ext cx="47625" cy="68263"/>
            </a:xfrm>
            <a:custGeom>
              <a:avLst/>
              <a:gdLst>
                <a:gd name="T0" fmla="*/ 2147483646 w 111"/>
                <a:gd name="T1" fmla="*/ 2147483646 h 162"/>
                <a:gd name="T2" fmla="*/ 2147483646 w 111"/>
                <a:gd name="T3" fmla="*/ 2147483646 h 162"/>
                <a:gd name="T4" fmla="*/ 2147483646 w 111"/>
                <a:gd name="T5" fmla="*/ 2147483646 h 162"/>
                <a:gd name="T6" fmla="*/ 2147483646 w 111"/>
                <a:gd name="T7" fmla="*/ 2147483646 h 162"/>
                <a:gd name="T8" fmla="*/ 2147483646 w 111"/>
                <a:gd name="T9" fmla="*/ 2147483646 h 162"/>
                <a:gd name="T10" fmla="*/ 2147483646 w 111"/>
                <a:gd name="T11" fmla="*/ 2147483646 h 162"/>
                <a:gd name="T12" fmla="*/ 2147483646 w 111"/>
                <a:gd name="T13" fmla="*/ 2147483646 h 162"/>
                <a:gd name="T14" fmla="*/ 2147483646 w 111"/>
                <a:gd name="T15" fmla="*/ 2147483646 h 162"/>
                <a:gd name="T16" fmla="*/ 2147483646 w 111"/>
                <a:gd name="T17" fmla="*/ 2147483646 h 162"/>
                <a:gd name="T18" fmla="*/ 2147483646 w 111"/>
                <a:gd name="T19" fmla="*/ 2147483646 h 162"/>
                <a:gd name="T20" fmla="*/ 2147483646 w 111"/>
                <a:gd name="T21" fmla="*/ 2147483646 h 162"/>
                <a:gd name="T22" fmla="*/ 2147483646 w 111"/>
                <a:gd name="T23" fmla="*/ 2147483646 h 162"/>
                <a:gd name="T24" fmla="*/ 2147483646 w 111"/>
                <a:gd name="T25" fmla="*/ 2147483646 h 162"/>
                <a:gd name="T26" fmla="*/ 0 w 111"/>
                <a:gd name="T27" fmla="*/ 2147483646 h 162"/>
                <a:gd name="T28" fmla="*/ 0 w 111"/>
                <a:gd name="T29" fmla="*/ 2147483646 h 162"/>
                <a:gd name="T30" fmla="*/ 2147483646 w 111"/>
                <a:gd name="T31" fmla="*/ 2147483646 h 162"/>
                <a:gd name="T32" fmla="*/ 2147483646 w 111"/>
                <a:gd name="T33" fmla="*/ 2147483646 h 162"/>
                <a:gd name="T34" fmla="*/ 2147483646 w 111"/>
                <a:gd name="T35" fmla="*/ 2147483646 h 162"/>
                <a:gd name="T36" fmla="*/ 2147483646 w 111"/>
                <a:gd name="T37" fmla="*/ 0 h 162"/>
                <a:gd name="T38" fmla="*/ 2147483646 w 111"/>
                <a:gd name="T39" fmla="*/ 2147483646 h 162"/>
                <a:gd name="T40" fmla="*/ 2147483646 w 111"/>
                <a:gd name="T41" fmla="*/ 2147483646 h 162"/>
                <a:gd name="T42" fmla="*/ 2147483646 w 111"/>
                <a:gd name="T43" fmla="*/ 2147483646 h 162"/>
                <a:gd name="T44" fmla="*/ 2147483646 w 111"/>
                <a:gd name="T45" fmla="*/ 2147483646 h 162"/>
                <a:gd name="T46" fmla="*/ 2147483646 w 111"/>
                <a:gd name="T47" fmla="*/ 2147483646 h 162"/>
                <a:gd name="T48" fmla="*/ 2147483646 w 111"/>
                <a:gd name="T49" fmla="*/ 2147483646 h 16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11"/>
                <a:gd name="T76" fmla="*/ 0 h 162"/>
                <a:gd name="T77" fmla="*/ 111 w 111"/>
                <a:gd name="T78" fmla="*/ 162 h 16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11" h="162">
                  <a:moveTo>
                    <a:pt x="31" y="64"/>
                  </a:moveTo>
                  <a:lnTo>
                    <a:pt x="31" y="64"/>
                  </a:lnTo>
                  <a:cubicBezTo>
                    <a:pt x="31" y="71"/>
                    <a:pt x="33" y="78"/>
                    <a:pt x="37" y="83"/>
                  </a:cubicBezTo>
                  <a:cubicBezTo>
                    <a:pt x="41" y="87"/>
                    <a:pt x="47" y="90"/>
                    <a:pt x="53" y="90"/>
                  </a:cubicBezTo>
                  <a:cubicBezTo>
                    <a:pt x="61" y="90"/>
                    <a:pt x="68" y="87"/>
                    <a:pt x="72" y="81"/>
                  </a:cubicBezTo>
                  <a:cubicBezTo>
                    <a:pt x="76" y="74"/>
                    <a:pt x="79" y="66"/>
                    <a:pt x="79" y="54"/>
                  </a:cubicBezTo>
                  <a:cubicBezTo>
                    <a:pt x="79" y="35"/>
                    <a:pt x="71" y="25"/>
                    <a:pt x="55" y="25"/>
                  </a:cubicBezTo>
                  <a:cubicBezTo>
                    <a:pt x="48" y="25"/>
                    <a:pt x="42" y="27"/>
                    <a:pt x="38" y="33"/>
                  </a:cubicBezTo>
                  <a:cubicBezTo>
                    <a:pt x="33" y="38"/>
                    <a:pt x="31" y="45"/>
                    <a:pt x="31" y="54"/>
                  </a:cubicBezTo>
                  <a:lnTo>
                    <a:pt x="31" y="64"/>
                  </a:lnTo>
                  <a:close/>
                  <a:moveTo>
                    <a:pt x="31" y="99"/>
                  </a:moveTo>
                  <a:lnTo>
                    <a:pt x="31" y="99"/>
                  </a:lnTo>
                  <a:lnTo>
                    <a:pt x="31" y="162"/>
                  </a:lnTo>
                  <a:lnTo>
                    <a:pt x="0" y="162"/>
                  </a:lnTo>
                  <a:lnTo>
                    <a:pt x="0" y="3"/>
                  </a:lnTo>
                  <a:lnTo>
                    <a:pt x="31" y="3"/>
                  </a:lnTo>
                  <a:lnTo>
                    <a:pt x="31" y="19"/>
                  </a:lnTo>
                  <a:lnTo>
                    <a:pt x="32" y="19"/>
                  </a:lnTo>
                  <a:cubicBezTo>
                    <a:pt x="40" y="7"/>
                    <a:pt x="52" y="0"/>
                    <a:pt x="67" y="0"/>
                  </a:cubicBezTo>
                  <a:cubicBezTo>
                    <a:pt x="81" y="0"/>
                    <a:pt x="92" y="5"/>
                    <a:pt x="100" y="15"/>
                  </a:cubicBezTo>
                  <a:cubicBezTo>
                    <a:pt x="107" y="24"/>
                    <a:pt x="111" y="37"/>
                    <a:pt x="111" y="54"/>
                  </a:cubicBezTo>
                  <a:cubicBezTo>
                    <a:pt x="111" y="72"/>
                    <a:pt x="107" y="87"/>
                    <a:pt x="98" y="98"/>
                  </a:cubicBezTo>
                  <a:cubicBezTo>
                    <a:pt x="89" y="109"/>
                    <a:pt x="77" y="114"/>
                    <a:pt x="62" y="114"/>
                  </a:cubicBezTo>
                  <a:cubicBezTo>
                    <a:pt x="49" y="114"/>
                    <a:pt x="39" y="109"/>
                    <a:pt x="32" y="99"/>
                  </a:cubicBezTo>
                  <a:lnTo>
                    <a:pt x="31" y="99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0" name="Freeform 90"/>
            <p:cNvSpPr>
              <a:spLocks/>
            </p:cNvSpPr>
            <p:nvPr/>
          </p:nvSpPr>
          <p:spPr bwMode="gray">
            <a:xfrm>
              <a:off x="1689100" y="2897188"/>
              <a:ext cx="33338" cy="47625"/>
            </a:xfrm>
            <a:custGeom>
              <a:avLst/>
              <a:gdLst>
                <a:gd name="T0" fmla="*/ 0 w 82"/>
                <a:gd name="T1" fmla="*/ 2147483646 h 114"/>
                <a:gd name="T2" fmla="*/ 0 w 82"/>
                <a:gd name="T3" fmla="*/ 2147483646 h 114"/>
                <a:gd name="T4" fmla="*/ 2147483646 w 82"/>
                <a:gd name="T5" fmla="*/ 2147483646 h 114"/>
                <a:gd name="T6" fmla="*/ 2147483646 w 82"/>
                <a:gd name="T7" fmla="*/ 2147483646 h 114"/>
                <a:gd name="T8" fmla="*/ 2147483646 w 82"/>
                <a:gd name="T9" fmla="*/ 2147483646 h 114"/>
                <a:gd name="T10" fmla="*/ 2147483646 w 82"/>
                <a:gd name="T11" fmla="*/ 2147483646 h 114"/>
                <a:gd name="T12" fmla="*/ 0 w 82"/>
                <a:gd name="T13" fmla="*/ 2147483646 h 114"/>
                <a:gd name="T14" fmla="*/ 2147483646 w 82"/>
                <a:gd name="T15" fmla="*/ 2147483646 h 114"/>
                <a:gd name="T16" fmla="*/ 2147483646 w 82"/>
                <a:gd name="T17" fmla="*/ 0 h 114"/>
                <a:gd name="T18" fmla="*/ 2147483646 w 82"/>
                <a:gd name="T19" fmla="*/ 2147483646 h 114"/>
                <a:gd name="T20" fmla="*/ 2147483646 w 82"/>
                <a:gd name="T21" fmla="*/ 2147483646 h 114"/>
                <a:gd name="T22" fmla="*/ 2147483646 w 82"/>
                <a:gd name="T23" fmla="*/ 2147483646 h 114"/>
                <a:gd name="T24" fmla="*/ 2147483646 w 82"/>
                <a:gd name="T25" fmla="*/ 2147483646 h 114"/>
                <a:gd name="T26" fmla="*/ 2147483646 w 82"/>
                <a:gd name="T27" fmla="*/ 2147483646 h 114"/>
                <a:gd name="T28" fmla="*/ 2147483646 w 82"/>
                <a:gd name="T29" fmla="*/ 2147483646 h 114"/>
                <a:gd name="T30" fmla="*/ 2147483646 w 82"/>
                <a:gd name="T31" fmla="*/ 2147483646 h 114"/>
                <a:gd name="T32" fmla="*/ 2147483646 w 82"/>
                <a:gd name="T33" fmla="*/ 2147483646 h 114"/>
                <a:gd name="T34" fmla="*/ 2147483646 w 82"/>
                <a:gd name="T35" fmla="*/ 2147483646 h 114"/>
                <a:gd name="T36" fmla="*/ 2147483646 w 82"/>
                <a:gd name="T37" fmla="*/ 2147483646 h 114"/>
                <a:gd name="T38" fmla="*/ 2147483646 w 82"/>
                <a:gd name="T39" fmla="*/ 2147483646 h 114"/>
                <a:gd name="T40" fmla="*/ 0 w 82"/>
                <a:gd name="T41" fmla="*/ 2147483646 h 114"/>
                <a:gd name="T42" fmla="*/ 0 w 82"/>
                <a:gd name="T43" fmla="*/ 2147483646 h 1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82"/>
                <a:gd name="T67" fmla="*/ 0 h 114"/>
                <a:gd name="T68" fmla="*/ 82 w 82"/>
                <a:gd name="T69" fmla="*/ 114 h 11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82" h="114">
                  <a:moveTo>
                    <a:pt x="0" y="82"/>
                  </a:moveTo>
                  <a:lnTo>
                    <a:pt x="0" y="82"/>
                  </a:lnTo>
                  <a:cubicBezTo>
                    <a:pt x="11" y="89"/>
                    <a:pt x="22" y="92"/>
                    <a:pt x="32" y="92"/>
                  </a:cubicBezTo>
                  <a:cubicBezTo>
                    <a:pt x="45" y="92"/>
                    <a:pt x="52" y="89"/>
                    <a:pt x="52" y="82"/>
                  </a:cubicBezTo>
                  <a:cubicBezTo>
                    <a:pt x="52" y="77"/>
                    <a:pt x="46" y="73"/>
                    <a:pt x="35" y="69"/>
                  </a:cubicBezTo>
                  <a:cubicBezTo>
                    <a:pt x="22" y="65"/>
                    <a:pt x="13" y="60"/>
                    <a:pt x="8" y="55"/>
                  </a:cubicBezTo>
                  <a:cubicBezTo>
                    <a:pt x="2" y="50"/>
                    <a:pt x="0" y="43"/>
                    <a:pt x="0" y="34"/>
                  </a:cubicBezTo>
                  <a:cubicBezTo>
                    <a:pt x="0" y="24"/>
                    <a:pt x="4" y="15"/>
                    <a:pt x="13" y="9"/>
                  </a:cubicBezTo>
                  <a:cubicBezTo>
                    <a:pt x="22" y="3"/>
                    <a:pt x="33" y="0"/>
                    <a:pt x="47" y="0"/>
                  </a:cubicBezTo>
                  <a:cubicBezTo>
                    <a:pt x="57" y="0"/>
                    <a:pt x="67" y="2"/>
                    <a:pt x="76" y="5"/>
                  </a:cubicBezTo>
                  <a:lnTo>
                    <a:pt x="76" y="30"/>
                  </a:lnTo>
                  <a:cubicBezTo>
                    <a:pt x="67" y="25"/>
                    <a:pt x="58" y="22"/>
                    <a:pt x="48" y="22"/>
                  </a:cubicBezTo>
                  <a:cubicBezTo>
                    <a:pt x="43" y="22"/>
                    <a:pt x="39" y="23"/>
                    <a:pt x="36" y="25"/>
                  </a:cubicBezTo>
                  <a:cubicBezTo>
                    <a:pt x="33" y="27"/>
                    <a:pt x="31" y="29"/>
                    <a:pt x="31" y="32"/>
                  </a:cubicBezTo>
                  <a:cubicBezTo>
                    <a:pt x="31" y="37"/>
                    <a:pt x="36" y="41"/>
                    <a:pt x="45" y="44"/>
                  </a:cubicBezTo>
                  <a:cubicBezTo>
                    <a:pt x="55" y="47"/>
                    <a:pt x="62" y="50"/>
                    <a:pt x="67" y="53"/>
                  </a:cubicBezTo>
                  <a:cubicBezTo>
                    <a:pt x="72" y="56"/>
                    <a:pt x="76" y="59"/>
                    <a:pt x="78" y="64"/>
                  </a:cubicBezTo>
                  <a:cubicBezTo>
                    <a:pt x="81" y="68"/>
                    <a:pt x="82" y="73"/>
                    <a:pt x="82" y="79"/>
                  </a:cubicBezTo>
                  <a:cubicBezTo>
                    <a:pt x="82" y="90"/>
                    <a:pt x="78" y="99"/>
                    <a:pt x="69" y="105"/>
                  </a:cubicBezTo>
                  <a:cubicBezTo>
                    <a:pt x="60" y="111"/>
                    <a:pt x="48" y="114"/>
                    <a:pt x="33" y="114"/>
                  </a:cubicBezTo>
                  <a:cubicBezTo>
                    <a:pt x="21" y="114"/>
                    <a:pt x="10" y="112"/>
                    <a:pt x="0" y="109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91" name="文本框 690"/>
          <p:cNvSpPr txBox="1"/>
          <p:nvPr/>
        </p:nvSpPr>
        <p:spPr bwMode="gray">
          <a:xfrm>
            <a:off x="5856403" y="2318385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教育、医疗、政府等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92" name="组合 389"/>
          <p:cNvGrpSpPr>
            <a:grpSpLocks noChangeAspect="1"/>
          </p:cNvGrpSpPr>
          <p:nvPr/>
        </p:nvGrpSpPr>
        <p:grpSpPr bwMode="gray">
          <a:xfrm>
            <a:off x="6344344" y="5540679"/>
            <a:ext cx="418895" cy="336172"/>
            <a:chOff x="2185988" y="2281238"/>
            <a:chExt cx="577850" cy="463550"/>
          </a:xfrm>
        </p:grpSpPr>
        <p:sp>
          <p:nvSpPr>
            <p:cNvPr id="693" name="Oval 22"/>
            <p:cNvSpPr>
              <a:spLocks noChangeArrowheads="1"/>
            </p:cNvSpPr>
            <p:nvPr/>
          </p:nvSpPr>
          <p:spPr bwMode="gray">
            <a:xfrm>
              <a:off x="2709863" y="2560638"/>
              <a:ext cx="53975" cy="539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4" name="Oval 23"/>
            <p:cNvSpPr>
              <a:spLocks noChangeArrowheads="1"/>
            </p:cNvSpPr>
            <p:nvPr/>
          </p:nvSpPr>
          <p:spPr bwMode="gray">
            <a:xfrm>
              <a:off x="2709863" y="2643188"/>
              <a:ext cx="53975" cy="555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5" name="Freeform 105"/>
            <p:cNvSpPr>
              <a:spLocks/>
            </p:cNvSpPr>
            <p:nvPr/>
          </p:nvSpPr>
          <p:spPr bwMode="gray">
            <a:xfrm>
              <a:off x="2416176" y="2355850"/>
              <a:ext cx="95250" cy="23813"/>
            </a:xfrm>
            <a:custGeom>
              <a:avLst/>
              <a:gdLst>
                <a:gd name="T0" fmla="*/ 2147483646 w 72"/>
                <a:gd name="T1" fmla="*/ 2147483646 h 18"/>
                <a:gd name="T2" fmla="*/ 2147483646 w 72"/>
                <a:gd name="T3" fmla="*/ 2147483646 h 18"/>
                <a:gd name="T4" fmla="*/ 0 w 72"/>
                <a:gd name="T5" fmla="*/ 2147483646 h 18"/>
                <a:gd name="T6" fmla="*/ 2147483646 w 72"/>
                <a:gd name="T7" fmla="*/ 0 h 18"/>
                <a:gd name="T8" fmla="*/ 2147483646 w 72"/>
                <a:gd name="T9" fmla="*/ 0 h 18"/>
                <a:gd name="T10" fmla="*/ 2147483646 w 72"/>
                <a:gd name="T11" fmla="*/ 2147483646 h 18"/>
                <a:gd name="T12" fmla="*/ 2147483646 w 72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"/>
                <a:gd name="T22" fmla="*/ 0 h 18"/>
                <a:gd name="T23" fmla="*/ 72 w 72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" h="18">
                  <a:moveTo>
                    <a:pt x="63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0"/>
                    <a:pt x="72" y="4"/>
                    <a:pt x="72" y="9"/>
                  </a:cubicBezTo>
                  <a:cubicBezTo>
                    <a:pt x="72" y="14"/>
                    <a:pt x="68" y="18"/>
                    <a:pt x="63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6" name="Freeform 106"/>
            <p:cNvSpPr>
              <a:spLocks/>
            </p:cNvSpPr>
            <p:nvPr/>
          </p:nvSpPr>
          <p:spPr bwMode="gray">
            <a:xfrm>
              <a:off x="2451101" y="2317750"/>
              <a:ext cx="25400" cy="98425"/>
            </a:xfrm>
            <a:custGeom>
              <a:avLst/>
              <a:gdLst>
                <a:gd name="T0" fmla="*/ 2147483646 w 18"/>
                <a:gd name="T1" fmla="*/ 2147483646 h 73"/>
                <a:gd name="T2" fmla="*/ 0 w 18"/>
                <a:gd name="T3" fmla="*/ 2147483646 h 73"/>
                <a:gd name="T4" fmla="*/ 0 w 18"/>
                <a:gd name="T5" fmla="*/ 2147483646 h 73"/>
                <a:gd name="T6" fmla="*/ 2147483646 w 18"/>
                <a:gd name="T7" fmla="*/ 0 h 73"/>
                <a:gd name="T8" fmla="*/ 2147483646 w 18"/>
                <a:gd name="T9" fmla="*/ 2147483646 h 73"/>
                <a:gd name="T10" fmla="*/ 2147483646 w 18"/>
                <a:gd name="T11" fmla="*/ 2147483646 h 73"/>
                <a:gd name="T12" fmla="*/ 2147483646 w 18"/>
                <a:gd name="T13" fmla="*/ 2147483646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73"/>
                <a:gd name="T23" fmla="*/ 18 w 18"/>
                <a:gd name="T24" fmla="*/ 73 h 7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73">
                  <a:moveTo>
                    <a:pt x="9" y="73"/>
                  </a:moveTo>
                  <a:cubicBezTo>
                    <a:pt x="4" y="73"/>
                    <a:pt x="0" y="69"/>
                    <a:pt x="0" y="6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4" y="0"/>
                    <a:pt x="9" y="0"/>
                  </a:cubicBezTo>
                  <a:cubicBezTo>
                    <a:pt x="14" y="0"/>
                    <a:pt x="18" y="5"/>
                    <a:pt x="18" y="9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9"/>
                    <a:pt x="14" y="73"/>
                    <a:pt x="9" y="73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7" name="Freeform 122"/>
            <p:cNvSpPr>
              <a:spLocks/>
            </p:cNvSpPr>
            <p:nvPr/>
          </p:nvSpPr>
          <p:spPr bwMode="gray">
            <a:xfrm>
              <a:off x="2319338" y="2281238"/>
              <a:ext cx="295275" cy="463550"/>
            </a:xfrm>
            <a:custGeom>
              <a:avLst/>
              <a:gdLst>
                <a:gd name="T0" fmla="*/ 2147483646 w 219"/>
                <a:gd name="T1" fmla="*/ 2147483646 h 345"/>
                <a:gd name="T2" fmla="*/ 2147483646 w 219"/>
                <a:gd name="T3" fmla="*/ 2147483646 h 345"/>
                <a:gd name="T4" fmla="*/ 2147483646 w 219"/>
                <a:gd name="T5" fmla="*/ 2147483646 h 345"/>
                <a:gd name="T6" fmla="*/ 2147483646 w 219"/>
                <a:gd name="T7" fmla="*/ 2147483646 h 345"/>
                <a:gd name="T8" fmla="*/ 2147483646 w 219"/>
                <a:gd name="T9" fmla="*/ 2147483646 h 345"/>
                <a:gd name="T10" fmla="*/ 2147483646 w 219"/>
                <a:gd name="T11" fmla="*/ 2147483646 h 345"/>
                <a:gd name="T12" fmla="*/ 2147483646 w 219"/>
                <a:gd name="T13" fmla="*/ 2147483646 h 345"/>
                <a:gd name="T14" fmla="*/ 2147483646 w 219"/>
                <a:gd name="T15" fmla="*/ 2147483646 h 345"/>
                <a:gd name="T16" fmla="*/ 0 w 219"/>
                <a:gd name="T17" fmla="*/ 2147483646 h 345"/>
                <a:gd name="T18" fmla="*/ 0 w 219"/>
                <a:gd name="T19" fmla="*/ 2147483646 h 345"/>
                <a:gd name="T20" fmla="*/ 2147483646 w 219"/>
                <a:gd name="T21" fmla="*/ 0 h 345"/>
                <a:gd name="T22" fmla="*/ 2147483646 w 219"/>
                <a:gd name="T23" fmla="*/ 0 h 345"/>
                <a:gd name="T24" fmla="*/ 2147483646 w 219"/>
                <a:gd name="T25" fmla="*/ 2147483646 h 345"/>
                <a:gd name="T26" fmla="*/ 2147483646 w 219"/>
                <a:gd name="T27" fmla="*/ 2147483646 h 345"/>
                <a:gd name="T28" fmla="*/ 2147483646 w 219"/>
                <a:gd name="T29" fmla="*/ 2147483646 h 3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9"/>
                <a:gd name="T46" fmla="*/ 0 h 345"/>
                <a:gd name="T47" fmla="*/ 219 w 219"/>
                <a:gd name="T48" fmla="*/ 345 h 3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9" h="345">
                  <a:moveTo>
                    <a:pt x="210" y="345"/>
                  </a:moveTo>
                  <a:cubicBezTo>
                    <a:pt x="205" y="345"/>
                    <a:pt x="201" y="341"/>
                    <a:pt x="201" y="336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24"/>
                    <a:pt x="195" y="18"/>
                    <a:pt x="187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336"/>
                    <a:pt x="18" y="336"/>
                    <a:pt x="18" y="336"/>
                  </a:cubicBezTo>
                  <a:cubicBezTo>
                    <a:pt x="18" y="341"/>
                    <a:pt x="14" y="345"/>
                    <a:pt x="9" y="345"/>
                  </a:cubicBezTo>
                  <a:cubicBezTo>
                    <a:pt x="4" y="345"/>
                    <a:pt x="0" y="341"/>
                    <a:pt x="0" y="33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5"/>
                    <a:pt x="14" y="0"/>
                    <a:pt x="31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205" y="0"/>
                    <a:pt x="219" y="15"/>
                    <a:pt x="219" y="32"/>
                  </a:cubicBezTo>
                  <a:cubicBezTo>
                    <a:pt x="219" y="336"/>
                    <a:pt x="219" y="336"/>
                    <a:pt x="219" y="336"/>
                  </a:cubicBezTo>
                  <a:cubicBezTo>
                    <a:pt x="219" y="341"/>
                    <a:pt x="215" y="345"/>
                    <a:pt x="210" y="34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8" name="Freeform 123"/>
            <p:cNvSpPr>
              <a:spLocks/>
            </p:cNvSpPr>
            <p:nvPr/>
          </p:nvSpPr>
          <p:spPr bwMode="gray">
            <a:xfrm>
              <a:off x="2589213" y="2463800"/>
              <a:ext cx="158750" cy="134938"/>
            </a:xfrm>
            <a:custGeom>
              <a:avLst/>
              <a:gdLst>
                <a:gd name="T0" fmla="*/ 2147483646 w 118"/>
                <a:gd name="T1" fmla="*/ 2147483646 h 100"/>
                <a:gd name="T2" fmla="*/ 2147483646 w 118"/>
                <a:gd name="T3" fmla="*/ 2147483646 h 100"/>
                <a:gd name="T4" fmla="*/ 2147483646 w 118"/>
                <a:gd name="T5" fmla="*/ 2147483646 h 100"/>
                <a:gd name="T6" fmla="*/ 2147483646 w 118"/>
                <a:gd name="T7" fmla="*/ 2147483646 h 100"/>
                <a:gd name="T8" fmla="*/ 2147483646 w 118"/>
                <a:gd name="T9" fmla="*/ 2147483646 h 100"/>
                <a:gd name="T10" fmla="*/ 0 w 118"/>
                <a:gd name="T11" fmla="*/ 2147483646 h 100"/>
                <a:gd name="T12" fmla="*/ 2147483646 w 118"/>
                <a:gd name="T13" fmla="*/ 0 h 100"/>
                <a:gd name="T14" fmla="*/ 2147483646 w 118"/>
                <a:gd name="T15" fmla="*/ 0 h 100"/>
                <a:gd name="T16" fmla="*/ 2147483646 w 118"/>
                <a:gd name="T17" fmla="*/ 2147483646 h 100"/>
                <a:gd name="T18" fmla="*/ 2147483646 w 118"/>
                <a:gd name="T19" fmla="*/ 2147483646 h 100"/>
                <a:gd name="T20" fmla="*/ 2147483646 w 118"/>
                <a:gd name="T21" fmla="*/ 2147483646 h 1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8"/>
                <a:gd name="T34" fmla="*/ 0 h 100"/>
                <a:gd name="T35" fmla="*/ 118 w 118"/>
                <a:gd name="T36" fmla="*/ 100 h 10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8" h="100">
                  <a:moveTo>
                    <a:pt x="109" y="100"/>
                  </a:moveTo>
                  <a:cubicBezTo>
                    <a:pt x="104" y="100"/>
                    <a:pt x="100" y="96"/>
                    <a:pt x="100" y="91"/>
                  </a:cubicBezTo>
                  <a:cubicBezTo>
                    <a:pt x="100" y="32"/>
                    <a:pt x="100" y="32"/>
                    <a:pt x="100" y="32"/>
                  </a:cubicBezTo>
                  <a:cubicBezTo>
                    <a:pt x="100" y="24"/>
                    <a:pt x="94" y="18"/>
                    <a:pt x="86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104" y="0"/>
                    <a:pt x="118" y="15"/>
                    <a:pt x="118" y="32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18" y="96"/>
                    <a:pt x="114" y="100"/>
                    <a:pt x="109" y="10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9" name="Freeform 124"/>
            <p:cNvSpPr>
              <a:spLocks/>
            </p:cNvSpPr>
            <p:nvPr/>
          </p:nvSpPr>
          <p:spPr bwMode="gray">
            <a:xfrm>
              <a:off x="2185988" y="2463800"/>
              <a:ext cx="561975" cy="280988"/>
            </a:xfrm>
            <a:custGeom>
              <a:avLst/>
              <a:gdLst>
                <a:gd name="T0" fmla="*/ 2147483646 w 419"/>
                <a:gd name="T1" fmla="*/ 2147483646 h 209"/>
                <a:gd name="T2" fmla="*/ 2147483646 w 419"/>
                <a:gd name="T3" fmla="*/ 2147483646 h 209"/>
                <a:gd name="T4" fmla="*/ 0 w 419"/>
                <a:gd name="T5" fmla="*/ 2147483646 h 209"/>
                <a:gd name="T6" fmla="*/ 0 w 419"/>
                <a:gd name="T7" fmla="*/ 2147483646 h 209"/>
                <a:gd name="T8" fmla="*/ 2147483646 w 419"/>
                <a:gd name="T9" fmla="*/ 0 h 209"/>
                <a:gd name="T10" fmla="*/ 2147483646 w 419"/>
                <a:gd name="T11" fmla="*/ 0 h 209"/>
                <a:gd name="T12" fmla="*/ 2147483646 w 419"/>
                <a:gd name="T13" fmla="*/ 2147483646 h 209"/>
                <a:gd name="T14" fmla="*/ 2147483646 w 419"/>
                <a:gd name="T15" fmla="*/ 2147483646 h 209"/>
                <a:gd name="T16" fmla="*/ 2147483646 w 419"/>
                <a:gd name="T17" fmla="*/ 2147483646 h 209"/>
                <a:gd name="T18" fmla="*/ 2147483646 w 419"/>
                <a:gd name="T19" fmla="*/ 2147483646 h 209"/>
                <a:gd name="T20" fmla="*/ 2147483646 w 419"/>
                <a:gd name="T21" fmla="*/ 2147483646 h 209"/>
                <a:gd name="T22" fmla="*/ 2147483646 w 419"/>
                <a:gd name="T23" fmla="*/ 2147483646 h 209"/>
                <a:gd name="T24" fmla="*/ 2147483646 w 419"/>
                <a:gd name="T25" fmla="*/ 2147483646 h 209"/>
                <a:gd name="T26" fmla="*/ 2147483646 w 419"/>
                <a:gd name="T27" fmla="*/ 2147483646 h 209"/>
                <a:gd name="T28" fmla="*/ 2147483646 w 419"/>
                <a:gd name="T29" fmla="*/ 2147483646 h 209"/>
                <a:gd name="T30" fmla="*/ 2147483646 w 419"/>
                <a:gd name="T31" fmla="*/ 2147483646 h 209"/>
                <a:gd name="T32" fmla="*/ 2147483646 w 419"/>
                <a:gd name="T33" fmla="*/ 2147483646 h 209"/>
                <a:gd name="T34" fmla="*/ 2147483646 w 419"/>
                <a:gd name="T35" fmla="*/ 2147483646 h 209"/>
                <a:gd name="T36" fmla="*/ 2147483646 w 419"/>
                <a:gd name="T37" fmla="*/ 2147483646 h 20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19"/>
                <a:gd name="T58" fmla="*/ 0 h 209"/>
                <a:gd name="T59" fmla="*/ 419 w 419"/>
                <a:gd name="T60" fmla="*/ 209 h 20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19" h="209">
                  <a:moveTo>
                    <a:pt x="387" y="209"/>
                  </a:moveTo>
                  <a:cubicBezTo>
                    <a:pt x="31" y="209"/>
                    <a:pt x="31" y="209"/>
                    <a:pt x="31" y="209"/>
                  </a:cubicBezTo>
                  <a:cubicBezTo>
                    <a:pt x="14" y="209"/>
                    <a:pt x="0" y="195"/>
                    <a:pt x="0" y="177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5"/>
                    <a:pt x="14" y="0"/>
                    <a:pt x="31" y="0"/>
                  </a:cubicBezTo>
                  <a:cubicBezTo>
                    <a:pt x="109" y="0"/>
                    <a:pt x="109" y="0"/>
                    <a:pt x="109" y="0"/>
                  </a:cubicBezTo>
                  <a:cubicBezTo>
                    <a:pt x="114" y="0"/>
                    <a:pt x="118" y="4"/>
                    <a:pt x="118" y="9"/>
                  </a:cubicBezTo>
                  <a:cubicBezTo>
                    <a:pt x="118" y="14"/>
                    <a:pt x="114" y="18"/>
                    <a:pt x="109" y="18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177"/>
                    <a:pt x="18" y="177"/>
                    <a:pt x="18" y="177"/>
                  </a:cubicBezTo>
                  <a:cubicBezTo>
                    <a:pt x="18" y="185"/>
                    <a:pt x="24" y="191"/>
                    <a:pt x="31" y="191"/>
                  </a:cubicBezTo>
                  <a:cubicBezTo>
                    <a:pt x="387" y="191"/>
                    <a:pt x="387" y="191"/>
                    <a:pt x="387" y="191"/>
                  </a:cubicBezTo>
                  <a:cubicBezTo>
                    <a:pt x="395" y="191"/>
                    <a:pt x="401" y="185"/>
                    <a:pt x="401" y="177"/>
                  </a:cubicBezTo>
                  <a:cubicBezTo>
                    <a:pt x="401" y="153"/>
                    <a:pt x="401" y="153"/>
                    <a:pt x="401" y="153"/>
                  </a:cubicBezTo>
                  <a:cubicBezTo>
                    <a:pt x="401" y="148"/>
                    <a:pt x="405" y="144"/>
                    <a:pt x="410" y="144"/>
                  </a:cubicBezTo>
                  <a:cubicBezTo>
                    <a:pt x="415" y="144"/>
                    <a:pt x="419" y="148"/>
                    <a:pt x="419" y="153"/>
                  </a:cubicBezTo>
                  <a:cubicBezTo>
                    <a:pt x="419" y="177"/>
                    <a:pt x="419" y="177"/>
                    <a:pt x="419" y="177"/>
                  </a:cubicBezTo>
                  <a:cubicBezTo>
                    <a:pt x="419" y="195"/>
                    <a:pt x="405" y="209"/>
                    <a:pt x="387" y="209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0" name="Freeform 125"/>
            <p:cNvSpPr>
              <a:spLocks noEditPoints="1"/>
            </p:cNvSpPr>
            <p:nvPr/>
          </p:nvSpPr>
          <p:spPr bwMode="gray">
            <a:xfrm>
              <a:off x="2374901" y="2432050"/>
              <a:ext cx="68263" cy="68263"/>
            </a:xfrm>
            <a:custGeom>
              <a:avLst/>
              <a:gdLst>
                <a:gd name="T0" fmla="*/ 2147483646 w 51"/>
                <a:gd name="T1" fmla="*/ 2147483646 h 51"/>
                <a:gd name="T2" fmla="*/ 2147483646 w 51"/>
                <a:gd name="T3" fmla="*/ 2147483646 h 51"/>
                <a:gd name="T4" fmla="*/ 0 w 51"/>
                <a:gd name="T5" fmla="*/ 2147483646 h 51"/>
                <a:gd name="T6" fmla="*/ 0 w 51"/>
                <a:gd name="T7" fmla="*/ 2147483646 h 51"/>
                <a:gd name="T8" fmla="*/ 2147483646 w 51"/>
                <a:gd name="T9" fmla="*/ 0 h 51"/>
                <a:gd name="T10" fmla="*/ 2147483646 w 51"/>
                <a:gd name="T11" fmla="*/ 0 h 51"/>
                <a:gd name="T12" fmla="*/ 2147483646 w 51"/>
                <a:gd name="T13" fmla="*/ 2147483646 h 51"/>
                <a:gd name="T14" fmla="*/ 2147483646 w 51"/>
                <a:gd name="T15" fmla="*/ 2147483646 h 51"/>
                <a:gd name="T16" fmla="*/ 2147483646 w 51"/>
                <a:gd name="T17" fmla="*/ 2147483646 h 51"/>
                <a:gd name="T18" fmla="*/ 2147483646 w 51"/>
                <a:gd name="T19" fmla="*/ 2147483646 h 51"/>
                <a:gd name="T20" fmla="*/ 2147483646 w 51"/>
                <a:gd name="T21" fmla="*/ 2147483646 h 51"/>
                <a:gd name="T22" fmla="*/ 2147483646 w 51"/>
                <a:gd name="T23" fmla="*/ 2147483646 h 51"/>
                <a:gd name="T24" fmla="*/ 2147483646 w 51"/>
                <a:gd name="T25" fmla="*/ 2147483646 h 51"/>
                <a:gd name="T26" fmla="*/ 2147483646 w 51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1"/>
                <a:gd name="T43" fmla="*/ 0 h 51"/>
                <a:gd name="T44" fmla="*/ 51 w 51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1" h="51">
                  <a:moveTo>
                    <a:pt x="45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1" y="2"/>
                    <a:pt x="51" y="6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1" y="48"/>
                    <a:pt x="49" y="51"/>
                    <a:pt x="45" y="51"/>
                  </a:cubicBezTo>
                  <a:close/>
                  <a:moveTo>
                    <a:pt x="12" y="39"/>
                  </a:moveTo>
                  <a:cubicBezTo>
                    <a:pt x="39" y="39"/>
                    <a:pt x="39" y="39"/>
                    <a:pt x="39" y="39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1" name="Freeform 126"/>
            <p:cNvSpPr>
              <a:spLocks noEditPoints="1"/>
            </p:cNvSpPr>
            <p:nvPr/>
          </p:nvSpPr>
          <p:spPr bwMode="gray">
            <a:xfrm>
              <a:off x="2489201" y="2432050"/>
              <a:ext cx="69850" cy="68263"/>
            </a:xfrm>
            <a:custGeom>
              <a:avLst/>
              <a:gdLst>
                <a:gd name="T0" fmla="*/ 2147483646 w 52"/>
                <a:gd name="T1" fmla="*/ 2147483646 h 51"/>
                <a:gd name="T2" fmla="*/ 2147483646 w 52"/>
                <a:gd name="T3" fmla="*/ 2147483646 h 51"/>
                <a:gd name="T4" fmla="*/ 0 w 52"/>
                <a:gd name="T5" fmla="*/ 2147483646 h 51"/>
                <a:gd name="T6" fmla="*/ 0 w 52"/>
                <a:gd name="T7" fmla="*/ 2147483646 h 51"/>
                <a:gd name="T8" fmla="*/ 2147483646 w 52"/>
                <a:gd name="T9" fmla="*/ 0 h 51"/>
                <a:gd name="T10" fmla="*/ 2147483646 w 52"/>
                <a:gd name="T11" fmla="*/ 0 h 51"/>
                <a:gd name="T12" fmla="*/ 2147483646 w 52"/>
                <a:gd name="T13" fmla="*/ 2147483646 h 51"/>
                <a:gd name="T14" fmla="*/ 2147483646 w 52"/>
                <a:gd name="T15" fmla="*/ 2147483646 h 51"/>
                <a:gd name="T16" fmla="*/ 2147483646 w 52"/>
                <a:gd name="T17" fmla="*/ 2147483646 h 51"/>
                <a:gd name="T18" fmla="*/ 2147483646 w 52"/>
                <a:gd name="T19" fmla="*/ 2147483646 h 51"/>
                <a:gd name="T20" fmla="*/ 2147483646 w 52"/>
                <a:gd name="T21" fmla="*/ 2147483646 h 51"/>
                <a:gd name="T22" fmla="*/ 2147483646 w 52"/>
                <a:gd name="T23" fmla="*/ 2147483646 h 51"/>
                <a:gd name="T24" fmla="*/ 2147483646 w 52"/>
                <a:gd name="T25" fmla="*/ 2147483646 h 51"/>
                <a:gd name="T26" fmla="*/ 2147483646 w 52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2"/>
                <a:gd name="T43" fmla="*/ 0 h 51"/>
                <a:gd name="T44" fmla="*/ 52 w 52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2" h="51">
                  <a:moveTo>
                    <a:pt x="4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9" y="0"/>
                    <a:pt x="52" y="2"/>
                    <a:pt x="52" y="6"/>
                  </a:cubicBezTo>
                  <a:cubicBezTo>
                    <a:pt x="52" y="45"/>
                    <a:pt x="52" y="45"/>
                    <a:pt x="52" y="45"/>
                  </a:cubicBezTo>
                  <a:cubicBezTo>
                    <a:pt x="52" y="48"/>
                    <a:pt x="49" y="51"/>
                    <a:pt x="46" y="51"/>
                  </a:cubicBezTo>
                  <a:close/>
                  <a:moveTo>
                    <a:pt x="12" y="39"/>
                  </a:moveTo>
                  <a:cubicBezTo>
                    <a:pt x="40" y="39"/>
                    <a:pt x="40" y="39"/>
                    <a:pt x="40" y="39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2" name="Freeform 127"/>
            <p:cNvSpPr>
              <a:spLocks noEditPoints="1"/>
            </p:cNvSpPr>
            <p:nvPr/>
          </p:nvSpPr>
          <p:spPr bwMode="gray">
            <a:xfrm>
              <a:off x="2374901" y="2514600"/>
              <a:ext cx="68263" cy="68263"/>
            </a:xfrm>
            <a:custGeom>
              <a:avLst/>
              <a:gdLst>
                <a:gd name="T0" fmla="*/ 2147483646 w 51"/>
                <a:gd name="T1" fmla="*/ 2147483646 h 51"/>
                <a:gd name="T2" fmla="*/ 2147483646 w 51"/>
                <a:gd name="T3" fmla="*/ 2147483646 h 51"/>
                <a:gd name="T4" fmla="*/ 0 w 51"/>
                <a:gd name="T5" fmla="*/ 2147483646 h 51"/>
                <a:gd name="T6" fmla="*/ 0 w 51"/>
                <a:gd name="T7" fmla="*/ 2147483646 h 51"/>
                <a:gd name="T8" fmla="*/ 2147483646 w 51"/>
                <a:gd name="T9" fmla="*/ 0 h 51"/>
                <a:gd name="T10" fmla="*/ 2147483646 w 51"/>
                <a:gd name="T11" fmla="*/ 0 h 51"/>
                <a:gd name="T12" fmla="*/ 2147483646 w 51"/>
                <a:gd name="T13" fmla="*/ 2147483646 h 51"/>
                <a:gd name="T14" fmla="*/ 2147483646 w 51"/>
                <a:gd name="T15" fmla="*/ 2147483646 h 51"/>
                <a:gd name="T16" fmla="*/ 2147483646 w 51"/>
                <a:gd name="T17" fmla="*/ 2147483646 h 51"/>
                <a:gd name="T18" fmla="*/ 2147483646 w 51"/>
                <a:gd name="T19" fmla="*/ 2147483646 h 51"/>
                <a:gd name="T20" fmla="*/ 2147483646 w 51"/>
                <a:gd name="T21" fmla="*/ 2147483646 h 51"/>
                <a:gd name="T22" fmla="*/ 2147483646 w 51"/>
                <a:gd name="T23" fmla="*/ 2147483646 h 51"/>
                <a:gd name="T24" fmla="*/ 2147483646 w 51"/>
                <a:gd name="T25" fmla="*/ 2147483646 h 51"/>
                <a:gd name="T26" fmla="*/ 2147483646 w 51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1"/>
                <a:gd name="T43" fmla="*/ 0 h 51"/>
                <a:gd name="T44" fmla="*/ 51 w 51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1" h="51">
                  <a:moveTo>
                    <a:pt x="45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1" y="2"/>
                    <a:pt x="51" y="6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1" y="48"/>
                    <a:pt x="49" y="51"/>
                    <a:pt x="45" y="51"/>
                  </a:cubicBezTo>
                  <a:close/>
                  <a:moveTo>
                    <a:pt x="12" y="39"/>
                  </a:moveTo>
                  <a:cubicBezTo>
                    <a:pt x="39" y="39"/>
                    <a:pt x="39" y="39"/>
                    <a:pt x="39" y="39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3" name="Freeform 128"/>
            <p:cNvSpPr>
              <a:spLocks noEditPoints="1"/>
            </p:cNvSpPr>
            <p:nvPr/>
          </p:nvSpPr>
          <p:spPr bwMode="gray">
            <a:xfrm>
              <a:off x="2227263" y="2514600"/>
              <a:ext cx="69850" cy="68263"/>
            </a:xfrm>
            <a:custGeom>
              <a:avLst/>
              <a:gdLst>
                <a:gd name="T0" fmla="*/ 2147483646 w 52"/>
                <a:gd name="T1" fmla="*/ 2147483646 h 51"/>
                <a:gd name="T2" fmla="*/ 2147483646 w 52"/>
                <a:gd name="T3" fmla="*/ 2147483646 h 51"/>
                <a:gd name="T4" fmla="*/ 0 w 52"/>
                <a:gd name="T5" fmla="*/ 2147483646 h 51"/>
                <a:gd name="T6" fmla="*/ 0 w 52"/>
                <a:gd name="T7" fmla="*/ 2147483646 h 51"/>
                <a:gd name="T8" fmla="*/ 2147483646 w 52"/>
                <a:gd name="T9" fmla="*/ 0 h 51"/>
                <a:gd name="T10" fmla="*/ 2147483646 w 52"/>
                <a:gd name="T11" fmla="*/ 0 h 51"/>
                <a:gd name="T12" fmla="*/ 2147483646 w 52"/>
                <a:gd name="T13" fmla="*/ 2147483646 h 51"/>
                <a:gd name="T14" fmla="*/ 2147483646 w 52"/>
                <a:gd name="T15" fmla="*/ 2147483646 h 51"/>
                <a:gd name="T16" fmla="*/ 2147483646 w 52"/>
                <a:gd name="T17" fmla="*/ 2147483646 h 51"/>
                <a:gd name="T18" fmla="*/ 2147483646 w 52"/>
                <a:gd name="T19" fmla="*/ 2147483646 h 51"/>
                <a:gd name="T20" fmla="*/ 2147483646 w 52"/>
                <a:gd name="T21" fmla="*/ 2147483646 h 51"/>
                <a:gd name="T22" fmla="*/ 2147483646 w 52"/>
                <a:gd name="T23" fmla="*/ 2147483646 h 51"/>
                <a:gd name="T24" fmla="*/ 2147483646 w 52"/>
                <a:gd name="T25" fmla="*/ 2147483646 h 51"/>
                <a:gd name="T26" fmla="*/ 2147483646 w 52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2"/>
                <a:gd name="T43" fmla="*/ 0 h 51"/>
                <a:gd name="T44" fmla="*/ 52 w 52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2" h="51">
                  <a:moveTo>
                    <a:pt x="4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9" y="0"/>
                    <a:pt x="52" y="2"/>
                    <a:pt x="52" y="6"/>
                  </a:cubicBezTo>
                  <a:cubicBezTo>
                    <a:pt x="52" y="45"/>
                    <a:pt x="52" y="45"/>
                    <a:pt x="52" y="45"/>
                  </a:cubicBezTo>
                  <a:cubicBezTo>
                    <a:pt x="52" y="48"/>
                    <a:pt x="49" y="51"/>
                    <a:pt x="46" y="51"/>
                  </a:cubicBezTo>
                  <a:close/>
                  <a:moveTo>
                    <a:pt x="12" y="39"/>
                  </a:moveTo>
                  <a:cubicBezTo>
                    <a:pt x="40" y="39"/>
                    <a:pt x="40" y="39"/>
                    <a:pt x="40" y="39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4" name="Freeform 129"/>
            <p:cNvSpPr>
              <a:spLocks noEditPoints="1"/>
            </p:cNvSpPr>
            <p:nvPr/>
          </p:nvSpPr>
          <p:spPr bwMode="gray">
            <a:xfrm>
              <a:off x="2636838" y="2514600"/>
              <a:ext cx="68263" cy="68263"/>
            </a:xfrm>
            <a:custGeom>
              <a:avLst/>
              <a:gdLst>
                <a:gd name="T0" fmla="*/ 2147483646 w 51"/>
                <a:gd name="T1" fmla="*/ 2147483646 h 51"/>
                <a:gd name="T2" fmla="*/ 2147483646 w 51"/>
                <a:gd name="T3" fmla="*/ 2147483646 h 51"/>
                <a:gd name="T4" fmla="*/ 0 w 51"/>
                <a:gd name="T5" fmla="*/ 2147483646 h 51"/>
                <a:gd name="T6" fmla="*/ 0 w 51"/>
                <a:gd name="T7" fmla="*/ 2147483646 h 51"/>
                <a:gd name="T8" fmla="*/ 2147483646 w 51"/>
                <a:gd name="T9" fmla="*/ 0 h 51"/>
                <a:gd name="T10" fmla="*/ 2147483646 w 51"/>
                <a:gd name="T11" fmla="*/ 0 h 51"/>
                <a:gd name="T12" fmla="*/ 2147483646 w 51"/>
                <a:gd name="T13" fmla="*/ 2147483646 h 51"/>
                <a:gd name="T14" fmla="*/ 2147483646 w 51"/>
                <a:gd name="T15" fmla="*/ 2147483646 h 51"/>
                <a:gd name="T16" fmla="*/ 2147483646 w 51"/>
                <a:gd name="T17" fmla="*/ 2147483646 h 51"/>
                <a:gd name="T18" fmla="*/ 2147483646 w 51"/>
                <a:gd name="T19" fmla="*/ 2147483646 h 51"/>
                <a:gd name="T20" fmla="*/ 2147483646 w 51"/>
                <a:gd name="T21" fmla="*/ 2147483646 h 51"/>
                <a:gd name="T22" fmla="*/ 2147483646 w 51"/>
                <a:gd name="T23" fmla="*/ 2147483646 h 51"/>
                <a:gd name="T24" fmla="*/ 2147483646 w 51"/>
                <a:gd name="T25" fmla="*/ 2147483646 h 51"/>
                <a:gd name="T26" fmla="*/ 2147483646 w 51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1"/>
                <a:gd name="T43" fmla="*/ 0 h 51"/>
                <a:gd name="T44" fmla="*/ 51 w 51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1" h="51">
                  <a:moveTo>
                    <a:pt x="45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1" y="2"/>
                    <a:pt x="51" y="6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1" y="48"/>
                    <a:pt x="49" y="51"/>
                    <a:pt x="45" y="51"/>
                  </a:cubicBezTo>
                  <a:close/>
                  <a:moveTo>
                    <a:pt x="12" y="39"/>
                  </a:moveTo>
                  <a:cubicBezTo>
                    <a:pt x="39" y="39"/>
                    <a:pt x="39" y="39"/>
                    <a:pt x="39" y="39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5" name="Freeform 130"/>
            <p:cNvSpPr>
              <a:spLocks noEditPoints="1"/>
            </p:cNvSpPr>
            <p:nvPr/>
          </p:nvSpPr>
          <p:spPr bwMode="gray">
            <a:xfrm>
              <a:off x="2489201" y="2514600"/>
              <a:ext cx="69850" cy="68263"/>
            </a:xfrm>
            <a:custGeom>
              <a:avLst/>
              <a:gdLst>
                <a:gd name="T0" fmla="*/ 2147483646 w 52"/>
                <a:gd name="T1" fmla="*/ 2147483646 h 51"/>
                <a:gd name="T2" fmla="*/ 2147483646 w 52"/>
                <a:gd name="T3" fmla="*/ 2147483646 h 51"/>
                <a:gd name="T4" fmla="*/ 0 w 52"/>
                <a:gd name="T5" fmla="*/ 2147483646 h 51"/>
                <a:gd name="T6" fmla="*/ 0 w 52"/>
                <a:gd name="T7" fmla="*/ 2147483646 h 51"/>
                <a:gd name="T8" fmla="*/ 2147483646 w 52"/>
                <a:gd name="T9" fmla="*/ 0 h 51"/>
                <a:gd name="T10" fmla="*/ 2147483646 w 52"/>
                <a:gd name="T11" fmla="*/ 0 h 51"/>
                <a:gd name="T12" fmla="*/ 2147483646 w 52"/>
                <a:gd name="T13" fmla="*/ 2147483646 h 51"/>
                <a:gd name="T14" fmla="*/ 2147483646 w 52"/>
                <a:gd name="T15" fmla="*/ 2147483646 h 51"/>
                <a:gd name="T16" fmla="*/ 2147483646 w 52"/>
                <a:gd name="T17" fmla="*/ 2147483646 h 51"/>
                <a:gd name="T18" fmla="*/ 2147483646 w 52"/>
                <a:gd name="T19" fmla="*/ 2147483646 h 51"/>
                <a:gd name="T20" fmla="*/ 2147483646 w 52"/>
                <a:gd name="T21" fmla="*/ 2147483646 h 51"/>
                <a:gd name="T22" fmla="*/ 2147483646 w 52"/>
                <a:gd name="T23" fmla="*/ 2147483646 h 51"/>
                <a:gd name="T24" fmla="*/ 2147483646 w 52"/>
                <a:gd name="T25" fmla="*/ 2147483646 h 51"/>
                <a:gd name="T26" fmla="*/ 2147483646 w 52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52"/>
                <a:gd name="T43" fmla="*/ 0 h 51"/>
                <a:gd name="T44" fmla="*/ 52 w 52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52" h="51">
                  <a:moveTo>
                    <a:pt x="46" y="51"/>
                  </a:moveTo>
                  <a:cubicBezTo>
                    <a:pt x="6" y="51"/>
                    <a:pt x="6" y="51"/>
                    <a:pt x="6" y="51"/>
                  </a:cubicBezTo>
                  <a:cubicBezTo>
                    <a:pt x="3" y="51"/>
                    <a:pt x="0" y="48"/>
                    <a:pt x="0" y="4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9" y="0"/>
                    <a:pt x="52" y="2"/>
                    <a:pt x="52" y="6"/>
                  </a:cubicBezTo>
                  <a:cubicBezTo>
                    <a:pt x="52" y="45"/>
                    <a:pt x="52" y="45"/>
                    <a:pt x="52" y="45"/>
                  </a:cubicBezTo>
                  <a:cubicBezTo>
                    <a:pt x="52" y="48"/>
                    <a:pt x="49" y="51"/>
                    <a:pt x="46" y="51"/>
                  </a:cubicBezTo>
                  <a:close/>
                  <a:moveTo>
                    <a:pt x="12" y="39"/>
                  </a:moveTo>
                  <a:cubicBezTo>
                    <a:pt x="40" y="39"/>
                    <a:pt x="40" y="39"/>
                    <a:pt x="40" y="39"/>
                  </a:cubicBezTo>
                  <a:cubicBezTo>
                    <a:pt x="40" y="12"/>
                    <a:pt x="40" y="12"/>
                    <a:pt x="40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6" name="Freeform 131"/>
            <p:cNvSpPr>
              <a:spLocks noEditPoints="1"/>
            </p:cNvSpPr>
            <p:nvPr/>
          </p:nvSpPr>
          <p:spPr bwMode="gray">
            <a:xfrm>
              <a:off x="2424113" y="2620963"/>
              <a:ext cx="87313" cy="120650"/>
            </a:xfrm>
            <a:custGeom>
              <a:avLst/>
              <a:gdLst>
                <a:gd name="T0" fmla="*/ 2147483646 w 65"/>
                <a:gd name="T1" fmla="*/ 2147483646 h 89"/>
                <a:gd name="T2" fmla="*/ 2147483646 w 65"/>
                <a:gd name="T3" fmla="*/ 2147483646 h 89"/>
                <a:gd name="T4" fmla="*/ 0 w 65"/>
                <a:gd name="T5" fmla="*/ 2147483646 h 89"/>
                <a:gd name="T6" fmla="*/ 0 w 65"/>
                <a:gd name="T7" fmla="*/ 2147483646 h 89"/>
                <a:gd name="T8" fmla="*/ 2147483646 w 65"/>
                <a:gd name="T9" fmla="*/ 0 h 89"/>
                <a:gd name="T10" fmla="*/ 2147483646 w 65"/>
                <a:gd name="T11" fmla="*/ 0 h 89"/>
                <a:gd name="T12" fmla="*/ 2147483646 w 65"/>
                <a:gd name="T13" fmla="*/ 2147483646 h 89"/>
                <a:gd name="T14" fmla="*/ 2147483646 w 65"/>
                <a:gd name="T15" fmla="*/ 2147483646 h 89"/>
                <a:gd name="T16" fmla="*/ 2147483646 w 65"/>
                <a:gd name="T17" fmla="*/ 2147483646 h 89"/>
                <a:gd name="T18" fmla="*/ 2147483646 w 65"/>
                <a:gd name="T19" fmla="*/ 2147483646 h 89"/>
                <a:gd name="T20" fmla="*/ 2147483646 w 65"/>
                <a:gd name="T21" fmla="*/ 2147483646 h 89"/>
                <a:gd name="T22" fmla="*/ 2147483646 w 65"/>
                <a:gd name="T23" fmla="*/ 2147483646 h 89"/>
                <a:gd name="T24" fmla="*/ 2147483646 w 65"/>
                <a:gd name="T25" fmla="*/ 2147483646 h 89"/>
                <a:gd name="T26" fmla="*/ 2147483646 w 65"/>
                <a:gd name="T27" fmla="*/ 2147483646 h 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65"/>
                <a:gd name="T43" fmla="*/ 0 h 89"/>
                <a:gd name="T44" fmla="*/ 65 w 65"/>
                <a:gd name="T45" fmla="*/ 89 h 8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65" h="89">
                  <a:moveTo>
                    <a:pt x="59" y="89"/>
                  </a:moveTo>
                  <a:cubicBezTo>
                    <a:pt x="6" y="89"/>
                    <a:pt x="6" y="89"/>
                    <a:pt x="6" y="89"/>
                  </a:cubicBezTo>
                  <a:cubicBezTo>
                    <a:pt x="3" y="89"/>
                    <a:pt x="0" y="86"/>
                    <a:pt x="0" y="83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2" y="0"/>
                    <a:pt x="65" y="2"/>
                    <a:pt x="65" y="6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5" y="86"/>
                    <a:pt x="62" y="89"/>
                    <a:pt x="59" y="89"/>
                  </a:cubicBezTo>
                  <a:close/>
                  <a:moveTo>
                    <a:pt x="12" y="77"/>
                  </a:moveTo>
                  <a:cubicBezTo>
                    <a:pt x="53" y="77"/>
                    <a:pt x="53" y="77"/>
                    <a:pt x="53" y="77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77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07" name="组合 468"/>
          <p:cNvGrpSpPr>
            <a:grpSpLocks noChangeAspect="1"/>
          </p:cNvGrpSpPr>
          <p:nvPr/>
        </p:nvGrpSpPr>
        <p:grpSpPr bwMode="gray">
          <a:xfrm>
            <a:off x="7358200" y="5490077"/>
            <a:ext cx="472578" cy="437377"/>
            <a:chOff x="7108826" y="566738"/>
            <a:chExt cx="698500" cy="646113"/>
          </a:xfrm>
        </p:grpSpPr>
        <p:sp>
          <p:nvSpPr>
            <p:cNvPr id="708" name="Freeform 512"/>
            <p:cNvSpPr>
              <a:spLocks/>
            </p:cNvSpPr>
            <p:nvPr/>
          </p:nvSpPr>
          <p:spPr bwMode="gray">
            <a:xfrm>
              <a:off x="7237413" y="714376"/>
              <a:ext cx="423863" cy="441325"/>
            </a:xfrm>
            <a:custGeom>
              <a:avLst/>
              <a:gdLst>
                <a:gd name="T0" fmla="*/ 2147483646 w 315"/>
                <a:gd name="T1" fmla="*/ 2147483646 h 328"/>
                <a:gd name="T2" fmla="*/ 2147483646 w 315"/>
                <a:gd name="T3" fmla="*/ 2147483646 h 328"/>
                <a:gd name="T4" fmla="*/ 2147483646 w 315"/>
                <a:gd name="T5" fmla="*/ 2147483646 h 328"/>
                <a:gd name="T6" fmla="*/ 2147483646 w 315"/>
                <a:gd name="T7" fmla="*/ 2147483646 h 328"/>
                <a:gd name="T8" fmla="*/ 2147483646 w 315"/>
                <a:gd name="T9" fmla="*/ 2147483646 h 328"/>
                <a:gd name="T10" fmla="*/ 2147483646 w 315"/>
                <a:gd name="T11" fmla="*/ 2147483646 h 328"/>
                <a:gd name="T12" fmla="*/ 2147483646 w 315"/>
                <a:gd name="T13" fmla="*/ 2147483646 h 328"/>
                <a:gd name="T14" fmla="*/ 0 w 315"/>
                <a:gd name="T15" fmla="*/ 2147483646 h 328"/>
                <a:gd name="T16" fmla="*/ 0 w 315"/>
                <a:gd name="T17" fmla="*/ 2147483646 h 328"/>
                <a:gd name="T18" fmla="*/ 2147483646 w 315"/>
                <a:gd name="T19" fmla="*/ 0 h 328"/>
                <a:gd name="T20" fmla="*/ 2147483646 w 315"/>
                <a:gd name="T21" fmla="*/ 0 h 328"/>
                <a:gd name="T22" fmla="*/ 2147483646 w 315"/>
                <a:gd name="T23" fmla="*/ 2147483646 h 328"/>
                <a:gd name="T24" fmla="*/ 2147483646 w 315"/>
                <a:gd name="T25" fmla="*/ 2147483646 h 3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15"/>
                <a:gd name="T40" fmla="*/ 0 h 328"/>
                <a:gd name="T41" fmla="*/ 315 w 315"/>
                <a:gd name="T42" fmla="*/ 328 h 3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15" h="328">
                  <a:moveTo>
                    <a:pt x="315" y="328"/>
                  </a:moveTo>
                  <a:cubicBezTo>
                    <a:pt x="297" y="328"/>
                    <a:pt x="297" y="328"/>
                    <a:pt x="297" y="328"/>
                  </a:cubicBezTo>
                  <a:cubicBezTo>
                    <a:pt x="297" y="32"/>
                    <a:pt x="297" y="32"/>
                    <a:pt x="297" y="32"/>
                  </a:cubicBezTo>
                  <a:cubicBezTo>
                    <a:pt x="297" y="24"/>
                    <a:pt x="291" y="18"/>
                    <a:pt x="283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328"/>
                    <a:pt x="18" y="328"/>
                    <a:pt x="18" y="328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301" y="0"/>
                    <a:pt x="315" y="14"/>
                    <a:pt x="315" y="32"/>
                  </a:cubicBezTo>
                  <a:lnTo>
                    <a:pt x="315" y="32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09" name="Freeform 513"/>
            <p:cNvSpPr>
              <a:spLocks/>
            </p:cNvSpPr>
            <p:nvPr/>
          </p:nvSpPr>
          <p:spPr bwMode="gray">
            <a:xfrm>
              <a:off x="7578726" y="1057276"/>
              <a:ext cx="212725" cy="111125"/>
            </a:xfrm>
            <a:custGeom>
              <a:avLst/>
              <a:gdLst>
                <a:gd name="T0" fmla="*/ 2147483646 w 158"/>
                <a:gd name="T1" fmla="*/ 2147483646 h 83"/>
                <a:gd name="T2" fmla="*/ 0 w 158"/>
                <a:gd name="T3" fmla="*/ 2147483646 h 83"/>
                <a:gd name="T4" fmla="*/ 0 w 158"/>
                <a:gd name="T5" fmla="*/ 2147483646 h 83"/>
                <a:gd name="T6" fmla="*/ 2147483646 w 158"/>
                <a:gd name="T7" fmla="*/ 2147483646 h 83"/>
                <a:gd name="T8" fmla="*/ 2147483646 w 158"/>
                <a:gd name="T9" fmla="*/ 2147483646 h 83"/>
                <a:gd name="T10" fmla="*/ 2147483646 w 158"/>
                <a:gd name="T11" fmla="*/ 0 h 83"/>
                <a:gd name="T12" fmla="*/ 2147483646 w 158"/>
                <a:gd name="T13" fmla="*/ 0 h 83"/>
                <a:gd name="T14" fmla="*/ 2147483646 w 158"/>
                <a:gd name="T15" fmla="*/ 2147483646 h 83"/>
                <a:gd name="T16" fmla="*/ 2147483646 w 158"/>
                <a:gd name="T17" fmla="*/ 2147483646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"/>
                <a:gd name="T28" fmla="*/ 0 h 83"/>
                <a:gd name="T29" fmla="*/ 158 w 158"/>
                <a:gd name="T30" fmla="*/ 83 h 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" h="83">
                  <a:moveTo>
                    <a:pt x="127" y="83"/>
                  </a:moveTo>
                  <a:cubicBezTo>
                    <a:pt x="0" y="83"/>
                    <a:pt x="0" y="83"/>
                    <a:pt x="0" y="83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34" y="65"/>
                    <a:pt x="140" y="59"/>
                    <a:pt x="140" y="52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58" y="52"/>
                    <a:pt x="158" y="52"/>
                    <a:pt x="158" y="52"/>
                  </a:cubicBezTo>
                  <a:cubicBezTo>
                    <a:pt x="158" y="69"/>
                    <a:pt x="144" y="83"/>
                    <a:pt x="127" y="83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0" name="Freeform 514"/>
            <p:cNvSpPr>
              <a:spLocks/>
            </p:cNvSpPr>
            <p:nvPr/>
          </p:nvSpPr>
          <p:spPr bwMode="gray">
            <a:xfrm>
              <a:off x="7650163" y="869951"/>
              <a:ext cx="141288" cy="104775"/>
            </a:xfrm>
            <a:custGeom>
              <a:avLst/>
              <a:gdLst>
                <a:gd name="T0" fmla="*/ 2147483646 w 105"/>
                <a:gd name="T1" fmla="*/ 2147483646 h 78"/>
                <a:gd name="T2" fmla="*/ 2147483646 w 105"/>
                <a:gd name="T3" fmla="*/ 2147483646 h 78"/>
                <a:gd name="T4" fmla="*/ 2147483646 w 105"/>
                <a:gd name="T5" fmla="*/ 2147483646 h 78"/>
                <a:gd name="T6" fmla="*/ 2147483646 w 105"/>
                <a:gd name="T7" fmla="*/ 2147483646 h 78"/>
                <a:gd name="T8" fmla="*/ 0 w 105"/>
                <a:gd name="T9" fmla="*/ 2147483646 h 78"/>
                <a:gd name="T10" fmla="*/ 0 w 105"/>
                <a:gd name="T11" fmla="*/ 0 h 78"/>
                <a:gd name="T12" fmla="*/ 2147483646 w 105"/>
                <a:gd name="T13" fmla="*/ 0 h 78"/>
                <a:gd name="T14" fmla="*/ 2147483646 w 105"/>
                <a:gd name="T15" fmla="*/ 2147483646 h 78"/>
                <a:gd name="T16" fmla="*/ 2147483646 w 105"/>
                <a:gd name="T17" fmla="*/ 214748364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5"/>
                <a:gd name="T28" fmla="*/ 0 h 78"/>
                <a:gd name="T29" fmla="*/ 105 w 105"/>
                <a:gd name="T30" fmla="*/ 78 h 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5" h="78">
                  <a:moveTo>
                    <a:pt x="105" y="78"/>
                  </a:moveTo>
                  <a:cubicBezTo>
                    <a:pt x="87" y="78"/>
                    <a:pt x="87" y="78"/>
                    <a:pt x="87" y="78"/>
                  </a:cubicBezTo>
                  <a:cubicBezTo>
                    <a:pt x="87" y="32"/>
                    <a:pt x="87" y="32"/>
                    <a:pt x="87" y="32"/>
                  </a:cubicBezTo>
                  <a:cubicBezTo>
                    <a:pt x="87" y="24"/>
                    <a:pt x="81" y="18"/>
                    <a:pt x="74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1" y="0"/>
                    <a:pt x="105" y="14"/>
                    <a:pt x="105" y="32"/>
                  </a:cubicBezTo>
                  <a:lnTo>
                    <a:pt x="105" y="7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1" name="Freeform 515"/>
            <p:cNvSpPr>
              <a:spLocks/>
            </p:cNvSpPr>
            <p:nvPr/>
          </p:nvSpPr>
          <p:spPr bwMode="gray">
            <a:xfrm>
              <a:off x="7108826" y="869951"/>
              <a:ext cx="212725" cy="298450"/>
            </a:xfrm>
            <a:custGeom>
              <a:avLst/>
              <a:gdLst>
                <a:gd name="T0" fmla="*/ 2147483646 w 158"/>
                <a:gd name="T1" fmla="*/ 2147483646 h 222"/>
                <a:gd name="T2" fmla="*/ 2147483646 w 158"/>
                <a:gd name="T3" fmla="*/ 2147483646 h 222"/>
                <a:gd name="T4" fmla="*/ 0 w 158"/>
                <a:gd name="T5" fmla="*/ 2147483646 h 222"/>
                <a:gd name="T6" fmla="*/ 0 w 158"/>
                <a:gd name="T7" fmla="*/ 2147483646 h 222"/>
                <a:gd name="T8" fmla="*/ 2147483646 w 158"/>
                <a:gd name="T9" fmla="*/ 0 h 222"/>
                <a:gd name="T10" fmla="*/ 2147483646 w 158"/>
                <a:gd name="T11" fmla="*/ 0 h 222"/>
                <a:gd name="T12" fmla="*/ 2147483646 w 158"/>
                <a:gd name="T13" fmla="*/ 2147483646 h 222"/>
                <a:gd name="T14" fmla="*/ 2147483646 w 158"/>
                <a:gd name="T15" fmla="*/ 2147483646 h 222"/>
                <a:gd name="T16" fmla="*/ 2147483646 w 158"/>
                <a:gd name="T17" fmla="*/ 2147483646 h 222"/>
                <a:gd name="T18" fmla="*/ 2147483646 w 158"/>
                <a:gd name="T19" fmla="*/ 2147483646 h 222"/>
                <a:gd name="T20" fmla="*/ 2147483646 w 158"/>
                <a:gd name="T21" fmla="*/ 2147483646 h 222"/>
                <a:gd name="T22" fmla="*/ 2147483646 w 158"/>
                <a:gd name="T23" fmla="*/ 2147483646 h 222"/>
                <a:gd name="T24" fmla="*/ 2147483646 w 158"/>
                <a:gd name="T25" fmla="*/ 2147483646 h 2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58"/>
                <a:gd name="T40" fmla="*/ 0 h 222"/>
                <a:gd name="T41" fmla="*/ 158 w 158"/>
                <a:gd name="T42" fmla="*/ 222 h 22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58" h="222">
                  <a:moveTo>
                    <a:pt x="158" y="222"/>
                  </a:moveTo>
                  <a:cubicBezTo>
                    <a:pt x="32" y="222"/>
                    <a:pt x="32" y="222"/>
                    <a:pt x="32" y="222"/>
                  </a:cubicBezTo>
                  <a:cubicBezTo>
                    <a:pt x="14" y="222"/>
                    <a:pt x="0" y="208"/>
                    <a:pt x="0" y="191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105" y="18"/>
                    <a:pt x="105" y="18"/>
                    <a:pt x="105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2"/>
                  </a:cubicBezTo>
                  <a:cubicBezTo>
                    <a:pt x="18" y="191"/>
                    <a:pt x="18" y="191"/>
                    <a:pt x="18" y="191"/>
                  </a:cubicBezTo>
                  <a:cubicBezTo>
                    <a:pt x="18" y="198"/>
                    <a:pt x="24" y="204"/>
                    <a:pt x="32" y="204"/>
                  </a:cubicBezTo>
                  <a:cubicBezTo>
                    <a:pt x="158" y="204"/>
                    <a:pt x="158" y="204"/>
                    <a:pt x="158" y="204"/>
                  </a:cubicBezTo>
                  <a:lnTo>
                    <a:pt x="158" y="222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2" name="Oval 516"/>
            <p:cNvSpPr>
              <a:spLocks noChangeArrowheads="1"/>
            </p:cNvSpPr>
            <p:nvPr/>
          </p:nvSpPr>
          <p:spPr bwMode="gray">
            <a:xfrm>
              <a:off x="7751763" y="950913"/>
              <a:ext cx="55563" cy="539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3" name="Freeform 517"/>
            <p:cNvSpPr>
              <a:spLocks/>
            </p:cNvSpPr>
            <p:nvPr/>
          </p:nvSpPr>
          <p:spPr bwMode="gray">
            <a:xfrm>
              <a:off x="7751763" y="1033463"/>
              <a:ext cx="55563" cy="53975"/>
            </a:xfrm>
            <a:custGeom>
              <a:avLst/>
              <a:gdLst>
                <a:gd name="T0" fmla="*/ 2147483646 w 41"/>
                <a:gd name="T1" fmla="*/ 0 h 40"/>
                <a:gd name="T2" fmla="*/ 2147483646 w 41"/>
                <a:gd name="T3" fmla="*/ 2147483646 h 40"/>
                <a:gd name="T4" fmla="*/ 2147483646 w 41"/>
                <a:gd name="T5" fmla="*/ 2147483646 h 40"/>
                <a:gd name="T6" fmla="*/ 0 w 41"/>
                <a:gd name="T7" fmla="*/ 2147483646 h 40"/>
                <a:gd name="T8" fmla="*/ 2147483646 w 41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"/>
                <a:gd name="T16" fmla="*/ 0 h 40"/>
                <a:gd name="T17" fmla="*/ 41 w 41"/>
                <a:gd name="T18" fmla="*/ 40 h 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" h="40">
                  <a:moveTo>
                    <a:pt x="20" y="0"/>
                  </a:moveTo>
                  <a:cubicBezTo>
                    <a:pt x="31" y="0"/>
                    <a:pt x="41" y="9"/>
                    <a:pt x="41" y="20"/>
                  </a:cubicBezTo>
                  <a:cubicBezTo>
                    <a:pt x="40" y="31"/>
                    <a:pt x="31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4" name="Rectangle 518"/>
            <p:cNvSpPr>
              <a:spLocks noChangeArrowheads="1"/>
            </p:cNvSpPr>
            <p:nvPr/>
          </p:nvSpPr>
          <p:spPr bwMode="gray">
            <a:xfrm>
              <a:off x="7437438" y="566738"/>
              <a:ext cx="25400" cy="160338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5" name="Rectangle 519"/>
            <p:cNvSpPr>
              <a:spLocks noChangeArrowheads="1"/>
            </p:cNvSpPr>
            <p:nvPr/>
          </p:nvSpPr>
          <p:spPr bwMode="gray">
            <a:xfrm>
              <a:off x="7450138" y="566738"/>
              <a:ext cx="65088" cy="42863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6" name="Freeform 520"/>
            <p:cNvSpPr>
              <a:spLocks noEditPoints="1"/>
            </p:cNvSpPr>
            <p:nvPr/>
          </p:nvSpPr>
          <p:spPr bwMode="gray">
            <a:xfrm>
              <a:off x="7345363" y="782638"/>
              <a:ext cx="207963" cy="111125"/>
            </a:xfrm>
            <a:custGeom>
              <a:avLst/>
              <a:gdLst>
                <a:gd name="T0" fmla="*/ 2147483646 w 155"/>
                <a:gd name="T1" fmla="*/ 2147483646 h 82"/>
                <a:gd name="T2" fmla="*/ 2147483646 w 155"/>
                <a:gd name="T3" fmla="*/ 2147483646 h 82"/>
                <a:gd name="T4" fmla="*/ 0 w 155"/>
                <a:gd name="T5" fmla="*/ 2147483646 h 82"/>
                <a:gd name="T6" fmla="*/ 0 w 155"/>
                <a:gd name="T7" fmla="*/ 2147483646 h 82"/>
                <a:gd name="T8" fmla="*/ 2147483646 w 155"/>
                <a:gd name="T9" fmla="*/ 0 h 82"/>
                <a:gd name="T10" fmla="*/ 2147483646 w 155"/>
                <a:gd name="T11" fmla="*/ 0 h 82"/>
                <a:gd name="T12" fmla="*/ 2147483646 w 155"/>
                <a:gd name="T13" fmla="*/ 2147483646 h 82"/>
                <a:gd name="T14" fmla="*/ 2147483646 w 155"/>
                <a:gd name="T15" fmla="*/ 2147483646 h 82"/>
                <a:gd name="T16" fmla="*/ 2147483646 w 155"/>
                <a:gd name="T17" fmla="*/ 2147483646 h 82"/>
                <a:gd name="T18" fmla="*/ 2147483646 w 155"/>
                <a:gd name="T19" fmla="*/ 2147483646 h 82"/>
                <a:gd name="T20" fmla="*/ 2147483646 w 155"/>
                <a:gd name="T21" fmla="*/ 2147483646 h 82"/>
                <a:gd name="T22" fmla="*/ 2147483646 w 155"/>
                <a:gd name="T23" fmla="*/ 2147483646 h 82"/>
                <a:gd name="T24" fmla="*/ 2147483646 w 155"/>
                <a:gd name="T25" fmla="*/ 2147483646 h 82"/>
                <a:gd name="T26" fmla="*/ 2147483646 w 155"/>
                <a:gd name="T27" fmla="*/ 2147483646 h 8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55"/>
                <a:gd name="T43" fmla="*/ 0 h 82"/>
                <a:gd name="T44" fmla="*/ 155 w 155"/>
                <a:gd name="T45" fmla="*/ 82 h 82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55" h="82">
                  <a:moveTo>
                    <a:pt x="146" y="82"/>
                  </a:moveTo>
                  <a:cubicBezTo>
                    <a:pt x="9" y="82"/>
                    <a:pt x="9" y="82"/>
                    <a:pt x="9" y="82"/>
                  </a:cubicBezTo>
                  <a:cubicBezTo>
                    <a:pt x="4" y="82"/>
                    <a:pt x="0" y="78"/>
                    <a:pt x="0" y="7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51" y="0"/>
                    <a:pt x="155" y="4"/>
                    <a:pt x="155" y="9"/>
                  </a:cubicBezTo>
                  <a:cubicBezTo>
                    <a:pt x="155" y="73"/>
                    <a:pt x="155" y="73"/>
                    <a:pt x="155" y="73"/>
                  </a:cubicBezTo>
                  <a:cubicBezTo>
                    <a:pt x="155" y="78"/>
                    <a:pt x="151" y="82"/>
                    <a:pt x="146" y="82"/>
                  </a:cubicBezTo>
                  <a:close/>
                  <a:moveTo>
                    <a:pt x="18" y="64"/>
                  </a:moveTo>
                  <a:cubicBezTo>
                    <a:pt x="137" y="64"/>
                    <a:pt x="137" y="64"/>
                    <a:pt x="137" y="64"/>
                  </a:cubicBezTo>
                  <a:cubicBezTo>
                    <a:pt x="137" y="18"/>
                    <a:pt x="137" y="18"/>
                    <a:pt x="137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64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7" name="Freeform 521"/>
            <p:cNvSpPr>
              <a:spLocks/>
            </p:cNvSpPr>
            <p:nvPr/>
          </p:nvSpPr>
          <p:spPr bwMode="gray">
            <a:xfrm>
              <a:off x="7323138" y="938213"/>
              <a:ext cx="252413" cy="23813"/>
            </a:xfrm>
            <a:custGeom>
              <a:avLst/>
              <a:gdLst>
                <a:gd name="T0" fmla="*/ 2147483646 w 187"/>
                <a:gd name="T1" fmla="*/ 2147483646 h 18"/>
                <a:gd name="T2" fmla="*/ 2147483646 w 187"/>
                <a:gd name="T3" fmla="*/ 2147483646 h 18"/>
                <a:gd name="T4" fmla="*/ 0 w 187"/>
                <a:gd name="T5" fmla="*/ 2147483646 h 18"/>
                <a:gd name="T6" fmla="*/ 2147483646 w 187"/>
                <a:gd name="T7" fmla="*/ 0 h 18"/>
                <a:gd name="T8" fmla="*/ 2147483646 w 187"/>
                <a:gd name="T9" fmla="*/ 0 h 18"/>
                <a:gd name="T10" fmla="*/ 2147483646 w 187"/>
                <a:gd name="T11" fmla="*/ 2147483646 h 18"/>
                <a:gd name="T12" fmla="*/ 2147483646 w 187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7"/>
                <a:gd name="T22" fmla="*/ 0 h 18"/>
                <a:gd name="T23" fmla="*/ 187 w 187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7" h="18">
                  <a:moveTo>
                    <a:pt x="178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183" y="0"/>
                    <a:pt x="187" y="4"/>
                    <a:pt x="187" y="9"/>
                  </a:cubicBezTo>
                  <a:cubicBezTo>
                    <a:pt x="187" y="14"/>
                    <a:pt x="183" y="18"/>
                    <a:pt x="17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8" name="Freeform 522"/>
            <p:cNvSpPr>
              <a:spLocks/>
            </p:cNvSpPr>
            <p:nvPr/>
          </p:nvSpPr>
          <p:spPr bwMode="gray">
            <a:xfrm>
              <a:off x="7354888" y="938213"/>
              <a:ext cx="23813" cy="133350"/>
            </a:xfrm>
            <a:custGeom>
              <a:avLst/>
              <a:gdLst>
                <a:gd name="T0" fmla="*/ 2147483646 w 18"/>
                <a:gd name="T1" fmla="*/ 2147483646 h 99"/>
                <a:gd name="T2" fmla="*/ 0 w 18"/>
                <a:gd name="T3" fmla="*/ 2147483646 h 99"/>
                <a:gd name="T4" fmla="*/ 0 w 18"/>
                <a:gd name="T5" fmla="*/ 2147483646 h 99"/>
                <a:gd name="T6" fmla="*/ 2147483646 w 18"/>
                <a:gd name="T7" fmla="*/ 0 h 99"/>
                <a:gd name="T8" fmla="*/ 2147483646 w 18"/>
                <a:gd name="T9" fmla="*/ 2147483646 h 99"/>
                <a:gd name="T10" fmla="*/ 2147483646 w 18"/>
                <a:gd name="T11" fmla="*/ 2147483646 h 99"/>
                <a:gd name="T12" fmla="*/ 2147483646 w 18"/>
                <a:gd name="T13" fmla="*/ 2147483646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99"/>
                <a:gd name="T23" fmla="*/ 18 w 18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99">
                  <a:moveTo>
                    <a:pt x="9" y="99"/>
                  </a:moveTo>
                  <a:cubicBezTo>
                    <a:pt x="4" y="99"/>
                    <a:pt x="0" y="95"/>
                    <a:pt x="0" y="9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95"/>
                    <a:pt x="14" y="99"/>
                    <a:pt x="9" y="99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19" name="Freeform 523"/>
            <p:cNvSpPr>
              <a:spLocks/>
            </p:cNvSpPr>
            <p:nvPr/>
          </p:nvSpPr>
          <p:spPr bwMode="gray">
            <a:xfrm>
              <a:off x="7519988" y="938213"/>
              <a:ext cx="23813" cy="133350"/>
            </a:xfrm>
            <a:custGeom>
              <a:avLst/>
              <a:gdLst>
                <a:gd name="T0" fmla="*/ 2147483646 w 18"/>
                <a:gd name="T1" fmla="*/ 2147483646 h 99"/>
                <a:gd name="T2" fmla="*/ 0 w 18"/>
                <a:gd name="T3" fmla="*/ 2147483646 h 99"/>
                <a:gd name="T4" fmla="*/ 0 w 18"/>
                <a:gd name="T5" fmla="*/ 2147483646 h 99"/>
                <a:gd name="T6" fmla="*/ 2147483646 w 18"/>
                <a:gd name="T7" fmla="*/ 0 h 99"/>
                <a:gd name="T8" fmla="*/ 2147483646 w 18"/>
                <a:gd name="T9" fmla="*/ 2147483646 h 99"/>
                <a:gd name="T10" fmla="*/ 2147483646 w 18"/>
                <a:gd name="T11" fmla="*/ 2147483646 h 99"/>
                <a:gd name="T12" fmla="*/ 2147483646 w 18"/>
                <a:gd name="T13" fmla="*/ 2147483646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99"/>
                <a:gd name="T23" fmla="*/ 18 w 18"/>
                <a:gd name="T24" fmla="*/ 99 h 9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99">
                  <a:moveTo>
                    <a:pt x="9" y="99"/>
                  </a:moveTo>
                  <a:cubicBezTo>
                    <a:pt x="4" y="99"/>
                    <a:pt x="0" y="95"/>
                    <a:pt x="0" y="9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95"/>
                    <a:pt x="14" y="99"/>
                    <a:pt x="9" y="99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0" name="Freeform 524"/>
            <p:cNvSpPr>
              <a:spLocks noEditPoints="1"/>
            </p:cNvSpPr>
            <p:nvPr/>
          </p:nvSpPr>
          <p:spPr bwMode="gray">
            <a:xfrm>
              <a:off x="7331076" y="1058863"/>
              <a:ext cx="238125" cy="66675"/>
            </a:xfrm>
            <a:custGeom>
              <a:avLst/>
              <a:gdLst>
                <a:gd name="T0" fmla="*/ 2147483646 w 177"/>
                <a:gd name="T1" fmla="*/ 2147483646 h 50"/>
                <a:gd name="T2" fmla="*/ 2147483646 w 177"/>
                <a:gd name="T3" fmla="*/ 2147483646 h 50"/>
                <a:gd name="T4" fmla="*/ 0 w 177"/>
                <a:gd name="T5" fmla="*/ 2147483646 h 50"/>
                <a:gd name="T6" fmla="*/ 0 w 177"/>
                <a:gd name="T7" fmla="*/ 2147483646 h 50"/>
                <a:gd name="T8" fmla="*/ 2147483646 w 177"/>
                <a:gd name="T9" fmla="*/ 0 h 50"/>
                <a:gd name="T10" fmla="*/ 2147483646 w 177"/>
                <a:gd name="T11" fmla="*/ 0 h 50"/>
                <a:gd name="T12" fmla="*/ 2147483646 w 177"/>
                <a:gd name="T13" fmla="*/ 2147483646 h 50"/>
                <a:gd name="T14" fmla="*/ 2147483646 w 177"/>
                <a:gd name="T15" fmla="*/ 2147483646 h 50"/>
                <a:gd name="T16" fmla="*/ 2147483646 w 177"/>
                <a:gd name="T17" fmla="*/ 2147483646 h 50"/>
                <a:gd name="T18" fmla="*/ 2147483646 w 177"/>
                <a:gd name="T19" fmla="*/ 2147483646 h 50"/>
                <a:gd name="T20" fmla="*/ 2147483646 w 177"/>
                <a:gd name="T21" fmla="*/ 2147483646 h 50"/>
                <a:gd name="T22" fmla="*/ 2147483646 w 177"/>
                <a:gd name="T23" fmla="*/ 2147483646 h 50"/>
                <a:gd name="T24" fmla="*/ 2147483646 w 177"/>
                <a:gd name="T25" fmla="*/ 2147483646 h 50"/>
                <a:gd name="T26" fmla="*/ 2147483646 w 177"/>
                <a:gd name="T27" fmla="*/ 2147483646 h 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77"/>
                <a:gd name="T43" fmla="*/ 0 h 50"/>
                <a:gd name="T44" fmla="*/ 177 w 177"/>
                <a:gd name="T45" fmla="*/ 50 h 5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77" h="50">
                  <a:moveTo>
                    <a:pt x="168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4" y="50"/>
                    <a:pt x="0" y="46"/>
                    <a:pt x="0" y="4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73" y="0"/>
                    <a:pt x="177" y="4"/>
                    <a:pt x="177" y="9"/>
                  </a:cubicBezTo>
                  <a:cubicBezTo>
                    <a:pt x="177" y="41"/>
                    <a:pt x="177" y="41"/>
                    <a:pt x="177" y="41"/>
                  </a:cubicBezTo>
                  <a:cubicBezTo>
                    <a:pt x="177" y="46"/>
                    <a:pt x="173" y="50"/>
                    <a:pt x="168" y="50"/>
                  </a:cubicBezTo>
                  <a:close/>
                  <a:moveTo>
                    <a:pt x="18" y="32"/>
                  </a:moveTo>
                  <a:cubicBezTo>
                    <a:pt x="159" y="32"/>
                    <a:pt x="159" y="32"/>
                    <a:pt x="159" y="32"/>
                  </a:cubicBezTo>
                  <a:cubicBezTo>
                    <a:pt x="159" y="18"/>
                    <a:pt x="159" y="18"/>
                    <a:pt x="159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32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1" name="Freeform 525"/>
            <p:cNvSpPr>
              <a:spLocks noEditPoints="1"/>
            </p:cNvSpPr>
            <p:nvPr/>
          </p:nvSpPr>
          <p:spPr bwMode="gray">
            <a:xfrm>
              <a:off x="7308851" y="1101726"/>
              <a:ext cx="280988" cy="68263"/>
            </a:xfrm>
            <a:custGeom>
              <a:avLst/>
              <a:gdLst>
                <a:gd name="T0" fmla="*/ 2147483646 w 209"/>
                <a:gd name="T1" fmla="*/ 2147483646 h 51"/>
                <a:gd name="T2" fmla="*/ 2147483646 w 209"/>
                <a:gd name="T3" fmla="*/ 2147483646 h 51"/>
                <a:gd name="T4" fmla="*/ 0 w 209"/>
                <a:gd name="T5" fmla="*/ 2147483646 h 51"/>
                <a:gd name="T6" fmla="*/ 0 w 209"/>
                <a:gd name="T7" fmla="*/ 2147483646 h 51"/>
                <a:gd name="T8" fmla="*/ 2147483646 w 209"/>
                <a:gd name="T9" fmla="*/ 0 h 51"/>
                <a:gd name="T10" fmla="*/ 2147483646 w 209"/>
                <a:gd name="T11" fmla="*/ 0 h 51"/>
                <a:gd name="T12" fmla="*/ 2147483646 w 209"/>
                <a:gd name="T13" fmla="*/ 2147483646 h 51"/>
                <a:gd name="T14" fmla="*/ 2147483646 w 209"/>
                <a:gd name="T15" fmla="*/ 2147483646 h 51"/>
                <a:gd name="T16" fmla="*/ 2147483646 w 209"/>
                <a:gd name="T17" fmla="*/ 2147483646 h 51"/>
                <a:gd name="T18" fmla="*/ 2147483646 w 209"/>
                <a:gd name="T19" fmla="*/ 2147483646 h 51"/>
                <a:gd name="T20" fmla="*/ 2147483646 w 209"/>
                <a:gd name="T21" fmla="*/ 2147483646 h 51"/>
                <a:gd name="T22" fmla="*/ 2147483646 w 209"/>
                <a:gd name="T23" fmla="*/ 2147483646 h 51"/>
                <a:gd name="T24" fmla="*/ 2147483646 w 209"/>
                <a:gd name="T25" fmla="*/ 2147483646 h 51"/>
                <a:gd name="T26" fmla="*/ 2147483646 w 209"/>
                <a:gd name="T27" fmla="*/ 2147483646 h 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09"/>
                <a:gd name="T43" fmla="*/ 0 h 51"/>
                <a:gd name="T44" fmla="*/ 209 w 209"/>
                <a:gd name="T45" fmla="*/ 51 h 5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09" h="51">
                  <a:moveTo>
                    <a:pt x="200" y="51"/>
                  </a:moveTo>
                  <a:cubicBezTo>
                    <a:pt x="9" y="51"/>
                    <a:pt x="9" y="51"/>
                    <a:pt x="9" y="51"/>
                  </a:cubicBezTo>
                  <a:cubicBezTo>
                    <a:pt x="4" y="51"/>
                    <a:pt x="0" y="47"/>
                    <a:pt x="0" y="4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205" y="0"/>
                    <a:pt x="209" y="4"/>
                    <a:pt x="209" y="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7"/>
                    <a:pt x="205" y="51"/>
                    <a:pt x="200" y="51"/>
                  </a:cubicBezTo>
                  <a:close/>
                  <a:moveTo>
                    <a:pt x="18" y="33"/>
                  </a:moveTo>
                  <a:cubicBezTo>
                    <a:pt x="191" y="33"/>
                    <a:pt x="191" y="33"/>
                    <a:pt x="191" y="33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3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2" name="Freeform 526"/>
            <p:cNvSpPr>
              <a:spLocks noEditPoints="1"/>
            </p:cNvSpPr>
            <p:nvPr/>
          </p:nvSpPr>
          <p:spPr bwMode="gray">
            <a:xfrm>
              <a:off x="7269163" y="1146176"/>
              <a:ext cx="360363" cy="66675"/>
            </a:xfrm>
            <a:custGeom>
              <a:avLst/>
              <a:gdLst>
                <a:gd name="T0" fmla="*/ 2147483646 w 267"/>
                <a:gd name="T1" fmla="*/ 2147483646 h 50"/>
                <a:gd name="T2" fmla="*/ 2147483646 w 267"/>
                <a:gd name="T3" fmla="*/ 2147483646 h 50"/>
                <a:gd name="T4" fmla="*/ 0 w 267"/>
                <a:gd name="T5" fmla="*/ 2147483646 h 50"/>
                <a:gd name="T6" fmla="*/ 0 w 267"/>
                <a:gd name="T7" fmla="*/ 2147483646 h 50"/>
                <a:gd name="T8" fmla="*/ 2147483646 w 267"/>
                <a:gd name="T9" fmla="*/ 0 h 50"/>
                <a:gd name="T10" fmla="*/ 2147483646 w 267"/>
                <a:gd name="T11" fmla="*/ 0 h 50"/>
                <a:gd name="T12" fmla="*/ 2147483646 w 267"/>
                <a:gd name="T13" fmla="*/ 2147483646 h 50"/>
                <a:gd name="T14" fmla="*/ 2147483646 w 267"/>
                <a:gd name="T15" fmla="*/ 2147483646 h 50"/>
                <a:gd name="T16" fmla="*/ 2147483646 w 267"/>
                <a:gd name="T17" fmla="*/ 2147483646 h 50"/>
                <a:gd name="T18" fmla="*/ 2147483646 w 267"/>
                <a:gd name="T19" fmla="*/ 2147483646 h 50"/>
                <a:gd name="T20" fmla="*/ 2147483646 w 267"/>
                <a:gd name="T21" fmla="*/ 2147483646 h 50"/>
                <a:gd name="T22" fmla="*/ 2147483646 w 267"/>
                <a:gd name="T23" fmla="*/ 2147483646 h 50"/>
                <a:gd name="T24" fmla="*/ 2147483646 w 267"/>
                <a:gd name="T25" fmla="*/ 2147483646 h 50"/>
                <a:gd name="T26" fmla="*/ 2147483646 w 267"/>
                <a:gd name="T27" fmla="*/ 2147483646 h 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67"/>
                <a:gd name="T43" fmla="*/ 0 h 50"/>
                <a:gd name="T44" fmla="*/ 267 w 267"/>
                <a:gd name="T45" fmla="*/ 50 h 5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67" h="50">
                  <a:moveTo>
                    <a:pt x="258" y="50"/>
                  </a:moveTo>
                  <a:cubicBezTo>
                    <a:pt x="9" y="50"/>
                    <a:pt x="9" y="50"/>
                    <a:pt x="9" y="50"/>
                  </a:cubicBezTo>
                  <a:cubicBezTo>
                    <a:pt x="4" y="50"/>
                    <a:pt x="0" y="46"/>
                    <a:pt x="0" y="4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58" y="0"/>
                    <a:pt x="258" y="0"/>
                    <a:pt x="258" y="0"/>
                  </a:cubicBezTo>
                  <a:cubicBezTo>
                    <a:pt x="263" y="0"/>
                    <a:pt x="267" y="4"/>
                    <a:pt x="267" y="9"/>
                  </a:cubicBezTo>
                  <a:cubicBezTo>
                    <a:pt x="267" y="41"/>
                    <a:pt x="267" y="41"/>
                    <a:pt x="267" y="41"/>
                  </a:cubicBezTo>
                  <a:cubicBezTo>
                    <a:pt x="267" y="46"/>
                    <a:pt x="263" y="50"/>
                    <a:pt x="258" y="50"/>
                  </a:cubicBezTo>
                  <a:close/>
                  <a:moveTo>
                    <a:pt x="18" y="32"/>
                  </a:moveTo>
                  <a:cubicBezTo>
                    <a:pt x="249" y="32"/>
                    <a:pt x="249" y="32"/>
                    <a:pt x="249" y="32"/>
                  </a:cubicBezTo>
                  <a:cubicBezTo>
                    <a:pt x="249" y="18"/>
                    <a:pt x="249" y="18"/>
                    <a:pt x="249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32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723" name="组合 456"/>
          <p:cNvGrpSpPr>
            <a:grpSpLocks noChangeAspect="1"/>
          </p:cNvGrpSpPr>
          <p:nvPr/>
        </p:nvGrpSpPr>
        <p:grpSpPr bwMode="gray">
          <a:xfrm>
            <a:off x="5409564" y="5533558"/>
            <a:ext cx="373614" cy="350414"/>
            <a:chOff x="2976563" y="1047750"/>
            <a:chExt cx="741363" cy="695325"/>
          </a:xfrm>
        </p:grpSpPr>
        <p:sp>
          <p:nvSpPr>
            <p:cNvPr id="724" name="Oval 448"/>
            <p:cNvSpPr>
              <a:spLocks noChangeArrowheads="1"/>
            </p:cNvSpPr>
            <p:nvPr/>
          </p:nvSpPr>
          <p:spPr bwMode="gray">
            <a:xfrm>
              <a:off x="3652838" y="1624013"/>
              <a:ext cx="65088" cy="666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5" name="Oval 449"/>
            <p:cNvSpPr>
              <a:spLocks noChangeArrowheads="1"/>
            </p:cNvSpPr>
            <p:nvPr/>
          </p:nvSpPr>
          <p:spPr bwMode="gray">
            <a:xfrm>
              <a:off x="3652838" y="1522413"/>
              <a:ext cx="65088" cy="68263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6" name="Freeform 450"/>
            <p:cNvSpPr>
              <a:spLocks/>
            </p:cNvSpPr>
            <p:nvPr/>
          </p:nvSpPr>
          <p:spPr bwMode="gray">
            <a:xfrm>
              <a:off x="3402013" y="1524000"/>
              <a:ext cx="152400" cy="206375"/>
            </a:xfrm>
            <a:custGeom>
              <a:avLst/>
              <a:gdLst>
                <a:gd name="T0" fmla="*/ 152400 w 93"/>
                <a:gd name="T1" fmla="*/ 206375 h 125"/>
                <a:gd name="T2" fmla="*/ 132735 w 93"/>
                <a:gd name="T3" fmla="*/ 206375 h 125"/>
                <a:gd name="T4" fmla="*/ 132735 w 93"/>
                <a:gd name="T5" fmla="*/ 47879 h 125"/>
                <a:gd name="T6" fmla="*/ 104877 w 93"/>
                <a:gd name="T7" fmla="*/ 19812 h 125"/>
                <a:gd name="T8" fmla="*/ 45884 w 93"/>
                <a:gd name="T9" fmla="*/ 19812 h 125"/>
                <a:gd name="T10" fmla="*/ 19665 w 93"/>
                <a:gd name="T11" fmla="*/ 47879 h 125"/>
                <a:gd name="T12" fmla="*/ 19665 w 93"/>
                <a:gd name="T13" fmla="*/ 206375 h 125"/>
                <a:gd name="T14" fmla="*/ 0 w 93"/>
                <a:gd name="T15" fmla="*/ 206375 h 125"/>
                <a:gd name="T16" fmla="*/ 0 w 93"/>
                <a:gd name="T17" fmla="*/ 47879 h 125"/>
                <a:gd name="T18" fmla="*/ 45884 w 93"/>
                <a:gd name="T19" fmla="*/ 0 h 125"/>
                <a:gd name="T20" fmla="*/ 104877 w 93"/>
                <a:gd name="T21" fmla="*/ 0 h 125"/>
                <a:gd name="T22" fmla="*/ 152400 w 93"/>
                <a:gd name="T23" fmla="*/ 47879 h 125"/>
                <a:gd name="T24" fmla="*/ 152400 w 93"/>
                <a:gd name="T25" fmla="*/ 206375 h 12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93"/>
                <a:gd name="T40" fmla="*/ 0 h 125"/>
                <a:gd name="T41" fmla="*/ 93 w 93"/>
                <a:gd name="T42" fmla="*/ 125 h 12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93" h="125">
                  <a:moveTo>
                    <a:pt x="93" y="125"/>
                  </a:moveTo>
                  <a:cubicBezTo>
                    <a:pt x="81" y="125"/>
                    <a:pt x="81" y="125"/>
                    <a:pt x="81" y="125"/>
                  </a:cubicBezTo>
                  <a:cubicBezTo>
                    <a:pt x="81" y="29"/>
                    <a:pt x="81" y="29"/>
                    <a:pt x="81" y="29"/>
                  </a:cubicBezTo>
                  <a:cubicBezTo>
                    <a:pt x="81" y="19"/>
                    <a:pt x="74" y="12"/>
                    <a:pt x="64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19" y="12"/>
                    <a:pt x="12" y="19"/>
                    <a:pt x="12" y="29"/>
                  </a:cubicBezTo>
                  <a:cubicBezTo>
                    <a:pt x="12" y="125"/>
                    <a:pt x="12" y="125"/>
                    <a:pt x="12" y="125"/>
                  </a:cubicBezTo>
                  <a:cubicBezTo>
                    <a:pt x="0" y="125"/>
                    <a:pt x="0" y="125"/>
                    <a:pt x="0" y="12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80" y="0"/>
                    <a:pt x="93" y="13"/>
                    <a:pt x="93" y="29"/>
                  </a:cubicBezTo>
                  <a:lnTo>
                    <a:pt x="93" y="125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7" name="Freeform 451"/>
            <p:cNvSpPr>
              <a:spLocks noEditPoints="1"/>
            </p:cNvSpPr>
            <p:nvPr/>
          </p:nvSpPr>
          <p:spPr bwMode="gray">
            <a:xfrm>
              <a:off x="2976563" y="1047750"/>
              <a:ext cx="723900" cy="695325"/>
            </a:xfrm>
            <a:custGeom>
              <a:avLst/>
              <a:gdLst>
                <a:gd name="T0" fmla="*/ 671253 w 440"/>
                <a:gd name="T1" fmla="*/ 695325 h 423"/>
                <a:gd name="T2" fmla="*/ 52647 w 440"/>
                <a:gd name="T3" fmla="*/ 695325 h 423"/>
                <a:gd name="T4" fmla="*/ 0 w 440"/>
                <a:gd name="T5" fmla="*/ 642724 h 423"/>
                <a:gd name="T6" fmla="*/ 0 w 440"/>
                <a:gd name="T7" fmla="*/ 52601 h 423"/>
                <a:gd name="T8" fmla="*/ 52647 w 440"/>
                <a:gd name="T9" fmla="*/ 0 h 423"/>
                <a:gd name="T10" fmla="*/ 253365 w 440"/>
                <a:gd name="T11" fmla="*/ 0 h 423"/>
                <a:gd name="T12" fmla="*/ 304367 w 440"/>
                <a:gd name="T13" fmla="*/ 52601 h 423"/>
                <a:gd name="T14" fmla="*/ 304367 w 440"/>
                <a:gd name="T15" fmla="*/ 665737 h 423"/>
                <a:gd name="T16" fmla="*/ 671253 w 440"/>
                <a:gd name="T17" fmla="*/ 665737 h 423"/>
                <a:gd name="T18" fmla="*/ 694286 w 440"/>
                <a:gd name="T19" fmla="*/ 642724 h 423"/>
                <a:gd name="T20" fmla="*/ 694286 w 440"/>
                <a:gd name="T21" fmla="*/ 609848 h 423"/>
                <a:gd name="T22" fmla="*/ 723900 w 440"/>
                <a:gd name="T23" fmla="*/ 609848 h 423"/>
                <a:gd name="T24" fmla="*/ 723900 w 440"/>
                <a:gd name="T25" fmla="*/ 642724 h 423"/>
                <a:gd name="T26" fmla="*/ 671253 w 440"/>
                <a:gd name="T27" fmla="*/ 695325 h 423"/>
                <a:gd name="T28" fmla="*/ 52647 w 440"/>
                <a:gd name="T29" fmla="*/ 29588 h 423"/>
                <a:gd name="T30" fmla="*/ 29614 w 440"/>
                <a:gd name="T31" fmla="*/ 52601 h 423"/>
                <a:gd name="T32" fmla="*/ 29614 w 440"/>
                <a:gd name="T33" fmla="*/ 642724 h 423"/>
                <a:gd name="T34" fmla="*/ 52647 w 440"/>
                <a:gd name="T35" fmla="*/ 665737 h 423"/>
                <a:gd name="T36" fmla="*/ 274753 w 440"/>
                <a:gd name="T37" fmla="*/ 665737 h 423"/>
                <a:gd name="T38" fmla="*/ 274753 w 440"/>
                <a:gd name="T39" fmla="*/ 52601 h 423"/>
                <a:gd name="T40" fmla="*/ 253365 w 440"/>
                <a:gd name="T41" fmla="*/ 29588 h 423"/>
                <a:gd name="T42" fmla="*/ 52647 w 440"/>
                <a:gd name="T43" fmla="*/ 29588 h 42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440"/>
                <a:gd name="T67" fmla="*/ 0 h 423"/>
                <a:gd name="T68" fmla="*/ 440 w 440"/>
                <a:gd name="T69" fmla="*/ 423 h 423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440" h="423">
                  <a:moveTo>
                    <a:pt x="408" y="423"/>
                  </a:moveTo>
                  <a:cubicBezTo>
                    <a:pt x="32" y="423"/>
                    <a:pt x="32" y="423"/>
                    <a:pt x="32" y="423"/>
                  </a:cubicBezTo>
                  <a:cubicBezTo>
                    <a:pt x="16" y="423"/>
                    <a:pt x="0" y="408"/>
                    <a:pt x="0" y="391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5" y="0"/>
                    <a:pt x="32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71" y="0"/>
                    <a:pt x="185" y="14"/>
                    <a:pt x="185" y="32"/>
                  </a:cubicBezTo>
                  <a:cubicBezTo>
                    <a:pt x="185" y="405"/>
                    <a:pt x="185" y="405"/>
                    <a:pt x="185" y="405"/>
                  </a:cubicBezTo>
                  <a:cubicBezTo>
                    <a:pt x="408" y="405"/>
                    <a:pt x="408" y="405"/>
                    <a:pt x="408" y="405"/>
                  </a:cubicBezTo>
                  <a:cubicBezTo>
                    <a:pt x="416" y="405"/>
                    <a:pt x="422" y="399"/>
                    <a:pt x="422" y="391"/>
                  </a:cubicBezTo>
                  <a:cubicBezTo>
                    <a:pt x="422" y="371"/>
                    <a:pt x="422" y="371"/>
                    <a:pt x="422" y="371"/>
                  </a:cubicBezTo>
                  <a:cubicBezTo>
                    <a:pt x="440" y="371"/>
                    <a:pt x="440" y="371"/>
                    <a:pt x="440" y="371"/>
                  </a:cubicBezTo>
                  <a:cubicBezTo>
                    <a:pt x="440" y="391"/>
                    <a:pt x="440" y="391"/>
                    <a:pt x="440" y="391"/>
                  </a:cubicBezTo>
                  <a:cubicBezTo>
                    <a:pt x="440" y="409"/>
                    <a:pt x="426" y="423"/>
                    <a:pt x="408" y="423"/>
                  </a:cubicBezTo>
                  <a:close/>
                  <a:moveTo>
                    <a:pt x="32" y="18"/>
                  </a:moveTo>
                  <a:cubicBezTo>
                    <a:pt x="25" y="18"/>
                    <a:pt x="18" y="24"/>
                    <a:pt x="18" y="32"/>
                  </a:cubicBezTo>
                  <a:cubicBezTo>
                    <a:pt x="18" y="391"/>
                    <a:pt x="18" y="391"/>
                    <a:pt x="18" y="391"/>
                  </a:cubicBezTo>
                  <a:cubicBezTo>
                    <a:pt x="18" y="398"/>
                    <a:pt x="26" y="405"/>
                    <a:pt x="32" y="405"/>
                  </a:cubicBezTo>
                  <a:cubicBezTo>
                    <a:pt x="167" y="405"/>
                    <a:pt x="167" y="405"/>
                    <a:pt x="167" y="405"/>
                  </a:cubicBezTo>
                  <a:cubicBezTo>
                    <a:pt x="167" y="32"/>
                    <a:pt x="167" y="32"/>
                    <a:pt x="167" y="32"/>
                  </a:cubicBezTo>
                  <a:cubicBezTo>
                    <a:pt x="167" y="24"/>
                    <a:pt x="161" y="18"/>
                    <a:pt x="154" y="18"/>
                  </a:cubicBezTo>
                  <a:lnTo>
                    <a:pt x="32" y="1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8" name="Freeform 452"/>
            <p:cNvSpPr>
              <a:spLocks/>
            </p:cNvSpPr>
            <p:nvPr/>
          </p:nvSpPr>
          <p:spPr bwMode="gray">
            <a:xfrm>
              <a:off x="3251421" y="1268413"/>
              <a:ext cx="449263" cy="422275"/>
            </a:xfrm>
            <a:custGeom>
              <a:avLst/>
              <a:gdLst>
                <a:gd name="T0" fmla="*/ 29622 w 273"/>
                <a:gd name="T1" fmla="*/ 422275 h 257"/>
                <a:gd name="T2" fmla="*/ 0 w 273"/>
                <a:gd name="T3" fmla="*/ 422275 h 257"/>
                <a:gd name="T4" fmla="*/ 0 w 273"/>
                <a:gd name="T5" fmla="*/ 52579 h 257"/>
                <a:gd name="T6" fmla="*/ 52661 w 273"/>
                <a:gd name="T7" fmla="*/ 0 h 257"/>
                <a:gd name="T8" fmla="*/ 396602 w 273"/>
                <a:gd name="T9" fmla="*/ 0 h 257"/>
                <a:gd name="T10" fmla="*/ 449263 w 273"/>
                <a:gd name="T11" fmla="*/ 52579 h 257"/>
                <a:gd name="T12" fmla="*/ 449263 w 273"/>
                <a:gd name="T13" fmla="*/ 285898 h 257"/>
                <a:gd name="T14" fmla="*/ 419641 w 273"/>
                <a:gd name="T15" fmla="*/ 285898 h 257"/>
                <a:gd name="T16" fmla="*/ 419641 w 273"/>
                <a:gd name="T17" fmla="*/ 52579 h 257"/>
                <a:gd name="T18" fmla="*/ 396602 w 273"/>
                <a:gd name="T19" fmla="*/ 29576 h 257"/>
                <a:gd name="T20" fmla="*/ 52661 w 273"/>
                <a:gd name="T21" fmla="*/ 29576 h 257"/>
                <a:gd name="T22" fmla="*/ 29622 w 273"/>
                <a:gd name="T23" fmla="*/ 52579 h 257"/>
                <a:gd name="T24" fmla="*/ 29622 w 273"/>
                <a:gd name="T25" fmla="*/ 422275 h 2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73"/>
                <a:gd name="T40" fmla="*/ 0 h 257"/>
                <a:gd name="T41" fmla="*/ 273 w 273"/>
                <a:gd name="T42" fmla="*/ 257 h 25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73" h="257">
                  <a:moveTo>
                    <a:pt x="18" y="257"/>
                  </a:moveTo>
                  <a:cubicBezTo>
                    <a:pt x="0" y="257"/>
                    <a:pt x="0" y="257"/>
                    <a:pt x="0" y="257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5" y="0"/>
                    <a:pt x="32" y="0"/>
                  </a:cubicBezTo>
                  <a:cubicBezTo>
                    <a:pt x="241" y="0"/>
                    <a:pt x="241" y="0"/>
                    <a:pt x="241" y="0"/>
                  </a:cubicBezTo>
                  <a:cubicBezTo>
                    <a:pt x="259" y="0"/>
                    <a:pt x="273" y="14"/>
                    <a:pt x="273" y="32"/>
                  </a:cubicBezTo>
                  <a:cubicBezTo>
                    <a:pt x="273" y="174"/>
                    <a:pt x="273" y="174"/>
                    <a:pt x="273" y="174"/>
                  </a:cubicBezTo>
                  <a:cubicBezTo>
                    <a:pt x="255" y="174"/>
                    <a:pt x="255" y="174"/>
                    <a:pt x="255" y="174"/>
                  </a:cubicBezTo>
                  <a:cubicBezTo>
                    <a:pt x="255" y="32"/>
                    <a:pt x="255" y="32"/>
                    <a:pt x="255" y="32"/>
                  </a:cubicBezTo>
                  <a:cubicBezTo>
                    <a:pt x="255" y="24"/>
                    <a:pt x="249" y="18"/>
                    <a:pt x="241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5" y="18"/>
                    <a:pt x="18" y="24"/>
                    <a:pt x="18" y="32"/>
                  </a:cubicBezTo>
                  <a:lnTo>
                    <a:pt x="18" y="257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29" name="Freeform 453"/>
            <p:cNvSpPr>
              <a:spLocks/>
            </p:cNvSpPr>
            <p:nvPr/>
          </p:nvSpPr>
          <p:spPr bwMode="gray">
            <a:xfrm>
              <a:off x="3119438" y="1139825"/>
              <a:ext cx="20638" cy="61913"/>
            </a:xfrm>
            <a:custGeom>
              <a:avLst/>
              <a:gdLst>
                <a:gd name="T0" fmla="*/ 10319 w 12"/>
                <a:gd name="T1" fmla="*/ 61913 h 38"/>
                <a:gd name="T2" fmla="*/ 0 w 12"/>
                <a:gd name="T3" fmla="*/ 52137 h 38"/>
                <a:gd name="T4" fmla="*/ 0 w 12"/>
                <a:gd name="T5" fmla="*/ 9776 h 38"/>
                <a:gd name="T6" fmla="*/ 10319 w 12"/>
                <a:gd name="T7" fmla="*/ 0 h 38"/>
                <a:gd name="T8" fmla="*/ 20638 w 12"/>
                <a:gd name="T9" fmla="*/ 9776 h 38"/>
                <a:gd name="T10" fmla="*/ 20638 w 12"/>
                <a:gd name="T11" fmla="*/ 52137 h 38"/>
                <a:gd name="T12" fmla="*/ 10319 w 12"/>
                <a:gd name="T13" fmla="*/ 6191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"/>
                <a:gd name="T22" fmla="*/ 0 h 38"/>
                <a:gd name="T23" fmla="*/ 12 w 12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" h="38">
                  <a:moveTo>
                    <a:pt x="6" y="38"/>
                  </a:moveTo>
                  <a:cubicBezTo>
                    <a:pt x="3" y="38"/>
                    <a:pt x="0" y="36"/>
                    <a:pt x="0" y="3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9" y="0"/>
                    <a:pt x="12" y="2"/>
                    <a:pt x="12" y="6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6"/>
                    <a:pt x="9" y="38"/>
                    <a:pt x="6" y="3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0" name="Freeform 454"/>
            <p:cNvSpPr>
              <a:spLocks/>
            </p:cNvSpPr>
            <p:nvPr/>
          </p:nvSpPr>
          <p:spPr bwMode="gray">
            <a:xfrm>
              <a:off x="3119438" y="1182688"/>
              <a:ext cx="63500" cy="19050"/>
            </a:xfrm>
            <a:custGeom>
              <a:avLst/>
              <a:gdLst>
                <a:gd name="T0" fmla="*/ 53474 w 38"/>
                <a:gd name="T1" fmla="*/ 19050 h 12"/>
                <a:gd name="T2" fmla="*/ 10026 w 38"/>
                <a:gd name="T3" fmla="*/ 19050 h 12"/>
                <a:gd name="T4" fmla="*/ 0 w 38"/>
                <a:gd name="T5" fmla="*/ 9525 h 12"/>
                <a:gd name="T6" fmla="*/ 10026 w 38"/>
                <a:gd name="T7" fmla="*/ 0 h 12"/>
                <a:gd name="T8" fmla="*/ 53474 w 38"/>
                <a:gd name="T9" fmla="*/ 0 h 12"/>
                <a:gd name="T10" fmla="*/ 63500 w 38"/>
                <a:gd name="T11" fmla="*/ 9525 h 12"/>
                <a:gd name="T12" fmla="*/ 53474 w 38"/>
                <a:gd name="T13" fmla="*/ 1905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"/>
                <a:gd name="T22" fmla="*/ 0 h 12"/>
                <a:gd name="T23" fmla="*/ 38 w 38"/>
                <a:gd name="T24" fmla="*/ 12 h 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" h="12">
                  <a:moveTo>
                    <a:pt x="3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6" y="0"/>
                    <a:pt x="38" y="3"/>
                    <a:pt x="38" y="6"/>
                  </a:cubicBezTo>
                  <a:cubicBezTo>
                    <a:pt x="38" y="10"/>
                    <a:pt x="36" y="12"/>
                    <a:pt x="32" y="1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31" name="Freeform 455"/>
            <p:cNvSpPr>
              <a:spLocks noEditPoints="1"/>
            </p:cNvSpPr>
            <p:nvPr/>
          </p:nvSpPr>
          <p:spPr bwMode="gray">
            <a:xfrm>
              <a:off x="3048000" y="1109663"/>
              <a:ext cx="163513" cy="165100"/>
            </a:xfrm>
            <a:custGeom>
              <a:avLst/>
              <a:gdLst>
                <a:gd name="T0" fmla="*/ 81757 w 100"/>
                <a:gd name="T1" fmla="*/ 165100 h 100"/>
                <a:gd name="T2" fmla="*/ 0 w 100"/>
                <a:gd name="T3" fmla="*/ 82550 h 100"/>
                <a:gd name="T4" fmla="*/ 81757 w 100"/>
                <a:gd name="T5" fmla="*/ 0 h 100"/>
                <a:gd name="T6" fmla="*/ 163513 w 100"/>
                <a:gd name="T7" fmla="*/ 82550 h 100"/>
                <a:gd name="T8" fmla="*/ 81757 w 100"/>
                <a:gd name="T9" fmla="*/ 165100 h 100"/>
                <a:gd name="T10" fmla="*/ 81757 w 100"/>
                <a:gd name="T11" fmla="*/ 19812 h 100"/>
                <a:gd name="T12" fmla="*/ 19622 w 100"/>
                <a:gd name="T13" fmla="*/ 82550 h 100"/>
                <a:gd name="T14" fmla="*/ 81757 w 100"/>
                <a:gd name="T15" fmla="*/ 145288 h 100"/>
                <a:gd name="T16" fmla="*/ 143891 w 100"/>
                <a:gd name="T17" fmla="*/ 82550 h 100"/>
                <a:gd name="T18" fmla="*/ 81757 w 100"/>
                <a:gd name="T19" fmla="*/ 19812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0"/>
                <a:gd name="T31" fmla="*/ 0 h 100"/>
                <a:gd name="T32" fmla="*/ 100 w 100"/>
                <a:gd name="T33" fmla="*/ 100 h 1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0" h="100">
                  <a:moveTo>
                    <a:pt x="50" y="100"/>
                  </a:moveTo>
                  <a:cubicBezTo>
                    <a:pt x="23" y="100"/>
                    <a:pt x="0" y="78"/>
                    <a:pt x="0" y="50"/>
                  </a:cubicBezTo>
                  <a:cubicBezTo>
                    <a:pt x="0" y="23"/>
                    <a:pt x="23" y="0"/>
                    <a:pt x="50" y="0"/>
                  </a:cubicBezTo>
                  <a:cubicBezTo>
                    <a:pt x="78" y="0"/>
                    <a:pt x="100" y="23"/>
                    <a:pt x="100" y="50"/>
                  </a:cubicBezTo>
                  <a:cubicBezTo>
                    <a:pt x="100" y="78"/>
                    <a:pt x="78" y="100"/>
                    <a:pt x="50" y="100"/>
                  </a:cubicBezTo>
                  <a:close/>
                  <a:moveTo>
                    <a:pt x="50" y="12"/>
                  </a:moveTo>
                  <a:cubicBezTo>
                    <a:pt x="29" y="12"/>
                    <a:pt x="12" y="29"/>
                    <a:pt x="12" y="50"/>
                  </a:cubicBezTo>
                  <a:cubicBezTo>
                    <a:pt x="12" y="71"/>
                    <a:pt x="29" y="88"/>
                    <a:pt x="50" y="88"/>
                  </a:cubicBezTo>
                  <a:cubicBezTo>
                    <a:pt x="71" y="88"/>
                    <a:pt x="88" y="71"/>
                    <a:pt x="88" y="50"/>
                  </a:cubicBezTo>
                  <a:cubicBezTo>
                    <a:pt x="88" y="29"/>
                    <a:pt x="71" y="12"/>
                    <a:pt x="50" y="1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732" name="文本框 731"/>
          <p:cNvSpPr txBox="1"/>
          <p:nvPr/>
        </p:nvSpPr>
        <p:spPr bwMode="gray">
          <a:xfrm>
            <a:off x="5350150" y="59425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教育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3" name="文本框 732"/>
          <p:cNvSpPr txBox="1"/>
          <p:nvPr/>
        </p:nvSpPr>
        <p:spPr bwMode="gray">
          <a:xfrm>
            <a:off x="6307570" y="59425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医疗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4" name="文本框 733"/>
          <p:cNvSpPr txBox="1"/>
          <p:nvPr/>
        </p:nvSpPr>
        <p:spPr bwMode="gray">
          <a:xfrm>
            <a:off x="7348268" y="59425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政府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5" name="圆角矩形 734"/>
          <p:cNvSpPr/>
          <p:nvPr/>
        </p:nvSpPr>
        <p:spPr bwMode="gray">
          <a:xfrm>
            <a:off x="5317492" y="31786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6" name="圆角矩形 735"/>
          <p:cNvSpPr/>
          <p:nvPr/>
        </p:nvSpPr>
        <p:spPr bwMode="gray">
          <a:xfrm>
            <a:off x="6283898" y="31786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7" name="圆角矩形 736"/>
          <p:cNvSpPr/>
          <p:nvPr/>
        </p:nvSpPr>
        <p:spPr bwMode="gray">
          <a:xfrm>
            <a:off x="7280635" y="31786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8" name="圆角矩形 737"/>
          <p:cNvSpPr/>
          <p:nvPr/>
        </p:nvSpPr>
        <p:spPr bwMode="gray">
          <a:xfrm>
            <a:off x="5317492" y="40017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9" name="圆角矩形 738"/>
          <p:cNvSpPr/>
          <p:nvPr/>
        </p:nvSpPr>
        <p:spPr bwMode="gray">
          <a:xfrm>
            <a:off x="6283898" y="40017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0" name="圆角矩形 739"/>
          <p:cNvSpPr/>
          <p:nvPr/>
        </p:nvSpPr>
        <p:spPr bwMode="gray">
          <a:xfrm>
            <a:off x="7280635" y="4001766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1" name="圆角矩形 740"/>
          <p:cNvSpPr/>
          <p:nvPr/>
        </p:nvSpPr>
        <p:spPr bwMode="gray">
          <a:xfrm>
            <a:off x="5317492" y="4814194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2" name="圆角矩形 741"/>
          <p:cNvSpPr/>
          <p:nvPr/>
        </p:nvSpPr>
        <p:spPr bwMode="gray">
          <a:xfrm>
            <a:off x="6283898" y="4814194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3" name="圆角矩形 742"/>
          <p:cNvSpPr/>
          <p:nvPr/>
        </p:nvSpPr>
        <p:spPr bwMode="gray">
          <a:xfrm>
            <a:off x="7280635" y="4814194"/>
            <a:ext cx="565216" cy="599001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4" name="文本框 743"/>
          <p:cNvSpPr txBox="1"/>
          <p:nvPr/>
        </p:nvSpPr>
        <p:spPr bwMode="gray">
          <a:xfrm>
            <a:off x="5255768" y="3373722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5" name="文本框 744"/>
          <p:cNvSpPr txBox="1"/>
          <p:nvPr/>
        </p:nvSpPr>
        <p:spPr bwMode="gray">
          <a:xfrm>
            <a:off x="5255768" y="419101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6" name="文本框 745"/>
          <p:cNvSpPr txBox="1"/>
          <p:nvPr/>
        </p:nvSpPr>
        <p:spPr bwMode="gray">
          <a:xfrm>
            <a:off x="5255768" y="497308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7" name="文本框 746"/>
          <p:cNvSpPr txBox="1"/>
          <p:nvPr/>
        </p:nvSpPr>
        <p:spPr bwMode="gray">
          <a:xfrm>
            <a:off x="6219543" y="3373722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8" name="文本框 747"/>
          <p:cNvSpPr txBox="1"/>
          <p:nvPr/>
        </p:nvSpPr>
        <p:spPr bwMode="gray">
          <a:xfrm>
            <a:off x="6219543" y="419101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9" name="文本框 748"/>
          <p:cNvSpPr txBox="1"/>
          <p:nvPr/>
        </p:nvSpPr>
        <p:spPr bwMode="gray">
          <a:xfrm>
            <a:off x="6219543" y="497308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0" name="文本框 749"/>
          <p:cNvSpPr txBox="1"/>
          <p:nvPr/>
        </p:nvSpPr>
        <p:spPr bwMode="gray">
          <a:xfrm>
            <a:off x="7214113" y="3373722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1" name="文本框 750"/>
          <p:cNvSpPr txBox="1"/>
          <p:nvPr/>
        </p:nvSpPr>
        <p:spPr bwMode="gray">
          <a:xfrm>
            <a:off x="7214113" y="419101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2" name="文本框 751"/>
          <p:cNvSpPr txBox="1"/>
          <p:nvPr/>
        </p:nvSpPr>
        <p:spPr bwMode="gray">
          <a:xfrm>
            <a:off x="7214113" y="4973085"/>
            <a:ext cx="3953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AS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3" name="Can 9"/>
          <p:cNvSpPr/>
          <p:nvPr/>
        </p:nvSpPr>
        <p:spPr bwMode="gray">
          <a:xfrm>
            <a:off x="5578111" y="3114546"/>
            <a:ext cx="196266" cy="2404546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4" name="Can 9"/>
          <p:cNvSpPr/>
          <p:nvPr/>
        </p:nvSpPr>
        <p:spPr bwMode="gray">
          <a:xfrm>
            <a:off x="6571547" y="3114546"/>
            <a:ext cx="196266" cy="2404546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5" name="Can 9"/>
          <p:cNvSpPr/>
          <p:nvPr/>
        </p:nvSpPr>
        <p:spPr bwMode="gray">
          <a:xfrm>
            <a:off x="7571539" y="3114546"/>
            <a:ext cx="196266" cy="2404546"/>
          </a:xfrm>
          <a:prstGeom prst="can">
            <a:avLst>
              <a:gd name="adj" fmla="val 67636"/>
            </a:avLst>
          </a:prstGeom>
          <a:solidFill>
            <a:srgbClr val="FDE397"/>
          </a:solidFill>
          <a:ln w="12700" cap="flat" cmpd="sng" algn="ctr">
            <a:solidFill>
              <a:srgbClr val="FFD17D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6" name="文本框 755"/>
          <p:cNvSpPr txBox="1"/>
          <p:nvPr/>
        </p:nvSpPr>
        <p:spPr bwMode="gray">
          <a:xfrm rot="16200000">
            <a:off x="5442644" y="4191016"/>
            <a:ext cx="522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7" name="文本框 756"/>
          <p:cNvSpPr txBox="1"/>
          <p:nvPr/>
        </p:nvSpPr>
        <p:spPr bwMode="gray">
          <a:xfrm rot="16200000">
            <a:off x="6417845" y="4191016"/>
            <a:ext cx="522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58" name="文本框 757"/>
          <p:cNvSpPr txBox="1"/>
          <p:nvPr/>
        </p:nvSpPr>
        <p:spPr bwMode="gray">
          <a:xfrm rot="16200000">
            <a:off x="7444189" y="4191016"/>
            <a:ext cx="5229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smtClean="0">
                <a:solidFill>
                  <a:srgbClr val="ED6D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endParaRPr lang="zh-CN" altLang="en-US" sz="1200">
              <a:solidFill>
                <a:srgbClr val="ED6D0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 bwMode="gray">
          <a:xfrm>
            <a:off x="8292787" y="2473242"/>
            <a:ext cx="345630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协议简化：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原有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多个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网络协议精简为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SRv6+IGP/BGP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82563" indent="-182563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头尾贯通：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打破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MPLS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时代的分段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模式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，实现业务跨域贯通。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82563" indent="-182563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自动布放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控制器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+SRv6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，实现分钟级业务自动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布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放。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88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椭圆 56"/>
          <p:cNvSpPr/>
          <p:nvPr/>
        </p:nvSpPr>
        <p:spPr bwMode="gray">
          <a:xfrm>
            <a:off x="740270" y="1858078"/>
            <a:ext cx="1051173" cy="42156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bg1"/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一纤多</a:t>
            </a:r>
            <a:r>
              <a:rPr lang="zh-CN" altLang="en-US" smtClean="0">
                <a:sym typeface="Huawei Sans" panose="020C0503030203020204" pitchFamily="34" charset="0"/>
              </a:rPr>
              <a:t>用：层次化切片实现</a:t>
            </a:r>
            <a:r>
              <a:rPr lang="zh-CN" altLang="en-US">
                <a:sym typeface="Huawei Sans" panose="020C0503030203020204" pitchFamily="34" charset="0"/>
              </a:rPr>
              <a:t>精细</a:t>
            </a:r>
            <a:r>
              <a:rPr lang="zh-CN" altLang="en-US" smtClean="0">
                <a:sym typeface="Huawei Sans" panose="020C0503030203020204" pitchFamily="34" charset="0"/>
              </a:rPr>
              <a:t>化、确定性的体验</a:t>
            </a:r>
            <a:r>
              <a:rPr lang="zh-CN" altLang="en-US">
                <a:sym typeface="Huawei Sans" panose="020C0503030203020204" pitchFamily="34" charset="0"/>
              </a:rPr>
              <a:t>保障</a:t>
            </a:r>
          </a:p>
        </p:txBody>
      </p:sp>
      <p:sp>
        <p:nvSpPr>
          <p:cNvPr id="3" name="圆角矩形 2"/>
          <p:cNvSpPr/>
          <p:nvPr/>
        </p:nvSpPr>
        <p:spPr bwMode="gray">
          <a:xfrm>
            <a:off x="5025063" y="1064000"/>
            <a:ext cx="3605596" cy="5052695"/>
          </a:xfrm>
          <a:prstGeom prst="roundRect">
            <a:avLst>
              <a:gd name="adj" fmla="val 3116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圆角矩形 3"/>
          <p:cNvSpPr/>
          <p:nvPr/>
        </p:nvSpPr>
        <p:spPr bwMode="gray">
          <a:xfrm>
            <a:off x="452438" y="1064000"/>
            <a:ext cx="2928938" cy="5052695"/>
          </a:xfrm>
          <a:prstGeom prst="roundRect">
            <a:avLst>
              <a:gd name="adj" fmla="val 3116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 bwMode="gray">
          <a:xfrm>
            <a:off x="1617787" y="1117136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过去</a:t>
            </a:r>
            <a:endParaRPr lang="en-US" altLang="zh-CN" sz="1600" b="1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 bwMode="gray">
          <a:xfrm>
            <a:off x="6528741" y="1117136"/>
            <a:ext cx="59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现在</a:t>
            </a:r>
            <a:endParaRPr lang="en-US" altLang="zh-CN" sz="1600" b="1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7" name="组合 1001"/>
          <p:cNvGrpSpPr>
            <a:grpSpLocks/>
          </p:cNvGrpSpPr>
          <p:nvPr/>
        </p:nvGrpSpPr>
        <p:grpSpPr bwMode="gray">
          <a:xfrm>
            <a:off x="1067520" y="1563541"/>
            <a:ext cx="399020" cy="428656"/>
            <a:chOff x="5697538" y="2392363"/>
            <a:chExt cx="600075" cy="641350"/>
          </a:xfrm>
        </p:grpSpPr>
        <p:sp>
          <p:nvSpPr>
            <p:cNvPr id="8" name="Freeform 956"/>
            <p:cNvSpPr>
              <a:spLocks noEditPoints="1"/>
            </p:cNvSpPr>
            <p:nvPr/>
          </p:nvSpPr>
          <p:spPr bwMode="gray">
            <a:xfrm>
              <a:off x="5697538" y="2392363"/>
              <a:ext cx="280988" cy="623888"/>
            </a:xfrm>
            <a:custGeom>
              <a:avLst/>
              <a:gdLst>
                <a:gd name="T0" fmla="*/ 2147483646 w 597"/>
                <a:gd name="T1" fmla="*/ 2147483646 h 1326"/>
                <a:gd name="T2" fmla="*/ 2147483646 w 597"/>
                <a:gd name="T3" fmla="*/ 2147483646 h 1326"/>
                <a:gd name="T4" fmla="*/ 2147483646 w 597"/>
                <a:gd name="T5" fmla="*/ 2147483646 h 1326"/>
                <a:gd name="T6" fmla="*/ 2147483646 w 597"/>
                <a:gd name="T7" fmla="*/ 2147483646 h 1326"/>
                <a:gd name="T8" fmla="*/ 2147483646 w 597"/>
                <a:gd name="T9" fmla="*/ 2147483646 h 1326"/>
                <a:gd name="T10" fmla="*/ 2147483646 w 597"/>
                <a:gd name="T11" fmla="*/ 2147483646 h 1326"/>
                <a:gd name="T12" fmla="*/ 2147483646 w 597"/>
                <a:gd name="T13" fmla="*/ 2147483646 h 1326"/>
                <a:gd name="T14" fmla="*/ 2147483646 w 597"/>
                <a:gd name="T15" fmla="*/ 2147483646 h 1326"/>
                <a:gd name="T16" fmla="*/ 2147483646 w 597"/>
                <a:gd name="T17" fmla="*/ 2147483646 h 1326"/>
                <a:gd name="T18" fmla="*/ 0 w 597"/>
                <a:gd name="T19" fmla="*/ 2147483646 h 1326"/>
                <a:gd name="T20" fmla="*/ 0 w 597"/>
                <a:gd name="T21" fmla="*/ 2147483646 h 1326"/>
                <a:gd name="T22" fmla="*/ 2147483646 w 597"/>
                <a:gd name="T23" fmla="*/ 0 h 1326"/>
                <a:gd name="T24" fmla="*/ 2147483646 w 597"/>
                <a:gd name="T25" fmla="*/ 0 h 1326"/>
                <a:gd name="T26" fmla="*/ 2147483646 w 597"/>
                <a:gd name="T27" fmla="*/ 2147483646 h 1326"/>
                <a:gd name="T28" fmla="*/ 2147483646 w 597"/>
                <a:gd name="T29" fmla="*/ 2147483646 h 1326"/>
                <a:gd name="T30" fmla="*/ 2147483646 w 597"/>
                <a:gd name="T31" fmla="*/ 2147483646 h 13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97"/>
                <a:gd name="T49" fmla="*/ 0 h 1326"/>
                <a:gd name="T50" fmla="*/ 597 w 597"/>
                <a:gd name="T51" fmla="*/ 1326 h 132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97" h="1326">
                  <a:moveTo>
                    <a:pt x="67" y="1260"/>
                  </a:moveTo>
                  <a:lnTo>
                    <a:pt x="67" y="1260"/>
                  </a:lnTo>
                  <a:lnTo>
                    <a:pt x="531" y="1260"/>
                  </a:lnTo>
                  <a:lnTo>
                    <a:pt x="531" y="67"/>
                  </a:lnTo>
                  <a:lnTo>
                    <a:pt x="67" y="67"/>
                  </a:lnTo>
                  <a:lnTo>
                    <a:pt x="67" y="1260"/>
                  </a:lnTo>
                  <a:close/>
                  <a:moveTo>
                    <a:pt x="564" y="1326"/>
                  </a:moveTo>
                  <a:lnTo>
                    <a:pt x="564" y="1326"/>
                  </a:lnTo>
                  <a:lnTo>
                    <a:pt x="34" y="1326"/>
                  </a:lnTo>
                  <a:cubicBezTo>
                    <a:pt x="15" y="1326"/>
                    <a:pt x="0" y="1311"/>
                    <a:pt x="0" y="1293"/>
                  </a:cubicBezTo>
                  <a:lnTo>
                    <a:pt x="0" y="34"/>
                  </a:lnTo>
                  <a:cubicBezTo>
                    <a:pt x="0" y="15"/>
                    <a:pt x="15" y="0"/>
                    <a:pt x="34" y="0"/>
                  </a:cubicBezTo>
                  <a:lnTo>
                    <a:pt x="564" y="0"/>
                  </a:lnTo>
                  <a:cubicBezTo>
                    <a:pt x="582" y="0"/>
                    <a:pt x="597" y="15"/>
                    <a:pt x="597" y="34"/>
                  </a:cubicBezTo>
                  <a:lnTo>
                    <a:pt x="597" y="1293"/>
                  </a:lnTo>
                  <a:cubicBezTo>
                    <a:pt x="597" y="1311"/>
                    <a:pt x="582" y="1326"/>
                    <a:pt x="564" y="1326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Freeform 957"/>
            <p:cNvSpPr>
              <a:spLocks/>
            </p:cNvSpPr>
            <p:nvPr/>
          </p:nvSpPr>
          <p:spPr bwMode="gray">
            <a:xfrm>
              <a:off x="6016625" y="2392363"/>
              <a:ext cx="280988" cy="623888"/>
            </a:xfrm>
            <a:custGeom>
              <a:avLst/>
              <a:gdLst>
                <a:gd name="T0" fmla="*/ 2147483646 w 597"/>
                <a:gd name="T1" fmla="*/ 2147483646 h 1326"/>
                <a:gd name="T2" fmla="*/ 2147483646 w 597"/>
                <a:gd name="T3" fmla="*/ 2147483646 h 1326"/>
                <a:gd name="T4" fmla="*/ 2147483646 w 597"/>
                <a:gd name="T5" fmla="*/ 2147483646 h 1326"/>
                <a:gd name="T6" fmla="*/ 2147483646 w 597"/>
                <a:gd name="T7" fmla="*/ 2147483646 h 1326"/>
                <a:gd name="T8" fmla="*/ 2147483646 w 597"/>
                <a:gd name="T9" fmla="*/ 2147483646 h 1326"/>
                <a:gd name="T10" fmla="*/ 2147483646 w 597"/>
                <a:gd name="T11" fmla="*/ 2147483646 h 1326"/>
                <a:gd name="T12" fmla="*/ 2147483646 w 597"/>
                <a:gd name="T13" fmla="*/ 2147483646 h 1326"/>
                <a:gd name="T14" fmla="*/ 2147483646 w 597"/>
                <a:gd name="T15" fmla="*/ 2147483646 h 1326"/>
                <a:gd name="T16" fmla="*/ 2147483646 w 597"/>
                <a:gd name="T17" fmla="*/ 2147483646 h 1326"/>
                <a:gd name="T18" fmla="*/ 2147483646 w 597"/>
                <a:gd name="T19" fmla="*/ 2147483646 h 1326"/>
                <a:gd name="T20" fmla="*/ 2147483646 w 597"/>
                <a:gd name="T21" fmla="*/ 2147483646 h 1326"/>
                <a:gd name="T22" fmla="*/ 0 w 597"/>
                <a:gd name="T23" fmla="*/ 2147483646 h 1326"/>
                <a:gd name="T24" fmla="*/ 0 w 597"/>
                <a:gd name="T25" fmla="*/ 2147483646 h 1326"/>
                <a:gd name="T26" fmla="*/ 2147483646 w 597"/>
                <a:gd name="T27" fmla="*/ 0 h 1326"/>
                <a:gd name="T28" fmla="*/ 2147483646 w 597"/>
                <a:gd name="T29" fmla="*/ 0 h 1326"/>
                <a:gd name="T30" fmla="*/ 2147483646 w 597"/>
                <a:gd name="T31" fmla="*/ 2147483646 h 1326"/>
                <a:gd name="T32" fmla="*/ 2147483646 w 597"/>
                <a:gd name="T33" fmla="*/ 2147483646 h 1326"/>
                <a:gd name="T34" fmla="*/ 2147483646 w 597"/>
                <a:gd name="T35" fmla="*/ 2147483646 h 13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97"/>
                <a:gd name="T55" fmla="*/ 0 h 1326"/>
                <a:gd name="T56" fmla="*/ 597 w 597"/>
                <a:gd name="T57" fmla="*/ 1326 h 13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97" h="1326">
                  <a:moveTo>
                    <a:pt x="564" y="1326"/>
                  </a:moveTo>
                  <a:lnTo>
                    <a:pt x="564" y="1326"/>
                  </a:lnTo>
                  <a:lnTo>
                    <a:pt x="451" y="1326"/>
                  </a:lnTo>
                  <a:lnTo>
                    <a:pt x="451" y="1260"/>
                  </a:lnTo>
                  <a:lnTo>
                    <a:pt x="531" y="1260"/>
                  </a:lnTo>
                  <a:lnTo>
                    <a:pt x="531" y="67"/>
                  </a:lnTo>
                  <a:lnTo>
                    <a:pt x="67" y="67"/>
                  </a:lnTo>
                  <a:lnTo>
                    <a:pt x="67" y="1260"/>
                  </a:lnTo>
                  <a:lnTo>
                    <a:pt x="224" y="1260"/>
                  </a:lnTo>
                  <a:lnTo>
                    <a:pt x="224" y="1326"/>
                  </a:lnTo>
                  <a:lnTo>
                    <a:pt x="34" y="1326"/>
                  </a:lnTo>
                  <a:cubicBezTo>
                    <a:pt x="15" y="1326"/>
                    <a:pt x="0" y="1311"/>
                    <a:pt x="0" y="1293"/>
                  </a:cubicBezTo>
                  <a:lnTo>
                    <a:pt x="0" y="34"/>
                  </a:lnTo>
                  <a:cubicBezTo>
                    <a:pt x="0" y="15"/>
                    <a:pt x="15" y="0"/>
                    <a:pt x="34" y="0"/>
                  </a:cubicBezTo>
                  <a:lnTo>
                    <a:pt x="564" y="0"/>
                  </a:lnTo>
                  <a:cubicBezTo>
                    <a:pt x="583" y="0"/>
                    <a:pt x="597" y="15"/>
                    <a:pt x="597" y="34"/>
                  </a:cubicBezTo>
                  <a:lnTo>
                    <a:pt x="597" y="1293"/>
                  </a:lnTo>
                  <a:cubicBezTo>
                    <a:pt x="597" y="1311"/>
                    <a:pt x="583" y="1326"/>
                    <a:pt x="564" y="1326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Freeform 958"/>
            <p:cNvSpPr>
              <a:spLocks noEditPoints="1"/>
            </p:cNvSpPr>
            <p:nvPr/>
          </p:nvSpPr>
          <p:spPr bwMode="gray">
            <a:xfrm>
              <a:off x="5759450" y="2444750"/>
              <a:ext cx="158750" cy="50800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4"/>
                  </a:moveTo>
                  <a:lnTo>
                    <a:pt x="40" y="64"/>
                  </a:lnTo>
                  <a:cubicBezTo>
                    <a:pt x="42" y="64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4"/>
                    <a:pt x="297" y="64"/>
                  </a:cubicBezTo>
                  <a:lnTo>
                    <a:pt x="297" y="40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0"/>
                  </a:cubicBezTo>
                  <a:lnTo>
                    <a:pt x="40" y="64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3"/>
                  </a:cubicBezTo>
                  <a:lnTo>
                    <a:pt x="0" y="31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1"/>
                  </a:cubicBezTo>
                  <a:lnTo>
                    <a:pt x="337" y="73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Freeform 959"/>
            <p:cNvSpPr>
              <a:spLocks noEditPoints="1"/>
            </p:cNvSpPr>
            <p:nvPr/>
          </p:nvSpPr>
          <p:spPr bwMode="gray">
            <a:xfrm>
              <a:off x="5759450" y="2503488"/>
              <a:ext cx="158750" cy="49213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5"/>
                  </a:moveTo>
                  <a:lnTo>
                    <a:pt x="40" y="65"/>
                  </a:lnTo>
                  <a:cubicBezTo>
                    <a:pt x="42" y="65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5"/>
                    <a:pt x="297" y="65"/>
                  </a:cubicBezTo>
                  <a:lnTo>
                    <a:pt x="297" y="41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1"/>
                  </a:cubicBezTo>
                  <a:lnTo>
                    <a:pt x="40" y="65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2"/>
                  </a:cubicBezTo>
                  <a:lnTo>
                    <a:pt x="337" y="73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Freeform 960"/>
            <p:cNvSpPr>
              <a:spLocks noEditPoints="1"/>
            </p:cNvSpPr>
            <p:nvPr/>
          </p:nvSpPr>
          <p:spPr bwMode="gray">
            <a:xfrm>
              <a:off x="5759450" y="2587625"/>
              <a:ext cx="158750" cy="49213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4"/>
                  </a:moveTo>
                  <a:lnTo>
                    <a:pt x="40" y="64"/>
                  </a:lnTo>
                  <a:cubicBezTo>
                    <a:pt x="42" y="65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5"/>
                    <a:pt x="297" y="64"/>
                  </a:cubicBezTo>
                  <a:lnTo>
                    <a:pt x="297" y="41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1"/>
                  </a:cubicBezTo>
                  <a:lnTo>
                    <a:pt x="40" y="64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2"/>
                  </a:cubicBezTo>
                  <a:lnTo>
                    <a:pt x="337" y="73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" name="Freeform 961"/>
            <p:cNvSpPr>
              <a:spLocks noEditPoints="1"/>
            </p:cNvSpPr>
            <p:nvPr/>
          </p:nvSpPr>
          <p:spPr bwMode="gray">
            <a:xfrm>
              <a:off x="5759450" y="2646363"/>
              <a:ext cx="158750" cy="49213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5"/>
                  </a:moveTo>
                  <a:lnTo>
                    <a:pt x="40" y="65"/>
                  </a:lnTo>
                  <a:cubicBezTo>
                    <a:pt x="42" y="65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5"/>
                    <a:pt x="297" y="65"/>
                  </a:cubicBezTo>
                  <a:lnTo>
                    <a:pt x="297" y="41"/>
                  </a:lnTo>
                  <a:cubicBezTo>
                    <a:pt x="295" y="41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1"/>
                    <a:pt x="40" y="41"/>
                  </a:cubicBezTo>
                  <a:lnTo>
                    <a:pt x="40" y="65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4"/>
                  </a:cubicBezTo>
                  <a:lnTo>
                    <a:pt x="0" y="32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2"/>
                  </a:cubicBezTo>
                  <a:lnTo>
                    <a:pt x="337" y="74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Freeform 962"/>
            <p:cNvSpPr>
              <a:spLocks noEditPoints="1"/>
            </p:cNvSpPr>
            <p:nvPr/>
          </p:nvSpPr>
          <p:spPr bwMode="gray">
            <a:xfrm>
              <a:off x="5759450" y="2722563"/>
              <a:ext cx="158750" cy="49213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5"/>
                  </a:moveTo>
                  <a:lnTo>
                    <a:pt x="40" y="65"/>
                  </a:lnTo>
                  <a:cubicBezTo>
                    <a:pt x="42" y="65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5"/>
                    <a:pt x="297" y="65"/>
                  </a:cubicBezTo>
                  <a:lnTo>
                    <a:pt x="297" y="41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1"/>
                  </a:cubicBezTo>
                  <a:lnTo>
                    <a:pt x="40" y="65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2"/>
                  </a:cubicBezTo>
                  <a:lnTo>
                    <a:pt x="337" y="73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Freeform 963"/>
            <p:cNvSpPr>
              <a:spLocks noEditPoints="1"/>
            </p:cNvSpPr>
            <p:nvPr/>
          </p:nvSpPr>
          <p:spPr bwMode="gray">
            <a:xfrm>
              <a:off x="5759450" y="2781300"/>
              <a:ext cx="158750" cy="49213"/>
            </a:xfrm>
            <a:custGeom>
              <a:avLst/>
              <a:gdLst>
                <a:gd name="T0" fmla="*/ 2147483646 w 337"/>
                <a:gd name="T1" fmla="*/ 2147483646 h 104"/>
                <a:gd name="T2" fmla="*/ 2147483646 w 337"/>
                <a:gd name="T3" fmla="*/ 2147483646 h 104"/>
                <a:gd name="T4" fmla="*/ 2147483646 w 337"/>
                <a:gd name="T5" fmla="*/ 2147483646 h 104"/>
                <a:gd name="T6" fmla="*/ 2147483646 w 337"/>
                <a:gd name="T7" fmla="*/ 2147483646 h 104"/>
                <a:gd name="T8" fmla="*/ 2147483646 w 337"/>
                <a:gd name="T9" fmla="*/ 2147483646 h 104"/>
                <a:gd name="T10" fmla="*/ 2147483646 w 337"/>
                <a:gd name="T11" fmla="*/ 2147483646 h 104"/>
                <a:gd name="T12" fmla="*/ 2147483646 w 337"/>
                <a:gd name="T13" fmla="*/ 2147483646 h 104"/>
                <a:gd name="T14" fmla="*/ 2147483646 w 337"/>
                <a:gd name="T15" fmla="*/ 2147483646 h 104"/>
                <a:gd name="T16" fmla="*/ 2147483646 w 337"/>
                <a:gd name="T17" fmla="*/ 2147483646 h 104"/>
                <a:gd name="T18" fmla="*/ 2147483646 w 337"/>
                <a:gd name="T19" fmla="*/ 2147483646 h 104"/>
                <a:gd name="T20" fmla="*/ 2147483646 w 337"/>
                <a:gd name="T21" fmla="*/ 2147483646 h 104"/>
                <a:gd name="T22" fmla="*/ 2147483646 w 337"/>
                <a:gd name="T23" fmla="*/ 2147483646 h 104"/>
                <a:gd name="T24" fmla="*/ 2147483646 w 337"/>
                <a:gd name="T25" fmla="*/ 2147483646 h 104"/>
                <a:gd name="T26" fmla="*/ 0 w 337"/>
                <a:gd name="T27" fmla="*/ 2147483646 h 104"/>
                <a:gd name="T28" fmla="*/ 0 w 337"/>
                <a:gd name="T29" fmla="*/ 2147483646 h 104"/>
                <a:gd name="T30" fmla="*/ 2147483646 w 337"/>
                <a:gd name="T31" fmla="*/ 0 h 104"/>
                <a:gd name="T32" fmla="*/ 2147483646 w 337"/>
                <a:gd name="T33" fmla="*/ 0 h 104"/>
                <a:gd name="T34" fmla="*/ 2147483646 w 337"/>
                <a:gd name="T35" fmla="*/ 2147483646 h 104"/>
                <a:gd name="T36" fmla="*/ 2147483646 w 337"/>
                <a:gd name="T37" fmla="*/ 2147483646 h 104"/>
                <a:gd name="T38" fmla="*/ 2147483646 w 337"/>
                <a:gd name="T39" fmla="*/ 2147483646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4"/>
                <a:gd name="T62" fmla="*/ 337 w 337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4">
                  <a:moveTo>
                    <a:pt x="40" y="64"/>
                  </a:moveTo>
                  <a:lnTo>
                    <a:pt x="40" y="64"/>
                  </a:lnTo>
                  <a:cubicBezTo>
                    <a:pt x="42" y="64"/>
                    <a:pt x="43" y="64"/>
                    <a:pt x="45" y="64"/>
                  </a:cubicBezTo>
                  <a:lnTo>
                    <a:pt x="292" y="64"/>
                  </a:lnTo>
                  <a:cubicBezTo>
                    <a:pt x="294" y="64"/>
                    <a:pt x="295" y="64"/>
                    <a:pt x="297" y="64"/>
                  </a:cubicBezTo>
                  <a:lnTo>
                    <a:pt x="297" y="40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0"/>
                  </a:cubicBezTo>
                  <a:lnTo>
                    <a:pt x="40" y="64"/>
                  </a:lnTo>
                  <a:close/>
                  <a:moveTo>
                    <a:pt x="292" y="104"/>
                  </a:moveTo>
                  <a:lnTo>
                    <a:pt x="292" y="104"/>
                  </a:lnTo>
                  <a:lnTo>
                    <a:pt x="45" y="104"/>
                  </a:lnTo>
                  <a:cubicBezTo>
                    <a:pt x="19" y="104"/>
                    <a:pt x="0" y="91"/>
                    <a:pt x="0" y="73"/>
                  </a:cubicBezTo>
                  <a:lnTo>
                    <a:pt x="0" y="31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1"/>
                  </a:cubicBezTo>
                  <a:lnTo>
                    <a:pt x="337" y="73"/>
                  </a:lnTo>
                  <a:cubicBezTo>
                    <a:pt x="337" y="91"/>
                    <a:pt x="318" y="104"/>
                    <a:pt x="292" y="104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Freeform 964"/>
            <p:cNvSpPr>
              <a:spLocks noEditPoints="1"/>
            </p:cNvSpPr>
            <p:nvPr/>
          </p:nvSpPr>
          <p:spPr bwMode="gray">
            <a:xfrm>
              <a:off x="6078538" y="2444750"/>
              <a:ext cx="158750" cy="50800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4"/>
                  </a:moveTo>
                  <a:lnTo>
                    <a:pt x="40" y="64"/>
                  </a:lnTo>
                  <a:cubicBezTo>
                    <a:pt x="41" y="64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4"/>
                    <a:pt x="296" y="64"/>
                  </a:cubicBezTo>
                  <a:lnTo>
                    <a:pt x="296" y="40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0"/>
                  </a:cubicBezTo>
                  <a:lnTo>
                    <a:pt x="40" y="64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3"/>
                  </a:cubicBezTo>
                  <a:lnTo>
                    <a:pt x="0" y="31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1"/>
                  </a:cubicBezTo>
                  <a:lnTo>
                    <a:pt x="336" y="73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Freeform 965"/>
            <p:cNvSpPr>
              <a:spLocks noEditPoints="1"/>
            </p:cNvSpPr>
            <p:nvPr/>
          </p:nvSpPr>
          <p:spPr bwMode="gray">
            <a:xfrm>
              <a:off x="6078538" y="2503488"/>
              <a:ext cx="158750" cy="49213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5"/>
                  </a:moveTo>
                  <a:lnTo>
                    <a:pt x="40" y="65"/>
                  </a:lnTo>
                  <a:cubicBezTo>
                    <a:pt x="41" y="65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5"/>
                    <a:pt x="296" y="65"/>
                  </a:cubicBezTo>
                  <a:lnTo>
                    <a:pt x="296" y="41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1"/>
                  </a:cubicBezTo>
                  <a:lnTo>
                    <a:pt x="40" y="65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2"/>
                  </a:cubicBezTo>
                  <a:lnTo>
                    <a:pt x="336" y="73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Freeform 966"/>
            <p:cNvSpPr>
              <a:spLocks noEditPoints="1"/>
            </p:cNvSpPr>
            <p:nvPr/>
          </p:nvSpPr>
          <p:spPr bwMode="gray">
            <a:xfrm>
              <a:off x="6078538" y="2587625"/>
              <a:ext cx="158750" cy="49213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4"/>
                  </a:moveTo>
                  <a:lnTo>
                    <a:pt x="40" y="64"/>
                  </a:lnTo>
                  <a:cubicBezTo>
                    <a:pt x="41" y="65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5"/>
                    <a:pt x="296" y="64"/>
                  </a:cubicBezTo>
                  <a:lnTo>
                    <a:pt x="296" y="41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1"/>
                  </a:cubicBezTo>
                  <a:lnTo>
                    <a:pt x="40" y="64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2"/>
                  </a:cubicBezTo>
                  <a:lnTo>
                    <a:pt x="336" y="73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Freeform 967"/>
            <p:cNvSpPr>
              <a:spLocks noEditPoints="1"/>
            </p:cNvSpPr>
            <p:nvPr/>
          </p:nvSpPr>
          <p:spPr bwMode="gray">
            <a:xfrm>
              <a:off x="6078538" y="2646363"/>
              <a:ext cx="158750" cy="49213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5"/>
                  </a:moveTo>
                  <a:lnTo>
                    <a:pt x="40" y="65"/>
                  </a:lnTo>
                  <a:cubicBezTo>
                    <a:pt x="41" y="65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5"/>
                    <a:pt x="296" y="65"/>
                  </a:cubicBezTo>
                  <a:lnTo>
                    <a:pt x="296" y="41"/>
                  </a:lnTo>
                  <a:cubicBezTo>
                    <a:pt x="295" y="41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1"/>
                    <a:pt x="40" y="41"/>
                  </a:cubicBezTo>
                  <a:lnTo>
                    <a:pt x="40" y="65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4"/>
                  </a:cubicBezTo>
                  <a:lnTo>
                    <a:pt x="0" y="32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2"/>
                  </a:cubicBezTo>
                  <a:lnTo>
                    <a:pt x="336" y="74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Freeform 968"/>
            <p:cNvSpPr>
              <a:spLocks noEditPoints="1"/>
            </p:cNvSpPr>
            <p:nvPr/>
          </p:nvSpPr>
          <p:spPr bwMode="gray">
            <a:xfrm>
              <a:off x="6078538" y="2722563"/>
              <a:ext cx="158750" cy="49213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5"/>
                  </a:moveTo>
                  <a:lnTo>
                    <a:pt x="40" y="65"/>
                  </a:lnTo>
                  <a:cubicBezTo>
                    <a:pt x="41" y="65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5"/>
                    <a:pt x="296" y="65"/>
                  </a:cubicBezTo>
                  <a:lnTo>
                    <a:pt x="296" y="41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1"/>
                  </a:cubicBezTo>
                  <a:lnTo>
                    <a:pt x="40" y="65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2"/>
                  </a:cubicBezTo>
                  <a:lnTo>
                    <a:pt x="336" y="73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" name="Freeform 969"/>
            <p:cNvSpPr>
              <a:spLocks noEditPoints="1"/>
            </p:cNvSpPr>
            <p:nvPr/>
          </p:nvSpPr>
          <p:spPr bwMode="gray">
            <a:xfrm>
              <a:off x="6078538" y="2781300"/>
              <a:ext cx="158750" cy="49213"/>
            </a:xfrm>
            <a:custGeom>
              <a:avLst/>
              <a:gdLst>
                <a:gd name="T0" fmla="*/ 2147483646 w 336"/>
                <a:gd name="T1" fmla="*/ 2147483646 h 104"/>
                <a:gd name="T2" fmla="*/ 2147483646 w 336"/>
                <a:gd name="T3" fmla="*/ 2147483646 h 104"/>
                <a:gd name="T4" fmla="*/ 2147483646 w 336"/>
                <a:gd name="T5" fmla="*/ 2147483646 h 104"/>
                <a:gd name="T6" fmla="*/ 2147483646 w 336"/>
                <a:gd name="T7" fmla="*/ 2147483646 h 104"/>
                <a:gd name="T8" fmla="*/ 2147483646 w 336"/>
                <a:gd name="T9" fmla="*/ 2147483646 h 104"/>
                <a:gd name="T10" fmla="*/ 2147483646 w 336"/>
                <a:gd name="T11" fmla="*/ 2147483646 h 104"/>
                <a:gd name="T12" fmla="*/ 2147483646 w 336"/>
                <a:gd name="T13" fmla="*/ 2147483646 h 104"/>
                <a:gd name="T14" fmla="*/ 2147483646 w 336"/>
                <a:gd name="T15" fmla="*/ 2147483646 h 104"/>
                <a:gd name="T16" fmla="*/ 2147483646 w 336"/>
                <a:gd name="T17" fmla="*/ 2147483646 h 104"/>
                <a:gd name="T18" fmla="*/ 2147483646 w 336"/>
                <a:gd name="T19" fmla="*/ 2147483646 h 104"/>
                <a:gd name="T20" fmla="*/ 2147483646 w 336"/>
                <a:gd name="T21" fmla="*/ 2147483646 h 104"/>
                <a:gd name="T22" fmla="*/ 2147483646 w 336"/>
                <a:gd name="T23" fmla="*/ 2147483646 h 104"/>
                <a:gd name="T24" fmla="*/ 2147483646 w 336"/>
                <a:gd name="T25" fmla="*/ 2147483646 h 104"/>
                <a:gd name="T26" fmla="*/ 0 w 336"/>
                <a:gd name="T27" fmla="*/ 2147483646 h 104"/>
                <a:gd name="T28" fmla="*/ 0 w 336"/>
                <a:gd name="T29" fmla="*/ 2147483646 h 104"/>
                <a:gd name="T30" fmla="*/ 2147483646 w 336"/>
                <a:gd name="T31" fmla="*/ 0 h 104"/>
                <a:gd name="T32" fmla="*/ 2147483646 w 336"/>
                <a:gd name="T33" fmla="*/ 0 h 104"/>
                <a:gd name="T34" fmla="*/ 2147483646 w 336"/>
                <a:gd name="T35" fmla="*/ 2147483646 h 104"/>
                <a:gd name="T36" fmla="*/ 2147483646 w 336"/>
                <a:gd name="T37" fmla="*/ 2147483646 h 104"/>
                <a:gd name="T38" fmla="*/ 2147483646 w 336"/>
                <a:gd name="T39" fmla="*/ 2147483646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4"/>
                <a:gd name="T62" fmla="*/ 336 w 336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4">
                  <a:moveTo>
                    <a:pt x="40" y="64"/>
                  </a:moveTo>
                  <a:lnTo>
                    <a:pt x="40" y="64"/>
                  </a:lnTo>
                  <a:cubicBezTo>
                    <a:pt x="41" y="64"/>
                    <a:pt x="43" y="64"/>
                    <a:pt x="45" y="64"/>
                  </a:cubicBezTo>
                  <a:lnTo>
                    <a:pt x="291" y="64"/>
                  </a:lnTo>
                  <a:cubicBezTo>
                    <a:pt x="293" y="64"/>
                    <a:pt x="295" y="64"/>
                    <a:pt x="296" y="64"/>
                  </a:cubicBezTo>
                  <a:lnTo>
                    <a:pt x="296" y="40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0"/>
                  </a:cubicBezTo>
                  <a:lnTo>
                    <a:pt x="40" y="64"/>
                  </a:lnTo>
                  <a:close/>
                  <a:moveTo>
                    <a:pt x="291" y="104"/>
                  </a:moveTo>
                  <a:lnTo>
                    <a:pt x="291" y="104"/>
                  </a:lnTo>
                  <a:lnTo>
                    <a:pt x="45" y="104"/>
                  </a:lnTo>
                  <a:cubicBezTo>
                    <a:pt x="18" y="104"/>
                    <a:pt x="0" y="91"/>
                    <a:pt x="0" y="73"/>
                  </a:cubicBezTo>
                  <a:lnTo>
                    <a:pt x="0" y="31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1"/>
                  </a:cubicBezTo>
                  <a:lnTo>
                    <a:pt x="336" y="73"/>
                  </a:lnTo>
                  <a:cubicBezTo>
                    <a:pt x="336" y="91"/>
                    <a:pt x="318" y="104"/>
                    <a:pt x="291" y="104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Freeform 970"/>
            <p:cNvSpPr>
              <a:spLocks/>
            </p:cNvSpPr>
            <p:nvPr/>
          </p:nvSpPr>
          <p:spPr bwMode="gray">
            <a:xfrm>
              <a:off x="5761038" y="2870200"/>
              <a:ext cx="153988" cy="26988"/>
            </a:xfrm>
            <a:custGeom>
              <a:avLst/>
              <a:gdLst>
                <a:gd name="T0" fmla="*/ 2147483646 w 328"/>
                <a:gd name="T1" fmla="*/ 2147483646 h 58"/>
                <a:gd name="T2" fmla="*/ 2147483646 w 328"/>
                <a:gd name="T3" fmla="*/ 2147483646 h 58"/>
                <a:gd name="T4" fmla="*/ 2147483646 w 328"/>
                <a:gd name="T5" fmla="*/ 2147483646 h 58"/>
                <a:gd name="T6" fmla="*/ 2147483646 w 328"/>
                <a:gd name="T7" fmla="*/ 2147483646 h 58"/>
                <a:gd name="T8" fmla="*/ 0 w 328"/>
                <a:gd name="T9" fmla="*/ 2147483646 h 58"/>
                <a:gd name="T10" fmla="*/ 2147483646 w 328"/>
                <a:gd name="T11" fmla="*/ 0 h 58"/>
                <a:gd name="T12" fmla="*/ 2147483646 w 328"/>
                <a:gd name="T13" fmla="*/ 0 h 58"/>
                <a:gd name="T14" fmla="*/ 2147483646 w 328"/>
                <a:gd name="T15" fmla="*/ 2147483646 h 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8"/>
                <a:gd name="T25" fmla="*/ 0 h 58"/>
                <a:gd name="T26" fmla="*/ 328 w 328"/>
                <a:gd name="T27" fmla="*/ 58 h 5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8" h="58">
                  <a:moveTo>
                    <a:pt x="328" y="29"/>
                  </a:moveTo>
                  <a:lnTo>
                    <a:pt x="328" y="29"/>
                  </a:lnTo>
                  <a:cubicBezTo>
                    <a:pt x="328" y="45"/>
                    <a:pt x="315" y="58"/>
                    <a:pt x="299" y="58"/>
                  </a:cubicBezTo>
                  <a:lnTo>
                    <a:pt x="28" y="58"/>
                  </a:ln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lnTo>
                    <a:pt x="299" y="0"/>
                  </a:lnTo>
                  <a:cubicBezTo>
                    <a:pt x="315" y="0"/>
                    <a:pt x="328" y="13"/>
                    <a:pt x="328" y="2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Freeform 971"/>
            <p:cNvSpPr>
              <a:spLocks/>
            </p:cNvSpPr>
            <p:nvPr/>
          </p:nvSpPr>
          <p:spPr bwMode="gray">
            <a:xfrm>
              <a:off x="6081713" y="2870200"/>
              <a:ext cx="153988" cy="26988"/>
            </a:xfrm>
            <a:custGeom>
              <a:avLst/>
              <a:gdLst>
                <a:gd name="T0" fmla="*/ 2147483646 w 327"/>
                <a:gd name="T1" fmla="*/ 2147483646 h 58"/>
                <a:gd name="T2" fmla="*/ 2147483646 w 327"/>
                <a:gd name="T3" fmla="*/ 2147483646 h 58"/>
                <a:gd name="T4" fmla="*/ 2147483646 w 327"/>
                <a:gd name="T5" fmla="*/ 2147483646 h 58"/>
                <a:gd name="T6" fmla="*/ 2147483646 w 327"/>
                <a:gd name="T7" fmla="*/ 2147483646 h 58"/>
                <a:gd name="T8" fmla="*/ 0 w 327"/>
                <a:gd name="T9" fmla="*/ 2147483646 h 58"/>
                <a:gd name="T10" fmla="*/ 2147483646 w 327"/>
                <a:gd name="T11" fmla="*/ 0 h 58"/>
                <a:gd name="T12" fmla="*/ 2147483646 w 327"/>
                <a:gd name="T13" fmla="*/ 0 h 58"/>
                <a:gd name="T14" fmla="*/ 2147483646 w 327"/>
                <a:gd name="T15" fmla="*/ 2147483646 h 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7"/>
                <a:gd name="T25" fmla="*/ 0 h 58"/>
                <a:gd name="T26" fmla="*/ 327 w 327"/>
                <a:gd name="T27" fmla="*/ 58 h 5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7" h="58">
                  <a:moveTo>
                    <a:pt x="327" y="29"/>
                  </a:moveTo>
                  <a:lnTo>
                    <a:pt x="327" y="29"/>
                  </a:lnTo>
                  <a:cubicBezTo>
                    <a:pt x="327" y="45"/>
                    <a:pt x="315" y="58"/>
                    <a:pt x="299" y="58"/>
                  </a:cubicBezTo>
                  <a:lnTo>
                    <a:pt x="28" y="58"/>
                  </a:ln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lnTo>
                    <a:pt x="299" y="0"/>
                  </a:lnTo>
                  <a:cubicBezTo>
                    <a:pt x="315" y="0"/>
                    <a:pt x="327" y="13"/>
                    <a:pt x="327" y="2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Freeform 972"/>
            <p:cNvSpPr>
              <a:spLocks/>
            </p:cNvSpPr>
            <p:nvPr/>
          </p:nvSpPr>
          <p:spPr bwMode="gray">
            <a:xfrm>
              <a:off x="5713413" y="2568575"/>
              <a:ext cx="249238" cy="6350"/>
            </a:xfrm>
            <a:custGeom>
              <a:avLst/>
              <a:gdLst>
                <a:gd name="T0" fmla="*/ 2147483646 w 530"/>
                <a:gd name="T1" fmla="*/ 2147483646 h 14"/>
                <a:gd name="T2" fmla="*/ 2147483646 w 530"/>
                <a:gd name="T3" fmla="*/ 2147483646 h 14"/>
                <a:gd name="T4" fmla="*/ 0 w 530"/>
                <a:gd name="T5" fmla="*/ 2147483646 h 14"/>
                <a:gd name="T6" fmla="*/ 0 w 530"/>
                <a:gd name="T7" fmla="*/ 0 h 14"/>
                <a:gd name="T8" fmla="*/ 2147483646 w 530"/>
                <a:gd name="T9" fmla="*/ 0 h 14"/>
                <a:gd name="T10" fmla="*/ 2147483646 w 530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0"/>
                <a:gd name="T19" fmla="*/ 0 h 14"/>
                <a:gd name="T20" fmla="*/ 530 w 530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0" h="14">
                  <a:moveTo>
                    <a:pt x="530" y="14"/>
                  </a:moveTo>
                  <a:lnTo>
                    <a:pt x="5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0" y="0"/>
                  </a:lnTo>
                  <a:lnTo>
                    <a:pt x="530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Freeform 973"/>
            <p:cNvSpPr>
              <a:spLocks/>
            </p:cNvSpPr>
            <p:nvPr/>
          </p:nvSpPr>
          <p:spPr bwMode="gray">
            <a:xfrm>
              <a:off x="5713413" y="2705100"/>
              <a:ext cx="249238" cy="6350"/>
            </a:xfrm>
            <a:custGeom>
              <a:avLst/>
              <a:gdLst>
                <a:gd name="T0" fmla="*/ 2147483646 w 530"/>
                <a:gd name="T1" fmla="*/ 2147483646 h 14"/>
                <a:gd name="T2" fmla="*/ 2147483646 w 530"/>
                <a:gd name="T3" fmla="*/ 2147483646 h 14"/>
                <a:gd name="T4" fmla="*/ 0 w 530"/>
                <a:gd name="T5" fmla="*/ 2147483646 h 14"/>
                <a:gd name="T6" fmla="*/ 0 w 530"/>
                <a:gd name="T7" fmla="*/ 0 h 14"/>
                <a:gd name="T8" fmla="*/ 2147483646 w 530"/>
                <a:gd name="T9" fmla="*/ 0 h 14"/>
                <a:gd name="T10" fmla="*/ 2147483646 w 530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0"/>
                <a:gd name="T19" fmla="*/ 0 h 14"/>
                <a:gd name="T20" fmla="*/ 530 w 530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0" h="14">
                  <a:moveTo>
                    <a:pt x="530" y="14"/>
                  </a:moveTo>
                  <a:lnTo>
                    <a:pt x="5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0" y="0"/>
                  </a:lnTo>
                  <a:lnTo>
                    <a:pt x="530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Freeform 974"/>
            <p:cNvSpPr>
              <a:spLocks/>
            </p:cNvSpPr>
            <p:nvPr/>
          </p:nvSpPr>
          <p:spPr bwMode="gray">
            <a:xfrm>
              <a:off x="5713413" y="2841625"/>
              <a:ext cx="249238" cy="6350"/>
            </a:xfrm>
            <a:custGeom>
              <a:avLst/>
              <a:gdLst>
                <a:gd name="T0" fmla="*/ 2147483646 w 530"/>
                <a:gd name="T1" fmla="*/ 2147483646 h 14"/>
                <a:gd name="T2" fmla="*/ 2147483646 w 530"/>
                <a:gd name="T3" fmla="*/ 2147483646 h 14"/>
                <a:gd name="T4" fmla="*/ 0 w 530"/>
                <a:gd name="T5" fmla="*/ 2147483646 h 14"/>
                <a:gd name="T6" fmla="*/ 0 w 530"/>
                <a:gd name="T7" fmla="*/ 0 h 14"/>
                <a:gd name="T8" fmla="*/ 2147483646 w 530"/>
                <a:gd name="T9" fmla="*/ 0 h 14"/>
                <a:gd name="T10" fmla="*/ 2147483646 w 530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0"/>
                <a:gd name="T19" fmla="*/ 0 h 14"/>
                <a:gd name="T20" fmla="*/ 530 w 530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0" h="14">
                  <a:moveTo>
                    <a:pt x="530" y="14"/>
                  </a:moveTo>
                  <a:lnTo>
                    <a:pt x="5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0" y="0"/>
                  </a:lnTo>
                  <a:lnTo>
                    <a:pt x="530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Freeform 975"/>
            <p:cNvSpPr>
              <a:spLocks/>
            </p:cNvSpPr>
            <p:nvPr/>
          </p:nvSpPr>
          <p:spPr bwMode="gray">
            <a:xfrm>
              <a:off x="6034088" y="2568575"/>
              <a:ext cx="249238" cy="6350"/>
            </a:xfrm>
            <a:custGeom>
              <a:avLst/>
              <a:gdLst>
                <a:gd name="T0" fmla="*/ 2147483646 w 531"/>
                <a:gd name="T1" fmla="*/ 2147483646 h 14"/>
                <a:gd name="T2" fmla="*/ 2147483646 w 531"/>
                <a:gd name="T3" fmla="*/ 2147483646 h 14"/>
                <a:gd name="T4" fmla="*/ 0 w 531"/>
                <a:gd name="T5" fmla="*/ 2147483646 h 14"/>
                <a:gd name="T6" fmla="*/ 0 w 531"/>
                <a:gd name="T7" fmla="*/ 0 h 14"/>
                <a:gd name="T8" fmla="*/ 2147483646 w 531"/>
                <a:gd name="T9" fmla="*/ 0 h 14"/>
                <a:gd name="T10" fmla="*/ 2147483646 w 531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1"/>
                <a:gd name="T19" fmla="*/ 0 h 14"/>
                <a:gd name="T20" fmla="*/ 531 w 531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1" h="14">
                  <a:moveTo>
                    <a:pt x="531" y="14"/>
                  </a:moveTo>
                  <a:lnTo>
                    <a:pt x="5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Freeform 976"/>
            <p:cNvSpPr>
              <a:spLocks/>
            </p:cNvSpPr>
            <p:nvPr/>
          </p:nvSpPr>
          <p:spPr bwMode="gray">
            <a:xfrm>
              <a:off x="6034088" y="2705100"/>
              <a:ext cx="249238" cy="6350"/>
            </a:xfrm>
            <a:custGeom>
              <a:avLst/>
              <a:gdLst>
                <a:gd name="T0" fmla="*/ 2147483646 w 531"/>
                <a:gd name="T1" fmla="*/ 2147483646 h 14"/>
                <a:gd name="T2" fmla="*/ 2147483646 w 531"/>
                <a:gd name="T3" fmla="*/ 2147483646 h 14"/>
                <a:gd name="T4" fmla="*/ 0 w 531"/>
                <a:gd name="T5" fmla="*/ 2147483646 h 14"/>
                <a:gd name="T6" fmla="*/ 0 w 531"/>
                <a:gd name="T7" fmla="*/ 0 h 14"/>
                <a:gd name="T8" fmla="*/ 2147483646 w 531"/>
                <a:gd name="T9" fmla="*/ 0 h 14"/>
                <a:gd name="T10" fmla="*/ 2147483646 w 531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1"/>
                <a:gd name="T19" fmla="*/ 0 h 14"/>
                <a:gd name="T20" fmla="*/ 531 w 531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1" h="14">
                  <a:moveTo>
                    <a:pt x="531" y="14"/>
                  </a:moveTo>
                  <a:lnTo>
                    <a:pt x="5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Freeform 977"/>
            <p:cNvSpPr>
              <a:spLocks/>
            </p:cNvSpPr>
            <p:nvPr/>
          </p:nvSpPr>
          <p:spPr bwMode="gray">
            <a:xfrm>
              <a:off x="6034088" y="2841625"/>
              <a:ext cx="249238" cy="6350"/>
            </a:xfrm>
            <a:custGeom>
              <a:avLst/>
              <a:gdLst>
                <a:gd name="T0" fmla="*/ 2147483646 w 531"/>
                <a:gd name="T1" fmla="*/ 2147483646 h 14"/>
                <a:gd name="T2" fmla="*/ 2147483646 w 531"/>
                <a:gd name="T3" fmla="*/ 2147483646 h 14"/>
                <a:gd name="T4" fmla="*/ 0 w 531"/>
                <a:gd name="T5" fmla="*/ 2147483646 h 14"/>
                <a:gd name="T6" fmla="*/ 0 w 531"/>
                <a:gd name="T7" fmla="*/ 0 h 14"/>
                <a:gd name="T8" fmla="*/ 2147483646 w 531"/>
                <a:gd name="T9" fmla="*/ 0 h 14"/>
                <a:gd name="T10" fmla="*/ 2147483646 w 531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1"/>
                <a:gd name="T19" fmla="*/ 0 h 14"/>
                <a:gd name="T20" fmla="*/ 531 w 531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1" h="14">
                  <a:moveTo>
                    <a:pt x="531" y="14"/>
                  </a:moveTo>
                  <a:lnTo>
                    <a:pt x="5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Freeform 978"/>
            <p:cNvSpPr>
              <a:spLocks/>
            </p:cNvSpPr>
            <p:nvPr/>
          </p:nvSpPr>
          <p:spPr bwMode="gray">
            <a:xfrm>
              <a:off x="6089650" y="2968625"/>
              <a:ext cx="65088" cy="65088"/>
            </a:xfrm>
            <a:custGeom>
              <a:avLst/>
              <a:gdLst>
                <a:gd name="T0" fmla="*/ 2147483646 w 138"/>
                <a:gd name="T1" fmla="*/ 2147483646 h 139"/>
                <a:gd name="T2" fmla="*/ 2147483646 w 138"/>
                <a:gd name="T3" fmla="*/ 2147483646 h 139"/>
                <a:gd name="T4" fmla="*/ 0 w 138"/>
                <a:gd name="T5" fmla="*/ 2147483646 h 139"/>
                <a:gd name="T6" fmla="*/ 2147483646 w 138"/>
                <a:gd name="T7" fmla="*/ 0 h 139"/>
                <a:gd name="T8" fmla="*/ 2147483646 w 138"/>
                <a:gd name="T9" fmla="*/ 2147483646 h 139"/>
                <a:gd name="T10" fmla="*/ 2147483646 w 138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139"/>
                <a:gd name="T20" fmla="*/ 138 w 138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139">
                  <a:moveTo>
                    <a:pt x="69" y="139"/>
                  </a:moveTo>
                  <a:lnTo>
                    <a:pt x="69" y="139"/>
                  </a:lnTo>
                  <a:cubicBezTo>
                    <a:pt x="30" y="139"/>
                    <a:pt x="0" y="107"/>
                    <a:pt x="0" y="69"/>
                  </a:cubicBezTo>
                  <a:cubicBezTo>
                    <a:pt x="0" y="31"/>
                    <a:pt x="30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ubicBezTo>
                    <a:pt x="138" y="107"/>
                    <a:pt x="107" y="139"/>
                    <a:pt x="69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Freeform 979"/>
            <p:cNvSpPr>
              <a:spLocks/>
            </p:cNvSpPr>
            <p:nvPr/>
          </p:nvSpPr>
          <p:spPr bwMode="gray">
            <a:xfrm>
              <a:off x="6189663" y="2968625"/>
              <a:ext cx="66675" cy="6508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139"/>
                <a:gd name="T20" fmla="*/ 139 w 13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139">
                  <a:moveTo>
                    <a:pt x="70" y="139"/>
                  </a:moveTo>
                  <a:lnTo>
                    <a:pt x="70" y="139"/>
                  </a:ln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8"/>
                    <a:pt x="108" y="139"/>
                    <a:pt x="70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11" name="圆角矩形 110"/>
          <p:cNvSpPr/>
          <p:nvPr/>
        </p:nvSpPr>
        <p:spPr bwMode="gray">
          <a:xfrm>
            <a:off x="867694" y="2531762"/>
            <a:ext cx="805008" cy="2594813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2" name="圆角矩形 111"/>
          <p:cNvSpPr/>
          <p:nvPr/>
        </p:nvSpPr>
        <p:spPr bwMode="gray">
          <a:xfrm>
            <a:off x="2279490" y="2531762"/>
            <a:ext cx="805008" cy="2594813"/>
          </a:xfrm>
          <a:prstGeom prst="roundRect">
            <a:avLst>
              <a:gd name="adj" fmla="val 1113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3" name="组合 354"/>
          <p:cNvGrpSpPr/>
          <p:nvPr/>
        </p:nvGrpSpPr>
        <p:grpSpPr bwMode="gray">
          <a:xfrm>
            <a:off x="628317" y="5340155"/>
            <a:ext cx="552725" cy="438136"/>
            <a:chOff x="8737600" y="2220913"/>
            <a:chExt cx="911225" cy="723900"/>
          </a:xfrm>
        </p:grpSpPr>
        <p:sp>
          <p:nvSpPr>
            <p:cNvPr id="114" name="Freeform 314"/>
            <p:cNvSpPr/>
            <p:nvPr/>
          </p:nvSpPr>
          <p:spPr bwMode="gray">
            <a:xfrm>
              <a:off x="8966200" y="2846388"/>
              <a:ext cx="411163" cy="31750"/>
            </a:xfrm>
            <a:custGeom>
              <a:avLst/>
              <a:gdLst/>
              <a:ahLst/>
              <a:cxnLst>
                <a:cxn ang="0">
                  <a:pos x="411163" y="31750"/>
                </a:cxn>
                <a:cxn ang="0">
                  <a:pos x="411163" y="31750"/>
                </a:cxn>
                <a:cxn ang="0">
                  <a:pos x="0" y="31750"/>
                </a:cxn>
                <a:cxn ang="0">
                  <a:pos x="0" y="0"/>
                </a:cxn>
                <a:cxn ang="0">
                  <a:pos x="411163" y="0"/>
                </a:cxn>
                <a:cxn ang="0">
                  <a:pos x="411163" y="31750"/>
                </a:cxn>
              </a:cxnLst>
              <a:rect l="0" t="0" r="0" b="0"/>
              <a:pathLst>
                <a:path w="874" h="66">
                  <a:moveTo>
                    <a:pt x="874" y="66"/>
                  </a:moveTo>
                  <a:lnTo>
                    <a:pt x="874" y="66"/>
                  </a:lnTo>
                  <a:lnTo>
                    <a:pt x="0" y="66"/>
                  </a:lnTo>
                  <a:lnTo>
                    <a:pt x="0" y="0"/>
                  </a:lnTo>
                  <a:lnTo>
                    <a:pt x="874" y="0"/>
                  </a:lnTo>
                  <a:lnTo>
                    <a:pt x="874" y="66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5" name="Freeform 315"/>
            <p:cNvSpPr/>
            <p:nvPr/>
          </p:nvSpPr>
          <p:spPr bwMode="gray">
            <a:xfrm>
              <a:off x="9477375" y="2566988"/>
              <a:ext cx="171450" cy="311150"/>
            </a:xfrm>
            <a:custGeom>
              <a:avLst/>
              <a:gdLst/>
              <a:ahLst/>
              <a:cxnLst>
                <a:cxn ang="0">
                  <a:pos x="132569" y="311150"/>
                </a:cxn>
                <a:cxn ang="0">
                  <a:pos x="132569" y="311150"/>
                </a:cxn>
                <a:cxn ang="0">
                  <a:pos x="0" y="311150"/>
                </a:cxn>
                <a:cxn ang="0">
                  <a:pos x="0" y="280082"/>
                </a:cxn>
                <a:cxn ang="0">
                  <a:pos x="132569" y="280082"/>
                </a:cxn>
                <a:cxn ang="0">
                  <a:pos x="139127" y="278199"/>
                </a:cxn>
                <a:cxn ang="0">
                  <a:pos x="74951" y="7532"/>
                </a:cxn>
                <a:cxn ang="0">
                  <a:pos x="105400" y="0"/>
                </a:cxn>
                <a:cxn ang="0">
                  <a:pos x="169108" y="270668"/>
                </a:cxn>
                <a:cxn ang="0">
                  <a:pos x="163486" y="297499"/>
                </a:cxn>
                <a:cxn ang="0">
                  <a:pos x="132569" y="311150"/>
                </a:cxn>
              </a:cxnLst>
              <a:rect l="0" t="0" r="0" b="0"/>
              <a:pathLst>
                <a:path w="366" h="661">
                  <a:moveTo>
                    <a:pt x="283" y="661"/>
                  </a:moveTo>
                  <a:lnTo>
                    <a:pt x="283" y="661"/>
                  </a:lnTo>
                  <a:lnTo>
                    <a:pt x="0" y="661"/>
                  </a:lnTo>
                  <a:lnTo>
                    <a:pt x="0" y="595"/>
                  </a:lnTo>
                  <a:lnTo>
                    <a:pt x="283" y="595"/>
                  </a:lnTo>
                  <a:cubicBezTo>
                    <a:pt x="292" y="595"/>
                    <a:pt x="296" y="591"/>
                    <a:pt x="297" y="591"/>
                  </a:cubicBezTo>
                  <a:lnTo>
                    <a:pt x="160" y="16"/>
                  </a:lnTo>
                  <a:lnTo>
                    <a:pt x="225" y="0"/>
                  </a:lnTo>
                  <a:lnTo>
                    <a:pt x="361" y="575"/>
                  </a:lnTo>
                  <a:cubicBezTo>
                    <a:pt x="366" y="596"/>
                    <a:pt x="362" y="616"/>
                    <a:pt x="349" y="632"/>
                  </a:cubicBezTo>
                  <a:cubicBezTo>
                    <a:pt x="334" y="651"/>
                    <a:pt x="310" y="661"/>
                    <a:pt x="283" y="661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6" name="Freeform 316"/>
            <p:cNvSpPr/>
            <p:nvPr/>
          </p:nvSpPr>
          <p:spPr bwMode="gray">
            <a:xfrm>
              <a:off x="8872538" y="2573338"/>
              <a:ext cx="44450" cy="131763"/>
            </a:xfrm>
            <a:custGeom>
              <a:avLst/>
              <a:gdLst/>
              <a:ahLst/>
              <a:cxnLst>
                <a:cxn ang="0">
                  <a:pos x="30244" y="131763"/>
                </a:cxn>
                <a:cxn ang="0">
                  <a:pos x="30244" y="131763"/>
                </a:cxn>
                <a:cxn ang="0">
                  <a:pos x="0" y="128457"/>
                </a:cxn>
                <a:cxn ang="0">
                  <a:pos x="14206" y="0"/>
                </a:cxn>
                <a:cxn ang="0">
                  <a:pos x="44450" y="3306"/>
                </a:cxn>
                <a:cxn ang="0">
                  <a:pos x="30244" y="131763"/>
                </a:cxn>
              </a:cxnLst>
              <a:rect l="0" t="0" r="0" b="0"/>
              <a:pathLst>
                <a:path w="97" h="279">
                  <a:moveTo>
                    <a:pt x="66" y="279"/>
                  </a:moveTo>
                  <a:lnTo>
                    <a:pt x="66" y="279"/>
                  </a:lnTo>
                  <a:lnTo>
                    <a:pt x="0" y="272"/>
                  </a:lnTo>
                  <a:lnTo>
                    <a:pt x="31" y="0"/>
                  </a:lnTo>
                  <a:lnTo>
                    <a:pt x="97" y="7"/>
                  </a:lnTo>
                  <a:lnTo>
                    <a:pt x="66" y="279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7" name="Freeform 317"/>
            <p:cNvSpPr/>
            <p:nvPr/>
          </p:nvSpPr>
          <p:spPr bwMode="gray">
            <a:xfrm>
              <a:off x="9048750" y="2730500"/>
              <a:ext cx="87313" cy="34925"/>
            </a:xfrm>
            <a:custGeom>
              <a:avLst/>
              <a:gdLst/>
              <a:ahLst/>
              <a:cxnLst>
                <a:cxn ang="0">
                  <a:pos x="87313" y="28619"/>
                </a:cxn>
                <a:cxn ang="0">
                  <a:pos x="87313" y="28619"/>
                </a:cxn>
                <a:cxn ang="0">
                  <a:pos x="81619" y="34925"/>
                </a:cxn>
                <a:cxn ang="0">
                  <a:pos x="5694" y="34925"/>
                </a:cxn>
                <a:cxn ang="0">
                  <a:pos x="0" y="28619"/>
                </a:cxn>
                <a:cxn ang="0">
                  <a:pos x="0" y="5821"/>
                </a:cxn>
                <a:cxn ang="0">
                  <a:pos x="5694" y="0"/>
                </a:cxn>
                <a:cxn ang="0">
                  <a:pos x="81619" y="0"/>
                </a:cxn>
                <a:cxn ang="0">
                  <a:pos x="87313" y="5821"/>
                </a:cxn>
                <a:cxn ang="0">
                  <a:pos x="87313" y="28619"/>
                </a:cxn>
              </a:cxnLst>
              <a:rect l="0" t="0" r="0" b="0"/>
              <a:pathLst>
                <a:path w="184" h="72">
                  <a:moveTo>
                    <a:pt x="184" y="59"/>
                  </a:moveTo>
                  <a:lnTo>
                    <a:pt x="184" y="59"/>
                  </a:lnTo>
                  <a:cubicBezTo>
                    <a:pt x="184" y="66"/>
                    <a:pt x="179" y="72"/>
                    <a:pt x="172" y="72"/>
                  </a:cubicBezTo>
                  <a:lnTo>
                    <a:pt x="12" y="72"/>
                  </a:lnTo>
                  <a:cubicBezTo>
                    <a:pt x="5" y="72"/>
                    <a:pt x="0" y="66"/>
                    <a:pt x="0" y="59"/>
                  </a:cubicBezTo>
                  <a:lnTo>
                    <a:pt x="0" y="12"/>
                  </a:lnTo>
                  <a:cubicBezTo>
                    <a:pt x="0" y="5"/>
                    <a:pt x="5" y="0"/>
                    <a:pt x="12" y="0"/>
                  </a:cubicBezTo>
                  <a:lnTo>
                    <a:pt x="172" y="0"/>
                  </a:lnTo>
                  <a:cubicBezTo>
                    <a:pt x="179" y="0"/>
                    <a:pt x="184" y="5"/>
                    <a:pt x="184" y="12"/>
                  </a:cubicBezTo>
                  <a:lnTo>
                    <a:pt x="184" y="59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8" name="Freeform 318"/>
            <p:cNvSpPr/>
            <p:nvPr/>
          </p:nvSpPr>
          <p:spPr bwMode="gray">
            <a:xfrm>
              <a:off x="8855075" y="2652713"/>
              <a:ext cx="185738" cy="292100"/>
            </a:xfrm>
            <a:custGeom>
              <a:avLst/>
              <a:gdLst/>
              <a:ahLst/>
              <a:cxnLst>
                <a:cxn ang="0">
                  <a:pos x="18292" y="292100"/>
                </a:cxn>
                <a:cxn ang="0">
                  <a:pos x="18292" y="292100"/>
                </a:cxn>
                <a:cxn ang="0">
                  <a:pos x="0" y="274724"/>
                </a:cxn>
                <a:cxn ang="0">
                  <a:pos x="63320" y="226824"/>
                </a:cxn>
                <a:cxn ang="0">
                  <a:pos x="69886" y="222127"/>
                </a:cxn>
                <a:cxn ang="0">
                  <a:pos x="78329" y="216492"/>
                </a:cxn>
                <a:cxn ang="0">
                  <a:pos x="151967" y="158730"/>
                </a:cxn>
                <a:cxn ang="0">
                  <a:pos x="149622" y="157790"/>
                </a:cxn>
                <a:cxn ang="0">
                  <a:pos x="101781" y="174227"/>
                </a:cxn>
                <a:cxn ang="0">
                  <a:pos x="67541" y="178923"/>
                </a:cxn>
                <a:cxn ang="0">
                  <a:pos x="85833" y="119282"/>
                </a:cxn>
                <a:cxn ang="0">
                  <a:pos x="106940" y="94862"/>
                </a:cxn>
                <a:cxn ang="0">
                  <a:pos x="151029" y="39917"/>
                </a:cxn>
                <a:cxn ang="0">
                  <a:pos x="153375" y="33812"/>
                </a:cxn>
                <a:cxn ang="0">
                  <a:pos x="152436" y="34282"/>
                </a:cxn>
                <a:cxn ang="0">
                  <a:pos x="130392" y="53066"/>
                </a:cxn>
                <a:cxn ang="0">
                  <a:pos x="61444" y="114116"/>
                </a:cxn>
                <a:cxn ang="0">
                  <a:pos x="40337" y="100497"/>
                </a:cxn>
                <a:cxn ang="0">
                  <a:pos x="114445" y="33812"/>
                </a:cxn>
                <a:cxn ang="0">
                  <a:pos x="136489" y="15497"/>
                </a:cxn>
                <a:cxn ang="0">
                  <a:pos x="172136" y="7514"/>
                </a:cxn>
                <a:cxn ang="0">
                  <a:pos x="173543" y="50249"/>
                </a:cxn>
                <a:cxn ang="0">
                  <a:pos x="125701" y="111768"/>
                </a:cxn>
                <a:cxn ang="0">
                  <a:pos x="106471" y="133370"/>
                </a:cxn>
                <a:cxn ang="0">
                  <a:pos x="97559" y="147459"/>
                </a:cxn>
                <a:cxn ang="0">
                  <a:pos x="156189" y="133370"/>
                </a:cxn>
                <a:cxn ang="0">
                  <a:pos x="176826" y="149337"/>
                </a:cxn>
                <a:cxn ang="0">
                  <a:pos x="92400" y="237155"/>
                </a:cxn>
                <a:cxn ang="0">
                  <a:pos x="83957" y="242791"/>
                </a:cxn>
                <a:cxn ang="0">
                  <a:pos x="77391" y="247487"/>
                </a:cxn>
                <a:cxn ang="0">
                  <a:pos x="18292" y="292100"/>
                </a:cxn>
              </a:cxnLst>
              <a:rect l="0" t="0" r="0" b="0"/>
              <a:pathLst>
                <a:path w="396" h="622">
                  <a:moveTo>
                    <a:pt x="39" y="622"/>
                  </a:moveTo>
                  <a:lnTo>
                    <a:pt x="39" y="622"/>
                  </a:lnTo>
                  <a:lnTo>
                    <a:pt x="0" y="585"/>
                  </a:lnTo>
                  <a:cubicBezTo>
                    <a:pt x="21" y="563"/>
                    <a:pt x="78" y="523"/>
                    <a:pt x="135" y="483"/>
                  </a:cubicBezTo>
                  <a:lnTo>
                    <a:pt x="149" y="473"/>
                  </a:lnTo>
                  <a:cubicBezTo>
                    <a:pt x="153" y="470"/>
                    <a:pt x="159" y="466"/>
                    <a:pt x="167" y="461"/>
                  </a:cubicBezTo>
                  <a:cubicBezTo>
                    <a:pt x="273" y="388"/>
                    <a:pt x="312" y="354"/>
                    <a:pt x="324" y="338"/>
                  </a:cubicBezTo>
                  <a:cubicBezTo>
                    <a:pt x="323" y="337"/>
                    <a:pt x="321" y="336"/>
                    <a:pt x="319" y="336"/>
                  </a:cubicBezTo>
                  <a:cubicBezTo>
                    <a:pt x="311" y="334"/>
                    <a:pt x="280" y="330"/>
                    <a:pt x="217" y="371"/>
                  </a:cubicBezTo>
                  <a:cubicBezTo>
                    <a:pt x="201" y="382"/>
                    <a:pt x="166" y="404"/>
                    <a:pt x="144" y="381"/>
                  </a:cubicBezTo>
                  <a:cubicBezTo>
                    <a:pt x="134" y="371"/>
                    <a:pt x="116" y="352"/>
                    <a:pt x="183" y="254"/>
                  </a:cubicBezTo>
                  <a:cubicBezTo>
                    <a:pt x="191" y="242"/>
                    <a:pt x="207" y="224"/>
                    <a:pt x="228" y="202"/>
                  </a:cubicBezTo>
                  <a:cubicBezTo>
                    <a:pt x="262" y="164"/>
                    <a:pt x="309" y="113"/>
                    <a:pt x="322" y="85"/>
                  </a:cubicBezTo>
                  <a:cubicBezTo>
                    <a:pt x="324" y="80"/>
                    <a:pt x="326" y="76"/>
                    <a:pt x="327" y="72"/>
                  </a:cubicBezTo>
                  <a:cubicBezTo>
                    <a:pt x="326" y="73"/>
                    <a:pt x="326" y="73"/>
                    <a:pt x="325" y="73"/>
                  </a:cubicBezTo>
                  <a:cubicBezTo>
                    <a:pt x="314" y="83"/>
                    <a:pt x="297" y="97"/>
                    <a:pt x="278" y="113"/>
                  </a:cubicBezTo>
                  <a:cubicBezTo>
                    <a:pt x="231" y="153"/>
                    <a:pt x="142" y="227"/>
                    <a:pt x="131" y="243"/>
                  </a:cubicBezTo>
                  <a:lnTo>
                    <a:pt x="86" y="214"/>
                  </a:lnTo>
                  <a:cubicBezTo>
                    <a:pt x="98" y="196"/>
                    <a:pt x="147" y="153"/>
                    <a:pt x="244" y="72"/>
                  </a:cubicBezTo>
                  <a:cubicBezTo>
                    <a:pt x="263" y="57"/>
                    <a:pt x="279" y="43"/>
                    <a:pt x="291" y="33"/>
                  </a:cubicBezTo>
                  <a:cubicBezTo>
                    <a:pt x="329" y="0"/>
                    <a:pt x="353" y="5"/>
                    <a:pt x="367" y="16"/>
                  </a:cubicBezTo>
                  <a:cubicBezTo>
                    <a:pt x="388" y="32"/>
                    <a:pt x="389" y="65"/>
                    <a:pt x="370" y="107"/>
                  </a:cubicBezTo>
                  <a:cubicBezTo>
                    <a:pt x="354" y="143"/>
                    <a:pt x="306" y="195"/>
                    <a:pt x="268" y="238"/>
                  </a:cubicBezTo>
                  <a:cubicBezTo>
                    <a:pt x="250" y="257"/>
                    <a:pt x="233" y="276"/>
                    <a:pt x="227" y="284"/>
                  </a:cubicBezTo>
                  <a:cubicBezTo>
                    <a:pt x="220" y="294"/>
                    <a:pt x="213" y="305"/>
                    <a:pt x="208" y="314"/>
                  </a:cubicBezTo>
                  <a:cubicBezTo>
                    <a:pt x="257" y="286"/>
                    <a:pt x="300" y="276"/>
                    <a:pt x="333" y="284"/>
                  </a:cubicBezTo>
                  <a:cubicBezTo>
                    <a:pt x="352" y="289"/>
                    <a:pt x="368" y="301"/>
                    <a:pt x="377" y="318"/>
                  </a:cubicBezTo>
                  <a:cubicBezTo>
                    <a:pt x="396" y="354"/>
                    <a:pt x="356" y="396"/>
                    <a:pt x="197" y="505"/>
                  </a:cubicBezTo>
                  <a:cubicBezTo>
                    <a:pt x="190" y="510"/>
                    <a:pt x="184" y="514"/>
                    <a:pt x="179" y="517"/>
                  </a:cubicBezTo>
                  <a:lnTo>
                    <a:pt x="165" y="527"/>
                  </a:lnTo>
                  <a:cubicBezTo>
                    <a:pt x="128" y="553"/>
                    <a:pt x="58" y="602"/>
                    <a:pt x="39" y="622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9" name="Freeform 319"/>
            <p:cNvSpPr/>
            <p:nvPr/>
          </p:nvSpPr>
          <p:spPr bwMode="gray">
            <a:xfrm>
              <a:off x="8858250" y="2695575"/>
              <a:ext cx="100013" cy="53975"/>
            </a:xfrm>
            <a:custGeom>
              <a:avLst/>
              <a:gdLst/>
              <a:ahLst/>
              <a:cxnLst>
                <a:cxn ang="0">
                  <a:pos x="18574" y="53975"/>
                </a:cxn>
                <a:cxn ang="0">
                  <a:pos x="18574" y="53975"/>
                </a:cxn>
                <a:cxn ang="0">
                  <a:pos x="0" y="36457"/>
                </a:cxn>
                <a:cxn ang="0">
                  <a:pos x="67152" y="1894"/>
                </a:cxn>
                <a:cxn ang="0">
                  <a:pos x="100013" y="19412"/>
                </a:cxn>
                <a:cxn ang="0">
                  <a:pos x="79058" y="34089"/>
                </a:cxn>
                <a:cxn ang="0">
                  <a:pos x="64770" y="26988"/>
                </a:cxn>
                <a:cxn ang="0">
                  <a:pos x="18574" y="53975"/>
                </a:cxn>
              </a:cxnLst>
              <a:rect l="0" t="0" r="0" b="0"/>
              <a:pathLst>
                <a:path w="210" h="114">
                  <a:moveTo>
                    <a:pt x="39" y="114"/>
                  </a:moveTo>
                  <a:lnTo>
                    <a:pt x="39" y="114"/>
                  </a:lnTo>
                  <a:lnTo>
                    <a:pt x="0" y="77"/>
                  </a:lnTo>
                  <a:cubicBezTo>
                    <a:pt x="50" y="25"/>
                    <a:pt x="97" y="0"/>
                    <a:pt x="141" y="4"/>
                  </a:cubicBezTo>
                  <a:cubicBezTo>
                    <a:pt x="185" y="7"/>
                    <a:pt x="208" y="38"/>
                    <a:pt x="210" y="41"/>
                  </a:cubicBezTo>
                  <a:lnTo>
                    <a:pt x="166" y="72"/>
                  </a:lnTo>
                  <a:cubicBezTo>
                    <a:pt x="166" y="71"/>
                    <a:pt x="156" y="58"/>
                    <a:pt x="136" y="57"/>
                  </a:cubicBezTo>
                  <a:cubicBezTo>
                    <a:pt x="117" y="56"/>
                    <a:pt x="86" y="65"/>
                    <a:pt x="39" y="114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0" name="Freeform 320"/>
            <p:cNvSpPr/>
            <p:nvPr/>
          </p:nvSpPr>
          <p:spPr bwMode="gray">
            <a:xfrm>
              <a:off x="8737600" y="2689225"/>
              <a:ext cx="171450" cy="188913"/>
            </a:xfrm>
            <a:custGeom>
              <a:avLst/>
              <a:gdLst/>
              <a:ahLst/>
              <a:cxnLst>
                <a:cxn ang="0">
                  <a:pos x="24426" y="188913"/>
                </a:cxn>
                <a:cxn ang="0">
                  <a:pos x="24426" y="188913"/>
                </a:cxn>
                <a:cxn ang="0">
                  <a:pos x="0" y="182350"/>
                </a:cxn>
                <a:cxn ang="0">
                  <a:pos x="64352" y="41720"/>
                </a:cxn>
                <a:cxn ang="0">
                  <a:pos x="139509" y="938"/>
                </a:cxn>
                <a:cxn ang="0">
                  <a:pos x="171450" y="17813"/>
                </a:cxn>
                <a:cxn ang="0">
                  <a:pos x="154070" y="35626"/>
                </a:cxn>
                <a:cxn ang="0">
                  <a:pos x="138099" y="25782"/>
                </a:cxn>
                <a:cxn ang="0">
                  <a:pos x="83611" y="57658"/>
                </a:cxn>
                <a:cxn ang="0">
                  <a:pos x="24426" y="188913"/>
                </a:cxn>
              </a:cxnLst>
              <a:rect l="0" t="0" r="0" b="0"/>
              <a:pathLst>
                <a:path w="365" h="403">
                  <a:moveTo>
                    <a:pt x="52" y="403"/>
                  </a:moveTo>
                  <a:lnTo>
                    <a:pt x="52" y="403"/>
                  </a:lnTo>
                  <a:lnTo>
                    <a:pt x="0" y="389"/>
                  </a:lnTo>
                  <a:cubicBezTo>
                    <a:pt x="33" y="271"/>
                    <a:pt x="89" y="148"/>
                    <a:pt x="137" y="89"/>
                  </a:cubicBezTo>
                  <a:cubicBezTo>
                    <a:pt x="187" y="30"/>
                    <a:pt x="256" y="0"/>
                    <a:pt x="297" y="2"/>
                  </a:cubicBezTo>
                  <a:cubicBezTo>
                    <a:pt x="326" y="3"/>
                    <a:pt x="356" y="30"/>
                    <a:pt x="365" y="38"/>
                  </a:cubicBezTo>
                  <a:lnTo>
                    <a:pt x="328" y="76"/>
                  </a:lnTo>
                  <a:cubicBezTo>
                    <a:pt x="316" y="66"/>
                    <a:pt x="300" y="55"/>
                    <a:pt x="294" y="55"/>
                  </a:cubicBezTo>
                  <a:cubicBezTo>
                    <a:pt x="271" y="54"/>
                    <a:pt x="216" y="77"/>
                    <a:pt x="178" y="123"/>
                  </a:cubicBezTo>
                  <a:cubicBezTo>
                    <a:pt x="141" y="168"/>
                    <a:pt x="86" y="279"/>
                    <a:pt x="52" y="403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1" name="Freeform 321"/>
            <p:cNvSpPr>
              <a:spLocks noEditPoints="1"/>
            </p:cNvSpPr>
            <p:nvPr/>
          </p:nvSpPr>
          <p:spPr bwMode="gray">
            <a:xfrm>
              <a:off x="8886825" y="2220913"/>
              <a:ext cx="696913" cy="387350"/>
            </a:xfrm>
            <a:custGeom>
              <a:avLst/>
              <a:gdLst/>
              <a:ahLst/>
              <a:cxnLst>
                <a:cxn ang="0">
                  <a:pos x="38561" y="31496"/>
                </a:cxn>
                <a:cxn ang="0">
                  <a:pos x="38561" y="31496"/>
                </a:cxn>
                <a:cxn ang="0">
                  <a:pos x="31507" y="34316"/>
                </a:cxn>
                <a:cxn ang="0">
                  <a:pos x="31507" y="353504"/>
                </a:cxn>
                <a:cxn ang="0">
                  <a:pos x="38561" y="355854"/>
                </a:cxn>
                <a:cxn ang="0">
                  <a:pos x="658352" y="355854"/>
                </a:cxn>
                <a:cxn ang="0">
                  <a:pos x="665406" y="353034"/>
                </a:cxn>
                <a:cxn ang="0">
                  <a:pos x="665406" y="33846"/>
                </a:cxn>
                <a:cxn ang="0">
                  <a:pos x="658352" y="31496"/>
                </a:cxn>
                <a:cxn ang="0">
                  <a:pos x="38561" y="31496"/>
                </a:cxn>
                <a:cxn ang="0">
                  <a:pos x="658352" y="387350"/>
                </a:cxn>
                <a:cxn ang="0">
                  <a:pos x="658352" y="387350"/>
                </a:cxn>
                <a:cxn ang="0">
                  <a:pos x="38561" y="387350"/>
                </a:cxn>
                <a:cxn ang="0">
                  <a:pos x="0" y="353504"/>
                </a:cxn>
                <a:cxn ang="0">
                  <a:pos x="0" y="33846"/>
                </a:cxn>
                <a:cxn ang="0">
                  <a:pos x="38561" y="0"/>
                </a:cxn>
                <a:cxn ang="0">
                  <a:pos x="658352" y="0"/>
                </a:cxn>
                <a:cxn ang="0">
                  <a:pos x="696913" y="33846"/>
                </a:cxn>
                <a:cxn ang="0">
                  <a:pos x="696913" y="353504"/>
                </a:cxn>
                <a:cxn ang="0">
                  <a:pos x="658352" y="387350"/>
                </a:cxn>
              </a:cxnLst>
              <a:rect l="0" t="0" r="0" b="0"/>
              <a:pathLst>
                <a:path w="1482" h="824">
                  <a:moveTo>
                    <a:pt x="82" y="67"/>
                  </a:moveTo>
                  <a:lnTo>
                    <a:pt x="82" y="67"/>
                  </a:lnTo>
                  <a:cubicBezTo>
                    <a:pt x="73" y="67"/>
                    <a:pt x="68" y="71"/>
                    <a:pt x="67" y="73"/>
                  </a:cubicBezTo>
                  <a:lnTo>
                    <a:pt x="67" y="752"/>
                  </a:lnTo>
                  <a:cubicBezTo>
                    <a:pt x="68" y="753"/>
                    <a:pt x="73" y="757"/>
                    <a:pt x="82" y="757"/>
                  </a:cubicBezTo>
                  <a:lnTo>
                    <a:pt x="1400" y="757"/>
                  </a:lnTo>
                  <a:cubicBezTo>
                    <a:pt x="1409" y="757"/>
                    <a:pt x="1414" y="753"/>
                    <a:pt x="1415" y="751"/>
                  </a:cubicBezTo>
                  <a:lnTo>
                    <a:pt x="1415" y="72"/>
                  </a:lnTo>
                  <a:cubicBezTo>
                    <a:pt x="1414" y="71"/>
                    <a:pt x="1409" y="67"/>
                    <a:pt x="1400" y="67"/>
                  </a:cubicBezTo>
                  <a:lnTo>
                    <a:pt x="82" y="67"/>
                  </a:lnTo>
                  <a:close/>
                  <a:moveTo>
                    <a:pt x="1400" y="824"/>
                  </a:moveTo>
                  <a:lnTo>
                    <a:pt x="1400" y="824"/>
                  </a:lnTo>
                  <a:lnTo>
                    <a:pt x="82" y="824"/>
                  </a:lnTo>
                  <a:cubicBezTo>
                    <a:pt x="37" y="824"/>
                    <a:pt x="0" y="791"/>
                    <a:pt x="0" y="752"/>
                  </a:cubicBezTo>
                  <a:lnTo>
                    <a:pt x="0" y="72"/>
                  </a:lnTo>
                  <a:cubicBezTo>
                    <a:pt x="0" y="33"/>
                    <a:pt x="37" y="0"/>
                    <a:pt x="82" y="0"/>
                  </a:cubicBezTo>
                  <a:lnTo>
                    <a:pt x="1400" y="0"/>
                  </a:lnTo>
                  <a:cubicBezTo>
                    <a:pt x="1445" y="0"/>
                    <a:pt x="1482" y="33"/>
                    <a:pt x="1482" y="72"/>
                  </a:cubicBezTo>
                  <a:lnTo>
                    <a:pt x="1482" y="752"/>
                  </a:lnTo>
                  <a:cubicBezTo>
                    <a:pt x="1482" y="791"/>
                    <a:pt x="1445" y="824"/>
                    <a:pt x="1400" y="824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2" name="Freeform 322"/>
            <p:cNvSpPr>
              <a:spLocks noEditPoints="1"/>
            </p:cNvSpPr>
            <p:nvPr/>
          </p:nvSpPr>
          <p:spPr bwMode="gray">
            <a:xfrm>
              <a:off x="9069388" y="2635250"/>
              <a:ext cx="47625" cy="166688"/>
            </a:xfrm>
            <a:custGeom>
              <a:avLst/>
              <a:gdLst/>
              <a:ahLst/>
              <a:cxnLst>
                <a:cxn ang="0">
                  <a:pos x="12607" y="153938"/>
                </a:cxn>
                <a:cxn ang="0">
                  <a:pos x="12607" y="153938"/>
                </a:cxn>
                <a:cxn ang="0">
                  <a:pos x="35018" y="153938"/>
                </a:cxn>
                <a:cxn ang="0">
                  <a:pos x="35018" y="12277"/>
                </a:cxn>
                <a:cxn ang="0">
                  <a:pos x="12607" y="12277"/>
                </a:cxn>
                <a:cxn ang="0">
                  <a:pos x="12607" y="153938"/>
                </a:cxn>
                <a:cxn ang="0">
                  <a:pos x="47625" y="166688"/>
                </a:cxn>
                <a:cxn ang="0">
                  <a:pos x="47625" y="166688"/>
                </a:cxn>
                <a:cxn ang="0">
                  <a:pos x="0" y="166688"/>
                </a:cxn>
                <a:cxn ang="0">
                  <a:pos x="0" y="0"/>
                </a:cxn>
                <a:cxn ang="0">
                  <a:pos x="47625" y="0"/>
                </a:cxn>
                <a:cxn ang="0">
                  <a:pos x="47625" y="166688"/>
                </a:cxn>
              </a:cxnLst>
              <a:rect l="0" t="0" r="0" b="0"/>
              <a:pathLst>
                <a:path w="102" h="353">
                  <a:moveTo>
                    <a:pt x="27" y="326"/>
                  </a:moveTo>
                  <a:lnTo>
                    <a:pt x="27" y="326"/>
                  </a:lnTo>
                  <a:lnTo>
                    <a:pt x="75" y="326"/>
                  </a:lnTo>
                  <a:lnTo>
                    <a:pt x="75" y="26"/>
                  </a:lnTo>
                  <a:lnTo>
                    <a:pt x="27" y="26"/>
                  </a:lnTo>
                  <a:lnTo>
                    <a:pt x="27" y="326"/>
                  </a:lnTo>
                  <a:close/>
                  <a:moveTo>
                    <a:pt x="102" y="353"/>
                  </a:moveTo>
                  <a:lnTo>
                    <a:pt x="102" y="353"/>
                  </a:lnTo>
                  <a:lnTo>
                    <a:pt x="0" y="353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2" y="353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3" name="Freeform 323"/>
            <p:cNvSpPr/>
            <p:nvPr/>
          </p:nvSpPr>
          <p:spPr bwMode="gray">
            <a:xfrm>
              <a:off x="9234488" y="2676525"/>
              <a:ext cx="87313" cy="33338"/>
            </a:xfrm>
            <a:custGeom>
              <a:avLst/>
              <a:gdLst/>
              <a:ahLst/>
              <a:cxnLst>
                <a:cxn ang="0">
                  <a:pos x="87313" y="27319"/>
                </a:cxn>
                <a:cxn ang="0">
                  <a:pos x="87313" y="27319"/>
                </a:cxn>
                <a:cxn ang="0">
                  <a:pos x="81177" y="33338"/>
                </a:cxn>
                <a:cxn ang="0">
                  <a:pos x="6136" y="33338"/>
                </a:cxn>
                <a:cxn ang="0">
                  <a:pos x="0" y="27319"/>
                </a:cxn>
                <a:cxn ang="0">
                  <a:pos x="0" y="6019"/>
                </a:cxn>
                <a:cxn ang="0">
                  <a:pos x="6136" y="0"/>
                </a:cxn>
                <a:cxn ang="0">
                  <a:pos x="81177" y="0"/>
                </a:cxn>
                <a:cxn ang="0">
                  <a:pos x="87313" y="6019"/>
                </a:cxn>
                <a:cxn ang="0">
                  <a:pos x="87313" y="27319"/>
                </a:cxn>
              </a:cxnLst>
              <a:rect l="0" t="0" r="0" b="0"/>
              <a:pathLst>
                <a:path w="185" h="72">
                  <a:moveTo>
                    <a:pt x="185" y="59"/>
                  </a:moveTo>
                  <a:lnTo>
                    <a:pt x="185" y="59"/>
                  </a:lnTo>
                  <a:cubicBezTo>
                    <a:pt x="185" y="66"/>
                    <a:pt x="179" y="72"/>
                    <a:pt x="172" y="72"/>
                  </a:cubicBezTo>
                  <a:lnTo>
                    <a:pt x="13" y="72"/>
                  </a:lnTo>
                  <a:cubicBezTo>
                    <a:pt x="6" y="72"/>
                    <a:pt x="0" y="66"/>
                    <a:pt x="0" y="59"/>
                  </a:cubicBezTo>
                  <a:lnTo>
                    <a:pt x="0" y="13"/>
                  </a:lnTo>
                  <a:cubicBezTo>
                    <a:pt x="0" y="6"/>
                    <a:pt x="6" y="0"/>
                    <a:pt x="13" y="0"/>
                  </a:cubicBezTo>
                  <a:lnTo>
                    <a:pt x="172" y="0"/>
                  </a:lnTo>
                  <a:cubicBezTo>
                    <a:pt x="179" y="0"/>
                    <a:pt x="185" y="6"/>
                    <a:pt x="185" y="13"/>
                  </a:cubicBezTo>
                  <a:lnTo>
                    <a:pt x="185" y="59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4" name="Freeform 324"/>
            <p:cNvSpPr>
              <a:spLocks noEditPoints="1"/>
            </p:cNvSpPr>
            <p:nvPr/>
          </p:nvSpPr>
          <p:spPr bwMode="gray">
            <a:xfrm>
              <a:off x="9255125" y="2635250"/>
              <a:ext cx="47625" cy="166688"/>
            </a:xfrm>
            <a:custGeom>
              <a:avLst/>
              <a:gdLst/>
              <a:ahLst/>
              <a:cxnLst>
                <a:cxn ang="0">
                  <a:pos x="12731" y="153938"/>
                </a:cxn>
                <a:cxn ang="0">
                  <a:pos x="12731" y="153938"/>
                </a:cxn>
                <a:cxn ang="0">
                  <a:pos x="34894" y="153938"/>
                </a:cxn>
                <a:cxn ang="0">
                  <a:pos x="34894" y="12277"/>
                </a:cxn>
                <a:cxn ang="0">
                  <a:pos x="12731" y="12277"/>
                </a:cxn>
                <a:cxn ang="0">
                  <a:pos x="12731" y="153938"/>
                </a:cxn>
                <a:cxn ang="0">
                  <a:pos x="47625" y="166688"/>
                </a:cxn>
                <a:cxn ang="0">
                  <a:pos x="47625" y="166688"/>
                </a:cxn>
                <a:cxn ang="0">
                  <a:pos x="0" y="166688"/>
                </a:cxn>
                <a:cxn ang="0">
                  <a:pos x="0" y="0"/>
                </a:cxn>
                <a:cxn ang="0">
                  <a:pos x="47625" y="0"/>
                </a:cxn>
                <a:cxn ang="0">
                  <a:pos x="47625" y="166688"/>
                </a:cxn>
              </a:cxnLst>
              <a:rect l="0" t="0" r="0" b="0"/>
              <a:pathLst>
                <a:path w="101" h="353">
                  <a:moveTo>
                    <a:pt x="27" y="326"/>
                  </a:moveTo>
                  <a:lnTo>
                    <a:pt x="27" y="326"/>
                  </a:lnTo>
                  <a:lnTo>
                    <a:pt x="74" y="326"/>
                  </a:lnTo>
                  <a:lnTo>
                    <a:pt x="74" y="26"/>
                  </a:lnTo>
                  <a:lnTo>
                    <a:pt x="27" y="26"/>
                  </a:lnTo>
                  <a:lnTo>
                    <a:pt x="27" y="326"/>
                  </a:lnTo>
                  <a:close/>
                  <a:moveTo>
                    <a:pt x="101" y="353"/>
                  </a:moveTo>
                  <a:lnTo>
                    <a:pt x="101" y="353"/>
                  </a:lnTo>
                  <a:lnTo>
                    <a:pt x="0" y="353"/>
                  </a:lnTo>
                  <a:lnTo>
                    <a:pt x="0" y="0"/>
                  </a:lnTo>
                  <a:lnTo>
                    <a:pt x="101" y="0"/>
                  </a:lnTo>
                  <a:lnTo>
                    <a:pt x="101" y="353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5" name="Freeform 325"/>
            <p:cNvSpPr/>
            <p:nvPr/>
          </p:nvSpPr>
          <p:spPr bwMode="gray">
            <a:xfrm>
              <a:off x="9423400" y="2730500"/>
              <a:ext cx="87313" cy="34925"/>
            </a:xfrm>
            <a:custGeom>
              <a:avLst/>
              <a:gdLst/>
              <a:ahLst/>
              <a:cxnLst>
                <a:cxn ang="0">
                  <a:pos x="87313" y="28619"/>
                </a:cxn>
                <a:cxn ang="0">
                  <a:pos x="87313" y="28619"/>
                </a:cxn>
                <a:cxn ang="0">
                  <a:pos x="81177" y="34925"/>
                </a:cxn>
                <a:cxn ang="0">
                  <a:pos x="6136" y="34925"/>
                </a:cxn>
                <a:cxn ang="0">
                  <a:pos x="0" y="28619"/>
                </a:cxn>
                <a:cxn ang="0">
                  <a:pos x="0" y="5821"/>
                </a:cxn>
                <a:cxn ang="0">
                  <a:pos x="6136" y="0"/>
                </a:cxn>
                <a:cxn ang="0">
                  <a:pos x="81177" y="0"/>
                </a:cxn>
                <a:cxn ang="0">
                  <a:pos x="87313" y="5821"/>
                </a:cxn>
                <a:cxn ang="0">
                  <a:pos x="87313" y="28619"/>
                </a:cxn>
              </a:cxnLst>
              <a:rect l="0" t="0" r="0" b="0"/>
              <a:pathLst>
                <a:path w="185" h="72">
                  <a:moveTo>
                    <a:pt x="185" y="59"/>
                  </a:moveTo>
                  <a:lnTo>
                    <a:pt x="185" y="59"/>
                  </a:lnTo>
                  <a:cubicBezTo>
                    <a:pt x="185" y="66"/>
                    <a:pt x="179" y="72"/>
                    <a:pt x="172" y="72"/>
                  </a:cubicBezTo>
                  <a:lnTo>
                    <a:pt x="13" y="72"/>
                  </a:lnTo>
                  <a:cubicBezTo>
                    <a:pt x="6" y="72"/>
                    <a:pt x="0" y="66"/>
                    <a:pt x="0" y="59"/>
                  </a:cubicBezTo>
                  <a:lnTo>
                    <a:pt x="0" y="12"/>
                  </a:lnTo>
                  <a:cubicBezTo>
                    <a:pt x="0" y="5"/>
                    <a:pt x="6" y="0"/>
                    <a:pt x="13" y="0"/>
                  </a:cubicBezTo>
                  <a:lnTo>
                    <a:pt x="172" y="0"/>
                  </a:lnTo>
                  <a:cubicBezTo>
                    <a:pt x="179" y="0"/>
                    <a:pt x="185" y="5"/>
                    <a:pt x="185" y="12"/>
                  </a:cubicBezTo>
                  <a:lnTo>
                    <a:pt x="185" y="59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6" name="Freeform 326"/>
            <p:cNvSpPr>
              <a:spLocks noEditPoints="1"/>
            </p:cNvSpPr>
            <p:nvPr/>
          </p:nvSpPr>
          <p:spPr bwMode="gray">
            <a:xfrm>
              <a:off x="9444038" y="2635250"/>
              <a:ext cx="47625" cy="166688"/>
            </a:xfrm>
            <a:custGeom>
              <a:avLst/>
              <a:gdLst/>
              <a:ahLst/>
              <a:cxnLst>
                <a:cxn ang="0">
                  <a:pos x="12260" y="153938"/>
                </a:cxn>
                <a:cxn ang="0">
                  <a:pos x="12260" y="153938"/>
                </a:cxn>
                <a:cxn ang="0">
                  <a:pos x="34894" y="153938"/>
                </a:cxn>
                <a:cxn ang="0">
                  <a:pos x="34894" y="12277"/>
                </a:cxn>
                <a:cxn ang="0">
                  <a:pos x="12260" y="12277"/>
                </a:cxn>
                <a:cxn ang="0">
                  <a:pos x="12260" y="153938"/>
                </a:cxn>
                <a:cxn ang="0">
                  <a:pos x="47625" y="166688"/>
                </a:cxn>
                <a:cxn ang="0">
                  <a:pos x="47625" y="166688"/>
                </a:cxn>
                <a:cxn ang="0">
                  <a:pos x="0" y="166688"/>
                </a:cxn>
                <a:cxn ang="0">
                  <a:pos x="0" y="0"/>
                </a:cxn>
                <a:cxn ang="0">
                  <a:pos x="47625" y="0"/>
                </a:cxn>
                <a:cxn ang="0">
                  <a:pos x="47625" y="166688"/>
                </a:cxn>
              </a:cxnLst>
              <a:rect l="0" t="0" r="0" b="0"/>
              <a:pathLst>
                <a:path w="101" h="353">
                  <a:moveTo>
                    <a:pt x="26" y="326"/>
                  </a:moveTo>
                  <a:lnTo>
                    <a:pt x="26" y="326"/>
                  </a:lnTo>
                  <a:lnTo>
                    <a:pt x="74" y="326"/>
                  </a:lnTo>
                  <a:lnTo>
                    <a:pt x="74" y="26"/>
                  </a:lnTo>
                  <a:lnTo>
                    <a:pt x="26" y="26"/>
                  </a:lnTo>
                  <a:lnTo>
                    <a:pt x="26" y="326"/>
                  </a:lnTo>
                  <a:close/>
                  <a:moveTo>
                    <a:pt x="101" y="353"/>
                  </a:moveTo>
                  <a:lnTo>
                    <a:pt x="101" y="353"/>
                  </a:lnTo>
                  <a:lnTo>
                    <a:pt x="0" y="353"/>
                  </a:lnTo>
                  <a:lnTo>
                    <a:pt x="0" y="0"/>
                  </a:lnTo>
                  <a:lnTo>
                    <a:pt x="101" y="0"/>
                  </a:lnTo>
                  <a:lnTo>
                    <a:pt x="101" y="353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7" name="Freeform 327"/>
            <p:cNvSpPr/>
            <p:nvPr/>
          </p:nvSpPr>
          <p:spPr bwMode="gray">
            <a:xfrm>
              <a:off x="9447213" y="2828925"/>
              <a:ext cx="65088" cy="65088"/>
            </a:xfrm>
            <a:custGeom>
              <a:avLst/>
              <a:gdLst/>
              <a:ahLst/>
              <a:cxnLst>
                <a:cxn ang="0">
                  <a:pos x="32310" y="65088"/>
                </a:cxn>
                <a:cxn ang="0">
                  <a:pos x="32310" y="65088"/>
                </a:cxn>
                <a:cxn ang="0">
                  <a:pos x="0" y="32544"/>
                </a:cxn>
                <a:cxn ang="0">
                  <a:pos x="32310" y="0"/>
                </a:cxn>
                <a:cxn ang="0">
                  <a:pos x="65088" y="32544"/>
                </a:cxn>
                <a:cxn ang="0">
                  <a:pos x="32310" y="65088"/>
                </a:cxn>
              </a:cxnLst>
              <a:rect l="0" t="0" r="0" b="0"/>
              <a:pathLst>
                <a:path w="139" h="138">
                  <a:moveTo>
                    <a:pt x="69" y="138"/>
                  </a:moveTo>
                  <a:lnTo>
                    <a:pt x="69" y="138"/>
                  </a:lnTo>
                  <a:cubicBezTo>
                    <a:pt x="30" y="138"/>
                    <a:pt x="0" y="107"/>
                    <a:pt x="0" y="69"/>
                  </a:cubicBezTo>
                  <a:cubicBezTo>
                    <a:pt x="0" y="31"/>
                    <a:pt x="30" y="0"/>
                    <a:pt x="69" y="0"/>
                  </a:cubicBezTo>
                  <a:cubicBezTo>
                    <a:pt x="107" y="0"/>
                    <a:pt x="139" y="31"/>
                    <a:pt x="139" y="69"/>
                  </a:cubicBezTo>
                  <a:cubicBezTo>
                    <a:pt x="139" y="107"/>
                    <a:pt x="107" y="138"/>
                    <a:pt x="69" y="138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8" name="Freeform 328"/>
            <p:cNvSpPr/>
            <p:nvPr/>
          </p:nvSpPr>
          <p:spPr bwMode="gray">
            <a:xfrm>
              <a:off x="9334500" y="2828925"/>
              <a:ext cx="66675" cy="65088"/>
            </a:xfrm>
            <a:custGeom>
              <a:avLst/>
              <a:gdLst/>
              <a:ahLst/>
              <a:cxnLst>
                <a:cxn ang="0">
                  <a:pos x="33577" y="65088"/>
                </a:cxn>
                <a:cxn ang="0">
                  <a:pos x="33577" y="65088"/>
                </a:cxn>
                <a:cxn ang="0">
                  <a:pos x="0" y="32544"/>
                </a:cxn>
                <a:cxn ang="0">
                  <a:pos x="33577" y="0"/>
                </a:cxn>
                <a:cxn ang="0">
                  <a:pos x="66675" y="32544"/>
                </a:cxn>
                <a:cxn ang="0">
                  <a:pos x="33577" y="65088"/>
                </a:cxn>
              </a:cxnLst>
              <a:rect l="0" t="0" r="0" b="0"/>
              <a:pathLst>
                <a:path w="139" h="138">
                  <a:moveTo>
                    <a:pt x="70" y="138"/>
                  </a:moveTo>
                  <a:lnTo>
                    <a:pt x="70" y="138"/>
                  </a:lnTo>
                  <a:cubicBezTo>
                    <a:pt x="31" y="138"/>
                    <a:pt x="0" y="107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7"/>
                    <a:pt x="108" y="138"/>
                    <a:pt x="70" y="138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9" name="Freeform 329"/>
            <p:cNvSpPr>
              <a:spLocks noEditPoints="1"/>
            </p:cNvSpPr>
            <p:nvPr/>
          </p:nvSpPr>
          <p:spPr bwMode="gray">
            <a:xfrm>
              <a:off x="8963025" y="2325688"/>
              <a:ext cx="139700" cy="98425"/>
            </a:xfrm>
            <a:custGeom>
              <a:avLst/>
              <a:gdLst/>
              <a:ahLst/>
              <a:cxnLst>
                <a:cxn ang="0">
                  <a:pos x="69850" y="18837"/>
                </a:cxn>
                <a:cxn ang="0">
                  <a:pos x="69850" y="18837"/>
                </a:cxn>
                <a:cxn ang="0">
                  <a:pos x="18752" y="49448"/>
                </a:cxn>
                <a:cxn ang="0">
                  <a:pos x="69850" y="79588"/>
                </a:cxn>
                <a:cxn ang="0">
                  <a:pos x="120948" y="49448"/>
                </a:cxn>
                <a:cxn ang="0">
                  <a:pos x="69850" y="18837"/>
                </a:cxn>
                <a:cxn ang="0">
                  <a:pos x="69850" y="98425"/>
                </a:cxn>
                <a:cxn ang="0">
                  <a:pos x="69850" y="98425"/>
                </a:cxn>
                <a:cxn ang="0">
                  <a:pos x="0" y="49448"/>
                </a:cxn>
                <a:cxn ang="0">
                  <a:pos x="69850" y="0"/>
                </a:cxn>
                <a:cxn ang="0">
                  <a:pos x="139700" y="49448"/>
                </a:cxn>
                <a:cxn ang="0">
                  <a:pos x="69850" y="98425"/>
                </a:cxn>
              </a:cxnLst>
              <a:rect l="0" t="0" r="0" b="0"/>
              <a:pathLst>
                <a:path w="298" h="209">
                  <a:moveTo>
                    <a:pt x="149" y="40"/>
                  </a:moveTo>
                  <a:lnTo>
                    <a:pt x="149" y="40"/>
                  </a:lnTo>
                  <a:cubicBezTo>
                    <a:pt x="90" y="40"/>
                    <a:pt x="40" y="70"/>
                    <a:pt x="40" y="105"/>
                  </a:cubicBezTo>
                  <a:cubicBezTo>
                    <a:pt x="40" y="140"/>
                    <a:pt x="90" y="169"/>
                    <a:pt x="149" y="169"/>
                  </a:cubicBezTo>
                  <a:cubicBezTo>
                    <a:pt x="208" y="169"/>
                    <a:pt x="258" y="140"/>
                    <a:pt x="258" y="105"/>
                  </a:cubicBezTo>
                  <a:cubicBezTo>
                    <a:pt x="258" y="70"/>
                    <a:pt x="208" y="40"/>
                    <a:pt x="149" y="40"/>
                  </a:cubicBezTo>
                  <a:close/>
                  <a:moveTo>
                    <a:pt x="149" y="209"/>
                  </a:moveTo>
                  <a:lnTo>
                    <a:pt x="149" y="209"/>
                  </a:lnTo>
                  <a:cubicBezTo>
                    <a:pt x="66" y="209"/>
                    <a:pt x="0" y="163"/>
                    <a:pt x="0" y="105"/>
                  </a:cubicBezTo>
                  <a:cubicBezTo>
                    <a:pt x="0" y="46"/>
                    <a:pt x="66" y="0"/>
                    <a:pt x="149" y="0"/>
                  </a:cubicBezTo>
                  <a:cubicBezTo>
                    <a:pt x="232" y="0"/>
                    <a:pt x="298" y="46"/>
                    <a:pt x="298" y="105"/>
                  </a:cubicBezTo>
                  <a:cubicBezTo>
                    <a:pt x="298" y="163"/>
                    <a:pt x="232" y="209"/>
                    <a:pt x="149" y="209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0" name="Freeform 330"/>
            <p:cNvSpPr>
              <a:spLocks noEditPoints="1"/>
            </p:cNvSpPr>
            <p:nvPr/>
          </p:nvSpPr>
          <p:spPr bwMode="gray">
            <a:xfrm>
              <a:off x="8963025" y="2366963"/>
              <a:ext cx="139700" cy="138113"/>
            </a:xfrm>
            <a:custGeom>
              <a:avLst/>
              <a:gdLst/>
              <a:ahLst/>
              <a:cxnLst>
                <a:cxn ang="0">
                  <a:pos x="18752" y="82773"/>
                </a:cxn>
                <a:cxn ang="0">
                  <a:pos x="18752" y="82773"/>
                </a:cxn>
                <a:cxn ang="0">
                  <a:pos x="18752" y="88449"/>
                </a:cxn>
                <a:cxn ang="0">
                  <a:pos x="69850" y="119193"/>
                </a:cxn>
                <a:cxn ang="0">
                  <a:pos x="120948" y="88449"/>
                </a:cxn>
                <a:cxn ang="0">
                  <a:pos x="120948" y="82773"/>
                </a:cxn>
                <a:cxn ang="0">
                  <a:pos x="69850" y="98382"/>
                </a:cxn>
                <a:cxn ang="0">
                  <a:pos x="18752" y="82773"/>
                </a:cxn>
                <a:cxn ang="0">
                  <a:pos x="69850" y="138113"/>
                </a:cxn>
                <a:cxn ang="0">
                  <a:pos x="69850" y="138113"/>
                </a:cxn>
                <a:cxn ang="0">
                  <a:pos x="0" y="88449"/>
                </a:cxn>
                <a:cxn ang="0">
                  <a:pos x="0" y="9460"/>
                </a:cxn>
                <a:cxn ang="0">
                  <a:pos x="9376" y="0"/>
                </a:cxn>
                <a:cxn ang="0">
                  <a:pos x="18752" y="9460"/>
                </a:cxn>
                <a:cxn ang="0">
                  <a:pos x="18752" y="48718"/>
                </a:cxn>
                <a:cxn ang="0">
                  <a:pos x="69850" y="79462"/>
                </a:cxn>
                <a:cxn ang="0">
                  <a:pos x="120948" y="48718"/>
                </a:cxn>
                <a:cxn ang="0">
                  <a:pos x="120948" y="9460"/>
                </a:cxn>
                <a:cxn ang="0">
                  <a:pos x="139700" y="9460"/>
                </a:cxn>
                <a:cxn ang="0">
                  <a:pos x="139700" y="88449"/>
                </a:cxn>
                <a:cxn ang="0">
                  <a:pos x="69850" y="138113"/>
                </a:cxn>
              </a:cxnLst>
              <a:rect l="0" t="0" r="0" b="0"/>
              <a:pathLst>
                <a:path w="298" h="292">
                  <a:moveTo>
                    <a:pt x="40" y="175"/>
                  </a:moveTo>
                  <a:lnTo>
                    <a:pt x="40" y="175"/>
                  </a:lnTo>
                  <a:lnTo>
                    <a:pt x="40" y="187"/>
                  </a:lnTo>
                  <a:cubicBezTo>
                    <a:pt x="40" y="222"/>
                    <a:pt x="90" y="252"/>
                    <a:pt x="149" y="252"/>
                  </a:cubicBezTo>
                  <a:cubicBezTo>
                    <a:pt x="208" y="252"/>
                    <a:pt x="258" y="222"/>
                    <a:pt x="258" y="187"/>
                  </a:cubicBezTo>
                  <a:lnTo>
                    <a:pt x="258" y="175"/>
                  </a:lnTo>
                  <a:cubicBezTo>
                    <a:pt x="231" y="196"/>
                    <a:pt x="192" y="208"/>
                    <a:pt x="149" y="208"/>
                  </a:cubicBezTo>
                  <a:cubicBezTo>
                    <a:pt x="106" y="208"/>
                    <a:pt x="67" y="196"/>
                    <a:pt x="40" y="175"/>
                  </a:cubicBezTo>
                  <a:close/>
                  <a:moveTo>
                    <a:pt x="149" y="292"/>
                  </a:moveTo>
                  <a:lnTo>
                    <a:pt x="149" y="292"/>
                  </a:lnTo>
                  <a:cubicBezTo>
                    <a:pt x="66" y="292"/>
                    <a:pt x="0" y="246"/>
                    <a:pt x="0" y="187"/>
                  </a:cubicBezTo>
                  <a:lnTo>
                    <a:pt x="0" y="20"/>
                  </a:ln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lnTo>
                    <a:pt x="40" y="103"/>
                  </a:lnTo>
                  <a:cubicBezTo>
                    <a:pt x="40" y="138"/>
                    <a:pt x="90" y="168"/>
                    <a:pt x="149" y="168"/>
                  </a:cubicBezTo>
                  <a:cubicBezTo>
                    <a:pt x="208" y="168"/>
                    <a:pt x="258" y="138"/>
                    <a:pt x="258" y="103"/>
                  </a:cubicBezTo>
                  <a:lnTo>
                    <a:pt x="258" y="20"/>
                  </a:lnTo>
                  <a:lnTo>
                    <a:pt x="298" y="20"/>
                  </a:lnTo>
                  <a:lnTo>
                    <a:pt x="298" y="187"/>
                  </a:lnTo>
                  <a:cubicBezTo>
                    <a:pt x="298" y="246"/>
                    <a:pt x="232" y="292"/>
                    <a:pt x="149" y="292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1" name="Freeform 331"/>
            <p:cNvSpPr>
              <a:spLocks noEditPoints="1"/>
            </p:cNvSpPr>
            <p:nvPr/>
          </p:nvSpPr>
          <p:spPr bwMode="gray">
            <a:xfrm>
              <a:off x="9132888" y="2344738"/>
              <a:ext cx="158750" cy="157163"/>
            </a:xfrm>
            <a:custGeom>
              <a:avLst/>
              <a:gdLst/>
              <a:ahLst/>
              <a:cxnLst>
                <a:cxn ang="0">
                  <a:pos x="69247" y="19292"/>
                </a:cxn>
                <a:cxn ang="0">
                  <a:pos x="69247" y="19292"/>
                </a:cxn>
                <a:cxn ang="0">
                  <a:pos x="18843" y="78582"/>
                </a:cxn>
                <a:cxn ang="0">
                  <a:pos x="78668" y="138341"/>
                </a:cxn>
                <a:cxn ang="0">
                  <a:pos x="139436" y="87992"/>
                </a:cxn>
                <a:cxn ang="0">
                  <a:pos x="69247" y="87992"/>
                </a:cxn>
                <a:cxn ang="0">
                  <a:pos x="69247" y="19292"/>
                </a:cxn>
                <a:cxn ang="0">
                  <a:pos x="78668" y="157163"/>
                </a:cxn>
                <a:cxn ang="0">
                  <a:pos x="78668" y="157163"/>
                </a:cxn>
                <a:cxn ang="0">
                  <a:pos x="0" y="78582"/>
                </a:cxn>
                <a:cxn ang="0">
                  <a:pos x="78668" y="0"/>
                </a:cxn>
                <a:cxn ang="0">
                  <a:pos x="88090" y="0"/>
                </a:cxn>
                <a:cxn ang="0">
                  <a:pos x="88090" y="69171"/>
                </a:cxn>
                <a:cxn ang="0">
                  <a:pos x="158750" y="69171"/>
                </a:cxn>
                <a:cxn ang="0">
                  <a:pos x="158750" y="78582"/>
                </a:cxn>
                <a:cxn ang="0">
                  <a:pos x="78668" y="157163"/>
                </a:cxn>
              </a:cxnLst>
              <a:rect l="0" t="0" r="0" b="0"/>
              <a:pathLst>
                <a:path w="337" h="334">
                  <a:moveTo>
                    <a:pt x="147" y="41"/>
                  </a:moveTo>
                  <a:lnTo>
                    <a:pt x="147" y="41"/>
                  </a:lnTo>
                  <a:cubicBezTo>
                    <a:pt x="86" y="51"/>
                    <a:pt x="40" y="104"/>
                    <a:pt x="40" y="167"/>
                  </a:cubicBezTo>
                  <a:cubicBezTo>
                    <a:pt x="40" y="237"/>
                    <a:pt x="97" y="294"/>
                    <a:pt x="167" y="294"/>
                  </a:cubicBezTo>
                  <a:cubicBezTo>
                    <a:pt x="245" y="294"/>
                    <a:pt x="289" y="257"/>
                    <a:pt x="296" y="187"/>
                  </a:cubicBezTo>
                  <a:lnTo>
                    <a:pt x="147" y="187"/>
                  </a:lnTo>
                  <a:lnTo>
                    <a:pt x="147" y="41"/>
                  </a:lnTo>
                  <a:close/>
                  <a:moveTo>
                    <a:pt x="167" y="334"/>
                  </a:moveTo>
                  <a:lnTo>
                    <a:pt x="167" y="334"/>
                  </a:lnTo>
                  <a:cubicBezTo>
                    <a:pt x="75" y="334"/>
                    <a:pt x="0" y="259"/>
                    <a:pt x="0" y="167"/>
                  </a:cubicBezTo>
                  <a:cubicBezTo>
                    <a:pt x="0" y="75"/>
                    <a:pt x="75" y="0"/>
                    <a:pt x="167" y="0"/>
                  </a:cubicBezTo>
                  <a:lnTo>
                    <a:pt x="187" y="0"/>
                  </a:lnTo>
                  <a:lnTo>
                    <a:pt x="187" y="147"/>
                  </a:lnTo>
                  <a:lnTo>
                    <a:pt x="337" y="147"/>
                  </a:lnTo>
                  <a:lnTo>
                    <a:pt x="337" y="167"/>
                  </a:lnTo>
                  <a:cubicBezTo>
                    <a:pt x="337" y="273"/>
                    <a:pt x="275" y="334"/>
                    <a:pt x="167" y="334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2" name="Freeform 332"/>
            <p:cNvSpPr>
              <a:spLocks noEditPoints="1"/>
            </p:cNvSpPr>
            <p:nvPr/>
          </p:nvSpPr>
          <p:spPr bwMode="gray">
            <a:xfrm>
              <a:off x="9202738" y="2344738"/>
              <a:ext cx="87313" cy="87313"/>
            </a:xfrm>
            <a:custGeom>
              <a:avLst/>
              <a:gdLst/>
              <a:ahLst/>
              <a:cxnLst>
                <a:cxn ang="0">
                  <a:pos x="18677" y="68736"/>
                </a:cxn>
                <a:cxn ang="0">
                  <a:pos x="18677" y="68736"/>
                </a:cxn>
                <a:cxn ang="0">
                  <a:pos x="68170" y="68736"/>
                </a:cxn>
                <a:cxn ang="0">
                  <a:pos x="18677" y="19506"/>
                </a:cxn>
                <a:cxn ang="0">
                  <a:pos x="18677" y="68736"/>
                </a:cxn>
                <a:cxn ang="0">
                  <a:pos x="87313" y="87313"/>
                </a:cxn>
                <a:cxn ang="0">
                  <a:pos x="87313" y="87313"/>
                </a:cxn>
                <a:cxn ang="0">
                  <a:pos x="0" y="87313"/>
                </a:cxn>
                <a:cxn ang="0">
                  <a:pos x="0" y="0"/>
                </a:cxn>
                <a:cxn ang="0">
                  <a:pos x="9338" y="0"/>
                </a:cxn>
                <a:cxn ang="0">
                  <a:pos x="87313" y="78024"/>
                </a:cxn>
                <a:cxn ang="0">
                  <a:pos x="87313" y="87313"/>
                </a:cxn>
              </a:cxnLst>
              <a:rect l="0" t="0" r="0" b="0"/>
              <a:pathLst>
                <a:path w="187" h="188">
                  <a:moveTo>
                    <a:pt x="40" y="148"/>
                  </a:moveTo>
                  <a:lnTo>
                    <a:pt x="40" y="148"/>
                  </a:lnTo>
                  <a:lnTo>
                    <a:pt x="146" y="148"/>
                  </a:lnTo>
                  <a:cubicBezTo>
                    <a:pt x="137" y="93"/>
                    <a:pt x="94" y="51"/>
                    <a:pt x="40" y="42"/>
                  </a:cubicBezTo>
                  <a:lnTo>
                    <a:pt x="40" y="148"/>
                  </a:lnTo>
                  <a:close/>
                  <a:moveTo>
                    <a:pt x="187" y="188"/>
                  </a:moveTo>
                  <a:lnTo>
                    <a:pt x="187" y="188"/>
                  </a:lnTo>
                  <a:lnTo>
                    <a:pt x="0" y="188"/>
                  </a:lnTo>
                  <a:lnTo>
                    <a:pt x="0" y="0"/>
                  </a:lnTo>
                  <a:lnTo>
                    <a:pt x="20" y="0"/>
                  </a:lnTo>
                  <a:cubicBezTo>
                    <a:pt x="112" y="0"/>
                    <a:pt x="187" y="75"/>
                    <a:pt x="187" y="168"/>
                  </a:cubicBezTo>
                  <a:lnTo>
                    <a:pt x="187" y="188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3" name="Freeform 333"/>
            <p:cNvSpPr/>
            <p:nvPr/>
          </p:nvSpPr>
          <p:spPr bwMode="gray">
            <a:xfrm>
              <a:off x="9147175" y="2413000"/>
              <a:ext cx="74613" cy="63500"/>
            </a:xfrm>
            <a:custGeom>
              <a:avLst/>
              <a:gdLst/>
              <a:ahLst/>
              <a:cxnLst>
                <a:cxn ang="0">
                  <a:pos x="10389" y="63500"/>
                </a:cxn>
                <a:cxn ang="0">
                  <a:pos x="10389" y="63500"/>
                </a:cxn>
                <a:cxn ang="0">
                  <a:pos x="3306" y="60232"/>
                </a:cxn>
                <a:cxn ang="0">
                  <a:pos x="4250" y="47158"/>
                </a:cxn>
                <a:cxn ang="0">
                  <a:pos x="58085" y="3268"/>
                </a:cxn>
                <a:cxn ang="0">
                  <a:pos x="71307" y="4669"/>
                </a:cxn>
                <a:cxn ang="0">
                  <a:pos x="70363" y="17743"/>
                </a:cxn>
                <a:cxn ang="0">
                  <a:pos x="16528" y="61632"/>
                </a:cxn>
                <a:cxn ang="0">
                  <a:pos x="10389" y="63500"/>
                </a:cxn>
              </a:cxnLst>
              <a:rect l="0" t="0" r="0" b="0"/>
              <a:pathLst>
                <a:path w="158" h="136">
                  <a:moveTo>
                    <a:pt x="22" y="136"/>
                  </a:moveTo>
                  <a:lnTo>
                    <a:pt x="22" y="136"/>
                  </a:lnTo>
                  <a:cubicBezTo>
                    <a:pt x="16" y="136"/>
                    <a:pt x="11" y="134"/>
                    <a:pt x="7" y="129"/>
                  </a:cubicBezTo>
                  <a:cubicBezTo>
                    <a:pt x="0" y="121"/>
                    <a:pt x="1" y="108"/>
                    <a:pt x="9" y="101"/>
                  </a:cubicBezTo>
                  <a:lnTo>
                    <a:pt x="123" y="7"/>
                  </a:lnTo>
                  <a:cubicBezTo>
                    <a:pt x="132" y="0"/>
                    <a:pt x="144" y="2"/>
                    <a:pt x="151" y="10"/>
                  </a:cubicBezTo>
                  <a:cubicBezTo>
                    <a:pt x="158" y="19"/>
                    <a:pt x="157" y="31"/>
                    <a:pt x="149" y="38"/>
                  </a:cubicBezTo>
                  <a:lnTo>
                    <a:pt x="35" y="132"/>
                  </a:lnTo>
                  <a:cubicBezTo>
                    <a:pt x="31" y="135"/>
                    <a:pt x="27" y="136"/>
                    <a:pt x="22" y="136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4" name="Freeform 334"/>
            <p:cNvSpPr/>
            <p:nvPr/>
          </p:nvSpPr>
          <p:spPr bwMode="gray">
            <a:xfrm>
              <a:off x="9147175" y="2379663"/>
              <a:ext cx="71438" cy="12700"/>
            </a:xfrm>
            <a:custGeom>
              <a:avLst/>
              <a:gdLst/>
              <a:ahLst/>
              <a:cxnLst>
                <a:cxn ang="0">
                  <a:pos x="65205" y="12700"/>
                </a:cxn>
                <a:cxn ang="0">
                  <a:pos x="65205" y="12700"/>
                </a:cxn>
                <a:cxn ang="0">
                  <a:pos x="6233" y="12700"/>
                </a:cxn>
                <a:cxn ang="0">
                  <a:pos x="0" y="6350"/>
                </a:cxn>
                <a:cxn ang="0">
                  <a:pos x="6233" y="0"/>
                </a:cxn>
                <a:cxn ang="0">
                  <a:pos x="65205" y="0"/>
                </a:cxn>
                <a:cxn ang="0">
                  <a:pos x="71438" y="6350"/>
                </a:cxn>
                <a:cxn ang="0">
                  <a:pos x="65205" y="12700"/>
                </a:cxn>
              </a:cxnLst>
              <a:rect l="0" t="0" r="0" b="0"/>
              <a:pathLst>
                <a:path w="149" h="26">
                  <a:moveTo>
                    <a:pt x="136" y="26"/>
                  </a:moveTo>
                  <a:lnTo>
                    <a:pt x="136" y="26"/>
                  </a:lnTo>
                  <a:lnTo>
                    <a:pt x="13" y="26"/>
                  </a:lnTo>
                  <a:cubicBezTo>
                    <a:pt x="5" y="26"/>
                    <a:pt x="0" y="20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lnTo>
                    <a:pt x="136" y="0"/>
                  </a:lnTo>
                  <a:cubicBezTo>
                    <a:pt x="143" y="0"/>
                    <a:pt x="149" y="6"/>
                    <a:pt x="149" y="13"/>
                  </a:cubicBezTo>
                  <a:cubicBezTo>
                    <a:pt x="149" y="20"/>
                    <a:pt x="143" y="26"/>
                    <a:pt x="136" y="26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5" name="Freeform 335"/>
            <p:cNvSpPr/>
            <p:nvPr/>
          </p:nvSpPr>
          <p:spPr bwMode="gray">
            <a:xfrm>
              <a:off x="9137650" y="2403475"/>
              <a:ext cx="80963" cy="12700"/>
            </a:xfrm>
            <a:custGeom>
              <a:avLst/>
              <a:gdLst/>
              <a:ahLst/>
              <a:cxnLst>
                <a:cxn ang="0">
                  <a:pos x="74808" y="12700"/>
                </a:cxn>
                <a:cxn ang="0">
                  <a:pos x="74808" y="12700"/>
                </a:cxn>
                <a:cxn ang="0">
                  <a:pos x="6629" y="12700"/>
                </a:cxn>
                <a:cxn ang="0">
                  <a:pos x="0" y="6115"/>
                </a:cxn>
                <a:cxn ang="0">
                  <a:pos x="6629" y="0"/>
                </a:cxn>
                <a:cxn ang="0">
                  <a:pos x="74808" y="0"/>
                </a:cxn>
                <a:cxn ang="0">
                  <a:pos x="80963" y="6115"/>
                </a:cxn>
                <a:cxn ang="0">
                  <a:pos x="74808" y="12700"/>
                </a:cxn>
              </a:cxnLst>
              <a:rect l="0" t="0" r="0" b="0"/>
              <a:pathLst>
                <a:path w="171" h="27">
                  <a:moveTo>
                    <a:pt x="158" y="27"/>
                  </a:moveTo>
                  <a:lnTo>
                    <a:pt x="158" y="27"/>
                  </a:lnTo>
                  <a:lnTo>
                    <a:pt x="14" y="27"/>
                  </a:lnTo>
                  <a:cubicBezTo>
                    <a:pt x="6" y="27"/>
                    <a:pt x="0" y="21"/>
                    <a:pt x="0" y="13"/>
                  </a:cubicBezTo>
                  <a:cubicBezTo>
                    <a:pt x="0" y="6"/>
                    <a:pt x="6" y="0"/>
                    <a:pt x="14" y="0"/>
                  </a:cubicBezTo>
                  <a:lnTo>
                    <a:pt x="158" y="0"/>
                  </a:lnTo>
                  <a:cubicBezTo>
                    <a:pt x="165" y="0"/>
                    <a:pt x="171" y="6"/>
                    <a:pt x="171" y="13"/>
                  </a:cubicBezTo>
                  <a:cubicBezTo>
                    <a:pt x="171" y="21"/>
                    <a:pt x="165" y="27"/>
                    <a:pt x="158" y="27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6" name="Freeform 336"/>
            <p:cNvSpPr/>
            <p:nvPr/>
          </p:nvSpPr>
          <p:spPr bwMode="gray">
            <a:xfrm>
              <a:off x="9137650" y="2427288"/>
              <a:ext cx="69850" cy="11113"/>
            </a:xfrm>
            <a:custGeom>
              <a:avLst/>
              <a:gdLst/>
              <a:ahLst/>
              <a:cxnLst>
                <a:cxn ang="0">
                  <a:pos x="63243" y="11113"/>
                </a:cxn>
                <a:cxn ang="0">
                  <a:pos x="63243" y="11113"/>
                </a:cxn>
                <a:cxn ang="0">
                  <a:pos x="6607" y="11113"/>
                </a:cxn>
                <a:cxn ang="0">
                  <a:pos x="0" y="5557"/>
                </a:cxn>
                <a:cxn ang="0">
                  <a:pos x="6607" y="0"/>
                </a:cxn>
                <a:cxn ang="0">
                  <a:pos x="63243" y="0"/>
                </a:cxn>
                <a:cxn ang="0">
                  <a:pos x="69850" y="5557"/>
                </a:cxn>
                <a:cxn ang="0">
                  <a:pos x="63243" y="11113"/>
                </a:cxn>
              </a:cxnLst>
              <a:rect l="0" t="0" r="0" b="0"/>
              <a:pathLst>
                <a:path w="148" h="26">
                  <a:moveTo>
                    <a:pt x="134" y="26"/>
                  </a:moveTo>
                  <a:lnTo>
                    <a:pt x="134" y="26"/>
                  </a:lnTo>
                  <a:lnTo>
                    <a:pt x="14" y="26"/>
                  </a:lnTo>
                  <a:cubicBezTo>
                    <a:pt x="6" y="26"/>
                    <a:pt x="0" y="20"/>
                    <a:pt x="0" y="13"/>
                  </a:cubicBezTo>
                  <a:cubicBezTo>
                    <a:pt x="0" y="6"/>
                    <a:pt x="6" y="0"/>
                    <a:pt x="14" y="0"/>
                  </a:cubicBezTo>
                  <a:lnTo>
                    <a:pt x="134" y="0"/>
                  </a:lnTo>
                  <a:cubicBezTo>
                    <a:pt x="142" y="0"/>
                    <a:pt x="148" y="6"/>
                    <a:pt x="148" y="13"/>
                  </a:cubicBezTo>
                  <a:cubicBezTo>
                    <a:pt x="148" y="20"/>
                    <a:pt x="142" y="26"/>
                    <a:pt x="134" y="26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7" name="Freeform 337"/>
            <p:cNvSpPr/>
            <p:nvPr/>
          </p:nvSpPr>
          <p:spPr bwMode="gray">
            <a:xfrm>
              <a:off x="9332913" y="2344738"/>
              <a:ext cx="188913" cy="147638"/>
            </a:xfrm>
            <a:custGeom>
              <a:avLst/>
              <a:gdLst/>
              <a:ahLst/>
              <a:cxnLst>
                <a:cxn ang="0">
                  <a:pos x="179561" y="147638"/>
                </a:cxn>
                <a:cxn ang="0">
                  <a:pos x="179561" y="147638"/>
                </a:cxn>
                <a:cxn ang="0">
                  <a:pos x="0" y="147638"/>
                </a:cxn>
                <a:cxn ang="0">
                  <a:pos x="0" y="9434"/>
                </a:cxn>
                <a:cxn ang="0">
                  <a:pos x="9352" y="0"/>
                </a:cxn>
                <a:cxn ang="0">
                  <a:pos x="18704" y="9434"/>
                </a:cxn>
                <a:cxn ang="0">
                  <a:pos x="18704" y="128771"/>
                </a:cxn>
                <a:cxn ang="0">
                  <a:pos x="179561" y="128771"/>
                </a:cxn>
                <a:cxn ang="0">
                  <a:pos x="188913" y="138204"/>
                </a:cxn>
                <a:cxn ang="0">
                  <a:pos x="179561" y="147638"/>
                </a:cxn>
              </a:cxnLst>
              <a:rect l="0" t="0" r="0" b="0"/>
              <a:pathLst>
                <a:path w="404" h="313">
                  <a:moveTo>
                    <a:pt x="384" y="313"/>
                  </a:moveTo>
                  <a:lnTo>
                    <a:pt x="384" y="313"/>
                  </a:lnTo>
                  <a:lnTo>
                    <a:pt x="0" y="313"/>
                  </a:lnTo>
                  <a:lnTo>
                    <a:pt x="0" y="20"/>
                  </a:ln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lnTo>
                    <a:pt x="40" y="273"/>
                  </a:lnTo>
                  <a:lnTo>
                    <a:pt x="384" y="273"/>
                  </a:lnTo>
                  <a:cubicBezTo>
                    <a:pt x="395" y="273"/>
                    <a:pt x="404" y="282"/>
                    <a:pt x="404" y="293"/>
                  </a:cubicBezTo>
                  <a:cubicBezTo>
                    <a:pt x="404" y="305"/>
                    <a:pt x="395" y="313"/>
                    <a:pt x="384" y="313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8" name="Freeform 338"/>
            <p:cNvSpPr/>
            <p:nvPr/>
          </p:nvSpPr>
          <p:spPr bwMode="gray">
            <a:xfrm>
              <a:off x="9372600" y="2384425"/>
              <a:ext cx="128588" cy="60325"/>
            </a:xfrm>
            <a:custGeom>
              <a:avLst/>
              <a:gdLst/>
              <a:ahLst/>
              <a:cxnLst>
                <a:cxn ang="0">
                  <a:pos x="10325" y="59857"/>
                </a:cxn>
                <a:cxn ang="0">
                  <a:pos x="10325" y="59857"/>
                </a:cxn>
                <a:cxn ang="0">
                  <a:pos x="6570" y="58922"/>
                </a:cxn>
                <a:cxn ang="0">
                  <a:pos x="1877" y="46296"/>
                </a:cxn>
                <a:cxn ang="0">
                  <a:pos x="20649" y="6547"/>
                </a:cxn>
                <a:cxn ang="0">
                  <a:pos x="27219" y="1403"/>
                </a:cxn>
                <a:cxn ang="0">
                  <a:pos x="35197" y="3741"/>
                </a:cxn>
                <a:cxn ang="0">
                  <a:pos x="72272" y="37878"/>
                </a:cxn>
                <a:cxn ang="0">
                  <a:pos x="112163" y="3273"/>
                </a:cxn>
                <a:cxn ang="0">
                  <a:pos x="125303" y="4209"/>
                </a:cxn>
                <a:cxn ang="0">
                  <a:pos x="124364" y="17303"/>
                </a:cxn>
                <a:cxn ang="0">
                  <a:pos x="78373" y="57519"/>
                </a:cxn>
                <a:cxn ang="0">
                  <a:pos x="65702" y="57052"/>
                </a:cxn>
                <a:cxn ang="0">
                  <a:pos x="31912" y="26188"/>
                </a:cxn>
                <a:cxn ang="0">
                  <a:pos x="19241" y="54246"/>
                </a:cxn>
                <a:cxn ang="0">
                  <a:pos x="10325" y="59857"/>
                </a:cxn>
              </a:cxnLst>
              <a:rect l="0" t="0" r="0" b="0"/>
              <a:pathLst>
                <a:path w="274" h="129">
                  <a:moveTo>
                    <a:pt x="22" y="128"/>
                  </a:moveTo>
                  <a:lnTo>
                    <a:pt x="22" y="128"/>
                  </a:lnTo>
                  <a:cubicBezTo>
                    <a:pt x="20" y="128"/>
                    <a:pt x="17" y="127"/>
                    <a:pt x="14" y="126"/>
                  </a:cubicBezTo>
                  <a:cubicBezTo>
                    <a:pt x="4" y="121"/>
                    <a:pt x="0" y="109"/>
                    <a:pt x="4" y="99"/>
                  </a:cubicBezTo>
                  <a:lnTo>
                    <a:pt x="44" y="14"/>
                  </a:lnTo>
                  <a:cubicBezTo>
                    <a:pt x="46" y="8"/>
                    <a:pt x="52" y="4"/>
                    <a:pt x="58" y="3"/>
                  </a:cubicBezTo>
                  <a:cubicBezTo>
                    <a:pt x="64" y="2"/>
                    <a:pt x="71" y="3"/>
                    <a:pt x="75" y="8"/>
                  </a:cubicBezTo>
                  <a:lnTo>
                    <a:pt x="154" y="81"/>
                  </a:lnTo>
                  <a:lnTo>
                    <a:pt x="239" y="7"/>
                  </a:lnTo>
                  <a:cubicBezTo>
                    <a:pt x="247" y="0"/>
                    <a:pt x="260" y="1"/>
                    <a:pt x="267" y="9"/>
                  </a:cubicBezTo>
                  <a:cubicBezTo>
                    <a:pt x="274" y="18"/>
                    <a:pt x="273" y="30"/>
                    <a:pt x="265" y="37"/>
                  </a:cubicBezTo>
                  <a:lnTo>
                    <a:pt x="167" y="123"/>
                  </a:lnTo>
                  <a:cubicBezTo>
                    <a:pt x="159" y="129"/>
                    <a:pt x="148" y="129"/>
                    <a:pt x="140" y="122"/>
                  </a:cubicBezTo>
                  <a:lnTo>
                    <a:pt x="68" y="56"/>
                  </a:lnTo>
                  <a:lnTo>
                    <a:pt x="41" y="116"/>
                  </a:lnTo>
                  <a:cubicBezTo>
                    <a:pt x="37" y="123"/>
                    <a:pt x="30" y="128"/>
                    <a:pt x="22" y="128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39" name="组合 380"/>
          <p:cNvGrpSpPr>
            <a:grpSpLocks/>
          </p:cNvGrpSpPr>
          <p:nvPr/>
        </p:nvGrpSpPr>
        <p:grpSpPr bwMode="gray">
          <a:xfrm>
            <a:off x="1318230" y="5376812"/>
            <a:ext cx="568695" cy="364823"/>
            <a:chOff x="8448675" y="4338638"/>
            <a:chExt cx="757238" cy="485775"/>
          </a:xfrm>
        </p:grpSpPr>
        <p:sp>
          <p:nvSpPr>
            <p:cNvPr id="140" name="Freeform 309"/>
            <p:cNvSpPr>
              <a:spLocks noEditPoints="1"/>
            </p:cNvSpPr>
            <p:nvPr/>
          </p:nvSpPr>
          <p:spPr bwMode="gray">
            <a:xfrm>
              <a:off x="8448675" y="4338638"/>
              <a:ext cx="698500" cy="174625"/>
            </a:xfrm>
            <a:custGeom>
              <a:avLst/>
              <a:gdLst>
                <a:gd name="T0" fmla="*/ 2147483646 w 1486"/>
                <a:gd name="T1" fmla="*/ 2147483646 h 373"/>
                <a:gd name="T2" fmla="*/ 2147483646 w 1486"/>
                <a:gd name="T3" fmla="*/ 2147483646 h 373"/>
                <a:gd name="T4" fmla="*/ 2147483646 w 1486"/>
                <a:gd name="T5" fmla="*/ 2147483646 h 373"/>
                <a:gd name="T6" fmla="*/ 2147483646 w 1486"/>
                <a:gd name="T7" fmla="*/ 2147483646 h 373"/>
                <a:gd name="T8" fmla="*/ 2147483646 w 1486"/>
                <a:gd name="T9" fmla="*/ 2147483646 h 373"/>
                <a:gd name="T10" fmla="*/ 2147483646 w 1486"/>
                <a:gd name="T11" fmla="*/ 2147483646 h 373"/>
                <a:gd name="T12" fmla="*/ 2147483646 w 1486"/>
                <a:gd name="T13" fmla="*/ 2147483646 h 373"/>
                <a:gd name="T14" fmla="*/ 2147483646 w 1486"/>
                <a:gd name="T15" fmla="*/ 2147483646 h 373"/>
                <a:gd name="T16" fmla="*/ 2147483646 w 1486"/>
                <a:gd name="T17" fmla="*/ 2147483646 h 373"/>
                <a:gd name="T18" fmla="*/ 2147483646 w 1486"/>
                <a:gd name="T19" fmla="*/ 2147483646 h 373"/>
                <a:gd name="T20" fmla="*/ 2147483646 w 1486"/>
                <a:gd name="T21" fmla="*/ 2147483646 h 373"/>
                <a:gd name="T22" fmla="*/ 2147483646 w 1486"/>
                <a:gd name="T23" fmla="*/ 2147483646 h 373"/>
                <a:gd name="T24" fmla="*/ 2147483646 w 1486"/>
                <a:gd name="T25" fmla="*/ 2147483646 h 373"/>
                <a:gd name="T26" fmla="*/ 2147483646 w 1486"/>
                <a:gd name="T27" fmla="*/ 2147483646 h 373"/>
                <a:gd name="T28" fmla="*/ 2147483646 w 1486"/>
                <a:gd name="T29" fmla="*/ 2147483646 h 373"/>
                <a:gd name="T30" fmla="*/ 2147483646 w 1486"/>
                <a:gd name="T31" fmla="*/ 2147483646 h 373"/>
                <a:gd name="T32" fmla="*/ 2147483646 w 1486"/>
                <a:gd name="T33" fmla="*/ 2147483646 h 373"/>
                <a:gd name="T34" fmla="*/ 2147483646 w 1486"/>
                <a:gd name="T35" fmla="*/ 2147483646 h 373"/>
                <a:gd name="T36" fmla="*/ 2147483646 w 1486"/>
                <a:gd name="T37" fmla="*/ 2147483646 h 373"/>
                <a:gd name="T38" fmla="*/ 2147483646 w 1486"/>
                <a:gd name="T39" fmla="*/ 2147483646 h 373"/>
                <a:gd name="T40" fmla="*/ 2147483646 w 1486"/>
                <a:gd name="T41" fmla="*/ 2147483646 h 373"/>
                <a:gd name="T42" fmla="*/ 2147483646 w 1486"/>
                <a:gd name="T43" fmla="*/ 2147483646 h 37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86"/>
                <a:gd name="T67" fmla="*/ 0 h 373"/>
                <a:gd name="T68" fmla="*/ 1486 w 1486"/>
                <a:gd name="T69" fmla="*/ 373 h 373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86" h="373">
                  <a:moveTo>
                    <a:pt x="157" y="284"/>
                  </a:moveTo>
                  <a:lnTo>
                    <a:pt x="157" y="284"/>
                  </a:lnTo>
                  <a:cubicBezTo>
                    <a:pt x="200" y="296"/>
                    <a:pt x="252" y="307"/>
                    <a:pt x="309" y="307"/>
                  </a:cubicBezTo>
                  <a:cubicBezTo>
                    <a:pt x="331" y="307"/>
                    <a:pt x="353" y="305"/>
                    <a:pt x="374" y="302"/>
                  </a:cubicBezTo>
                  <a:lnTo>
                    <a:pt x="1405" y="112"/>
                  </a:lnTo>
                  <a:cubicBezTo>
                    <a:pt x="1408" y="103"/>
                    <a:pt x="1411" y="92"/>
                    <a:pt x="1408" y="83"/>
                  </a:cubicBezTo>
                  <a:cubicBezTo>
                    <a:pt x="1407" y="81"/>
                    <a:pt x="1405" y="75"/>
                    <a:pt x="1394" y="69"/>
                  </a:cubicBezTo>
                  <a:lnTo>
                    <a:pt x="157" y="284"/>
                  </a:lnTo>
                  <a:close/>
                  <a:moveTo>
                    <a:pt x="309" y="373"/>
                  </a:moveTo>
                  <a:lnTo>
                    <a:pt x="309" y="373"/>
                  </a:lnTo>
                  <a:cubicBezTo>
                    <a:pt x="150" y="373"/>
                    <a:pt x="24" y="304"/>
                    <a:pt x="19" y="301"/>
                  </a:cubicBezTo>
                  <a:cubicBezTo>
                    <a:pt x="7" y="294"/>
                    <a:pt x="0" y="280"/>
                    <a:pt x="2" y="266"/>
                  </a:cubicBezTo>
                  <a:cubicBezTo>
                    <a:pt x="5" y="252"/>
                    <a:pt x="16" y="241"/>
                    <a:pt x="29" y="239"/>
                  </a:cubicBezTo>
                  <a:lnTo>
                    <a:pt x="1392" y="1"/>
                  </a:lnTo>
                  <a:cubicBezTo>
                    <a:pt x="1398" y="0"/>
                    <a:pt x="1404" y="1"/>
                    <a:pt x="1410" y="3"/>
                  </a:cubicBezTo>
                  <a:cubicBezTo>
                    <a:pt x="1449" y="18"/>
                    <a:pt x="1465" y="43"/>
                    <a:pt x="1471" y="62"/>
                  </a:cubicBezTo>
                  <a:cubicBezTo>
                    <a:pt x="1486" y="108"/>
                    <a:pt x="1459" y="154"/>
                    <a:pt x="1456" y="159"/>
                  </a:cubicBezTo>
                  <a:cubicBezTo>
                    <a:pt x="1451" y="167"/>
                    <a:pt x="1443" y="173"/>
                    <a:pt x="1434" y="174"/>
                  </a:cubicBezTo>
                  <a:lnTo>
                    <a:pt x="385" y="368"/>
                  </a:lnTo>
                  <a:cubicBezTo>
                    <a:pt x="360" y="371"/>
                    <a:pt x="334" y="373"/>
                    <a:pt x="309" y="37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1" name="Freeform 310"/>
            <p:cNvSpPr>
              <a:spLocks/>
            </p:cNvSpPr>
            <p:nvPr/>
          </p:nvSpPr>
          <p:spPr bwMode="gray">
            <a:xfrm>
              <a:off x="8532813" y="4478338"/>
              <a:ext cx="125413" cy="144463"/>
            </a:xfrm>
            <a:custGeom>
              <a:avLst/>
              <a:gdLst>
                <a:gd name="T0" fmla="*/ 2147483646 w 269"/>
                <a:gd name="T1" fmla="*/ 2147483646 h 308"/>
                <a:gd name="T2" fmla="*/ 2147483646 w 269"/>
                <a:gd name="T3" fmla="*/ 2147483646 h 308"/>
                <a:gd name="T4" fmla="*/ 2147483646 w 269"/>
                <a:gd name="T5" fmla="*/ 2147483646 h 308"/>
                <a:gd name="T6" fmla="*/ 2147483646 w 269"/>
                <a:gd name="T7" fmla="*/ 2147483646 h 308"/>
                <a:gd name="T8" fmla="*/ 2147483646 w 269"/>
                <a:gd name="T9" fmla="*/ 2147483646 h 308"/>
                <a:gd name="T10" fmla="*/ 2147483646 w 269"/>
                <a:gd name="T11" fmla="*/ 2147483646 h 308"/>
                <a:gd name="T12" fmla="*/ 2147483646 w 269"/>
                <a:gd name="T13" fmla="*/ 2147483646 h 308"/>
                <a:gd name="T14" fmla="*/ 2147483646 w 269"/>
                <a:gd name="T15" fmla="*/ 2147483646 h 308"/>
                <a:gd name="T16" fmla="*/ 2147483646 w 269"/>
                <a:gd name="T17" fmla="*/ 2147483646 h 308"/>
                <a:gd name="T18" fmla="*/ 2147483646 w 269"/>
                <a:gd name="T19" fmla="*/ 2147483646 h 308"/>
                <a:gd name="T20" fmla="*/ 2147483646 w 269"/>
                <a:gd name="T21" fmla="*/ 2147483646 h 3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9"/>
                <a:gd name="T34" fmla="*/ 0 h 308"/>
                <a:gd name="T35" fmla="*/ 269 w 269"/>
                <a:gd name="T36" fmla="*/ 308 h 30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9" h="308">
                  <a:moveTo>
                    <a:pt x="195" y="308"/>
                  </a:moveTo>
                  <a:lnTo>
                    <a:pt x="195" y="308"/>
                  </a:lnTo>
                  <a:cubicBezTo>
                    <a:pt x="149" y="308"/>
                    <a:pt x="111" y="294"/>
                    <a:pt x="81" y="265"/>
                  </a:cubicBezTo>
                  <a:cubicBezTo>
                    <a:pt x="0" y="189"/>
                    <a:pt x="14" y="38"/>
                    <a:pt x="15" y="32"/>
                  </a:cubicBezTo>
                  <a:cubicBezTo>
                    <a:pt x="17" y="14"/>
                    <a:pt x="33" y="0"/>
                    <a:pt x="52" y="2"/>
                  </a:cubicBezTo>
                  <a:cubicBezTo>
                    <a:pt x="70" y="4"/>
                    <a:pt x="83" y="21"/>
                    <a:pt x="81" y="39"/>
                  </a:cubicBezTo>
                  <a:cubicBezTo>
                    <a:pt x="78" y="73"/>
                    <a:pt x="79" y="173"/>
                    <a:pt x="127" y="217"/>
                  </a:cubicBezTo>
                  <a:cubicBezTo>
                    <a:pt x="150" y="239"/>
                    <a:pt x="183" y="246"/>
                    <a:pt x="227" y="238"/>
                  </a:cubicBezTo>
                  <a:cubicBezTo>
                    <a:pt x="245" y="235"/>
                    <a:pt x="263" y="247"/>
                    <a:pt x="266" y="265"/>
                  </a:cubicBezTo>
                  <a:cubicBezTo>
                    <a:pt x="269" y="283"/>
                    <a:pt x="257" y="301"/>
                    <a:pt x="239" y="304"/>
                  </a:cubicBezTo>
                  <a:cubicBezTo>
                    <a:pt x="224" y="306"/>
                    <a:pt x="209" y="308"/>
                    <a:pt x="195" y="308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2" name="Freeform 311"/>
            <p:cNvSpPr>
              <a:spLocks noEditPoints="1"/>
            </p:cNvSpPr>
            <p:nvPr/>
          </p:nvSpPr>
          <p:spPr bwMode="gray">
            <a:xfrm>
              <a:off x="8624888" y="4389438"/>
              <a:ext cx="522288" cy="328613"/>
            </a:xfrm>
            <a:custGeom>
              <a:avLst/>
              <a:gdLst>
                <a:gd name="T0" fmla="*/ 2147483646 w 1110"/>
                <a:gd name="T1" fmla="*/ 2147483646 h 696"/>
                <a:gd name="T2" fmla="*/ 2147483646 w 1110"/>
                <a:gd name="T3" fmla="*/ 2147483646 h 696"/>
                <a:gd name="T4" fmla="*/ 2147483646 w 1110"/>
                <a:gd name="T5" fmla="*/ 2147483646 h 696"/>
                <a:gd name="T6" fmla="*/ 2147483646 w 1110"/>
                <a:gd name="T7" fmla="*/ 2147483646 h 696"/>
                <a:gd name="T8" fmla="*/ 2147483646 w 1110"/>
                <a:gd name="T9" fmla="*/ 2147483646 h 696"/>
                <a:gd name="T10" fmla="*/ 2147483646 w 1110"/>
                <a:gd name="T11" fmla="*/ 2147483646 h 696"/>
                <a:gd name="T12" fmla="*/ 2147483646 w 1110"/>
                <a:gd name="T13" fmla="*/ 2147483646 h 696"/>
                <a:gd name="T14" fmla="*/ 2147483646 w 1110"/>
                <a:gd name="T15" fmla="*/ 2147483646 h 696"/>
                <a:gd name="T16" fmla="*/ 2147483646 w 1110"/>
                <a:gd name="T17" fmla="*/ 2147483646 h 696"/>
                <a:gd name="T18" fmla="*/ 2147483646 w 1110"/>
                <a:gd name="T19" fmla="*/ 2147483646 h 696"/>
                <a:gd name="T20" fmla="*/ 2147483646 w 1110"/>
                <a:gd name="T21" fmla="*/ 2147483646 h 696"/>
                <a:gd name="T22" fmla="*/ 2147483646 w 1110"/>
                <a:gd name="T23" fmla="*/ 2147483646 h 696"/>
                <a:gd name="T24" fmla="*/ 2147483646 w 1110"/>
                <a:gd name="T25" fmla="*/ 2147483646 h 696"/>
                <a:gd name="T26" fmla="*/ 2147483646 w 1110"/>
                <a:gd name="T27" fmla="*/ 2147483646 h 696"/>
                <a:gd name="T28" fmla="*/ 2147483646 w 1110"/>
                <a:gd name="T29" fmla="*/ 2147483646 h 696"/>
                <a:gd name="T30" fmla="*/ 2147483646 w 1110"/>
                <a:gd name="T31" fmla="*/ 2147483646 h 696"/>
                <a:gd name="T32" fmla="*/ 2147483646 w 1110"/>
                <a:gd name="T33" fmla="*/ 2147483646 h 696"/>
                <a:gd name="T34" fmla="*/ 2147483646 w 1110"/>
                <a:gd name="T35" fmla="*/ 2147483646 h 696"/>
                <a:gd name="T36" fmla="*/ 2147483646 w 1110"/>
                <a:gd name="T37" fmla="*/ 2147483646 h 696"/>
                <a:gd name="T38" fmla="*/ 2147483646 w 1110"/>
                <a:gd name="T39" fmla="*/ 2147483646 h 696"/>
                <a:gd name="T40" fmla="*/ 2147483646 w 1110"/>
                <a:gd name="T41" fmla="*/ 2147483646 h 696"/>
                <a:gd name="T42" fmla="*/ 2147483646 w 1110"/>
                <a:gd name="T43" fmla="*/ 2147483646 h 696"/>
                <a:gd name="T44" fmla="*/ 2147483646 w 1110"/>
                <a:gd name="T45" fmla="*/ 2147483646 h 696"/>
                <a:gd name="T46" fmla="*/ 2147483646 w 1110"/>
                <a:gd name="T47" fmla="*/ 2147483646 h 696"/>
                <a:gd name="T48" fmla="*/ 2147483646 w 1110"/>
                <a:gd name="T49" fmla="*/ 2147483646 h 696"/>
                <a:gd name="T50" fmla="*/ 2147483646 w 1110"/>
                <a:gd name="T51" fmla="*/ 2147483646 h 696"/>
                <a:gd name="T52" fmla="*/ 2147483646 w 1110"/>
                <a:gd name="T53" fmla="*/ 2147483646 h 696"/>
                <a:gd name="T54" fmla="*/ 2147483646 w 1110"/>
                <a:gd name="T55" fmla="*/ 2147483646 h 696"/>
                <a:gd name="T56" fmla="*/ 2147483646 w 1110"/>
                <a:gd name="T57" fmla="*/ 2147483646 h 696"/>
                <a:gd name="T58" fmla="*/ 2147483646 w 1110"/>
                <a:gd name="T59" fmla="*/ 2147483646 h 696"/>
                <a:gd name="T60" fmla="*/ 2147483646 w 1110"/>
                <a:gd name="T61" fmla="*/ 2147483646 h 696"/>
                <a:gd name="T62" fmla="*/ 2147483646 w 1110"/>
                <a:gd name="T63" fmla="*/ 2147483646 h 696"/>
                <a:gd name="T64" fmla="*/ 2147483646 w 1110"/>
                <a:gd name="T65" fmla="*/ 2147483646 h 69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10"/>
                <a:gd name="T100" fmla="*/ 0 h 696"/>
                <a:gd name="T101" fmla="*/ 1110 w 1110"/>
                <a:gd name="T102" fmla="*/ 696 h 69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10" h="696">
                  <a:moveTo>
                    <a:pt x="411" y="361"/>
                  </a:moveTo>
                  <a:lnTo>
                    <a:pt x="411" y="361"/>
                  </a:lnTo>
                  <a:cubicBezTo>
                    <a:pt x="419" y="361"/>
                    <a:pt x="427" y="364"/>
                    <a:pt x="433" y="369"/>
                  </a:cubicBezTo>
                  <a:cubicBezTo>
                    <a:pt x="440" y="375"/>
                    <a:pt x="444" y="384"/>
                    <a:pt x="444" y="394"/>
                  </a:cubicBezTo>
                  <a:lnTo>
                    <a:pt x="444" y="513"/>
                  </a:lnTo>
                  <a:cubicBezTo>
                    <a:pt x="444" y="577"/>
                    <a:pt x="497" y="630"/>
                    <a:pt x="561" y="630"/>
                  </a:cubicBezTo>
                  <a:cubicBezTo>
                    <a:pt x="625" y="630"/>
                    <a:pt x="678" y="577"/>
                    <a:pt x="678" y="513"/>
                  </a:cubicBezTo>
                  <a:lnTo>
                    <a:pt x="678" y="342"/>
                  </a:lnTo>
                  <a:cubicBezTo>
                    <a:pt x="678" y="326"/>
                    <a:pt x="689" y="312"/>
                    <a:pt x="705" y="310"/>
                  </a:cubicBezTo>
                  <a:lnTo>
                    <a:pt x="883" y="279"/>
                  </a:lnTo>
                  <a:cubicBezTo>
                    <a:pt x="901" y="272"/>
                    <a:pt x="1023" y="218"/>
                    <a:pt x="1003" y="75"/>
                  </a:cubicBezTo>
                  <a:lnTo>
                    <a:pt x="119" y="244"/>
                  </a:lnTo>
                  <a:cubicBezTo>
                    <a:pt x="130" y="286"/>
                    <a:pt x="142" y="354"/>
                    <a:pt x="124" y="410"/>
                  </a:cubicBezTo>
                  <a:lnTo>
                    <a:pt x="405" y="361"/>
                  </a:lnTo>
                  <a:cubicBezTo>
                    <a:pt x="407" y="361"/>
                    <a:pt x="409" y="361"/>
                    <a:pt x="411" y="361"/>
                  </a:cubicBezTo>
                  <a:close/>
                  <a:moveTo>
                    <a:pt x="561" y="696"/>
                  </a:moveTo>
                  <a:lnTo>
                    <a:pt x="561" y="696"/>
                  </a:lnTo>
                  <a:cubicBezTo>
                    <a:pt x="460" y="696"/>
                    <a:pt x="378" y="614"/>
                    <a:pt x="378" y="513"/>
                  </a:cubicBezTo>
                  <a:lnTo>
                    <a:pt x="378" y="434"/>
                  </a:lnTo>
                  <a:lnTo>
                    <a:pt x="43" y="492"/>
                  </a:lnTo>
                  <a:cubicBezTo>
                    <a:pt x="26" y="495"/>
                    <a:pt x="9" y="484"/>
                    <a:pt x="5" y="467"/>
                  </a:cubicBezTo>
                  <a:cubicBezTo>
                    <a:pt x="0" y="451"/>
                    <a:pt x="10" y="433"/>
                    <a:pt x="26" y="428"/>
                  </a:cubicBezTo>
                  <a:cubicBezTo>
                    <a:pt x="41" y="422"/>
                    <a:pt x="50" y="413"/>
                    <a:pt x="57" y="399"/>
                  </a:cubicBezTo>
                  <a:cubicBezTo>
                    <a:pt x="80" y="350"/>
                    <a:pt x="56" y="261"/>
                    <a:pt x="45" y="230"/>
                  </a:cubicBezTo>
                  <a:cubicBezTo>
                    <a:pt x="41" y="221"/>
                    <a:pt x="42" y="211"/>
                    <a:pt x="47" y="202"/>
                  </a:cubicBezTo>
                  <a:cubicBezTo>
                    <a:pt x="52" y="194"/>
                    <a:pt x="60" y="188"/>
                    <a:pt x="70" y="186"/>
                  </a:cubicBezTo>
                  <a:lnTo>
                    <a:pt x="1023" y="3"/>
                  </a:lnTo>
                  <a:cubicBezTo>
                    <a:pt x="1040" y="0"/>
                    <a:pt x="1057" y="11"/>
                    <a:pt x="1061" y="28"/>
                  </a:cubicBezTo>
                  <a:cubicBezTo>
                    <a:pt x="1110" y="217"/>
                    <a:pt x="979" y="316"/>
                    <a:pt x="902" y="343"/>
                  </a:cubicBezTo>
                  <a:cubicBezTo>
                    <a:pt x="901" y="343"/>
                    <a:pt x="899" y="344"/>
                    <a:pt x="897" y="344"/>
                  </a:cubicBezTo>
                  <a:lnTo>
                    <a:pt x="744" y="371"/>
                  </a:lnTo>
                  <a:lnTo>
                    <a:pt x="744" y="513"/>
                  </a:lnTo>
                  <a:cubicBezTo>
                    <a:pt x="744" y="614"/>
                    <a:pt x="662" y="696"/>
                    <a:pt x="561" y="696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3" name="Freeform 312"/>
            <p:cNvSpPr>
              <a:spLocks/>
            </p:cNvSpPr>
            <p:nvPr/>
          </p:nvSpPr>
          <p:spPr bwMode="gray">
            <a:xfrm>
              <a:off x="8589963" y="4478338"/>
              <a:ext cx="95250" cy="92075"/>
            </a:xfrm>
            <a:custGeom>
              <a:avLst/>
              <a:gdLst>
                <a:gd name="T0" fmla="*/ 2147483646 w 204"/>
                <a:gd name="T1" fmla="*/ 2147483646 h 195"/>
                <a:gd name="T2" fmla="*/ 2147483646 w 204"/>
                <a:gd name="T3" fmla="*/ 2147483646 h 195"/>
                <a:gd name="T4" fmla="*/ 0 w 204"/>
                <a:gd name="T5" fmla="*/ 2147483646 h 195"/>
                <a:gd name="T6" fmla="*/ 2147483646 w 204"/>
                <a:gd name="T7" fmla="*/ 2147483646 h 195"/>
                <a:gd name="T8" fmla="*/ 2147483646 w 204"/>
                <a:gd name="T9" fmla="*/ 2147483646 h 195"/>
                <a:gd name="T10" fmla="*/ 2147483646 w 204"/>
                <a:gd name="T11" fmla="*/ 2147483646 h 195"/>
                <a:gd name="T12" fmla="*/ 2147483646 w 204"/>
                <a:gd name="T13" fmla="*/ 2147483646 h 195"/>
                <a:gd name="T14" fmla="*/ 2147483646 w 204"/>
                <a:gd name="T15" fmla="*/ 2147483646 h 195"/>
                <a:gd name="T16" fmla="*/ 2147483646 w 204"/>
                <a:gd name="T17" fmla="*/ 2147483646 h 195"/>
                <a:gd name="T18" fmla="*/ 2147483646 w 204"/>
                <a:gd name="T19" fmla="*/ 2147483646 h 195"/>
                <a:gd name="T20" fmla="*/ 2147483646 w 204"/>
                <a:gd name="T21" fmla="*/ 2147483646 h 195"/>
                <a:gd name="T22" fmla="*/ 2147483646 w 204"/>
                <a:gd name="T23" fmla="*/ 2147483646 h 19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95"/>
                <a:gd name="T38" fmla="*/ 204 w 204"/>
                <a:gd name="T39" fmla="*/ 195 h 19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95">
                  <a:moveTo>
                    <a:pt x="101" y="195"/>
                  </a:moveTo>
                  <a:lnTo>
                    <a:pt x="101" y="195"/>
                  </a:lnTo>
                  <a:cubicBezTo>
                    <a:pt x="45" y="195"/>
                    <a:pt x="0" y="149"/>
                    <a:pt x="0" y="94"/>
                  </a:cubicBezTo>
                  <a:cubicBezTo>
                    <a:pt x="0" y="61"/>
                    <a:pt x="16" y="29"/>
                    <a:pt x="44" y="11"/>
                  </a:cubicBezTo>
                  <a:cubicBezTo>
                    <a:pt x="59" y="0"/>
                    <a:pt x="80" y="4"/>
                    <a:pt x="90" y="19"/>
                  </a:cubicBezTo>
                  <a:cubicBezTo>
                    <a:pt x="101" y="34"/>
                    <a:pt x="97" y="55"/>
                    <a:pt x="82" y="65"/>
                  </a:cubicBezTo>
                  <a:cubicBezTo>
                    <a:pt x="72" y="72"/>
                    <a:pt x="67" y="82"/>
                    <a:pt x="67" y="94"/>
                  </a:cubicBezTo>
                  <a:cubicBezTo>
                    <a:pt x="67" y="113"/>
                    <a:pt x="82" y="128"/>
                    <a:pt x="101" y="128"/>
                  </a:cubicBezTo>
                  <a:cubicBezTo>
                    <a:pt x="119" y="128"/>
                    <a:pt x="134" y="115"/>
                    <a:pt x="135" y="97"/>
                  </a:cubicBezTo>
                  <a:cubicBezTo>
                    <a:pt x="137" y="79"/>
                    <a:pt x="153" y="66"/>
                    <a:pt x="172" y="67"/>
                  </a:cubicBezTo>
                  <a:cubicBezTo>
                    <a:pt x="190" y="69"/>
                    <a:pt x="204" y="86"/>
                    <a:pt x="202" y="104"/>
                  </a:cubicBezTo>
                  <a:cubicBezTo>
                    <a:pt x="197" y="156"/>
                    <a:pt x="153" y="195"/>
                    <a:pt x="101" y="19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4" name="Freeform 313"/>
            <p:cNvSpPr>
              <a:spLocks/>
            </p:cNvSpPr>
            <p:nvPr/>
          </p:nvSpPr>
          <p:spPr bwMode="gray">
            <a:xfrm>
              <a:off x="8872538" y="4686300"/>
              <a:ext cx="134938" cy="104775"/>
            </a:xfrm>
            <a:custGeom>
              <a:avLst/>
              <a:gdLst>
                <a:gd name="T0" fmla="*/ 2147483646 w 285"/>
                <a:gd name="T1" fmla="*/ 2147483646 h 221"/>
                <a:gd name="T2" fmla="*/ 2147483646 w 285"/>
                <a:gd name="T3" fmla="*/ 2147483646 h 221"/>
                <a:gd name="T4" fmla="*/ 2147483646 w 285"/>
                <a:gd name="T5" fmla="*/ 2147483646 h 221"/>
                <a:gd name="T6" fmla="*/ 0 w 285"/>
                <a:gd name="T7" fmla="*/ 2147483646 h 221"/>
                <a:gd name="T8" fmla="*/ 2147483646 w 285"/>
                <a:gd name="T9" fmla="*/ 0 h 221"/>
                <a:gd name="T10" fmla="*/ 2147483646 w 285"/>
                <a:gd name="T11" fmla="*/ 2147483646 h 221"/>
                <a:gd name="T12" fmla="*/ 2147483646 w 285"/>
                <a:gd name="T13" fmla="*/ 2147483646 h 221"/>
                <a:gd name="T14" fmla="*/ 2147483646 w 285"/>
                <a:gd name="T15" fmla="*/ 2147483646 h 221"/>
                <a:gd name="T16" fmla="*/ 2147483646 w 285"/>
                <a:gd name="T17" fmla="*/ 2147483646 h 221"/>
                <a:gd name="T18" fmla="*/ 2147483646 w 285"/>
                <a:gd name="T19" fmla="*/ 2147483646 h 2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5"/>
                <a:gd name="T31" fmla="*/ 0 h 221"/>
                <a:gd name="T32" fmla="*/ 285 w 285"/>
                <a:gd name="T33" fmla="*/ 221 h 22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5" h="221">
                  <a:moveTo>
                    <a:pt x="252" y="221"/>
                  </a:moveTo>
                  <a:lnTo>
                    <a:pt x="252" y="221"/>
                  </a:lnTo>
                  <a:lnTo>
                    <a:pt x="228" y="221"/>
                  </a:lnTo>
                  <a:cubicBezTo>
                    <a:pt x="47" y="221"/>
                    <a:pt x="0" y="98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2" y="0"/>
                    <a:pt x="66" y="15"/>
                    <a:pt x="66" y="33"/>
                  </a:cubicBezTo>
                  <a:cubicBezTo>
                    <a:pt x="66" y="38"/>
                    <a:pt x="68" y="154"/>
                    <a:pt x="228" y="154"/>
                  </a:cubicBezTo>
                  <a:lnTo>
                    <a:pt x="251" y="154"/>
                  </a:lnTo>
                  <a:cubicBezTo>
                    <a:pt x="270" y="154"/>
                    <a:pt x="285" y="169"/>
                    <a:pt x="285" y="187"/>
                  </a:cubicBezTo>
                  <a:cubicBezTo>
                    <a:pt x="285" y="206"/>
                    <a:pt x="270" y="221"/>
                    <a:pt x="252" y="22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5" name="Freeform 314"/>
            <p:cNvSpPr>
              <a:spLocks/>
            </p:cNvSpPr>
            <p:nvPr/>
          </p:nvSpPr>
          <p:spPr bwMode="gray">
            <a:xfrm>
              <a:off x="8801100" y="4533900"/>
              <a:ext cx="174625" cy="57150"/>
            </a:xfrm>
            <a:custGeom>
              <a:avLst/>
              <a:gdLst>
                <a:gd name="T0" fmla="*/ 2147483646 w 372"/>
                <a:gd name="T1" fmla="*/ 2147483646 h 122"/>
                <a:gd name="T2" fmla="*/ 2147483646 w 372"/>
                <a:gd name="T3" fmla="*/ 2147483646 h 122"/>
                <a:gd name="T4" fmla="*/ 2147483646 w 372"/>
                <a:gd name="T5" fmla="*/ 2147483646 h 122"/>
                <a:gd name="T6" fmla="*/ 2147483646 w 372"/>
                <a:gd name="T7" fmla="*/ 2147483646 h 122"/>
                <a:gd name="T8" fmla="*/ 2147483646 w 372"/>
                <a:gd name="T9" fmla="*/ 2147483646 h 122"/>
                <a:gd name="T10" fmla="*/ 2147483646 w 372"/>
                <a:gd name="T11" fmla="*/ 2147483646 h 122"/>
                <a:gd name="T12" fmla="*/ 2147483646 w 372"/>
                <a:gd name="T13" fmla="*/ 2147483646 h 122"/>
                <a:gd name="T14" fmla="*/ 2147483646 w 372"/>
                <a:gd name="T15" fmla="*/ 2147483646 h 122"/>
                <a:gd name="T16" fmla="*/ 2147483646 w 372"/>
                <a:gd name="T17" fmla="*/ 2147483646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72"/>
                <a:gd name="T28" fmla="*/ 0 h 122"/>
                <a:gd name="T29" fmla="*/ 372 w 372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72" h="122">
                  <a:moveTo>
                    <a:pt x="36" y="122"/>
                  </a:moveTo>
                  <a:lnTo>
                    <a:pt x="36" y="122"/>
                  </a:lnTo>
                  <a:cubicBezTo>
                    <a:pt x="20" y="122"/>
                    <a:pt x="6" y="110"/>
                    <a:pt x="3" y="94"/>
                  </a:cubicBezTo>
                  <a:cubicBezTo>
                    <a:pt x="0" y="76"/>
                    <a:pt x="12" y="59"/>
                    <a:pt x="30" y="55"/>
                  </a:cubicBezTo>
                  <a:lnTo>
                    <a:pt x="330" y="4"/>
                  </a:lnTo>
                  <a:cubicBezTo>
                    <a:pt x="349" y="0"/>
                    <a:pt x="366" y="13"/>
                    <a:pt x="369" y="31"/>
                  </a:cubicBezTo>
                  <a:cubicBezTo>
                    <a:pt x="372" y="49"/>
                    <a:pt x="360" y="66"/>
                    <a:pt x="342" y="69"/>
                  </a:cubicBezTo>
                  <a:lnTo>
                    <a:pt x="42" y="121"/>
                  </a:lnTo>
                  <a:cubicBezTo>
                    <a:pt x="40" y="122"/>
                    <a:pt x="38" y="122"/>
                    <a:pt x="36" y="122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6" name="Freeform 315"/>
            <p:cNvSpPr>
              <a:spLocks/>
            </p:cNvSpPr>
            <p:nvPr/>
          </p:nvSpPr>
          <p:spPr bwMode="gray">
            <a:xfrm>
              <a:off x="9058275" y="4741863"/>
              <a:ext cx="65088" cy="65088"/>
            </a:xfrm>
            <a:custGeom>
              <a:avLst/>
              <a:gdLst>
                <a:gd name="T0" fmla="*/ 2147483646 w 138"/>
                <a:gd name="T1" fmla="*/ 2147483646 h 139"/>
                <a:gd name="T2" fmla="*/ 2147483646 w 138"/>
                <a:gd name="T3" fmla="*/ 2147483646 h 139"/>
                <a:gd name="T4" fmla="*/ 2147483646 w 138"/>
                <a:gd name="T5" fmla="*/ 2147483646 h 139"/>
                <a:gd name="T6" fmla="*/ 0 w 138"/>
                <a:gd name="T7" fmla="*/ 2147483646 h 139"/>
                <a:gd name="T8" fmla="*/ 2147483646 w 138"/>
                <a:gd name="T9" fmla="*/ 0 h 139"/>
                <a:gd name="T10" fmla="*/ 2147483646 w 138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139"/>
                <a:gd name="T20" fmla="*/ 138 w 138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139">
                  <a:moveTo>
                    <a:pt x="138" y="69"/>
                  </a:moveTo>
                  <a:lnTo>
                    <a:pt x="138" y="69"/>
                  </a:lnTo>
                  <a:cubicBezTo>
                    <a:pt x="138" y="108"/>
                    <a:pt x="107" y="139"/>
                    <a:pt x="69" y="139"/>
                  </a:cubicBez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7" name="Freeform 316"/>
            <p:cNvSpPr>
              <a:spLocks/>
            </p:cNvSpPr>
            <p:nvPr/>
          </p:nvSpPr>
          <p:spPr bwMode="gray">
            <a:xfrm>
              <a:off x="8958263" y="4741863"/>
              <a:ext cx="65088" cy="6508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2147483646 w 139"/>
                <a:gd name="T5" fmla="*/ 2147483646 h 139"/>
                <a:gd name="T6" fmla="*/ 0 w 139"/>
                <a:gd name="T7" fmla="*/ 2147483646 h 139"/>
                <a:gd name="T8" fmla="*/ 2147483646 w 139"/>
                <a:gd name="T9" fmla="*/ 0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139"/>
                <a:gd name="T20" fmla="*/ 139 w 13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139">
                  <a:moveTo>
                    <a:pt x="139" y="69"/>
                  </a:moveTo>
                  <a:lnTo>
                    <a:pt x="139" y="69"/>
                  </a:lnTo>
                  <a:cubicBezTo>
                    <a:pt x="139" y="108"/>
                    <a:pt x="108" y="139"/>
                    <a:pt x="70" y="139"/>
                  </a:cubicBez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6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8" name="Freeform 371"/>
            <p:cNvSpPr>
              <a:spLocks/>
            </p:cNvSpPr>
            <p:nvPr/>
          </p:nvSpPr>
          <p:spPr bwMode="gray">
            <a:xfrm>
              <a:off x="9075738" y="4759325"/>
              <a:ext cx="95250" cy="31750"/>
            </a:xfrm>
            <a:custGeom>
              <a:avLst/>
              <a:gdLst>
                <a:gd name="T0" fmla="*/ 2147483646 w 202"/>
                <a:gd name="T1" fmla="*/ 2147483646 h 67"/>
                <a:gd name="T2" fmla="*/ 2147483646 w 202"/>
                <a:gd name="T3" fmla="*/ 2147483646 h 67"/>
                <a:gd name="T4" fmla="*/ 2147483646 w 202"/>
                <a:gd name="T5" fmla="*/ 2147483646 h 67"/>
                <a:gd name="T6" fmla="*/ 0 w 202"/>
                <a:gd name="T7" fmla="*/ 2147483646 h 67"/>
                <a:gd name="T8" fmla="*/ 2147483646 w 202"/>
                <a:gd name="T9" fmla="*/ 0 h 67"/>
                <a:gd name="T10" fmla="*/ 2147483646 w 202"/>
                <a:gd name="T11" fmla="*/ 0 h 67"/>
                <a:gd name="T12" fmla="*/ 2147483646 w 202"/>
                <a:gd name="T13" fmla="*/ 2147483646 h 67"/>
                <a:gd name="T14" fmla="*/ 2147483646 w 202"/>
                <a:gd name="T15" fmla="*/ 2147483646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2"/>
                <a:gd name="T25" fmla="*/ 0 h 67"/>
                <a:gd name="T26" fmla="*/ 202 w 202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2" h="67">
                  <a:moveTo>
                    <a:pt x="169" y="67"/>
                  </a:moveTo>
                  <a:lnTo>
                    <a:pt x="169" y="67"/>
                  </a:lnTo>
                  <a:lnTo>
                    <a:pt x="33" y="67"/>
                  </a:lnTo>
                  <a:cubicBezTo>
                    <a:pt x="15" y="67"/>
                    <a:pt x="0" y="52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lnTo>
                    <a:pt x="169" y="0"/>
                  </a:lnTo>
                  <a:cubicBezTo>
                    <a:pt x="187" y="0"/>
                    <a:pt x="202" y="15"/>
                    <a:pt x="202" y="33"/>
                  </a:cubicBezTo>
                  <a:cubicBezTo>
                    <a:pt x="202" y="52"/>
                    <a:pt x="187" y="67"/>
                    <a:pt x="169" y="67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9" name="Freeform 372"/>
            <p:cNvSpPr>
              <a:spLocks/>
            </p:cNvSpPr>
            <p:nvPr/>
          </p:nvSpPr>
          <p:spPr bwMode="gray">
            <a:xfrm>
              <a:off x="9155113" y="4724400"/>
              <a:ext cx="50800" cy="100013"/>
            </a:xfrm>
            <a:custGeom>
              <a:avLst/>
              <a:gdLst>
                <a:gd name="T0" fmla="*/ 2147483646 w 107"/>
                <a:gd name="T1" fmla="*/ 2147483646 h 215"/>
                <a:gd name="T2" fmla="*/ 2147483646 w 107"/>
                <a:gd name="T3" fmla="*/ 2147483646 h 215"/>
                <a:gd name="T4" fmla="*/ 0 w 107"/>
                <a:gd name="T5" fmla="*/ 2147483646 h 215"/>
                <a:gd name="T6" fmla="*/ 2147483646 w 107"/>
                <a:gd name="T7" fmla="*/ 0 h 2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215"/>
                <a:gd name="T14" fmla="*/ 107 w 107"/>
                <a:gd name="T15" fmla="*/ 215 h 2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215">
                  <a:moveTo>
                    <a:pt x="107" y="215"/>
                  </a:moveTo>
                  <a:lnTo>
                    <a:pt x="107" y="215"/>
                  </a:lnTo>
                  <a:cubicBezTo>
                    <a:pt x="48" y="215"/>
                    <a:pt x="0" y="167"/>
                    <a:pt x="0" y="107"/>
                  </a:cubicBezTo>
                  <a:cubicBezTo>
                    <a:pt x="0" y="48"/>
                    <a:pt x="48" y="0"/>
                    <a:pt x="107" y="0"/>
                  </a:cubicBezTo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50" name="组合 157"/>
          <p:cNvGrpSpPr>
            <a:grpSpLocks/>
          </p:cNvGrpSpPr>
          <p:nvPr/>
        </p:nvGrpSpPr>
        <p:grpSpPr bwMode="gray">
          <a:xfrm>
            <a:off x="2424133" y="5321231"/>
            <a:ext cx="616542" cy="475985"/>
            <a:chOff x="9228137" y="1757363"/>
            <a:chExt cx="985838" cy="762001"/>
          </a:xfrm>
        </p:grpSpPr>
        <p:sp>
          <p:nvSpPr>
            <p:cNvPr id="151" name="Oval 47"/>
            <p:cNvSpPr>
              <a:spLocks noChangeArrowheads="1"/>
            </p:cNvSpPr>
            <p:nvPr/>
          </p:nvSpPr>
          <p:spPr bwMode="gray">
            <a:xfrm>
              <a:off x="9601200" y="2422526"/>
              <a:ext cx="95250" cy="9683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2" name="Oval 48"/>
            <p:cNvSpPr>
              <a:spLocks noChangeArrowheads="1"/>
            </p:cNvSpPr>
            <p:nvPr/>
          </p:nvSpPr>
          <p:spPr bwMode="gray">
            <a:xfrm>
              <a:off x="9748837" y="2422526"/>
              <a:ext cx="96838" cy="9683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3" name="Freeform 107"/>
            <p:cNvSpPr>
              <a:spLocks noEditPoints="1"/>
            </p:cNvSpPr>
            <p:nvPr/>
          </p:nvSpPr>
          <p:spPr bwMode="gray">
            <a:xfrm>
              <a:off x="9564687" y="1862138"/>
              <a:ext cx="312738" cy="311150"/>
            </a:xfrm>
            <a:custGeom>
              <a:avLst/>
              <a:gdLst>
                <a:gd name="T0" fmla="*/ 157391 w 153"/>
                <a:gd name="T1" fmla="*/ 311150 h 152"/>
                <a:gd name="T2" fmla="*/ 0 w 153"/>
                <a:gd name="T3" fmla="*/ 155575 h 152"/>
                <a:gd name="T4" fmla="*/ 157391 w 153"/>
                <a:gd name="T5" fmla="*/ 0 h 152"/>
                <a:gd name="T6" fmla="*/ 312738 w 153"/>
                <a:gd name="T7" fmla="*/ 155575 h 152"/>
                <a:gd name="T8" fmla="*/ 157391 w 153"/>
                <a:gd name="T9" fmla="*/ 311150 h 152"/>
                <a:gd name="T10" fmla="*/ 157391 w 153"/>
                <a:gd name="T11" fmla="*/ 36847 h 152"/>
                <a:gd name="T12" fmla="*/ 36793 w 153"/>
                <a:gd name="T13" fmla="*/ 155575 h 152"/>
                <a:gd name="T14" fmla="*/ 157391 w 153"/>
                <a:gd name="T15" fmla="*/ 274303 h 152"/>
                <a:gd name="T16" fmla="*/ 275945 w 153"/>
                <a:gd name="T17" fmla="*/ 155575 h 152"/>
                <a:gd name="T18" fmla="*/ 157391 w 153"/>
                <a:gd name="T19" fmla="*/ 36847 h 1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3"/>
                <a:gd name="T31" fmla="*/ 0 h 152"/>
                <a:gd name="T32" fmla="*/ 153 w 153"/>
                <a:gd name="T33" fmla="*/ 152 h 15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3" h="152">
                  <a:moveTo>
                    <a:pt x="77" y="152"/>
                  </a:moveTo>
                  <a:cubicBezTo>
                    <a:pt x="35" y="152"/>
                    <a:pt x="0" y="118"/>
                    <a:pt x="0" y="76"/>
                  </a:cubicBezTo>
                  <a:cubicBezTo>
                    <a:pt x="0" y="34"/>
                    <a:pt x="35" y="0"/>
                    <a:pt x="77" y="0"/>
                  </a:cubicBezTo>
                  <a:cubicBezTo>
                    <a:pt x="119" y="0"/>
                    <a:pt x="153" y="34"/>
                    <a:pt x="153" y="76"/>
                  </a:cubicBezTo>
                  <a:cubicBezTo>
                    <a:pt x="153" y="118"/>
                    <a:pt x="119" y="152"/>
                    <a:pt x="77" y="152"/>
                  </a:cubicBezTo>
                  <a:close/>
                  <a:moveTo>
                    <a:pt x="77" y="18"/>
                  </a:moveTo>
                  <a:cubicBezTo>
                    <a:pt x="45" y="18"/>
                    <a:pt x="18" y="44"/>
                    <a:pt x="18" y="76"/>
                  </a:cubicBezTo>
                  <a:cubicBezTo>
                    <a:pt x="18" y="108"/>
                    <a:pt x="45" y="134"/>
                    <a:pt x="77" y="134"/>
                  </a:cubicBezTo>
                  <a:cubicBezTo>
                    <a:pt x="109" y="134"/>
                    <a:pt x="135" y="108"/>
                    <a:pt x="135" y="76"/>
                  </a:cubicBezTo>
                  <a:cubicBezTo>
                    <a:pt x="135" y="44"/>
                    <a:pt x="109" y="18"/>
                    <a:pt x="7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4" name="Freeform 108"/>
            <p:cNvSpPr>
              <a:spLocks/>
            </p:cNvSpPr>
            <p:nvPr/>
          </p:nvSpPr>
          <p:spPr bwMode="gray">
            <a:xfrm>
              <a:off x="9779000" y="2452688"/>
              <a:ext cx="293688" cy="36513"/>
            </a:xfrm>
            <a:custGeom>
              <a:avLst/>
              <a:gdLst>
                <a:gd name="T0" fmla="*/ 275333 w 144"/>
                <a:gd name="T1" fmla="*/ 36513 h 18"/>
                <a:gd name="T2" fmla="*/ 18356 w 144"/>
                <a:gd name="T3" fmla="*/ 36513 h 18"/>
                <a:gd name="T4" fmla="*/ 0 w 144"/>
                <a:gd name="T5" fmla="*/ 18257 h 18"/>
                <a:gd name="T6" fmla="*/ 18356 w 144"/>
                <a:gd name="T7" fmla="*/ 0 h 18"/>
                <a:gd name="T8" fmla="*/ 275333 w 144"/>
                <a:gd name="T9" fmla="*/ 0 h 18"/>
                <a:gd name="T10" fmla="*/ 293688 w 144"/>
                <a:gd name="T11" fmla="*/ 18257 h 18"/>
                <a:gd name="T12" fmla="*/ 275333 w 144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4"/>
                <a:gd name="T22" fmla="*/ 0 h 18"/>
                <a:gd name="T23" fmla="*/ 144 w 144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4" h="18">
                  <a:moveTo>
                    <a:pt x="135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0" y="0"/>
                    <a:pt x="144" y="4"/>
                    <a:pt x="144" y="9"/>
                  </a:cubicBezTo>
                  <a:cubicBezTo>
                    <a:pt x="144" y="14"/>
                    <a:pt x="140" y="18"/>
                    <a:pt x="13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5" name="Freeform 109"/>
            <p:cNvSpPr>
              <a:spLocks/>
            </p:cNvSpPr>
            <p:nvPr/>
          </p:nvSpPr>
          <p:spPr bwMode="gray">
            <a:xfrm>
              <a:off x="9367837" y="2452688"/>
              <a:ext cx="304800" cy="36513"/>
            </a:xfrm>
            <a:custGeom>
              <a:avLst/>
              <a:gdLst>
                <a:gd name="T0" fmla="*/ 286389 w 149"/>
                <a:gd name="T1" fmla="*/ 36513 h 18"/>
                <a:gd name="T2" fmla="*/ 18411 w 149"/>
                <a:gd name="T3" fmla="*/ 36513 h 18"/>
                <a:gd name="T4" fmla="*/ 0 w 149"/>
                <a:gd name="T5" fmla="*/ 18257 h 18"/>
                <a:gd name="T6" fmla="*/ 18411 w 149"/>
                <a:gd name="T7" fmla="*/ 0 h 18"/>
                <a:gd name="T8" fmla="*/ 286389 w 149"/>
                <a:gd name="T9" fmla="*/ 0 h 18"/>
                <a:gd name="T10" fmla="*/ 304800 w 149"/>
                <a:gd name="T11" fmla="*/ 18257 h 18"/>
                <a:gd name="T12" fmla="*/ 286389 w 149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"/>
                <a:gd name="T22" fmla="*/ 0 h 18"/>
                <a:gd name="T23" fmla="*/ 149 w 149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" h="18">
                  <a:moveTo>
                    <a:pt x="140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5" y="18"/>
                    <a:pt x="0" y="14"/>
                    <a:pt x="0" y="9"/>
                  </a:cubicBezTo>
                  <a:cubicBezTo>
                    <a:pt x="0" y="4"/>
                    <a:pt x="5" y="0"/>
                    <a:pt x="9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5" y="0"/>
                    <a:pt x="149" y="4"/>
                    <a:pt x="149" y="9"/>
                  </a:cubicBezTo>
                  <a:cubicBezTo>
                    <a:pt x="149" y="14"/>
                    <a:pt x="145" y="18"/>
                    <a:pt x="140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6" name="Freeform 110"/>
            <p:cNvSpPr>
              <a:spLocks/>
            </p:cNvSpPr>
            <p:nvPr/>
          </p:nvSpPr>
          <p:spPr bwMode="gray">
            <a:xfrm>
              <a:off x="9536112" y="2265363"/>
              <a:ext cx="369888" cy="223838"/>
            </a:xfrm>
            <a:custGeom>
              <a:avLst/>
              <a:gdLst>
                <a:gd name="T0" fmla="*/ 351496 w 181"/>
                <a:gd name="T1" fmla="*/ 223838 h 110"/>
                <a:gd name="T2" fmla="*/ 253404 w 181"/>
                <a:gd name="T3" fmla="*/ 223838 h 110"/>
                <a:gd name="T4" fmla="*/ 235012 w 181"/>
                <a:gd name="T5" fmla="*/ 205524 h 110"/>
                <a:gd name="T6" fmla="*/ 253404 w 181"/>
                <a:gd name="T7" fmla="*/ 187210 h 110"/>
                <a:gd name="T8" fmla="*/ 333104 w 181"/>
                <a:gd name="T9" fmla="*/ 187210 h 110"/>
                <a:gd name="T10" fmla="*/ 333104 w 181"/>
                <a:gd name="T11" fmla="*/ 36628 h 110"/>
                <a:gd name="T12" fmla="*/ 36784 w 181"/>
                <a:gd name="T13" fmla="*/ 36628 h 110"/>
                <a:gd name="T14" fmla="*/ 36784 w 181"/>
                <a:gd name="T15" fmla="*/ 187210 h 110"/>
                <a:gd name="T16" fmla="*/ 112397 w 181"/>
                <a:gd name="T17" fmla="*/ 187210 h 110"/>
                <a:gd name="T18" fmla="*/ 130789 w 181"/>
                <a:gd name="T19" fmla="*/ 205524 h 110"/>
                <a:gd name="T20" fmla="*/ 112397 w 181"/>
                <a:gd name="T21" fmla="*/ 223838 h 110"/>
                <a:gd name="T22" fmla="*/ 18392 w 181"/>
                <a:gd name="T23" fmla="*/ 223838 h 110"/>
                <a:gd name="T24" fmla="*/ 0 w 181"/>
                <a:gd name="T25" fmla="*/ 205524 h 110"/>
                <a:gd name="T26" fmla="*/ 0 w 181"/>
                <a:gd name="T27" fmla="*/ 18314 h 110"/>
                <a:gd name="T28" fmla="*/ 18392 w 181"/>
                <a:gd name="T29" fmla="*/ 0 h 110"/>
                <a:gd name="T30" fmla="*/ 351496 w 181"/>
                <a:gd name="T31" fmla="*/ 0 h 110"/>
                <a:gd name="T32" fmla="*/ 369888 w 181"/>
                <a:gd name="T33" fmla="*/ 18314 h 110"/>
                <a:gd name="T34" fmla="*/ 369888 w 181"/>
                <a:gd name="T35" fmla="*/ 205524 h 110"/>
                <a:gd name="T36" fmla="*/ 351496 w 181"/>
                <a:gd name="T37" fmla="*/ 223838 h 11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81"/>
                <a:gd name="T58" fmla="*/ 0 h 110"/>
                <a:gd name="T59" fmla="*/ 181 w 181"/>
                <a:gd name="T60" fmla="*/ 110 h 11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81" h="110">
                  <a:moveTo>
                    <a:pt x="172" y="110"/>
                  </a:moveTo>
                  <a:cubicBezTo>
                    <a:pt x="124" y="110"/>
                    <a:pt x="124" y="110"/>
                    <a:pt x="124" y="110"/>
                  </a:cubicBezTo>
                  <a:cubicBezTo>
                    <a:pt x="119" y="110"/>
                    <a:pt x="115" y="106"/>
                    <a:pt x="115" y="101"/>
                  </a:cubicBezTo>
                  <a:cubicBezTo>
                    <a:pt x="115" y="96"/>
                    <a:pt x="119" y="92"/>
                    <a:pt x="124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18"/>
                    <a:pt x="163" y="18"/>
                    <a:pt x="163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60" y="92"/>
                    <a:pt x="64" y="96"/>
                    <a:pt x="64" y="101"/>
                  </a:cubicBezTo>
                  <a:cubicBezTo>
                    <a:pt x="64" y="106"/>
                    <a:pt x="60" y="110"/>
                    <a:pt x="55" y="110"/>
                  </a:cubicBezTo>
                  <a:cubicBezTo>
                    <a:pt x="9" y="110"/>
                    <a:pt x="9" y="110"/>
                    <a:pt x="9" y="110"/>
                  </a:cubicBezTo>
                  <a:cubicBezTo>
                    <a:pt x="4" y="110"/>
                    <a:pt x="0" y="106"/>
                    <a:pt x="0" y="10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7" y="0"/>
                    <a:pt x="181" y="4"/>
                    <a:pt x="181" y="9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106"/>
                    <a:pt x="177" y="110"/>
                    <a:pt x="172" y="11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7" name="Freeform 111"/>
            <p:cNvSpPr>
              <a:spLocks/>
            </p:cNvSpPr>
            <p:nvPr/>
          </p:nvSpPr>
          <p:spPr bwMode="gray">
            <a:xfrm>
              <a:off x="9402762" y="2132013"/>
              <a:ext cx="300038" cy="357188"/>
            </a:xfrm>
            <a:custGeom>
              <a:avLst/>
              <a:gdLst>
                <a:gd name="T0" fmla="*/ 136752 w 147"/>
                <a:gd name="T1" fmla="*/ 357188 h 175"/>
                <a:gd name="T2" fmla="*/ 26534 w 147"/>
                <a:gd name="T3" fmla="*/ 312284 h 175"/>
                <a:gd name="T4" fmla="*/ 24493 w 147"/>
                <a:gd name="T5" fmla="*/ 218395 h 175"/>
                <a:gd name="T6" fmla="*/ 24493 w 147"/>
                <a:gd name="T7" fmla="*/ 216354 h 175"/>
                <a:gd name="T8" fmla="*/ 151040 w 147"/>
                <a:gd name="T9" fmla="*/ 8164 h 175"/>
                <a:gd name="T10" fmla="*/ 165327 w 147"/>
                <a:gd name="T11" fmla="*/ 0 h 175"/>
                <a:gd name="T12" fmla="*/ 281668 w 147"/>
                <a:gd name="T13" fmla="*/ 0 h 175"/>
                <a:gd name="T14" fmla="*/ 300038 w 147"/>
                <a:gd name="T15" fmla="*/ 18370 h 175"/>
                <a:gd name="T16" fmla="*/ 281668 w 147"/>
                <a:gd name="T17" fmla="*/ 36739 h 175"/>
                <a:gd name="T18" fmla="*/ 175532 w 147"/>
                <a:gd name="T19" fmla="*/ 36739 h 175"/>
                <a:gd name="T20" fmla="*/ 57150 w 147"/>
                <a:gd name="T21" fmla="*/ 234724 h 175"/>
                <a:gd name="T22" fmla="*/ 57150 w 147"/>
                <a:gd name="T23" fmla="*/ 293915 h 175"/>
                <a:gd name="T24" fmla="*/ 136752 w 147"/>
                <a:gd name="T25" fmla="*/ 320449 h 175"/>
                <a:gd name="T26" fmla="*/ 155122 w 147"/>
                <a:gd name="T27" fmla="*/ 338818 h 175"/>
                <a:gd name="T28" fmla="*/ 136752 w 147"/>
                <a:gd name="T29" fmla="*/ 357188 h 1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7"/>
                <a:gd name="T46" fmla="*/ 0 h 175"/>
                <a:gd name="T47" fmla="*/ 147 w 147"/>
                <a:gd name="T48" fmla="*/ 175 h 1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7" h="175">
                  <a:moveTo>
                    <a:pt x="67" y="175"/>
                  </a:moveTo>
                  <a:cubicBezTo>
                    <a:pt x="40" y="175"/>
                    <a:pt x="22" y="168"/>
                    <a:pt x="13" y="153"/>
                  </a:cubicBezTo>
                  <a:cubicBezTo>
                    <a:pt x="0" y="133"/>
                    <a:pt x="11" y="108"/>
                    <a:pt x="12" y="107"/>
                  </a:cubicBezTo>
                  <a:cubicBezTo>
                    <a:pt x="12" y="107"/>
                    <a:pt x="12" y="106"/>
                    <a:pt x="12" y="106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5" y="2"/>
                    <a:pt x="78" y="0"/>
                    <a:pt x="81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3" y="0"/>
                    <a:pt x="147" y="4"/>
                    <a:pt x="147" y="9"/>
                  </a:cubicBezTo>
                  <a:cubicBezTo>
                    <a:pt x="147" y="14"/>
                    <a:pt x="143" y="18"/>
                    <a:pt x="138" y="18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28" y="115"/>
                    <a:pt x="28" y="115"/>
                    <a:pt x="28" y="115"/>
                  </a:cubicBezTo>
                  <a:cubicBezTo>
                    <a:pt x="27" y="117"/>
                    <a:pt x="21" y="133"/>
                    <a:pt x="28" y="144"/>
                  </a:cubicBezTo>
                  <a:cubicBezTo>
                    <a:pt x="35" y="154"/>
                    <a:pt x="53" y="157"/>
                    <a:pt x="67" y="157"/>
                  </a:cubicBezTo>
                  <a:cubicBezTo>
                    <a:pt x="72" y="157"/>
                    <a:pt x="76" y="161"/>
                    <a:pt x="76" y="166"/>
                  </a:cubicBezTo>
                  <a:cubicBezTo>
                    <a:pt x="76" y="171"/>
                    <a:pt x="72" y="175"/>
                    <a:pt x="67" y="17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8" name="Freeform 112"/>
            <p:cNvSpPr>
              <a:spLocks/>
            </p:cNvSpPr>
            <p:nvPr/>
          </p:nvSpPr>
          <p:spPr bwMode="gray">
            <a:xfrm>
              <a:off x="9737725" y="2132013"/>
              <a:ext cx="301625" cy="357188"/>
            </a:xfrm>
            <a:custGeom>
              <a:avLst/>
              <a:gdLst>
                <a:gd name="T0" fmla="*/ 165079 w 148"/>
                <a:gd name="T1" fmla="*/ 357188 h 175"/>
                <a:gd name="T2" fmla="*/ 146736 w 148"/>
                <a:gd name="T3" fmla="*/ 338818 h 175"/>
                <a:gd name="T4" fmla="*/ 165079 w 148"/>
                <a:gd name="T5" fmla="*/ 320449 h 175"/>
                <a:gd name="T6" fmla="*/ 244561 w 148"/>
                <a:gd name="T7" fmla="*/ 293915 h 175"/>
                <a:gd name="T8" fmla="*/ 244561 w 148"/>
                <a:gd name="T9" fmla="*/ 234724 h 175"/>
                <a:gd name="T10" fmla="*/ 124318 w 148"/>
                <a:gd name="T11" fmla="*/ 36739 h 175"/>
                <a:gd name="T12" fmla="*/ 18342 w 148"/>
                <a:gd name="T13" fmla="*/ 36739 h 175"/>
                <a:gd name="T14" fmla="*/ 0 w 148"/>
                <a:gd name="T15" fmla="*/ 18370 h 175"/>
                <a:gd name="T16" fmla="*/ 18342 w 148"/>
                <a:gd name="T17" fmla="*/ 0 h 175"/>
                <a:gd name="T18" fmla="*/ 134508 w 148"/>
                <a:gd name="T19" fmla="*/ 0 h 175"/>
                <a:gd name="T20" fmla="*/ 150813 w 148"/>
                <a:gd name="T21" fmla="*/ 8164 h 175"/>
                <a:gd name="T22" fmla="*/ 275131 w 148"/>
                <a:gd name="T23" fmla="*/ 216354 h 175"/>
                <a:gd name="T24" fmla="*/ 277169 w 148"/>
                <a:gd name="T25" fmla="*/ 218395 h 175"/>
                <a:gd name="T26" fmla="*/ 275131 w 148"/>
                <a:gd name="T27" fmla="*/ 312284 h 175"/>
                <a:gd name="T28" fmla="*/ 165079 w 148"/>
                <a:gd name="T29" fmla="*/ 357188 h 1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8"/>
                <a:gd name="T46" fmla="*/ 0 h 175"/>
                <a:gd name="T47" fmla="*/ 148 w 148"/>
                <a:gd name="T48" fmla="*/ 175 h 1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8" h="175">
                  <a:moveTo>
                    <a:pt x="81" y="175"/>
                  </a:moveTo>
                  <a:cubicBezTo>
                    <a:pt x="76" y="175"/>
                    <a:pt x="72" y="171"/>
                    <a:pt x="72" y="166"/>
                  </a:cubicBezTo>
                  <a:cubicBezTo>
                    <a:pt x="72" y="161"/>
                    <a:pt x="76" y="157"/>
                    <a:pt x="81" y="157"/>
                  </a:cubicBezTo>
                  <a:cubicBezTo>
                    <a:pt x="95" y="157"/>
                    <a:pt x="113" y="154"/>
                    <a:pt x="120" y="144"/>
                  </a:cubicBezTo>
                  <a:cubicBezTo>
                    <a:pt x="127" y="133"/>
                    <a:pt x="121" y="117"/>
                    <a:pt x="120" y="115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2"/>
                    <a:pt x="74" y="4"/>
                  </a:cubicBezTo>
                  <a:cubicBezTo>
                    <a:pt x="135" y="106"/>
                    <a:pt x="135" y="106"/>
                    <a:pt x="135" y="106"/>
                  </a:cubicBezTo>
                  <a:cubicBezTo>
                    <a:pt x="136" y="106"/>
                    <a:pt x="136" y="107"/>
                    <a:pt x="136" y="107"/>
                  </a:cubicBezTo>
                  <a:cubicBezTo>
                    <a:pt x="136" y="108"/>
                    <a:pt x="148" y="133"/>
                    <a:pt x="135" y="153"/>
                  </a:cubicBezTo>
                  <a:cubicBezTo>
                    <a:pt x="126" y="168"/>
                    <a:pt x="108" y="175"/>
                    <a:pt x="81" y="17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9" name="Freeform 113"/>
            <p:cNvSpPr>
              <a:spLocks/>
            </p:cNvSpPr>
            <p:nvPr/>
          </p:nvSpPr>
          <p:spPr bwMode="gray">
            <a:xfrm>
              <a:off x="9637712" y="2136776"/>
              <a:ext cx="36513" cy="165100"/>
            </a:xfrm>
            <a:custGeom>
              <a:avLst/>
              <a:gdLst>
                <a:gd name="T0" fmla="*/ 18257 w 18"/>
                <a:gd name="T1" fmla="*/ 165100 h 81"/>
                <a:gd name="T2" fmla="*/ 0 w 18"/>
                <a:gd name="T3" fmla="*/ 146756 h 81"/>
                <a:gd name="T4" fmla="*/ 0 w 18"/>
                <a:gd name="T5" fmla="*/ 18344 h 81"/>
                <a:gd name="T6" fmla="*/ 18257 w 18"/>
                <a:gd name="T7" fmla="*/ 0 h 81"/>
                <a:gd name="T8" fmla="*/ 36513 w 18"/>
                <a:gd name="T9" fmla="*/ 18344 h 81"/>
                <a:gd name="T10" fmla="*/ 36513 w 18"/>
                <a:gd name="T11" fmla="*/ 146756 h 81"/>
                <a:gd name="T12" fmla="*/ 18257 w 18"/>
                <a:gd name="T13" fmla="*/ 165100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81"/>
                <a:gd name="T23" fmla="*/ 18 w 18"/>
                <a:gd name="T24" fmla="*/ 81 h 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81">
                  <a:moveTo>
                    <a:pt x="9" y="81"/>
                  </a:moveTo>
                  <a:cubicBezTo>
                    <a:pt x="4" y="81"/>
                    <a:pt x="0" y="77"/>
                    <a:pt x="0" y="7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7"/>
                    <a:pt x="14" y="81"/>
                    <a:pt x="9" y="8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0" name="Freeform 114"/>
            <p:cNvSpPr>
              <a:spLocks/>
            </p:cNvSpPr>
            <p:nvPr/>
          </p:nvSpPr>
          <p:spPr bwMode="gray">
            <a:xfrm>
              <a:off x="9766300" y="2136776"/>
              <a:ext cx="36513" cy="165100"/>
            </a:xfrm>
            <a:custGeom>
              <a:avLst/>
              <a:gdLst>
                <a:gd name="T0" fmla="*/ 18257 w 18"/>
                <a:gd name="T1" fmla="*/ 165100 h 81"/>
                <a:gd name="T2" fmla="*/ 0 w 18"/>
                <a:gd name="T3" fmla="*/ 146756 h 81"/>
                <a:gd name="T4" fmla="*/ 0 w 18"/>
                <a:gd name="T5" fmla="*/ 18344 h 81"/>
                <a:gd name="T6" fmla="*/ 18257 w 18"/>
                <a:gd name="T7" fmla="*/ 0 h 81"/>
                <a:gd name="T8" fmla="*/ 36513 w 18"/>
                <a:gd name="T9" fmla="*/ 18344 h 81"/>
                <a:gd name="T10" fmla="*/ 36513 w 18"/>
                <a:gd name="T11" fmla="*/ 146756 h 81"/>
                <a:gd name="T12" fmla="*/ 18257 w 18"/>
                <a:gd name="T13" fmla="*/ 165100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81"/>
                <a:gd name="T23" fmla="*/ 18 w 18"/>
                <a:gd name="T24" fmla="*/ 81 h 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81">
                  <a:moveTo>
                    <a:pt x="9" y="81"/>
                  </a:moveTo>
                  <a:cubicBezTo>
                    <a:pt x="4" y="81"/>
                    <a:pt x="0" y="77"/>
                    <a:pt x="0" y="7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7"/>
                    <a:pt x="14" y="81"/>
                    <a:pt x="9" y="8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1" name="Freeform 115"/>
            <p:cNvSpPr>
              <a:spLocks noEditPoints="1"/>
            </p:cNvSpPr>
            <p:nvPr/>
          </p:nvSpPr>
          <p:spPr bwMode="gray">
            <a:xfrm>
              <a:off x="9672637" y="2143126"/>
              <a:ext cx="95250" cy="95250"/>
            </a:xfrm>
            <a:custGeom>
              <a:avLst/>
              <a:gdLst>
                <a:gd name="T0" fmla="*/ 48638 w 47"/>
                <a:gd name="T1" fmla="*/ 95250 h 47"/>
                <a:gd name="T2" fmla="*/ 38505 w 47"/>
                <a:gd name="T3" fmla="*/ 91197 h 47"/>
                <a:gd name="T4" fmla="*/ 4053 w 47"/>
                <a:gd name="T5" fmla="*/ 56745 h 47"/>
                <a:gd name="T6" fmla="*/ 4053 w 47"/>
                <a:gd name="T7" fmla="*/ 38505 h 47"/>
                <a:gd name="T8" fmla="*/ 38505 w 47"/>
                <a:gd name="T9" fmla="*/ 4053 h 47"/>
                <a:gd name="T10" fmla="*/ 48638 w 47"/>
                <a:gd name="T11" fmla="*/ 0 h 47"/>
                <a:gd name="T12" fmla="*/ 48638 w 47"/>
                <a:gd name="T13" fmla="*/ 0 h 47"/>
                <a:gd name="T14" fmla="*/ 56745 w 47"/>
                <a:gd name="T15" fmla="*/ 4053 h 47"/>
                <a:gd name="T16" fmla="*/ 91197 w 47"/>
                <a:gd name="T17" fmla="*/ 38505 h 47"/>
                <a:gd name="T18" fmla="*/ 91197 w 47"/>
                <a:gd name="T19" fmla="*/ 56745 h 47"/>
                <a:gd name="T20" fmla="*/ 56745 w 47"/>
                <a:gd name="T21" fmla="*/ 91197 h 47"/>
                <a:gd name="T22" fmla="*/ 48638 w 47"/>
                <a:gd name="T23" fmla="*/ 95250 h 47"/>
                <a:gd name="T24" fmla="*/ 30399 w 47"/>
                <a:gd name="T25" fmla="*/ 46612 h 47"/>
                <a:gd name="T26" fmla="*/ 48638 w 47"/>
                <a:gd name="T27" fmla="*/ 64851 h 47"/>
                <a:gd name="T28" fmla="*/ 64851 w 47"/>
                <a:gd name="T29" fmla="*/ 46612 h 47"/>
                <a:gd name="T30" fmla="*/ 48638 w 47"/>
                <a:gd name="T31" fmla="*/ 30399 h 47"/>
                <a:gd name="T32" fmla="*/ 30399 w 47"/>
                <a:gd name="T33" fmla="*/ 46612 h 4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7"/>
                <a:gd name="T52" fmla="*/ 0 h 47"/>
                <a:gd name="T53" fmla="*/ 47 w 47"/>
                <a:gd name="T54" fmla="*/ 47 h 4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7" h="47">
                  <a:moveTo>
                    <a:pt x="24" y="47"/>
                  </a:moveTo>
                  <a:cubicBezTo>
                    <a:pt x="22" y="47"/>
                    <a:pt x="21" y="46"/>
                    <a:pt x="19" y="45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25"/>
                    <a:pt x="0" y="22"/>
                    <a:pt x="2" y="19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1" y="1"/>
                    <a:pt x="22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7" y="1"/>
                    <a:pt x="28" y="2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7" y="22"/>
                    <a:pt x="47" y="25"/>
                    <a:pt x="45" y="28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6"/>
                    <a:pt x="25" y="47"/>
                    <a:pt x="24" y="47"/>
                  </a:cubicBezTo>
                  <a:close/>
                  <a:moveTo>
                    <a:pt x="15" y="23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24" y="15"/>
                    <a:pt x="24" y="15"/>
                    <a:pt x="24" y="15"/>
                  </a:cubicBezTo>
                  <a:lnTo>
                    <a:pt x="15" y="2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2" name="Freeform 116"/>
            <p:cNvSpPr>
              <a:spLocks/>
            </p:cNvSpPr>
            <p:nvPr/>
          </p:nvSpPr>
          <p:spPr bwMode="gray">
            <a:xfrm>
              <a:off x="9677400" y="2200276"/>
              <a:ext cx="44450" cy="95250"/>
            </a:xfrm>
            <a:custGeom>
              <a:avLst/>
              <a:gdLst>
                <a:gd name="T0" fmla="*/ 12123 w 22"/>
                <a:gd name="T1" fmla="*/ 95250 h 47"/>
                <a:gd name="T2" fmla="*/ 10102 w 22"/>
                <a:gd name="T3" fmla="*/ 95250 h 47"/>
                <a:gd name="T4" fmla="*/ 2020 w 22"/>
                <a:gd name="T5" fmla="*/ 79037 h 47"/>
                <a:gd name="T6" fmla="*/ 20205 w 22"/>
                <a:gd name="T7" fmla="*/ 10133 h 47"/>
                <a:gd name="T8" fmla="*/ 34348 w 22"/>
                <a:gd name="T9" fmla="*/ 0 h 47"/>
                <a:gd name="T10" fmla="*/ 42430 w 22"/>
                <a:gd name="T11" fmla="*/ 16213 h 47"/>
                <a:gd name="T12" fmla="*/ 24245 w 22"/>
                <a:gd name="T13" fmla="*/ 85117 h 47"/>
                <a:gd name="T14" fmla="*/ 12123 w 22"/>
                <a:gd name="T15" fmla="*/ 95250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"/>
                <a:gd name="T25" fmla="*/ 0 h 47"/>
                <a:gd name="T26" fmla="*/ 22 w 22"/>
                <a:gd name="T27" fmla="*/ 47 h 4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" h="47">
                  <a:moveTo>
                    <a:pt x="6" y="47"/>
                  </a:moveTo>
                  <a:cubicBezTo>
                    <a:pt x="6" y="47"/>
                    <a:pt x="5" y="47"/>
                    <a:pt x="5" y="47"/>
                  </a:cubicBezTo>
                  <a:cubicBezTo>
                    <a:pt x="2" y="46"/>
                    <a:pt x="0" y="43"/>
                    <a:pt x="1" y="39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14" y="0"/>
                    <a:pt x="17" y="0"/>
                  </a:cubicBezTo>
                  <a:cubicBezTo>
                    <a:pt x="20" y="1"/>
                    <a:pt x="22" y="5"/>
                    <a:pt x="21" y="8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7"/>
                    <a:pt x="6" y="4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3" name="Freeform 117"/>
            <p:cNvSpPr>
              <a:spLocks/>
            </p:cNvSpPr>
            <p:nvPr/>
          </p:nvSpPr>
          <p:spPr bwMode="gray">
            <a:xfrm>
              <a:off x="9720262" y="2200276"/>
              <a:ext cx="46038" cy="95250"/>
            </a:xfrm>
            <a:custGeom>
              <a:avLst/>
              <a:gdLst>
                <a:gd name="T0" fmla="*/ 32026 w 23"/>
                <a:gd name="T1" fmla="*/ 95250 h 47"/>
                <a:gd name="T2" fmla="*/ 20017 w 23"/>
                <a:gd name="T3" fmla="*/ 85117 h 47"/>
                <a:gd name="T4" fmla="*/ 2002 w 23"/>
                <a:gd name="T5" fmla="*/ 16213 h 47"/>
                <a:gd name="T6" fmla="*/ 12010 w 23"/>
                <a:gd name="T7" fmla="*/ 0 h 47"/>
                <a:gd name="T8" fmla="*/ 26021 w 23"/>
                <a:gd name="T9" fmla="*/ 10133 h 47"/>
                <a:gd name="T10" fmla="*/ 44036 w 23"/>
                <a:gd name="T11" fmla="*/ 79037 h 47"/>
                <a:gd name="T12" fmla="*/ 34028 w 23"/>
                <a:gd name="T13" fmla="*/ 95250 h 47"/>
                <a:gd name="T14" fmla="*/ 32026 w 23"/>
                <a:gd name="T15" fmla="*/ 95250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47"/>
                <a:gd name="T26" fmla="*/ 23 w 23"/>
                <a:gd name="T27" fmla="*/ 47 h 4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47">
                  <a:moveTo>
                    <a:pt x="16" y="47"/>
                  </a:moveTo>
                  <a:cubicBezTo>
                    <a:pt x="13" y="47"/>
                    <a:pt x="11" y="45"/>
                    <a:pt x="10" y="42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5"/>
                    <a:pt x="2" y="1"/>
                    <a:pt x="6" y="0"/>
                  </a:cubicBezTo>
                  <a:cubicBezTo>
                    <a:pt x="9" y="0"/>
                    <a:pt x="12" y="2"/>
                    <a:pt x="13" y="5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3" y="43"/>
                    <a:pt x="21" y="46"/>
                    <a:pt x="17" y="47"/>
                  </a:cubicBezTo>
                  <a:cubicBezTo>
                    <a:pt x="17" y="47"/>
                    <a:pt x="16" y="47"/>
                    <a:pt x="16" y="4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4" name="Freeform 118"/>
            <p:cNvSpPr>
              <a:spLocks noEditPoints="1"/>
            </p:cNvSpPr>
            <p:nvPr/>
          </p:nvSpPr>
          <p:spPr bwMode="gray">
            <a:xfrm>
              <a:off x="9331325" y="1757363"/>
              <a:ext cx="184150" cy="180975"/>
            </a:xfrm>
            <a:custGeom>
              <a:avLst/>
              <a:gdLst>
                <a:gd name="T0" fmla="*/ 92075 w 90"/>
                <a:gd name="T1" fmla="*/ 180975 h 89"/>
                <a:gd name="T2" fmla="*/ 0 w 90"/>
                <a:gd name="T3" fmla="*/ 89471 h 89"/>
                <a:gd name="T4" fmla="*/ 92075 w 90"/>
                <a:gd name="T5" fmla="*/ 0 h 89"/>
                <a:gd name="T6" fmla="*/ 184150 w 90"/>
                <a:gd name="T7" fmla="*/ 89471 h 89"/>
                <a:gd name="T8" fmla="*/ 92075 w 90"/>
                <a:gd name="T9" fmla="*/ 180975 h 89"/>
                <a:gd name="T10" fmla="*/ 92075 w 90"/>
                <a:gd name="T11" fmla="*/ 36602 h 89"/>
                <a:gd name="T12" fmla="*/ 36830 w 90"/>
                <a:gd name="T13" fmla="*/ 89471 h 89"/>
                <a:gd name="T14" fmla="*/ 92075 w 90"/>
                <a:gd name="T15" fmla="*/ 144373 h 89"/>
                <a:gd name="T16" fmla="*/ 147320 w 90"/>
                <a:gd name="T17" fmla="*/ 89471 h 89"/>
                <a:gd name="T18" fmla="*/ 92075 w 90"/>
                <a:gd name="T19" fmla="*/ 36602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89"/>
                <a:gd name="T32" fmla="*/ 90 w 90"/>
                <a:gd name="T33" fmla="*/ 89 h 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89">
                  <a:moveTo>
                    <a:pt x="45" y="89"/>
                  </a:move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4"/>
                  </a:cubicBezTo>
                  <a:cubicBezTo>
                    <a:pt x="90" y="69"/>
                    <a:pt x="70" y="89"/>
                    <a:pt x="45" y="89"/>
                  </a:cubicBezTo>
                  <a:close/>
                  <a:moveTo>
                    <a:pt x="45" y="18"/>
                  </a:moveTo>
                  <a:cubicBezTo>
                    <a:pt x="30" y="18"/>
                    <a:pt x="18" y="30"/>
                    <a:pt x="18" y="44"/>
                  </a:cubicBezTo>
                  <a:cubicBezTo>
                    <a:pt x="18" y="59"/>
                    <a:pt x="30" y="71"/>
                    <a:pt x="45" y="71"/>
                  </a:cubicBezTo>
                  <a:cubicBezTo>
                    <a:pt x="60" y="71"/>
                    <a:pt x="72" y="59"/>
                    <a:pt x="72" y="44"/>
                  </a:cubicBezTo>
                  <a:cubicBezTo>
                    <a:pt x="72" y="30"/>
                    <a:pt x="60" y="18"/>
                    <a:pt x="4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5" name="Freeform 119"/>
            <p:cNvSpPr>
              <a:spLocks/>
            </p:cNvSpPr>
            <p:nvPr/>
          </p:nvSpPr>
          <p:spPr bwMode="gray">
            <a:xfrm>
              <a:off x="9423400" y="2071688"/>
              <a:ext cx="196850" cy="36513"/>
            </a:xfrm>
            <a:custGeom>
              <a:avLst/>
              <a:gdLst>
                <a:gd name="T0" fmla="*/ 178395 w 96"/>
                <a:gd name="T1" fmla="*/ 36513 h 18"/>
                <a:gd name="T2" fmla="*/ 18455 w 96"/>
                <a:gd name="T3" fmla="*/ 36513 h 18"/>
                <a:gd name="T4" fmla="*/ 0 w 96"/>
                <a:gd name="T5" fmla="*/ 18257 h 18"/>
                <a:gd name="T6" fmla="*/ 18455 w 96"/>
                <a:gd name="T7" fmla="*/ 0 h 18"/>
                <a:gd name="T8" fmla="*/ 178395 w 96"/>
                <a:gd name="T9" fmla="*/ 0 h 18"/>
                <a:gd name="T10" fmla="*/ 196850 w 96"/>
                <a:gd name="T11" fmla="*/ 18257 h 18"/>
                <a:gd name="T12" fmla="*/ 178395 w 96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8"/>
                <a:gd name="T23" fmla="*/ 96 w 96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8">
                  <a:moveTo>
                    <a:pt x="87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2" y="0"/>
                    <a:pt x="96" y="4"/>
                    <a:pt x="96" y="9"/>
                  </a:cubicBezTo>
                  <a:cubicBezTo>
                    <a:pt x="96" y="14"/>
                    <a:pt x="92" y="18"/>
                    <a:pt x="8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6" name="Freeform 120"/>
            <p:cNvSpPr>
              <a:spLocks noEditPoints="1"/>
            </p:cNvSpPr>
            <p:nvPr/>
          </p:nvSpPr>
          <p:spPr bwMode="gray">
            <a:xfrm>
              <a:off x="9228137" y="1971676"/>
              <a:ext cx="301625" cy="136525"/>
            </a:xfrm>
            <a:custGeom>
              <a:avLst/>
              <a:gdLst>
                <a:gd name="T0" fmla="*/ 283283 w 148"/>
                <a:gd name="T1" fmla="*/ 136525 h 67"/>
                <a:gd name="T2" fmla="*/ 18342 w 148"/>
                <a:gd name="T3" fmla="*/ 136525 h 67"/>
                <a:gd name="T4" fmla="*/ 0 w 148"/>
                <a:gd name="T5" fmla="*/ 118186 h 67"/>
                <a:gd name="T6" fmla="*/ 18342 w 148"/>
                <a:gd name="T7" fmla="*/ 99847 h 67"/>
                <a:gd name="T8" fmla="*/ 87634 w 148"/>
                <a:gd name="T9" fmla="*/ 99847 h 67"/>
                <a:gd name="T10" fmla="*/ 87634 w 148"/>
                <a:gd name="T11" fmla="*/ 18339 h 67"/>
                <a:gd name="T12" fmla="*/ 105976 w 148"/>
                <a:gd name="T13" fmla="*/ 0 h 67"/>
                <a:gd name="T14" fmla="*/ 283283 w 148"/>
                <a:gd name="T15" fmla="*/ 0 h 67"/>
                <a:gd name="T16" fmla="*/ 301625 w 148"/>
                <a:gd name="T17" fmla="*/ 18339 h 67"/>
                <a:gd name="T18" fmla="*/ 301625 w 148"/>
                <a:gd name="T19" fmla="*/ 118186 h 67"/>
                <a:gd name="T20" fmla="*/ 283283 w 148"/>
                <a:gd name="T21" fmla="*/ 136525 h 67"/>
                <a:gd name="T22" fmla="*/ 124318 w 148"/>
                <a:gd name="T23" fmla="*/ 99847 h 67"/>
                <a:gd name="T24" fmla="*/ 264941 w 148"/>
                <a:gd name="T25" fmla="*/ 99847 h 67"/>
                <a:gd name="T26" fmla="*/ 264941 w 148"/>
                <a:gd name="T27" fmla="*/ 36678 h 67"/>
                <a:gd name="T28" fmla="*/ 124318 w 148"/>
                <a:gd name="T29" fmla="*/ 36678 h 67"/>
                <a:gd name="T30" fmla="*/ 124318 w 148"/>
                <a:gd name="T31" fmla="*/ 99847 h 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8"/>
                <a:gd name="T49" fmla="*/ 0 h 67"/>
                <a:gd name="T50" fmla="*/ 148 w 148"/>
                <a:gd name="T51" fmla="*/ 67 h 6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8" h="67">
                  <a:moveTo>
                    <a:pt x="139" y="67"/>
                  </a:moveTo>
                  <a:cubicBezTo>
                    <a:pt x="9" y="67"/>
                    <a:pt x="9" y="67"/>
                    <a:pt x="9" y="67"/>
                  </a:cubicBezTo>
                  <a:cubicBezTo>
                    <a:pt x="4" y="67"/>
                    <a:pt x="0" y="63"/>
                    <a:pt x="0" y="58"/>
                  </a:cubicBezTo>
                  <a:cubicBezTo>
                    <a:pt x="0" y="53"/>
                    <a:pt x="4" y="49"/>
                    <a:pt x="9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4"/>
                    <a:pt x="47" y="0"/>
                    <a:pt x="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4" y="0"/>
                    <a:pt x="148" y="4"/>
                    <a:pt x="148" y="9"/>
                  </a:cubicBezTo>
                  <a:cubicBezTo>
                    <a:pt x="148" y="58"/>
                    <a:pt x="148" y="58"/>
                    <a:pt x="148" y="58"/>
                  </a:cubicBezTo>
                  <a:cubicBezTo>
                    <a:pt x="148" y="63"/>
                    <a:pt x="144" y="67"/>
                    <a:pt x="139" y="67"/>
                  </a:cubicBezTo>
                  <a:close/>
                  <a:moveTo>
                    <a:pt x="61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61" y="18"/>
                    <a:pt x="61" y="18"/>
                    <a:pt x="61" y="18"/>
                  </a:cubicBezTo>
                  <a:lnTo>
                    <a:pt x="61" y="4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7" name="Freeform 121"/>
            <p:cNvSpPr>
              <a:spLocks/>
            </p:cNvSpPr>
            <p:nvPr/>
          </p:nvSpPr>
          <p:spPr bwMode="gray">
            <a:xfrm>
              <a:off x="9244012" y="1900238"/>
              <a:ext cx="179388" cy="207963"/>
            </a:xfrm>
            <a:custGeom>
              <a:avLst/>
              <a:gdLst>
                <a:gd name="T0" fmla="*/ 83579 w 88"/>
                <a:gd name="T1" fmla="*/ 207963 h 102"/>
                <a:gd name="T2" fmla="*/ 16308 w 88"/>
                <a:gd name="T3" fmla="*/ 179419 h 102"/>
                <a:gd name="T4" fmla="*/ 14270 w 88"/>
                <a:gd name="T5" fmla="*/ 122331 h 102"/>
                <a:gd name="T6" fmla="*/ 16308 w 88"/>
                <a:gd name="T7" fmla="*/ 120292 h 102"/>
                <a:gd name="T8" fmla="*/ 83579 w 88"/>
                <a:gd name="T9" fmla="*/ 8155 h 102"/>
                <a:gd name="T10" fmla="*/ 97848 w 88"/>
                <a:gd name="T11" fmla="*/ 0 h 102"/>
                <a:gd name="T12" fmla="*/ 161042 w 88"/>
                <a:gd name="T13" fmla="*/ 0 h 102"/>
                <a:gd name="T14" fmla="*/ 179388 w 88"/>
                <a:gd name="T15" fmla="*/ 18350 h 102"/>
                <a:gd name="T16" fmla="*/ 161042 w 88"/>
                <a:gd name="T17" fmla="*/ 36699 h 102"/>
                <a:gd name="T18" fmla="*/ 108041 w 88"/>
                <a:gd name="T19" fmla="*/ 36699 h 102"/>
                <a:gd name="T20" fmla="*/ 48924 w 88"/>
                <a:gd name="T21" fmla="*/ 136603 h 102"/>
                <a:gd name="T22" fmla="*/ 46886 w 88"/>
                <a:gd name="T23" fmla="*/ 161069 h 102"/>
                <a:gd name="T24" fmla="*/ 83579 w 88"/>
                <a:gd name="T25" fmla="*/ 171264 h 102"/>
                <a:gd name="T26" fmla="*/ 101925 w 88"/>
                <a:gd name="T27" fmla="*/ 189613 h 102"/>
                <a:gd name="T28" fmla="*/ 83579 w 88"/>
                <a:gd name="T29" fmla="*/ 207963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102"/>
                <a:gd name="T47" fmla="*/ 88 w 88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102">
                  <a:moveTo>
                    <a:pt x="41" y="102"/>
                  </a:moveTo>
                  <a:cubicBezTo>
                    <a:pt x="25" y="102"/>
                    <a:pt x="14" y="97"/>
                    <a:pt x="8" y="88"/>
                  </a:cubicBezTo>
                  <a:cubicBezTo>
                    <a:pt x="0" y="76"/>
                    <a:pt x="7" y="61"/>
                    <a:pt x="7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4" y="0"/>
                    <a:pt x="88" y="4"/>
                    <a:pt x="88" y="9"/>
                  </a:cubicBezTo>
                  <a:cubicBezTo>
                    <a:pt x="88" y="14"/>
                    <a:pt x="84" y="18"/>
                    <a:pt x="79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3" y="70"/>
                    <a:pt x="21" y="75"/>
                    <a:pt x="23" y="79"/>
                  </a:cubicBezTo>
                  <a:cubicBezTo>
                    <a:pt x="25" y="82"/>
                    <a:pt x="32" y="84"/>
                    <a:pt x="41" y="84"/>
                  </a:cubicBezTo>
                  <a:cubicBezTo>
                    <a:pt x="46" y="84"/>
                    <a:pt x="50" y="88"/>
                    <a:pt x="50" y="93"/>
                  </a:cubicBezTo>
                  <a:cubicBezTo>
                    <a:pt x="50" y="98"/>
                    <a:pt x="46" y="102"/>
                    <a:pt x="41" y="10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8" name="Freeform 122"/>
            <p:cNvSpPr>
              <a:spLocks/>
            </p:cNvSpPr>
            <p:nvPr/>
          </p:nvSpPr>
          <p:spPr bwMode="gray">
            <a:xfrm>
              <a:off x="9423400" y="1900238"/>
              <a:ext cx="179388" cy="207963"/>
            </a:xfrm>
            <a:custGeom>
              <a:avLst/>
              <a:gdLst>
                <a:gd name="T0" fmla="*/ 95810 w 88"/>
                <a:gd name="T1" fmla="*/ 207963 h 102"/>
                <a:gd name="T2" fmla="*/ 77463 w 88"/>
                <a:gd name="T3" fmla="*/ 189613 h 102"/>
                <a:gd name="T4" fmla="*/ 95810 w 88"/>
                <a:gd name="T5" fmla="*/ 171264 h 102"/>
                <a:gd name="T6" fmla="*/ 132503 w 88"/>
                <a:gd name="T7" fmla="*/ 161069 h 102"/>
                <a:gd name="T8" fmla="*/ 130464 w 88"/>
                <a:gd name="T9" fmla="*/ 136603 h 102"/>
                <a:gd name="T10" fmla="*/ 71348 w 88"/>
                <a:gd name="T11" fmla="*/ 36699 h 102"/>
                <a:gd name="T12" fmla="*/ 18347 w 88"/>
                <a:gd name="T13" fmla="*/ 36699 h 102"/>
                <a:gd name="T14" fmla="*/ 0 w 88"/>
                <a:gd name="T15" fmla="*/ 18350 h 102"/>
                <a:gd name="T16" fmla="*/ 18347 w 88"/>
                <a:gd name="T17" fmla="*/ 0 h 102"/>
                <a:gd name="T18" fmla="*/ 81540 w 88"/>
                <a:gd name="T19" fmla="*/ 0 h 102"/>
                <a:gd name="T20" fmla="*/ 95810 w 88"/>
                <a:gd name="T21" fmla="*/ 8155 h 102"/>
                <a:gd name="T22" fmla="*/ 163080 w 88"/>
                <a:gd name="T23" fmla="*/ 120292 h 102"/>
                <a:gd name="T24" fmla="*/ 165119 w 88"/>
                <a:gd name="T25" fmla="*/ 122331 h 102"/>
                <a:gd name="T26" fmla="*/ 163080 w 88"/>
                <a:gd name="T27" fmla="*/ 179419 h 102"/>
                <a:gd name="T28" fmla="*/ 95810 w 88"/>
                <a:gd name="T29" fmla="*/ 207963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102"/>
                <a:gd name="T47" fmla="*/ 88 w 88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102">
                  <a:moveTo>
                    <a:pt x="47" y="102"/>
                  </a:moveTo>
                  <a:cubicBezTo>
                    <a:pt x="42" y="102"/>
                    <a:pt x="38" y="98"/>
                    <a:pt x="38" y="93"/>
                  </a:cubicBezTo>
                  <a:cubicBezTo>
                    <a:pt x="38" y="88"/>
                    <a:pt x="42" y="84"/>
                    <a:pt x="47" y="84"/>
                  </a:cubicBezTo>
                  <a:cubicBezTo>
                    <a:pt x="56" y="84"/>
                    <a:pt x="63" y="82"/>
                    <a:pt x="65" y="79"/>
                  </a:cubicBezTo>
                  <a:cubicBezTo>
                    <a:pt x="67" y="75"/>
                    <a:pt x="65" y="70"/>
                    <a:pt x="64" y="67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3" y="0"/>
                    <a:pt x="46" y="2"/>
                    <a:pt x="47" y="4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0" y="59"/>
                    <a:pt x="80" y="59"/>
                    <a:pt x="81" y="60"/>
                  </a:cubicBezTo>
                  <a:cubicBezTo>
                    <a:pt x="81" y="61"/>
                    <a:pt x="88" y="76"/>
                    <a:pt x="80" y="88"/>
                  </a:cubicBezTo>
                  <a:cubicBezTo>
                    <a:pt x="74" y="97"/>
                    <a:pt x="63" y="102"/>
                    <a:pt x="47" y="10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9" name="Freeform 123"/>
            <p:cNvSpPr>
              <a:spLocks/>
            </p:cNvSpPr>
            <p:nvPr/>
          </p:nvSpPr>
          <p:spPr bwMode="gray">
            <a:xfrm>
              <a:off x="9380537" y="1911351"/>
              <a:ext cx="15875" cy="85725"/>
            </a:xfrm>
            <a:custGeom>
              <a:avLst/>
              <a:gdLst>
                <a:gd name="T0" fmla="*/ 7938 w 8"/>
                <a:gd name="T1" fmla="*/ 85725 h 42"/>
                <a:gd name="T2" fmla="*/ 0 w 8"/>
                <a:gd name="T3" fmla="*/ 77561 h 42"/>
                <a:gd name="T4" fmla="*/ 0 w 8"/>
                <a:gd name="T5" fmla="*/ 8164 h 42"/>
                <a:gd name="T6" fmla="*/ 7938 w 8"/>
                <a:gd name="T7" fmla="*/ 0 h 42"/>
                <a:gd name="T8" fmla="*/ 15875 w 8"/>
                <a:gd name="T9" fmla="*/ 8164 h 42"/>
                <a:gd name="T10" fmla="*/ 15875 w 8"/>
                <a:gd name="T11" fmla="*/ 77561 h 42"/>
                <a:gd name="T12" fmla="*/ 7938 w 8"/>
                <a:gd name="T13" fmla="*/ 857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42"/>
                <a:gd name="T23" fmla="*/ 8 w 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42">
                  <a:moveTo>
                    <a:pt x="4" y="42"/>
                  </a:moveTo>
                  <a:cubicBezTo>
                    <a:pt x="2" y="42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6" y="42"/>
                    <a:pt x="4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0" name="Freeform 124"/>
            <p:cNvSpPr>
              <a:spLocks/>
            </p:cNvSpPr>
            <p:nvPr/>
          </p:nvSpPr>
          <p:spPr bwMode="gray">
            <a:xfrm>
              <a:off x="9450387" y="1911351"/>
              <a:ext cx="15875" cy="85725"/>
            </a:xfrm>
            <a:custGeom>
              <a:avLst/>
              <a:gdLst>
                <a:gd name="T0" fmla="*/ 7938 w 8"/>
                <a:gd name="T1" fmla="*/ 85725 h 42"/>
                <a:gd name="T2" fmla="*/ 0 w 8"/>
                <a:gd name="T3" fmla="*/ 77561 h 42"/>
                <a:gd name="T4" fmla="*/ 0 w 8"/>
                <a:gd name="T5" fmla="*/ 8164 h 42"/>
                <a:gd name="T6" fmla="*/ 7938 w 8"/>
                <a:gd name="T7" fmla="*/ 0 h 42"/>
                <a:gd name="T8" fmla="*/ 15875 w 8"/>
                <a:gd name="T9" fmla="*/ 8164 h 42"/>
                <a:gd name="T10" fmla="*/ 15875 w 8"/>
                <a:gd name="T11" fmla="*/ 77561 h 42"/>
                <a:gd name="T12" fmla="*/ 7938 w 8"/>
                <a:gd name="T13" fmla="*/ 857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42"/>
                <a:gd name="T23" fmla="*/ 8 w 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42">
                  <a:moveTo>
                    <a:pt x="4" y="42"/>
                  </a:moveTo>
                  <a:cubicBezTo>
                    <a:pt x="1" y="42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6" y="42"/>
                    <a:pt x="4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1" name="Freeform 125"/>
            <p:cNvSpPr>
              <a:spLocks noEditPoints="1"/>
            </p:cNvSpPr>
            <p:nvPr/>
          </p:nvSpPr>
          <p:spPr bwMode="gray">
            <a:xfrm>
              <a:off x="9396412" y="1911351"/>
              <a:ext cx="53975" cy="55563"/>
            </a:xfrm>
            <a:custGeom>
              <a:avLst/>
              <a:gdLst>
                <a:gd name="T0" fmla="*/ 26988 w 26"/>
                <a:gd name="T1" fmla="*/ 55563 h 27"/>
                <a:gd name="T2" fmla="*/ 20760 w 26"/>
                <a:gd name="T3" fmla="*/ 51447 h 27"/>
                <a:gd name="T4" fmla="*/ 2076 w 26"/>
                <a:gd name="T5" fmla="*/ 32926 h 27"/>
                <a:gd name="T6" fmla="*/ 0 w 26"/>
                <a:gd name="T7" fmla="*/ 26753 h 27"/>
                <a:gd name="T8" fmla="*/ 2076 w 26"/>
                <a:gd name="T9" fmla="*/ 22637 h 27"/>
                <a:gd name="T10" fmla="*/ 20760 w 26"/>
                <a:gd name="T11" fmla="*/ 2058 h 27"/>
                <a:gd name="T12" fmla="*/ 33215 w 26"/>
                <a:gd name="T13" fmla="*/ 2058 h 27"/>
                <a:gd name="T14" fmla="*/ 51899 w 26"/>
                <a:gd name="T15" fmla="*/ 22637 h 27"/>
                <a:gd name="T16" fmla="*/ 53975 w 26"/>
                <a:gd name="T17" fmla="*/ 26753 h 27"/>
                <a:gd name="T18" fmla="*/ 51899 w 26"/>
                <a:gd name="T19" fmla="*/ 32926 h 27"/>
                <a:gd name="T20" fmla="*/ 33215 w 26"/>
                <a:gd name="T21" fmla="*/ 51447 h 27"/>
                <a:gd name="T22" fmla="*/ 26988 w 26"/>
                <a:gd name="T23" fmla="*/ 55563 h 27"/>
                <a:gd name="T24" fmla="*/ 18684 w 26"/>
                <a:gd name="T25" fmla="*/ 26753 h 27"/>
                <a:gd name="T26" fmla="*/ 26988 w 26"/>
                <a:gd name="T27" fmla="*/ 34984 h 27"/>
                <a:gd name="T28" fmla="*/ 33215 w 26"/>
                <a:gd name="T29" fmla="*/ 26753 h 27"/>
                <a:gd name="T30" fmla="*/ 26988 w 26"/>
                <a:gd name="T31" fmla="*/ 20579 h 27"/>
                <a:gd name="T32" fmla="*/ 18684 w 26"/>
                <a:gd name="T33" fmla="*/ 26753 h 2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6"/>
                <a:gd name="T52" fmla="*/ 0 h 27"/>
                <a:gd name="T53" fmla="*/ 26 w 26"/>
                <a:gd name="T54" fmla="*/ 27 h 2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6" h="27">
                  <a:moveTo>
                    <a:pt x="13" y="27"/>
                  </a:moveTo>
                  <a:cubicBezTo>
                    <a:pt x="12" y="27"/>
                    <a:pt x="11" y="26"/>
                    <a:pt x="10" y="25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6"/>
                    <a:pt x="0" y="15"/>
                    <a:pt x="0" y="13"/>
                  </a:cubicBezTo>
                  <a:cubicBezTo>
                    <a:pt x="0" y="12"/>
                    <a:pt x="0" y="11"/>
                    <a:pt x="1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2" y="0"/>
                    <a:pt x="14" y="0"/>
                    <a:pt x="16" y="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6" y="11"/>
                    <a:pt x="26" y="12"/>
                    <a:pt x="26" y="13"/>
                  </a:cubicBezTo>
                  <a:cubicBezTo>
                    <a:pt x="26" y="15"/>
                    <a:pt x="26" y="16"/>
                    <a:pt x="25" y="1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6"/>
                    <a:pt x="14" y="27"/>
                    <a:pt x="13" y="27"/>
                  </a:cubicBezTo>
                  <a:close/>
                  <a:moveTo>
                    <a:pt x="9" y="13"/>
                  </a:moveTo>
                  <a:cubicBezTo>
                    <a:pt x="13" y="17"/>
                    <a:pt x="13" y="17"/>
                    <a:pt x="13" y="17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3" y="10"/>
                    <a:pt x="13" y="10"/>
                    <a:pt x="13" y="10"/>
                  </a:cubicBezTo>
                  <a:lnTo>
                    <a:pt x="9" y="1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2" name="Freeform 126"/>
            <p:cNvSpPr>
              <a:spLocks/>
            </p:cNvSpPr>
            <p:nvPr/>
          </p:nvSpPr>
          <p:spPr bwMode="gray">
            <a:xfrm>
              <a:off x="9396412" y="1943101"/>
              <a:ext cx="28575" cy="53975"/>
            </a:xfrm>
            <a:custGeom>
              <a:avLst/>
              <a:gdLst>
                <a:gd name="T0" fmla="*/ 10205 w 14"/>
                <a:gd name="T1" fmla="*/ 53975 h 27"/>
                <a:gd name="T2" fmla="*/ 8164 w 14"/>
                <a:gd name="T3" fmla="*/ 53975 h 27"/>
                <a:gd name="T4" fmla="*/ 2041 w 14"/>
                <a:gd name="T5" fmla="*/ 43980 h 27"/>
                <a:gd name="T6" fmla="*/ 12246 w 14"/>
                <a:gd name="T7" fmla="*/ 5997 h 27"/>
                <a:gd name="T8" fmla="*/ 22452 w 14"/>
                <a:gd name="T9" fmla="*/ 0 h 27"/>
                <a:gd name="T10" fmla="*/ 26534 w 14"/>
                <a:gd name="T11" fmla="*/ 9995 h 27"/>
                <a:gd name="T12" fmla="*/ 18370 w 14"/>
                <a:gd name="T13" fmla="*/ 47978 h 27"/>
                <a:gd name="T14" fmla="*/ 10205 w 14"/>
                <a:gd name="T15" fmla="*/ 53975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"/>
                <a:gd name="T25" fmla="*/ 0 h 27"/>
                <a:gd name="T26" fmla="*/ 14 w 14"/>
                <a:gd name="T27" fmla="*/ 27 h 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" h="27">
                  <a:moveTo>
                    <a:pt x="5" y="27"/>
                  </a:moveTo>
                  <a:cubicBezTo>
                    <a:pt x="4" y="27"/>
                    <a:pt x="4" y="27"/>
                    <a:pt x="4" y="27"/>
                  </a:cubicBezTo>
                  <a:cubicBezTo>
                    <a:pt x="2" y="26"/>
                    <a:pt x="0" y="24"/>
                    <a:pt x="1" y="2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8" y="0"/>
                    <a:pt x="11" y="0"/>
                  </a:cubicBezTo>
                  <a:cubicBezTo>
                    <a:pt x="13" y="1"/>
                    <a:pt x="14" y="3"/>
                    <a:pt x="13" y="5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8" y="26"/>
                    <a:pt x="7" y="27"/>
                    <a:pt x="5" y="2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3" name="Freeform 127"/>
            <p:cNvSpPr>
              <a:spLocks/>
            </p:cNvSpPr>
            <p:nvPr/>
          </p:nvSpPr>
          <p:spPr bwMode="gray">
            <a:xfrm>
              <a:off x="9421812" y="1943101"/>
              <a:ext cx="26988" cy="53975"/>
            </a:xfrm>
            <a:custGeom>
              <a:avLst/>
              <a:gdLst>
                <a:gd name="T0" fmla="*/ 18684 w 13"/>
                <a:gd name="T1" fmla="*/ 53975 h 27"/>
                <a:gd name="T2" fmla="*/ 10380 w 13"/>
                <a:gd name="T3" fmla="*/ 47978 h 27"/>
                <a:gd name="T4" fmla="*/ 0 w 13"/>
                <a:gd name="T5" fmla="*/ 9995 h 27"/>
                <a:gd name="T6" fmla="*/ 6228 w 13"/>
                <a:gd name="T7" fmla="*/ 0 h 27"/>
                <a:gd name="T8" fmla="*/ 16608 w 13"/>
                <a:gd name="T9" fmla="*/ 5997 h 27"/>
                <a:gd name="T10" fmla="*/ 26988 w 13"/>
                <a:gd name="T11" fmla="*/ 43980 h 27"/>
                <a:gd name="T12" fmla="*/ 20760 w 13"/>
                <a:gd name="T13" fmla="*/ 53975 h 27"/>
                <a:gd name="T14" fmla="*/ 18684 w 13"/>
                <a:gd name="T15" fmla="*/ 53975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"/>
                <a:gd name="T25" fmla="*/ 0 h 27"/>
                <a:gd name="T26" fmla="*/ 13 w 13"/>
                <a:gd name="T27" fmla="*/ 27 h 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" h="27">
                  <a:moveTo>
                    <a:pt x="9" y="27"/>
                  </a:moveTo>
                  <a:cubicBezTo>
                    <a:pt x="7" y="27"/>
                    <a:pt x="6" y="26"/>
                    <a:pt x="5" y="2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5" y="0"/>
                    <a:pt x="8" y="1"/>
                    <a:pt x="8" y="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4"/>
                    <a:pt x="12" y="26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4" name="Freeform 128"/>
            <p:cNvSpPr>
              <a:spLocks noEditPoints="1"/>
            </p:cNvSpPr>
            <p:nvPr/>
          </p:nvSpPr>
          <p:spPr bwMode="gray">
            <a:xfrm>
              <a:off x="9925050" y="1757363"/>
              <a:ext cx="184150" cy="180975"/>
            </a:xfrm>
            <a:custGeom>
              <a:avLst/>
              <a:gdLst>
                <a:gd name="T0" fmla="*/ 92075 w 90"/>
                <a:gd name="T1" fmla="*/ 180975 h 89"/>
                <a:gd name="T2" fmla="*/ 0 w 90"/>
                <a:gd name="T3" fmla="*/ 89471 h 89"/>
                <a:gd name="T4" fmla="*/ 92075 w 90"/>
                <a:gd name="T5" fmla="*/ 0 h 89"/>
                <a:gd name="T6" fmla="*/ 184150 w 90"/>
                <a:gd name="T7" fmla="*/ 89471 h 89"/>
                <a:gd name="T8" fmla="*/ 92075 w 90"/>
                <a:gd name="T9" fmla="*/ 180975 h 89"/>
                <a:gd name="T10" fmla="*/ 92075 w 90"/>
                <a:gd name="T11" fmla="*/ 36602 h 89"/>
                <a:gd name="T12" fmla="*/ 36830 w 90"/>
                <a:gd name="T13" fmla="*/ 89471 h 89"/>
                <a:gd name="T14" fmla="*/ 92075 w 90"/>
                <a:gd name="T15" fmla="*/ 144373 h 89"/>
                <a:gd name="T16" fmla="*/ 147320 w 90"/>
                <a:gd name="T17" fmla="*/ 89471 h 89"/>
                <a:gd name="T18" fmla="*/ 92075 w 90"/>
                <a:gd name="T19" fmla="*/ 36602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89"/>
                <a:gd name="T32" fmla="*/ 90 w 90"/>
                <a:gd name="T33" fmla="*/ 89 h 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89">
                  <a:moveTo>
                    <a:pt x="45" y="89"/>
                  </a:move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69" y="0"/>
                    <a:pt x="90" y="20"/>
                    <a:pt x="90" y="44"/>
                  </a:cubicBezTo>
                  <a:cubicBezTo>
                    <a:pt x="90" y="69"/>
                    <a:pt x="69" y="89"/>
                    <a:pt x="45" y="89"/>
                  </a:cubicBezTo>
                  <a:close/>
                  <a:moveTo>
                    <a:pt x="45" y="18"/>
                  </a:moveTo>
                  <a:cubicBezTo>
                    <a:pt x="30" y="18"/>
                    <a:pt x="18" y="30"/>
                    <a:pt x="18" y="44"/>
                  </a:cubicBezTo>
                  <a:cubicBezTo>
                    <a:pt x="18" y="59"/>
                    <a:pt x="30" y="71"/>
                    <a:pt x="45" y="71"/>
                  </a:cubicBezTo>
                  <a:cubicBezTo>
                    <a:pt x="59" y="71"/>
                    <a:pt x="72" y="59"/>
                    <a:pt x="72" y="44"/>
                  </a:cubicBezTo>
                  <a:cubicBezTo>
                    <a:pt x="72" y="30"/>
                    <a:pt x="59" y="18"/>
                    <a:pt x="4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5" name="Freeform 129"/>
            <p:cNvSpPr>
              <a:spLocks/>
            </p:cNvSpPr>
            <p:nvPr/>
          </p:nvSpPr>
          <p:spPr bwMode="gray">
            <a:xfrm>
              <a:off x="10017125" y="2071688"/>
              <a:ext cx="196850" cy="36513"/>
            </a:xfrm>
            <a:custGeom>
              <a:avLst/>
              <a:gdLst>
                <a:gd name="T0" fmla="*/ 178395 w 96"/>
                <a:gd name="T1" fmla="*/ 36513 h 18"/>
                <a:gd name="T2" fmla="*/ 18455 w 96"/>
                <a:gd name="T3" fmla="*/ 36513 h 18"/>
                <a:gd name="T4" fmla="*/ 0 w 96"/>
                <a:gd name="T5" fmla="*/ 18257 h 18"/>
                <a:gd name="T6" fmla="*/ 18455 w 96"/>
                <a:gd name="T7" fmla="*/ 0 h 18"/>
                <a:gd name="T8" fmla="*/ 178395 w 96"/>
                <a:gd name="T9" fmla="*/ 0 h 18"/>
                <a:gd name="T10" fmla="*/ 196850 w 96"/>
                <a:gd name="T11" fmla="*/ 18257 h 18"/>
                <a:gd name="T12" fmla="*/ 178395 w 96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8"/>
                <a:gd name="T23" fmla="*/ 96 w 96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8">
                  <a:moveTo>
                    <a:pt x="87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2" y="0"/>
                    <a:pt x="96" y="4"/>
                    <a:pt x="96" y="9"/>
                  </a:cubicBezTo>
                  <a:cubicBezTo>
                    <a:pt x="96" y="14"/>
                    <a:pt x="92" y="18"/>
                    <a:pt x="8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6" name="Freeform 130"/>
            <p:cNvSpPr>
              <a:spLocks noEditPoints="1"/>
            </p:cNvSpPr>
            <p:nvPr/>
          </p:nvSpPr>
          <p:spPr bwMode="gray">
            <a:xfrm>
              <a:off x="9821862" y="1971676"/>
              <a:ext cx="301625" cy="136525"/>
            </a:xfrm>
            <a:custGeom>
              <a:avLst/>
              <a:gdLst>
                <a:gd name="T0" fmla="*/ 283283 w 148"/>
                <a:gd name="T1" fmla="*/ 136525 h 67"/>
                <a:gd name="T2" fmla="*/ 18342 w 148"/>
                <a:gd name="T3" fmla="*/ 136525 h 67"/>
                <a:gd name="T4" fmla="*/ 0 w 148"/>
                <a:gd name="T5" fmla="*/ 118186 h 67"/>
                <a:gd name="T6" fmla="*/ 18342 w 148"/>
                <a:gd name="T7" fmla="*/ 99847 h 67"/>
                <a:gd name="T8" fmla="*/ 87634 w 148"/>
                <a:gd name="T9" fmla="*/ 99847 h 67"/>
                <a:gd name="T10" fmla="*/ 87634 w 148"/>
                <a:gd name="T11" fmla="*/ 18339 h 67"/>
                <a:gd name="T12" fmla="*/ 105976 w 148"/>
                <a:gd name="T13" fmla="*/ 0 h 67"/>
                <a:gd name="T14" fmla="*/ 283283 w 148"/>
                <a:gd name="T15" fmla="*/ 0 h 67"/>
                <a:gd name="T16" fmla="*/ 301625 w 148"/>
                <a:gd name="T17" fmla="*/ 18339 h 67"/>
                <a:gd name="T18" fmla="*/ 301625 w 148"/>
                <a:gd name="T19" fmla="*/ 118186 h 67"/>
                <a:gd name="T20" fmla="*/ 283283 w 148"/>
                <a:gd name="T21" fmla="*/ 136525 h 67"/>
                <a:gd name="T22" fmla="*/ 124318 w 148"/>
                <a:gd name="T23" fmla="*/ 99847 h 67"/>
                <a:gd name="T24" fmla="*/ 264941 w 148"/>
                <a:gd name="T25" fmla="*/ 99847 h 67"/>
                <a:gd name="T26" fmla="*/ 264941 w 148"/>
                <a:gd name="T27" fmla="*/ 36678 h 67"/>
                <a:gd name="T28" fmla="*/ 124318 w 148"/>
                <a:gd name="T29" fmla="*/ 36678 h 67"/>
                <a:gd name="T30" fmla="*/ 124318 w 148"/>
                <a:gd name="T31" fmla="*/ 99847 h 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8"/>
                <a:gd name="T49" fmla="*/ 0 h 67"/>
                <a:gd name="T50" fmla="*/ 148 w 148"/>
                <a:gd name="T51" fmla="*/ 67 h 6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8" h="67">
                  <a:moveTo>
                    <a:pt x="139" y="67"/>
                  </a:moveTo>
                  <a:cubicBezTo>
                    <a:pt x="9" y="67"/>
                    <a:pt x="9" y="67"/>
                    <a:pt x="9" y="67"/>
                  </a:cubicBezTo>
                  <a:cubicBezTo>
                    <a:pt x="4" y="67"/>
                    <a:pt x="0" y="63"/>
                    <a:pt x="0" y="58"/>
                  </a:cubicBezTo>
                  <a:cubicBezTo>
                    <a:pt x="0" y="53"/>
                    <a:pt x="4" y="49"/>
                    <a:pt x="9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4"/>
                    <a:pt x="47" y="0"/>
                    <a:pt x="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4" y="0"/>
                    <a:pt x="148" y="4"/>
                    <a:pt x="148" y="9"/>
                  </a:cubicBezTo>
                  <a:cubicBezTo>
                    <a:pt x="148" y="58"/>
                    <a:pt x="148" y="58"/>
                    <a:pt x="148" y="58"/>
                  </a:cubicBezTo>
                  <a:cubicBezTo>
                    <a:pt x="148" y="63"/>
                    <a:pt x="144" y="67"/>
                    <a:pt x="139" y="67"/>
                  </a:cubicBezTo>
                  <a:close/>
                  <a:moveTo>
                    <a:pt x="61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61" y="18"/>
                    <a:pt x="61" y="18"/>
                    <a:pt x="61" y="18"/>
                  </a:cubicBezTo>
                  <a:lnTo>
                    <a:pt x="61" y="4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7" name="Freeform 131"/>
            <p:cNvSpPr>
              <a:spLocks/>
            </p:cNvSpPr>
            <p:nvPr/>
          </p:nvSpPr>
          <p:spPr bwMode="gray">
            <a:xfrm>
              <a:off x="9837737" y="1900238"/>
              <a:ext cx="177800" cy="207963"/>
            </a:xfrm>
            <a:custGeom>
              <a:avLst/>
              <a:gdLst>
                <a:gd name="T0" fmla="*/ 81747 w 87"/>
                <a:gd name="T1" fmla="*/ 207963 h 102"/>
                <a:gd name="T2" fmla="*/ 16349 w 87"/>
                <a:gd name="T3" fmla="*/ 179419 h 102"/>
                <a:gd name="T4" fmla="*/ 14306 w 87"/>
                <a:gd name="T5" fmla="*/ 122331 h 102"/>
                <a:gd name="T6" fmla="*/ 16349 w 87"/>
                <a:gd name="T7" fmla="*/ 120292 h 102"/>
                <a:gd name="T8" fmla="*/ 81747 w 87"/>
                <a:gd name="T9" fmla="*/ 8155 h 102"/>
                <a:gd name="T10" fmla="*/ 98097 w 87"/>
                <a:gd name="T11" fmla="*/ 0 h 102"/>
                <a:gd name="T12" fmla="*/ 159407 w 87"/>
                <a:gd name="T13" fmla="*/ 0 h 102"/>
                <a:gd name="T14" fmla="*/ 177800 w 87"/>
                <a:gd name="T15" fmla="*/ 18350 h 102"/>
                <a:gd name="T16" fmla="*/ 159407 w 87"/>
                <a:gd name="T17" fmla="*/ 36699 h 102"/>
                <a:gd name="T18" fmla="*/ 108315 w 87"/>
                <a:gd name="T19" fmla="*/ 36699 h 102"/>
                <a:gd name="T20" fmla="*/ 47005 w 87"/>
                <a:gd name="T21" fmla="*/ 136603 h 102"/>
                <a:gd name="T22" fmla="*/ 47005 w 87"/>
                <a:gd name="T23" fmla="*/ 161069 h 102"/>
                <a:gd name="T24" fmla="*/ 81747 w 87"/>
                <a:gd name="T25" fmla="*/ 171264 h 102"/>
                <a:gd name="T26" fmla="*/ 100140 w 87"/>
                <a:gd name="T27" fmla="*/ 189613 h 102"/>
                <a:gd name="T28" fmla="*/ 81747 w 87"/>
                <a:gd name="T29" fmla="*/ 207963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7"/>
                <a:gd name="T46" fmla="*/ 0 h 102"/>
                <a:gd name="T47" fmla="*/ 87 w 87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7" h="102">
                  <a:moveTo>
                    <a:pt x="40" y="102"/>
                  </a:moveTo>
                  <a:cubicBezTo>
                    <a:pt x="25" y="102"/>
                    <a:pt x="14" y="97"/>
                    <a:pt x="8" y="88"/>
                  </a:cubicBezTo>
                  <a:cubicBezTo>
                    <a:pt x="0" y="76"/>
                    <a:pt x="6" y="61"/>
                    <a:pt x="7" y="60"/>
                  </a:cubicBezTo>
                  <a:cubicBezTo>
                    <a:pt x="7" y="59"/>
                    <a:pt x="7" y="59"/>
                    <a:pt x="8" y="59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3" y="0"/>
                    <a:pt x="87" y="4"/>
                    <a:pt x="87" y="9"/>
                  </a:cubicBezTo>
                  <a:cubicBezTo>
                    <a:pt x="87" y="14"/>
                    <a:pt x="83" y="18"/>
                    <a:pt x="78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2" y="70"/>
                    <a:pt x="21" y="75"/>
                    <a:pt x="23" y="79"/>
                  </a:cubicBezTo>
                  <a:cubicBezTo>
                    <a:pt x="25" y="82"/>
                    <a:pt x="32" y="84"/>
                    <a:pt x="40" y="84"/>
                  </a:cubicBezTo>
                  <a:cubicBezTo>
                    <a:pt x="45" y="84"/>
                    <a:pt x="49" y="88"/>
                    <a:pt x="49" y="93"/>
                  </a:cubicBezTo>
                  <a:cubicBezTo>
                    <a:pt x="49" y="98"/>
                    <a:pt x="45" y="102"/>
                    <a:pt x="40" y="10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8" name="Freeform 132"/>
            <p:cNvSpPr>
              <a:spLocks/>
            </p:cNvSpPr>
            <p:nvPr/>
          </p:nvSpPr>
          <p:spPr bwMode="gray">
            <a:xfrm>
              <a:off x="10017125" y="1900238"/>
              <a:ext cx="180975" cy="207963"/>
            </a:xfrm>
            <a:custGeom>
              <a:avLst/>
              <a:gdLst>
                <a:gd name="T0" fmla="*/ 96657 w 88"/>
                <a:gd name="T1" fmla="*/ 207963 h 102"/>
                <a:gd name="T2" fmla="*/ 78148 w 88"/>
                <a:gd name="T3" fmla="*/ 189613 h 102"/>
                <a:gd name="T4" fmla="*/ 96657 w 88"/>
                <a:gd name="T5" fmla="*/ 171264 h 102"/>
                <a:gd name="T6" fmla="*/ 131618 w 88"/>
                <a:gd name="T7" fmla="*/ 161069 h 102"/>
                <a:gd name="T8" fmla="*/ 131618 w 88"/>
                <a:gd name="T9" fmla="*/ 136603 h 102"/>
                <a:gd name="T10" fmla="*/ 69922 w 88"/>
                <a:gd name="T11" fmla="*/ 36699 h 102"/>
                <a:gd name="T12" fmla="*/ 18509 w 88"/>
                <a:gd name="T13" fmla="*/ 36699 h 102"/>
                <a:gd name="T14" fmla="*/ 0 w 88"/>
                <a:gd name="T15" fmla="*/ 18350 h 102"/>
                <a:gd name="T16" fmla="*/ 18509 w 88"/>
                <a:gd name="T17" fmla="*/ 0 h 102"/>
                <a:gd name="T18" fmla="*/ 80205 w 88"/>
                <a:gd name="T19" fmla="*/ 0 h 102"/>
                <a:gd name="T20" fmla="*/ 96657 w 88"/>
                <a:gd name="T21" fmla="*/ 8155 h 102"/>
                <a:gd name="T22" fmla="*/ 164523 w 88"/>
                <a:gd name="T23" fmla="*/ 120292 h 102"/>
                <a:gd name="T24" fmla="*/ 164523 w 88"/>
                <a:gd name="T25" fmla="*/ 122331 h 102"/>
                <a:gd name="T26" fmla="*/ 164523 w 88"/>
                <a:gd name="T27" fmla="*/ 179419 h 102"/>
                <a:gd name="T28" fmla="*/ 96657 w 88"/>
                <a:gd name="T29" fmla="*/ 207963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102"/>
                <a:gd name="T47" fmla="*/ 88 w 88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102">
                  <a:moveTo>
                    <a:pt x="47" y="102"/>
                  </a:moveTo>
                  <a:cubicBezTo>
                    <a:pt x="42" y="102"/>
                    <a:pt x="38" y="98"/>
                    <a:pt x="38" y="93"/>
                  </a:cubicBezTo>
                  <a:cubicBezTo>
                    <a:pt x="38" y="88"/>
                    <a:pt x="42" y="84"/>
                    <a:pt x="47" y="84"/>
                  </a:cubicBezTo>
                  <a:cubicBezTo>
                    <a:pt x="56" y="84"/>
                    <a:pt x="62" y="82"/>
                    <a:pt x="64" y="79"/>
                  </a:cubicBezTo>
                  <a:cubicBezTo>
                    <a:pt x="67" y="75"/>
                    <a:pt x="65" y="70"/>
                    <a:pt x="64" y="67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3" y="0"/>
                    <a:pt x="46" y="2"/>
                    <a:pt x="47" y="4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0" y="59"/>
                    <a:pt x="80" y="59"/>
                    <a:pt x="80" y="60"/>
                  </a:cubicBezTo>
                  <a:cubicBezTo>
                    <a:pt x="81" y="61"/>
                    <a:pt x="88" y="76"/>
                    <a:pt x="80" y="88"/>
                  </a:cubicBezTo>
                  <a:cubicBezTo>
                    <a:pt x="74" y="97"/>
                    <a:pt x="63" y="102"/>
                    <a:pt x="47" y="10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9" name="Freeform 133"/>
            <p:cNvSpPr>
              <a:spLocks/>
            </p:cNvSpPr>
            <p:nvPr/>
          </p:nvSpPr>
          <p:spPr bwMode="gray">
            <a:xfrm>
              <a:off x="9974262" y="1911351"/>
              <a:ext cx="17463" cy="85725"/>
            </a:xfrm>
            <a:custGeom>
              <a:avLst/>
              <a:gdLst>
                <a:gd name="T0" fmla="*/ 8732 w 8"/>
                <a:gd name="T1" fmla="*/ 85725 h 42"/>
                <a:gd name="T2" fmla="*/ 0 w 8"/>
                <a:gd name="T3" fmla="*/ 77561 h 42"/>
                <a:gd name="T4" fmla="*/ 0 w 8"/>
                <a:gd name="T5" fmla="*/ 8164 h 42"/>
                <a:gd name="T6" fmla="*/ 8732 w 8"/>
                <a:gd name="T7" fmla="*/ 0 h 42"/>
                <a:gd name="T8" fmla="*/ 17463 w 8"/>
                <a:gd name="T9" fmla="*/ 8164 h 42"/>
                <a:gd name="T10" fmla="*/ 17463 w 8"/>
                <a:gd name="T11" fmla="*/ 77561 h 42"/>
                <a:gd name="T12" fmla="*/ 8732 w 8"/>
                <a:gd name="T13" fmla="*/ 857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42"/>
                <a:gd name="T23" fmla="*/ 8 w 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42">
                  <a:moveTo>
                    <a:pt x="4" y="42"/>
                  </a:moveTo>
                  <a:cubicBezTo>
                    <a:pt x="2" y="42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6" y="42"/>
                    <a:pt x="4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0" name="Freeform 134"/>
            <p:cNvSpPr>
              <a:spLocks/>
            </p:cNvSpPr>
            <p:nvPr/>
          </p:nvSpPr>
          <p:spPr bwMode="gray">
            <a:xfrm>
              <a:off x="10042525" y="1911351"/>
              <a:ext cx="15875" cy="85725"/>
            </a:xfrm>
            <a:custGeom>
              <a:avLst/>
              <a:gdLst>
                <a:gd name="T0" fmla="*/ 7938 w 8"/>
                <a:gd name="T1" fmla="*/ 85725 h 42"/>
                <a:gd name="T2" fmla="*/ 0 w 8"/>
                <a:gd name="T3" fmla="*/ 77561 h 42"/>
                <a:gd name="T4" fmla="*/ 0 w 8"/>
                <a:gd name="T5" fmla="*/ 8164 h 42"/>
                <a:gd name="T6" fmla="*/ 7938 w 8"/>
                <a:gd name="T7" fmla="*/ 0 h 42"/>
                <a:gd name="T8" fmla="*/ 15875 w 8"/>
                <a:gd name="T9" fmla="*/ 8164 h 42"/>
                <a:gd name="T10" fmla="*/ 15875 w 8"/>
                <a:gd name="T11" fmla="*/ 77561 h 42"/>
                <a:gd name="T12" fmla="*/ 7938 w 8"/>
                <a:gd name="T13" fmla="*/ 857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42"/>
                <a:gd name="T23" fmla="*/ 8 w 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42">
                  <a:moveTo>
                    <a:pt x="4" y="42"/>
                  </a:moveTo>
                  <a:cubicBezTo>
                    <a:pt x="2" y="42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6" y="42"/>
                    <a:pt x="4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1" name="Freeform 135"/>
            <p:cNvSpPr>
              <a:spLocks noEditPoints="1"/>
            </p:cNvSpPr>
            <p:nvPr/>
          </p:nvSpPr>
          <p:spPr bwMode="gray">
            <a:xfrm>
              <a:off x="9988550" y="1911351"/>
              <a:ext cx="55563" cy="55563"/>
            </a:xfrm>
            <a:custGeom>
              <a:avLst/>
              <a:gdLst>
                <a:gd name="T0" fmla="*/ 28810 w 27"/>
                <a:gd name="T1" fmla="*/ 55563 h 27"/>
                <a:gd name="T2" fmla="*/ 22637 w 27"/>
                <a:gd name="T3" fmla="*/ 51447 h 27"/>
                <a:gd name="T4" fmla="*/ 4116 w 27"/>
                <a:gd name="T5" fmla="*/ 32926 h 27"/>
                <a:gd name="T6" fmla="*/ 0 w 27"/>
                <a:gd name="T7" fmla="*/ 26753 h 27"/>
                <a:gd name="T8" fmla="*/ 4116 w 27"/>
                <a:gd name="T9" fmla="*/ 22637 h 27"/>
                <a:gd name="T10" fmla="*/ 22637 w 27"/>
                <a:gd name="T11" fmla="*/ 2058 h 27"/>
                <a:gd name="T12" fmla="*/ 32926 w 27"/>
                <a:gd name="T13" fmla="*/ 2058 h 27"/>
                <a:gd name="T14" fmla="*/ 53505 w 27"/>
                <a:gd name="T15" fmla="*/ 22637 h 27"/>
                <a:gd name="T16" fmla="*/ 55563 w 27"/>
                <a:gd name="T17" fmla="*/ 26753 h 27"/>
                <a:gd name="T18" fmla="*/ 53505 w 27"/>
                <a:gd name="T19" fmla="*/ 32926 h 27"/>
                <a:gd name="T20" fmla="*/ 32926 w 27"/>
                <a:gd name="T21" fmla="*/ 51447 h 27"/>
                <a:gd name="T22" fmla="*/ 28810 w 27"/>
                <a:gd name="T23" fmla="*/ 55563 h 27"/>
                <a:gd name="T24" fmla="*/ 20579 w 27"/>
                <a:gd name="T25" fmla="*/ 26753 h 27"/>
                <a:gd name="T26" fmla="*/ 28810 w 27"/>
                <a:gd name="T27" fmla="*/ 34984 h 27"/>
                <a:gd name="T28" fmla="*/ 34984 w 27"/>
                <a:gd name="T29" fmla="*/ 26753 h 27"/>
                <a:gd name="T30" fmla="*/ 28810 w 27"/>
                <a:gd name="T31" fmla="*/ 20579 h 27"/>
                <a:gd name="T32" fmla="*/ 20579 w 27"/>
                <a:gd name="T33" fmla="*/ 26753 h 2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"/>
                <a:gd name="T52" fmla="*/ 0 h 27"/>
                <a:gd name="T53" fmla="*/ 27 w 27"/>
                <a:gd name="T54" fmla="*/ 27 h 2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" h="27">
                  <a:moveTo>
                    <a:pt x="14" y="27"/>
                  </a:moveTo>
                  <a:cubicBezTo>
                    <a:pt x="13" y="27"/>
                    <a:pt x="12" y="26"/>
                    <a:pt x="11" y="2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3"/>
                  </a:cubicBezTo>
                  <a:cubicBezTo>
                    <a:pt x="0" y="12"/>
                    <a:pt x="1" y="11"/>
                    <a:pt x="2" y="1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5" y="0"/>
                    <a:pt x="16" y="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7" y="12"/>
                    <a:pt x="27" y="13"/>
                  </a:cubicBezTo>
                  <a:cubicBezTo>
                    <a:pt x="27" y="15"/>
                    <a:pt x="26" y="16"/>
                    <a:pt x="26" y="1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6"/>
                    <a:pt x="15" y="27"/>
                    <a:pt x="14" y="27"/>
                  </a:cubicBezTo>
                  <a:close/>
                  <a:moveTo>
                    <a:pt x="10" y="13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4" y="10"/>
                    <a:pt x="14" y="10"/>
                    <a:pt x="14" y="10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2" name="Freeform 136"/>
            <p:cNvSpPr>
              <a:spLocks/>
            </p:cNvSpPr>
            <p:nvPr/>
          </p:nvSpPr>
          <p:spPr bwMode="gray">
            <a:xfrm>
              <a:off x="9991725" y="1943101"/>
              <a:ext cx="28575" cy="53975"/>
            </a:xfrm>
            <a:custGeom>
              <a:avLst/>
              <a:gdLst>
                <a:gd name="T0" fmla="*/ 10205 w 14"/>
                <a:gd name="T1" fmla="*/ 53975 h 27"/>
                <a:gd name="T2" fmla="*/ 8164 w 14"/>
                <a:gd name="T3" fmla="*/ 53975 h 27"/>
                <a:gd name="T4" fmla="*/ 2041 w 14"/>
                <a:gd name="T5" fmla="*/ 43980 h 27"/>
                <a:gd name="T6" fmla="*/ 10205 w 14"/>
                <a:gd name="T7" fmla="*/ 5997 h 27"/>
                <a:gd name="T8" fmla="*/ 20411 w 14"/>
                <a:gd name="T9" fmla="*/ 0 h 27"/>
                <a:gd name="T10" fmla="*/ 26534 w 14"/>
                <a:gd name="T11" fmla="*/ 9995 h 27"/>
                <a:gd name="T12" fmla="*/ 16329 w 14"/>
                <a:gd name="T13" fmla="*/ 47978 h 27"/>
                <a:gd name="T14" fmla="*/ 10205 w 14"/>
                <a:gd name="T15" fmla="*/ 53975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"/>
                <a:gd name="T25" fmla="*/ 0 h 27"/>
                <a:gd name="T26" fmla="*/ 14 w 14"/>
                <a:gd name="T27" fmla="*/ 27 h 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" h="27">
                  <a:moveTo>
                    <a:pt x="5" y="27"/>
                  </a:moveTo>
                  <a:cubicBezTo>
                    <a:pt x="4" y="27"/>
                    <a:pt x="4" y="27"/>
                    <a:pt x="4" y="27"/>
                  </a:cubicBezTo>
                  <a:cubicBezTo>
                    <a:pt x="1" y="26"/>
                    <a:pt x="0" y="24"/>
                    <a:pt x="1" y="2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1"/>
                    <a:pt x="8" y="0"/>
                    <a:pt x="10" y="0"/>
                  </a:cubicBezTo>
                  <a:cubicBezTo>
                    <a:pt x="12" y="1"/>
                    <a:pt x="14" y="3"/>
                    <a:pt x="13" y="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6"/>
                    <a:pt x="6" y="27"/>
                    <a:pt x="5" y="2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3" name="Freeform 137"/>
            <p:cNvSpPr>
              <a:spLocks/>
            </p:cNvSpPr>
            <p:nvPr/>
          </p:nvSpPr>
          <p:spPr bwMode="gray">
            <a:xfrm>
              <a:off x="10015537" y="1943101"/>
              <a:ext cx="26988" cy="53975"/>
            </a:xfrm>
            <a:custGeom>
              <a:avLst/>
              <a:gdLst>
                <a:gd name="T0" fmla="*/ 18684 w 13"/>
                <a:gd name="T1" fmla="*/ 53975 h 27"/>
                <a:gd name="T2" fmla="*/ 10380 w 13"/>
                <a:gd name="T3" fmla="*/ 47978 h 27"/>
                <a:gd name="T4" fmla="*/ 0 w 13"/>
                <a:gd name="T5" fmla="*/ 9995 h 27"/>
                <a:gd name="T6" fmla="*/ 6228 w 13"/>
                <a:gd name="T7" fmla="*/ 0 h 27"/>
                <a:gd name="T8" fmla="*/ 16608 w 13"/>
                <a:gd name="T9" fmla="*/ 5997 h 27"/>
                <a:gd name="T10" fmla="*/ 26988 w 13"/>
                <a:gd name="T11" fmla="*/ 43980 h 27"/>
                <a:gd name="T12" fmla="*/ 20760 w 13"/>
                <a:gd name="T13" fmla="*/ 53975 h 27"/>
                <a:gd name="T14" fmla="*/ 18684 w 13"/>
                <a:gd name="T15" fmla="*/ 53975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"/>
                <a:gd name="T25" fmla="*/ 0 h 27"/>
                <a:gd name="T26" fmla="*/ 13 w 13"/>
                <a:gd name="T27" fmla="*/ 27 h 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" h="27">
                  <a:moveTo>
                    <a:pt x="9" y="27"/>
                  </a:moveTo>
                  <a:cubicBezTo>
                    <a:pt x="7" y="27"/>
                    <a:pt x="5" y="26"/>
                    <a:pt x="5" y="2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5" y="0"/>
                    <a:pt x="7" y="1"/>
                    <a:pt x="8" y="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4"/>
                    <a:pt x="12" y="26"/>
                    <a:pt x="10" y="27"/>
                  </a:cubicBezTo>
                  <a:cubicBezTo>
                    <a:pt x="9" y="27"/>
                    <a:pt x="9" y="27"/>
                    <a:pt x="9" y="2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185" name="直接箭头连接符 184"/>
          <p:cNvCxnSpPr/>
          <p:nvPr/>
        </p:nvCxnSpPr>
        <p:spPr bwMode="gray">
          <a:xfrm flipV="1">
            <a:off x="1266106" y="2103490"/>
            <a:ext cx="0" cy="3217741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文本框 186"/>
          <p:cNvSpPr txBox="1"/>
          <p:nvPr/>
        </p:nvSpPr>
        <p:spPr bwMode="gray">
          <a:xfrm>
            <a:off x="522787" y="57946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远程控制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8" name="文本框 187"/>
          <p:cNvSpPr txBox="1"/>
          <p:nvPr/>
        </p:nvSpPr>
        <p:spPr bwMode="gray">
          <a:xfrm>
            <a:off x="1206060" y="57946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视频监控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9" name="文本框 188"/>
          <p:cNvSpPr txBox="1"/>
          <p:nvPr/>
        </p:nvSpPr>
        <p:spPr bwMode="gray">
          <a:xfrm>
            <a:off x="2302016" y="57946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企业办公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2" name="文本框 191"/>
          <p:cNvSpPr txBox="1"/>
          <p:nvPr/>
        </p:nvSpPr>
        <p:spPr bwMode="gray">
          <a:xfrm>
            <a:off x="1326879" y="3359028"/>
            <a:ext cx="3379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生产专网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3" name="文本框 192"/>
          <p:cNvSpPr txBox="1"/>
          <p:nvPr/>
        </p:nvSpPr>
        <p:spPr bwMode="gray">
          <a:xfrm>
            <a:off x="2337473" y="3359028"/>
            <a:ext cx="3379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办公专网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1" name="椭圆 220"/>
          <p:cNvSpPr/>
          <p:nvPr/>
        </p:nvSpPr>
        <p:spPr bwMode="gray">
          <a:xfrm>
            <a:off x="2143773" y="1858078"/>
            <a:ext cx="1051173" cy="42156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bg1"/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22" name="组合 1001"/>
          <p:cNvGrpSpPr>
            <a:grpSpLocks/>
          </p:cNvGrpSpPr>
          <p:nvPr/>
        </p:nvGrpSpPr>
        <p:grpSpPr bwMode="gray">
          <a:xfrm>
            <a:off x="2471023" y="1563541"/>
            <a:ext cx="399020" cy="428656"/>
            <a:chOff x="5697538" y="2392363"/>
            <a:chExt cx="600075" cy="641350"/>
          </a:xfrm>
        </p:grpSpPr>
        <p:sp>
          <p:nvSpPr>
            <p:cNvPr id="223" name="Freeform 956"/>
            <p:cNvSpPr>
              <a:spLocks noEditPoints="1"/>
            </p:cNvSpPr>
            <p:nvPr/>
          </p:nvSpPr>
          <p:spPr bwMode="gray">
            <a:xfrm>
              <a:off x="5697538" y="2392363"/>
              <a:ext cx="280988" cy="623888"/>
            </a:xfrm>
            <a:custGeom>
              <a:avLst/>
              <a:gdLst>
                <a:gd name="T0" fmla="*/ 2147483646 w 597"/>
                <a:gd name="T1" fmla="*/ 2147483646 h 1326"/>
                <a:gd name="T2" fmla="*/ 2147483646 w 597"/>
                <a:gd name="T3" fmla="*/ 2147483646 h 1326"/>
                <a:gd name="T4" fmla="*/ 2147483646 w 597"/>
                <a:gd name="T5" fmla="*/ 2147483646 h 1326"/>
                <a:gd name="T6" fmla="*/ 2147483646 w 597"/>
                <a:gd name="T7" fmla="*/ 2147483646 h 1326"/>
                <a:gd name="T8" fmla="*/ 2147483646 w 597"/>
                <a:gd name="T9" fmla="*/ 2147483646 h 1326"/>
                <a:gd name="T10" fmla="*/ 2147483646 w 597"/>
                <a:gd name="T11" fmla="*/ 2147483646 h 1326"/>
                <a:gd name="T12" fmla="*/ 2147483646 w 597"/>
                <a:gd name="T13" fmla="*/ 2147483646 h 1326"/>
                <a:gd name="T14" fmla="*/ 2147483646 w 597"/>
                <a:gd name="T15" fmla="*/ 2147483646 h 1326"/>
                <a:gd name="T16" fmla="*/ 2147483646 w 597"/>
                <a:gd name="T17" fmla="*/ 2147483646 h 1326"/>
                <a:gd name="T18" fmla="*/ 0 w 597"/>
                <a:gd name="T19" fmla="*/ 2147483646 h 1326"/>
                <a:gd name="T20" fmla="*/ 0 w 597"/>
                <a:gd name="T21" fmla="*/ 2147483646 h 1326"/>
                <a:gd name="T22" fmla="*/ 2147483646 w 597"/>
                <a:gd name="T23" fmla="*/ 0 h 1326"/>
                <a:gd name="T24" fmla="*/ 2147483646 w 597"/>
                <a:gd name="T25" fmla="*/ 0 h 1326"/>
                <a:gd name="T26" fmla="*/ 2147483646 w 597"/>
                <a:gd name="T27" fmla="*/ 2147483646 h 1326"/>
                <a:gd name="T28" fmla="*/ 2147483646 w 597"/>
                <a:gd name="T29" fmla="*/ 2147483646 h 1326"/>
                <a:gd name="T30" fmla="*/ 2147483646 w 597"/>
                <a:gd name="T31" fmla="*/ 2147483646 h 13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97"/>
                <a:gd name="T49" fmla="*/ 0 h 1326"/>
                <a:gd name="T50" fmla="*/ 597 w 597"/>
                <a:gd name="T51" fmla="*/ 1326 h 132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97" h="1326">
                  <a:moveTo>
                    <a:pt x="67" y="1260"/>
                  </a:moveTo>
                  <a:lnTo>
                    <a:pt x="67" y="1260"/>
                  </a:lnTo>
                  <a:lnTo>
                    <a:pt x="531" y="1260"/>
                  </a:lnTo>
                  <a:lnTo>
                    <a:pt x="531" y="67"/>
                  </a:lnTo>
                  <a:lnTo>
                    <a:pt x="67" y="67"/>
                  </a:lnTo>
                  <a:lnTo>
                    <a:pt x="67" y="1260"/>
                  </a:lnTo>
                  <a:close/>
                  <a:moveTo>
                    <a:pt x="564" y="1326"/>
                  </a:moveTo>
                  <a:lnTo>
                    <a:pt x="564" y="1326"/>
                  </a:lnTo>
                  <a:lnTo>
                    <a:pt x="34" y="1326"/>
                  </a:lnTo>
                  <a:cubicBezTo>
                    <a:pt x="15" y="1326"/>
                    <a:pt x="0" y="1311"/>
                    <a:pt x="0" y="1293"/>
                  </a:cubicBezTo>
                  <a:lnTo>
                    <a:pt x="0" y="34"/>
                  </a:lnTo>
                  <a:cubicBezTo>
                    <a:pt x="0" y="15"/>
                    <a:pt x="15" y="0"/>
                    <a:pt x="34" y="0"/>
                  </a:cubicBezTo>
                  <a:lnTo>
                    <a:pt x="564" y="0"/>
                  </a:lnTo>
                  <a:cubicBezTo>
                    <a:pt x="582" y="0"/>
                    <a:pt x="597" y="15"/>
                    <a:pt x="597" y="34"/>
                  </a:cubicBezTo>
                  <a:lnTo>
                    <a:pt x="597" y="1293"/>
                  </a:lnTo>
                  <a:cubicBezTo>
                    <a:pt x="597" y="1311"/>
                    <a:pt x="582" y="1326"/>
                    <a:pt x="564" y="1326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4" name="Freeform 957"/>
            <p:cNvSpPr>
              <a:spLocks/>
            </p:cNvSpPr>
            <p:nvPr/>
          </p:nvSpPr>
          <p:spPr bwMode="gray">
            <a:xfrm>
              <a:off x="6016625" y="2392363"/>
              <a:ext cx="280988" cy="623888"/>
            </a:xfrm>
            <a:custGeom>
              <a:avLst/>
              <a:gdLst>
                <a:gd name="T0" fmla="*/ 2147483646 w 597"/>
                <a:gd name="T1" fmla="*/ 2147483646 h 1326"/>
                <a:gd name="T2" fmla="*/ 2147483646 w 597"/>
                <a:gd name="T3" fmla="*/ 2147483646 h 1326"/>
                <a:gd name="T4" fmla="*/ 2147483646 w 597"/>
                <a:gd name="T5" fmla="*/ 2147483646 h 1326"/>
                <a:gd name="T6" fmla="*/ 2147483646 w 597"/>
                <a:gd name="T7" fmla="*/ 2147483646 h 1326"/>
                <a:gd name="T8" fmla="*/ 2147483646 w 597"/>
                <a:gd name="T9" fmla="*/ 2147483646 h 1326"/>
                <a:gd name="T10" fmla="*/ 2147483646 w 597"/>
                <a:gd name="T11" fmla="*/ 2147483646 h 1326"/>
                <a:gd name="T12" fmla="*/ 2147483646 w 597"/>
                <a:gd name="T13" fmla="*/ 2147483646 h 1326"/>
                <a:gd name="T14" fmla="*/ 2147483646 w 597"/>
                <a:gd name="T15" fmla="*/ 2147483646 h 1326"/>
                <a:gd name="T16" fmla="*/ 2147483646 w 597"/>
                <a:gd name="T17" fmla="*/ 2147483646 h 1326"/>
                <a:gd name="T18" fmla="*/ 2147483646 w 597"/>
                <a:gd name="T19" fmla="*/ 2147483646 h 1326"/>
                <a:gd name="T20" fmla="*/ 2147483646 w 597"/>
                <a:gd name="T21" fmla="*/ 2147483646 h 1326"/>
                <a:gd name="T22" fmla="*/ 0 w 597"/>
                <a:gd name="T23" fmla="*/ 2147483646 h 1326"/>
                <a:gd name="T24" fmla="*/ 0 w 597"/>
                <a:gd name="T25" fmla="*/ 2147483646 h 1326"/>
                <a:gd name="T26" fmla="*/ 2147483646 w 597"/>
                <a:gd name="T27" fmla="*/ 0 h 1326"/>
                <a:gd name="T28" fmla="*/ 2147483646 w 597"/>
                <a:gd name="T29" fmla="*/ 0 h 1326"/>
                <a:gd name="T30" fmla="*/ 2147483646 w 597"/>
                <a:gd name="T31" fmla="*/ 2147483646 h 1326"/>
                <a:gd name="T32" fmla="*/ 2147483646 w 597"/>
                <a:gd name="T33" fmla="*/ 2147483646 h 1326"/>
                <a:gd name="T34" fmla="*/ 2147483646 w 597"/>
                <a:gd name="T35" fmla="*/ 2147483646 h 13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97"/>
                <a:gd name="T55" fmla="*/ 0 h 1326"/>
                <a:gd name="T56" fmla="*/ 597 w 597"/>
                <a:gd name="T57" fmla="*/ 1326 h 13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97" h="1326">
                  <a:moveTo>
                    <a:pt x="564" y="1326"/>
                  </a:moveTo>
                  <a:lnTo>
                    <a:pt x="564" y="1326"/>
                  </a:lnTo>
                  <a:lnTo>
                    <a:pt x="451" y="1326"/>
                  </a:lnTo>
                  <a:lnTo>
                    <a:pt x="451" y="1260"/>
                  </a:lnTo>
                  <a:lnTo>
                    <a:pt x="531" y="1260"/>
                  </a:lnTo>
                  <a:lnTo>
                    <a:pt x="531" y="67"/>
                  </a:lnTo>
                  <a:lnTo>
                    <a:pt x="67" y="67"/>
                  </a:lnTo>
                  <a:lnTo>
                    <a:pt x="67" y="1260"/>
                  </a:lnTo>
                  <a:lnTo>
                    <a:pt x="224" y="1260"/>
                  </a:lnTo>
                  <a:lnTo>
                    <a:pt x="224" y="1326"/>
                  </a:lnTo>
                  <a:lnTo>
                    <a:pt x="34" y="1326"/>
                  </a:lnTo>
                  <a:cubicBezTo>
                    <a:pt x="15" y="1326"/>
                    <a:pt x="0" y="1311"/>
                    <a:pt x="0" y="1293"/>
                  </a:cubicBezTo>
                  <a:lnTo>
                    <a:pt x="0" y="34"/>
                  </a:lnTo>
                  <a:cubicBezTo>
                    <a:pt x="0" y="15"/>
                    <a:pt x="15" y="0"/>
                    <a:pt x="34" y="0"/>
                  </a:cubicBezTo>
                  <a:lnTo>
                    <a:pt x="564" y="0"/>
                  </a:lnTo>
                  <a:cubicBezTo>
                    <a:pt x="583" y="0"/>
                    <a:pt x="597" y="15"/>
                    <a:pt x="597" y="34"/>
                  </a:cubicBezTo>
                  <a:lnTo>
                    <a:pt x="597" y="1293"/>
                  </a:lnTo>
                  <a:cubicBezTo>
                    <a:pt x="597" y="1311"/>
                    <a:pt x="583" y="1326"/>
                    <a:pt x="564" y="1326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5" name="Freeform 958"/>
            <p:cNvSpPr>
              <a:spLocks noEditPoints="1"/>
            </p:cNvSpPr>
            <p:nvPr/>
          </p:nvSpPr>
          <p:spPr bwMode="gray">
            <a:xfrm>
              <a:off x="5759450" y="2444750"/>
              <a:ext cx="158750" cy="50800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4"/>
                  </a:moveTo>
                  <a:lnTo>
                    <a:pt x="40" y="64"/>
                  </a:lnTo>
                  <a:cubicBezTo>
                    <a:pt x="42" y="64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4"/>
                    <a:pt x="297" y="64"/>
                  </a:cubicBezTo>
                  <a:lnTo>
                    <a:pt x="297" y="40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0"/>
                  </a:cubicBezTo>
                  <a:lnTo>
                    <a:pt x="40" y="64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3"/>
                  </a:cubicBezTo>
                  <a:lnTo>
                    <a:pt x="0" y="31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1"/>
                  </a:cubicBezTo>
                  <a:lnTo>
                    <a:pt x="337" y="73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6" name="Freeform 959"/>
            <p:cNvSpPr>
              <a:spLocks noEditPoints="1"/>
            </p:cNvSpPr>
            <p:nvPr/>
          </p:nvSpPr>
          <p:spPr bwMode="gray">
            <a:xfrm>
              <a:off x="5759450" y="2503488"/>
              <a:ext cx="158750" cy="49213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5"/>
                  </a:moveTo>
                  <a:lnTo>
                    <a:pt x="40" y="65"/>
                  </a:lnTo>
                  <a:cubicBezTo>
                    <a:pt x="42" y="65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5"/>
                    <a:pt x="297" y="65"/>
                  </a:cubicBezTo>
                  <a:lnTo>
                    <a:pt x="297" y="41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1"/>
                  </a:cubicBezTo>
                  <a:lnTo>
                    <a:pt x="40" y="65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2"/>
                  </a:cubicBezTo>
                  <a:lnTo>
                    <a:pt x="337" y="73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7" name="Freeform 960"/>
            <p:cNvSpPr>
              <a:spLocks noEditPoints="1"/>
            </p:cNvSpPr>
            <p:nvPr/>
          </p:nvSpPr>
          <p:spPr bwMode="gray">
            <a:xfrm>
              <a:off x="5759450" y="2587625"/>
              <a:ext cx="158750" cy="49213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4"/>
                  </a:moveTo>
                  <a:lnTo>
                    <a:pt x="40" y="64"/>
                  </a:lnTo>
                  <a:cubicBezTo>
                    <a:pt x="42" y="65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5"/>
                    <a:pt x="297" y="64"/>
                  </a:cubicBezTo>
                  <a:lnTo>
                    <a:pt x="297" y="41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1"/>
                  </a:cubicBezTo>
                  <a:lnTo>
                    <a:pt x="40" y="64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2"/>
                  </a:cubicBezTo>
                  <a:lnTo>
                    <a:pt x="337" y="73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8" name="Freeform 961"/>
            <p:cNvSpPr>
              <a:spLocks noEditPoints="1"/>
            </p:cNvSpPr>
            <p:nvPr/>
          </p:nvSpPr>
          <p:spPr bwMode="gray">
            <a:xfrm>
              <a:off x="5759450" y="2646363"/>
              <a:ext cx="158750" cy="49213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5"/>
                  </a:moveTo>
                  <a:lnTo>
                    <a:pt x="40" y="65"/>
                  </a:lnTo>
                  <a:cubicBezTo>
                    <a:pt x="42" y="65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5"/>
                    <a:pt x="297" y="65"/>
                  </a:cubicBezTo>
                  <a:lnTo>
                    <a:pt x="297" y="41"/>
                  </a:lnTo>
                  <a:cubicBezTo>
                    <a:pt x="295" y="41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1"/>
                    <a:pt x="40" y="41"/>
                  </a:cubicBezTo>
                  <a:lnTo>
                    <a:pt x="40" y="65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4"/>
                  </a:cubicBezTo>
                  <a:lnTo>
                    <a:pt x="0" y="32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2"/>
                  </a:cubicBezTo>
                  <a:lnTo>
                    <a:pt x="337" y="74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9" name="Freeform 962"/>
            <p:cNvSpPr>
              <a:spLocks noEditPoints="1"/>
            </p:cNvSpPr>
            <p:nvPr/>
          </p:nvSpPr>
          <p:spPr bwMode="gray">
            <a:xfrm>
              <a:off x="5759450" y="2722563"/>
              <a:ext cx="158750" cy="49213"/>
            </a:xfrm>
            <a:custGeom>
              <a:avLst/>
              <a:gdLst>
                <a:gd name="T0" fmla="*/ 2147483646 w 337"/>
                <a:gd name="T1" fmla="*/ 2147483646 h 105"/>
                <a:gd name="T2" fmla="*/ 2147483646 w 337"/>
                <a:gd name="T3" fmla="*/ 2147483646 h 105"/>
                <a:gd name="T4" fmla="*/ 2147483646 w 337"/>
                <a:gd name="T5" fmla="*/ 2147483646 h 105"/>
                <a:gd name="T6" fmla="*/ 2147483646 w 337"/>
                <a:gd name="T7" fmla="*/ 2147483646 h 105"/>
                <a:gd name="T8" fmla="*/ 2147483646 w 337"/>
                <a:gd name="T9" fmla="*/ 2147483646 h 105"/>
                <a:gd name="T10" fmla="*/ 2147483646 w 337"/>
                <a:gd name="T11" fmla="*/ 2147483646 h 105"/>
                <a:gd name="T12" fmla="*/ 2147483646 w 337"/>
                <a:gd name="T13" fmla="*/ 2147483646 h 105"/>
                <a:gd name="T14" fmla="*/ 2147483646 w 337"/>
                <a:gd name="T15" fmla="*/ 2147483646 h 105"/>
                <a:gd name="T16" fmla="*/ 2147483646 w 337"/>
                <a:gd name="T17" fmla="*/ 2147483646 h 105"/>
                <a:gd name="T18" fmla="*/ 2147483646 w 337"/>
                <a:gd name="T19" fmla="*/ 2147483646 h 105"/>
                <a:gd name="T20" fmla="*/ 2147483646 w 337"/>
                <a:gd name="T21" fmla="*/ 2147483646 h 105"/>
                <a:gd name="T22" fmla="*/ 2147483646 w 337"/>
                <a:gd name="T23" fmla="*/ 2147483646 h 105"/>
                <a:gd name="T24" fmla="*/ 2147483646 w 337"/>
                <a:gd name="T25" fmla="*/ 2147483646 h 105"/>
                <a:gd name="T26" fmla="*/ 0 w 337"/>
                <a:gd name="T27" fmla="*/ 2147483646 h 105"/>
                <a:gd name="T28" fmla="*/ 0 w 337"/>
                <a:gd name="T29" fmla="*/ 2147483646 h 105"/>
                <a:gd name="T30" fmla="*/ 2147483646 w 337"/>
                <a:gd name="T31" fmla="*/ 0 h 105"/>
                <a:gd name="T32" fmla="*/ 2147483646 w 337"/>
                <a:gd name="T33" fmla="*/ 0 h 105"/>
                <a:gd name="T34" fmla="*/ 2147483646 w 337"/>
                <a:gd name="T35" fmla="*/ 2147483646 h 105"/>
                <a:gd name="T36" fmla="*/ 2147483646 w 337"/>
                <a:gd name="T37" fmla="*/ 2147483646 h 105"/>
                <a:gd name="T38" fmla="*/ 2147483646 w 337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5"/>
                <a:gd name="T62" fmla="*/ 337 w 337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5">
                  <a:moveTo>
                    <a:pt x="40" y="65"/>
                  </a:moveTo>
                  <a:lnTo>
                    <a:pt x="40" y="65"/>
                  </a:lnTo>
                  <a:cubicBezTo>
                    <a:pt x="42" y="65"/>
                    <a:pt x="43" y="65"/>
                    <a:pt x="45" y="65"/>
                  </a:cubicBezTo>
                  <a:lnTo>
                    <a:pt x="292" y="65"/>
                  </a:lnTo>
                  <a:cubicBezTo>
                    <a:pt x="294" y="65"/>
                    <a:pt x="295" y="65"/>
                    <a:pt x="297" y="65"/>
                  </a:cubicBezTo>
                  <a:lnTo>
                    <a:pt x="297" y="41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1"/>
                  </a:cubicBezTo>
                  <a:lnTo>
                    <a:pt x="40" y="65"/>
                  </a:lnTo>
                  <a:close/>
                  <a:moveTo>
                    <a:pt x="292" y="105"/>
                  </a:moveTo>
                  <a:lnTo>
                    <a:pt x="292" y="105"/>
                  </a:lnTo>
                  <a:lnTo>
                    <a:pt x="45" y="105"/>
                  </a:lnTo>
                  <a:cubicBezTo>
                    <a:pt x="19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2"/>
                  </a:cubicBezTo>
                  <a:lnTo>
                    <a:pt x="337" y="73"/>
                  </a:lnTo>
                  <a:cubicBezTo>
                    <a:pt x="337" y="92"/>
                    <a:pt x="318" y="105"/>
                    <a:pt x="292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0" name="Freeform 963"/>
            <p:cNvSpPr>
              <a:spLocks noEditPoints="1"/>
            </p:cNvSpPr>
            <p:nvPr/>
          </p:nvSpPr>
          <p:spPr bwMode="gray">
            <a:xfrm>
              <a:off x="5759450" y="2781300"/>
              <a:ext cx="158750" cy="49213"/>
            </a:xfrm>
            <a:custGeom>
              <a:avLst/>
              <a:gdLst>
                <a:gd name="T0" fmla="*/ 2147483646 w 337"/>
                <a:gd name="T1" fmla="*/ 2147483646 h 104"/>
                <a:gd name="T2" fmla="*/ 2147483646 w 337"/>
                <a:gd name="T3" fmla="*/ 2147483646 h 104"/>
                <a:gd name="T4" fmla="*/ 2147483646 w 337"/>
                <a:gd name="T5" fmla="*/ 2147483646 h 104"/>
                <a:gd name="T6" fmla="*/ 2147483646 w 337"/>
                <a:gd name="T7" fmla="*/ 2147483646 h 104"/>
                <a:gd name="T8" fmla="*/ 2147483646 w 337"/>
                <a:gd name="T9" fmla="*/ 2147483646 h 104"/>
                <a:gd name="T10" fmla="*/ 2147483646 w 337"/>
                <a:gd name="T11" fmla="*/ 2147483646 h 104"/>
                <a:gd name="T12" fmla="*/ 2147483646 w 337"/>
                <a:gd name="T13" fmla="*/ 2147483646 h 104"/>
                <a:gd name="T14" fmla="*/ 2147483646 w 337"/>
                <a:gd name="T15" fmla="*/ 2147483646 h 104"/>
                <a:gd name="T16" fmla="*/ 2147483646 w 337"/>
                <a:gd name="T17" fmla="*/ 2147483646 h 104"/>
                <a:gd name="T18" fmla="*/ 2147483646 w 337"/>
                <a:gd name="T19" fmla="*/ 2147483646 h 104"/>
                <a:gd name="T20" fmla="*/ 2147483646 w 337"/>
                <a:gd name="T21" fmla="*/ 2147483646 h 104"/>
                <a:gd name="T22" fmla="*/ 2147483646 w 337"/>
                <a:gd name="T23" fmla="*/ 2147483646 h 104"/>
                <a:gd name="T24" fmla="*/ 2147483646 w 337"/>
                <a:gd name="T25" fmla="*/ 2147483646 h 104"/>
                <a:gd name="T26" fmla="*/ 0 w 337"/>
                <a:gd name="T27" fmla="*/ 2147483646 h 104"/>
                <a:gd name="T28" fmla="*/ 0 w 337"/>
                <a:gd name="T29" fmla="*/ 2147483646 h 104"/>
                <a:gd name="T30" fmla="*/ 2147483646 w 337"/>
                <a:gd name="T31" fmla="*/ 0 h 104"/>
                <a:gd name="T32" fmla="*/ 2147483646 w 337"/>
                <a:gd name="T33" fmla="*/ 0 h 104"/>
                <a:gd name="T34" fmla="*/ 2147483646 w 337"/>
                <a:gd name="T35" fmla="*/ 2147483646 h 104"/>
                <a:gd name="T36" fmla="*/ 2147483646 w 337"/>
                <a:gd name="T37" fmla="*/ 2147483646 h 104"/>
                <a:gd name="T38" fmla="*/ 2147483646 w 337"/>
                <a:gd name="T39" fmla="*/ 2147483646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104"/>
                <a:gd name="T62" fmla="*/ 337 w 337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104">
                  <a:moveTo>
                    <a:pt x="40" y="64"/>
                  </a:moveTo>
                  <a:lnTo>
                    <a:pt x="40" y="64"/>
                  </a:lnTo>
                  <a:cubicBezTo>
                    <a:pt x="42" y="64"/>
                    <a:pt x="43" y="64"/>
                    <a:pt x="45" y="64"/>
                  </a:cubicBezTo>
                  <a:lnTo>
                    <a:pt x="292" y="64"/>
                  </a:lnTo>
                  <a:cubicBezTo>
                    <a:pt x="294" y="64"/>
                    <a:pt x="295" y="64"/>
                    <a:pt x="297" y="64"/>
                  </a:cubicBezTo>
                  <a:lnTo>
                    <a:pt x="297" y="40"/>
                  </a:lnTo>
                  <a:cubicBezTo>
                    <a:pt x="295" y="40"/>
                    <a:pt x="294" y="40"/>
                    <a:pt x="292" y="40"/>
                  </a:cubicBezTo>
                  <a:lnTo>
                    <a:pt x="45" y="40"/>
                  </a:lnTo>
                  <a:cubicBezTo>
                    <a:pt x="43" y="40"/>
                    <a:pt x="42" y="40"/>
                    <a:pt x="40" y="40"/>
                  </a:cubicBezTo>
                  <a:lnTo>
                    <a:pt x="40" y="64"/>
                  </a:lnTo>
                  <a:close/>
                  <a:moveTo>
                    <a:pt x="292" y="104"/>
                  </a:moveTo>
                  <a:lnTo>
                    <a:pt x="292" y="104"/>
                  </a:lnTo>
                  <a:lnTo>
                    <a:pt x="45" y="104"/>
                  </a:lnTo>
                  <a:cubicBezTo>
                    <a:pt x="19" y="104"/>
                    <a:pt x="0" y="91"/>
                    <a:pt x="0" y="73"/>
                  </a:cubicBezTo>
                  <a:lnTo>
                    <a:pt x="0" y="31"/>
                  </a:lnTo>
                  <a:cubicBezTo>
                    <a:pt x="0" y="13"/>
                    <a:pt x="19" y="0"/>
                    <a:pt x="45" y="0"/>
                  </a:cubicBezTo>
                  <a:lnTo>
                    <a:pt x="292" y="0"/>
                  </a:lnTo>
                  <a:cubicBezTo>
                    <a:pt x="318" y="0"/>
                    <a:pt x="337" y="13"/>
                    <a:pt x="337" y="31"/>
                  </a:cubicBezTo>
                  <a:lnTo>
                    <a:pt x="337" y="73"/>
                  </a:lnTo>
                  <a:cubicBezTo>
                    <a:pt x="337" y="91"/>
                    <a:pt x="318" y="104"/>
                    <a:pt x="292" y="104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1" name="Freeform 964"/>
            <p:cNvSpPr>
              <a:spLocks noEditPoints="1"/>
            </p:cNvSpPr>
            <p:nvPr/>
          </p:nvSpPr>
          <p:spPr bwMode="gray">
            <a:xfrm>
              <a:off x="6078538" y="2444750"/>
              <a:ext cx="158750" cy="50800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4"/>
                  </a:moveTo>
                  <a:lnTo>
                    <a:pt x="40" y="64"/>
                  </a:lnTo>
                  <a:cubicBezTo>
                    <a:pt x="41" y="64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4"/>
                    <a:pt x="296" y="64"/>
                  </a:cubicBezTo>
                  <a:lnTo>
                    <a:pt x="296" y="40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0"/>
                  </a:cubicBezTo>
                  <a:lnTo>
                    <a:pt x="40" y="64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3"/>
                  </a:cubicBezTo>
                  <a:lnTo>
                    <a:pt x="0" y="31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1"/>
                  </a:cubicBezTo>
                  <a:lnTo>
                    <a:pt x="336" y="73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2" name="Freeform 965"/>
            <p:cNvSpPr>
              <a:spLocks noEditPoints="1"/>
            </p:cNvSpPr>
            <p:nvPr/>
          </p:nvSpPr>
          <p:spPr bwMode="gray">
            <a:xfrm>
              <a:off x="6078538" y="2503488"/>
              <a:ext cx="158750" cy="49213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5"/>
                  </a:moveTo>
                  <a:lnTo>
                    <a:pt x="40" y="65"/>
                  </a:lnTo>
                  <a:cubicBezTo>
                    <a:pt x="41" y="65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5"/>
                    <a:pt x="296" y="65"/>
                  </a:cubicBezTo>
                  <a:lnTo>
                    <a:pt x="296" y="41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1"/>
                  </a:cubicBezTo>
                  <a:lnTo>
                    <a:pt x="40" y="65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2"/>
                  </a:cubicBezTo>
                  <a:lnTo>
                    <a:pt x="336" y="73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3" name="Freeform 966"/>
            <p:cNvSpPr>
              <a:spLocks noEditPoints="1"/>
            </p:cNvSpPr>
            <p:nvPr/>
          </p:nvSpPr>
          <p:spPr bwMode="gray">
            <a:xfrm>
              <a:off x="6078538" y="2587625"/>
              <a:ext cx="158750" cy="49213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4"/>
                  </a:moveTo>
                  <a:lnTo>
                    <a:pt x="40" y="64"/>
                  </a:lnTo>
                  <a:cubicBezTo>
                    <a:pt x="41" y="65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5"/>
                    <a:pt x="296" y="64"/>
                  </a:cubicBezTo>
                  <a:lnTo>
                    <a:pt x="296" y="41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1"/>
                  </a:cubicBezTo>
                  <a:lnTo>
                    <a:pt x="40" y="64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2"/>
                  </a:cubicBezTo>
                  <a:lnTo>
                    <a:pt x="336" y="73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4" name="Freeform 967"/>
            <p:cNvSpPr>
              <a:spLocks noEditPoints="1"/>
            </p:cNvSpPr>
            <p:nvPr/>
          </p:nvSpPr>
          <p:spPr bwMode="gray">
            <a:xfrm>
              <a:off x="6078538" y="2646363"/>
              <a:ext cx="158750" cy="49213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5"/>
                  </a:moveTo>
                  <a:lnTo>
                    <a:pt x="40" y="65"/>
                  </a:lnTo>
                  <a:cubicBezTo>
                    <a:pt x="41" y="65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5"/>
                    <a:pt x="296" y="65"/>
                  </a:cubicBezTo>
                  <a:lnTo>
                    <a:pt x="296" y="41"/>
                  </a:lnTo>
                  <a:cubicBezTo>
                    <a:pt x="295" y="41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1"/>
                    <a:pt x="40" y="41"/>
                  </a:cubicBezTo>
                  <a:lnTo>
                    <a:pt x="40" y="65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4"/>
                  </a:cubicBezTo>
                  <a:lnTo>
                    <a:pt x="0" y="32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2"/>
                  </a:cubicBezTo>
                  <a:lnTo>
                    <a:pt x="336" y="74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5" name="Freeform 968"/>
            <p:cNvSpPr>
              <a:spLocks noEditPoints="1"/>
            </p:cNvSpPr>
            <p:nvPr/>
          </p:nvSpPr>
          <p:spPr bwMode="gray">
            <a:xfrm>
              <a:off x="6078538" y="2722563"/>
              <a:ext cx="158750" cy="49213"/>
            </a:xfrm>
            <a:custGeom>
              <a:avLst/>
              <a:gdLst>
                <a:gd name="T0" fmla="*/ 2147483646 w 336"/>
                <a:gd name="T1" fmla="*/ 2147483646 h 105"/>
                <a:gd name="T2" fmla="*/ 2147483646 w 336"/>
                <a:gd name="T3" fmla="*/ 2147483646 h 105"/>
                <a:gd name="T4" fmla="*/ 2147483646 w 336"/>
                <a:gd name="T5" fmla="*/ 2147483646 h 105"/>
                <a:gd name="T6" fmla="*/ 2147483646 w 336"/>
                <a:gd name="T7" fmla="*/ 2147483646 h 105"/>
                <a:gd name="T8" fmla="*/ 2147483646 w 336"/>
                <a:gd name="T9" fmla="*/ 2147483646 h 105"/>
                <a:gd name="T10" fmla="*/ 2147483646 w 336"/>
                <a:gd name="T11" fmla="*/ 2147483646 h 105"/>
                <a:gd name="T12" fmla="*/ 2147483646 w 336"/>
                <a:gd name="T13" fmla="*/ 2147483646 h 105"/>
                <a:gd name="T14" fmla="*/ 2147483646 w 336"/>
                <a:gd name="T15" fmla="*/ 2147483646 h 105"/>
                <a:gd name="T16" fmla="*/ 2147483646 w 336"/>
                <a:gd name="T17" fmla="*/ 2147483646 h 105"/>
                <a:gd name="T18" fmla="*/ 2147483646 w 336"/>
                <a:gd name="T19" fmla="*/ 2147483646 h 105"/>
                <a:gd name="T20" fmla="*/ 2147483646 w 336"/>
                <a:gd name="T21" fmla="*/ 2147483646 h 105"/>
                <a:gd name="T22" fmla="*/ 2147483646 w 336"/>
                <a:gd name="T23" fmla="*/ 2147483646 h 105"/>
                <a:gd name="T24" fmla="*/ 2147483646 w 336"/>
                <a:gd name="T25" fmla="*/ 2147483646 h 105"/>
                <a:gd name="T26" fmla="*/ 0 w 336"/>
                <a:gd name="T27" fmla="*/ 2147483646 h 105"/>
                <a:gd name="T28" fmla="*/ 0 w 336"/>
                <a:gd name="T29" fmla="*/ 2147483646 h 105"/>
                <a:gd name="T30" fmla="*/ 2147483646 w 336"/>
                <a:gd name="T31" fmla="*/ 0 h 105"/>
                <a:gd name="T32" fmla="*/ 2147483646 w 336"/>
                <a:gd name="T33" fmla="*/ 0 h 105"/>
                <a:gd name="T34" fmla="*/ 2147483646 w 336"/>
                <a:gd name="T35" fmla="*/ 2147483646 h 105"/>
                <a:gd name="T36" fmla="*/ 2147483646 w 336"/>
                <a:gd name="T37" fmla="*/ 2147483646 h 105"/>
                <a:gd name="T38" fmla="*/ 2147483646 w 336"/>
                <a:gd name="T39" fmla="*/ 2147483646 h 10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5"/>
                <a:gd name="T62" fmla="*/ 336 w 336"/>
                <a:gd name="T63" fmla="*/ 105 h 10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5">
                  <a:moveTo>
                    <a:pt x="40" y="65"/>
                  </a:moveTo>
                  <a:lnTo>
                    <a:pt x="40" y="65"/>
                  </a:lnTo>
                  <a:cubicBezTo>
                    <a:pt x="41" y="65"/>
                    <a:pt x="43" y="65"/>
                    <a:pt x="45" y="65"/>
                  </a:cubicBezTo>
                  <a:lnTo>
                    <a:pt x="291" y="65"/>
                  </a:lnTo>
                  <a:cubicBezTo>
                    <a:pt x="293" y="65"/>
                    <a:pt x="295" y="65"/>
                    <a:pt x="296" y="65"/>
                  </a:cubicBezTo>
                  <a:lnTo>
                    <a:pt x="296" y="41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1"/>
                  </a:cubicBezTo>
                  <a:lnTo>
                    <a:pt x="40" y="65"/>
                  </a:lnTo>
                  <a:close/>
                  <a:moveTo>
                    <a:pt x="291" y="105"/>
                  </a:moveTo>
                  <a:lnTo>
                    <a:pt x="291" y="105"/>
                  </a:lnTo>
                  <a:lnTo>
                    <a:pt x="45" y="105"/>
                  </a:lnTo>
                  <a:cubicBezTo>
                    <a:pt x="18" y="105"/>
                    <a:pt x="0" y="92"/>
                    <a:pt x="0" y="73"/>
                  </a:cubicBezTo>
                  <a:lnTo>
                    <a:pt x="0" y="32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2"/>
                  </a:cubicBezTo>
                  <a:lnTo>
                    <a:pt x="336" y="73"/>
                  </a:lnTo>
                  <a:cubicBezTo>
                    <a:pt x="336" y="92"/>
                    <a:pt x="318" y="105"/>
                    <a:pt x="291" y="10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6" name="Freeform 969"/>
            <p:cNvSpPr>
              <a:spLocks noEditPoints="1"/>
            </p:cNvSpPr>
            <p:nvPr/>
          </p:nvSpPr>
          <p:spPr bwMode="gray">
            <a:xfrm>
              <a:off x="6078538" y="2781300"/>
              <a:ext cx="158750" cy="49213"/>
            </a:xfrm>
            <a:custGeom>
              <a:avLst/>
              <a:gdLst>
                <a:gd name="T0" fmla="*/ 2147483646 w 336"/>
                <a:gd name="T1" fmla="*/ 2147483646 h 104"/>
                <a:gd name="T2" fmla="*/ 2147483646 w 336"/>
                <a:gd name="T3" fmla="*/ 2147483646 h 104"/>
                <a:gd name="T4" fmla="*/ 2147483646 w 336"/>
                <a:gd name="T5" fmla="*/ 2147483646 h 104"/>
                <a:gd name="T6" fmla="*/ 2147483646 w 336"/>
                <a:gd name="T7" fmla="*/ 2147483646 h 104"/>
                <a:gd name="T8" fmla="*/ 2147483646 w 336"/>
                <a:gd name="T9" fmla="*/ 2147483646 h 104"/>
                <a:gd name="T10" fmla="*/ 2147483646 w 336"/>
                <a:gd name="T11" fmla="*/ 2147483646 h 104"/>
                <a:gd name="T12" fmla="*/ 2147483646 w 336"/>
                <a:gd name="T13" fmla="*/ 2147483646 h 104"/>
                <a:gd name="T14" fmla="*/ 2147483646 w 336"/>
                <a:gd name="T15" fmla="*/ 2147483646 h 104"/>
                <a:gd name="T16" fmla="*/ 2147483646 w 336"/>
                <a:gd name="T17" fmla="*/ 2147483646 h 104"/>
                <a:gd name="T18" fmla="*/ 2147483646 w 336"/>
                <a:gd name="T19" fmla="*/ 2147483646 h 104"/>
                <a:gd name="T20" fmla="*/ 2147483646 w 336"/>
                <a:gd name="T21" fmla="*/ 2147483646 h 104"/>
                <a:gd name="T22" fmla="*/ 2147483646 w 336"/>
                <a:gd name="T23" fmla="*/ 2147483646 h 104"/>
                <a:gd name="T24" fmla="*/ 2147483646 w 336"/>
                <a:gd name="T25" fmla="*/ 2147483646 h 104"/>
                <a:gd name="T26" fmla="*/ 0 w 336"/>
                <a:gd name="T27" fmla="*/ 2147483646 h 104"/>
                <a:gd name="T28" fmla="*/ 0 w 336"/>
                <a:gd name="T29" fmla="*/ 2147483646 h 104"/>
                <a:gd name="T30" fmla="*/ 2147483646 w 336"/>
                <a:gd name="T31" fmla="*/ 0 h 104"/>
                <a:gd name="T32" fmla="*/ 2147483646 w 336"/>
                <a:gd name="T33" fmla="*/ 0 h 104"/>
                <a:gd name="T34" fmla="*/ 2147483646 w 336"/>
                <a:gd name="T35" fmla="*/ 2147483646 h 104"/>
                <a:gd name="T36" fmla="*/ 2147483646 w 336"/>
                <a:gd name="T37" fmla="*/ 2147483646 h 104"/>
                <a:gd name="T38" fmla="*/ 2147483646 w 336"/>
                <a:gd name="T39" fmla="*/ 2147483646 h 10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6"/>
                <a:gd name="T61" fmla="*/ 0 h 104"/>
                <a:gd name="T62" fmla="*/ 336 w 336"/>
                <a:gd name="T63" fmla="*/ 104 h 10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6" h="104">
                  <a:moveTo>
                    <a:pt x="40" y="64"/>
                  </a:moveTo>
                  <a:lnTo>
                    <a:pt x="40" y="64"/>
                  </a:lnTo>
                  <a:cubicBezTo>
                    <a:pt x="41" y="64"/>
                    <a:pt x="43" y="64"/>
                    <a:pt x="45" y="64"/>
                  </a:cubicBezTo>
                  <a:lnTo>
                    <a:pt x="291" y="64"/>
                  </a:lnTo>
                  <a:cubicBezTo>
                    <a:pt x="293" y="64"/>
                    <a:pt x="295" y="64"/>
                    <a:pt x="296" y="64"/>
                  </a:cubicBezTo>
                  <a:lnTo>
                    <a:pt x="296" y="40"/>
                  </a:lnTo>
                  <a:cubicBezTo>
                    <a:pt x="295" y="40"/>
                    <a:pt x="293" y="40"/>
                    <a:pt x="291" y="40"/>
                  </a:cubicBezTo>
                  <a:lnTo>
                    <a:pt x="45" y="40"/>
                  </a:lnTo>
                  <a:cubicBezTo>
                    <a:pt x="43" y="40"/>
                    <a:pt x="41" y="40"/>
                    <a:pt x="40" y="40"/>
                  </a:cubicBezTo>
                  <a:lnTo>
                    <a:pt x="40" y="64"/>
                  </a:lnTo>
                  <a:close/>
                  <a:moveTo>
                    <a:pt x="291" y="104"/>
                  </a:moveTo>
                  <a:lnTo>
                    <a:pt x="291" y="104"/>
                  </a:lnTo>
                  <a:lnTo>
                    <a:pt x="45" y="104"/>
                  </a:lnTo>
                  <a:cubicBezTo>
                    <a:pt x="18" y="104"/>
                    <a:pt x="0" y="91"/>
                    <a:pt x="0" y="73"/>
                  </a:cubicBezTo>
                  <a:lnTo>
                    <a:pt x="0" y="31"/>
                  </a:lnTo>
                  <a:cubicBezTo>
                    <a:pt x="0" y="13"/>
                    <a:pt x="18" y="0"/>
                    <a:pt x="45" y="0"/>
                  </a:cubicBezTo>
                  <a:lnTo>
                    <a:pt x="291" y="0"/>
                  </a:lnTo>
                  <a:cubicBezTo>
                    <a:pt x="318" y="0"/>
                    <a:pt x="336" y="13"/>
                    <a:pt x="336" y="31"/>
                  </a:cubicBezTo>
                  <a:lnTo>
                    <a:pt x="336" y="73"/>
                  </a:lnTo>
                  <a:cubicBezTo>
                    <a:pt x="336" y="91"/>
                    <a:pt x="318" y="104"/>
                    <a:pt x="291" y="104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7" name="Freeform 970"/>
            <p:cNvSpPr>
              <a:spLocks/>
            </p:cNvSpPr>
            <p:nvPr/>
          </p:nvSpPr>
          <p:spPr bwMode="gray">
            <a:xfrm>
              <a:off x="5761038" y="2870200"/>
              <a:ext cx="153988" cy="26988"/>
            </a:xfrm>
            <a:custGeom>
              <a:avLst/>
              <a:gdLst>
                <a:gd name="T0" fmla="*/ 2147483646 w 328"/>
                <a:gd name="T1" fmla="*/ 2147483646 h 58"/>
                <a:gd name="T2" fmla="*/ 2147483646 w 328"/>
                <a:gd name="T3" fmla="*/ 2147483646 h 58"/>
                <a:gd name="T4" fmla="*/ 2147483646 w 328"/>
                <a:gd name="T5" fmla="*/ 2147483646 h 58"/>
                <a:gd name="T6" fmla="*/ 2147483646 w 328"/>
                <a:gd name="T7" fmla="*/ 2147483646 h 58"/>
                <a:gd name="T8" fmla="*/ 0 w 328"/>
                <a:gd name="T9" fmla="*/ 2147483646 h 58"/>
                <a:gd name="T10" fmla="*/ 2147483646 w 328"/>
                <a:gd name="T11" fmla="*/ 0 h 58"/>
                <a:gd name="T12" fmla="*/ 2147483646 w 328"/>
                <a:gd name="T13" fmla="*/ 0 h 58"/>
                <a:gd name="T14" fmla="*/ 2147483646 w 328"/>
                <a:gd name="T15" fmla="*/ 2147483646 h 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8"/>
                <a:gd name="T25" fmla="*/ 0 h 58"/>
                <a:gd name="T26" fmla="*/ 328 w 328"/>
                <a:gd name="T27" fmla="*/ 58 h 5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8" h="58">
                  <a:moveTo>
                    <a:pt x="328" y="29"/>
                  </a:moveTo>
                  <a:lnTo>
                    <a:pt x="328" y="29"/>
                  </a:lnTo>
                  <a:cubicBezTo>
                    <a:pt x="328" y="45"/>
                    <a:pt x="315" y="58"/>
                    <a:pt x="299" y="58"/>
                  </a:cubicBezTo>
                  <a:lnTo>
                    <a:pt x="28" y="58"/>
                  </a:ln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lnTo>
                    <a:pt x="299" y="0"/>
                  </a:lnTo>
                  <a:cubicBezTo>
                    <a:pt x="315" y="0"/>
                    <a:pt x="328" y="13"/>
                    <a:pt x="328" y="2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8" name="Freeform 971"/>
            <p:cNvSpPr>
              <a:spLocks/>
            </p:cNvSpPr>
            <p:nvPr/>
          </p:nvSpPr>
          <p:spPr bwMode="gray">
            <a:xfrm>
              <a:off x="6081713" y="2870200"/>
              <a:ext cx="153988" cy="26988"/>
            </a:xfrm>
            <a:custGeom>
              <a:avLst/>
              <a:gdLst>
                <a:gd name="T0" fmla="*/ 2147483646 w 327"/>
                <a:gd name="T1" fmla="*/ 2147483646 h 58"/>
                <a:gd name="T2" fmla="*/ 2147483646 w 327"/>
                <a:gd name="T3" fmla="*/ 2147483646 h 58"/>
                <a:gd name="T4" fmla="*/ 2147483646 w 327"/>
                <a:gd name="T5" fmla="*/ 2147483646 h 58"/>
                <a:gd name="T6" fmla="*/ 2147483646 w 327"/>
                <a:gd name="T7" fmla="*/ 2147483646 h 58"/>
                <a:gd name="T8" fmla="*/ 0 w 327"/>
                <a:gd name="T9" fmla="*/ 2147483646 h 58"/>
                <a:gd name="T10" fmla="*/ 2147483646 w 327"/>
                <a:gd name="T11" fmla="*/ 0 h 58"/>
                <a:gd name="T12" fmla="*/ 2147483646 w 327"/>
                <a:gd name="T13" fmla="*/ 0 h 58"/>
                <a:gd name="T14" fmla="*/ 2147483646 w 327"/>
                <a:gd name="T15" fmla="*/ 2147483646 h 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27"/>
                <a:gd name="T25" fmla="*/ 0 h 58"/>
                <a:gd name="T26" fmla="*/ 327 w 327"/>
                <a:gd name="T27" fmla="*/ 58 h 5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27" h="58">
                  <a:moveTo>
                    <a:pt x="327" y="29"/>
                  </a:moveTo>
                  <a:lnTo>
                    <a:pt x="327" y="29"/>
                  </a:lnTo>
                  <a:cubicBezTo>
                    <a:pt x="327" y="45"/>
                    <a:pt x="315" y="58"/>
                    <a:pt x="299" y="58"/>
                  </a:cubicBezTo>
                  <a:lnTo>
                    <a:pt x="28" y="58"/>
                  </a:ln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lnTo>
                    <a:pt x="299" y="0"/>
                  </a:lnTo>
                  <a:cubicBezTo>
                    <a:pt x="315" y="0"/>
                    <a:pt x="327" y="13"/>
                    <a:pt x="327" y="2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9" name="Freeform 972"/>
            <p:cNvSpPr>
              <a:spLocks/>
            </p:cNvSpPr>
            <p:nvPr/>
          </p:nvSpPr>
          <p:spPr bwMode="gray">
            <a:xfrm>
              <a:off x="5713413" y="2568575"/>
              <a:ext cx="249238" cy="6350"/>
            </a:xfrm>
            <a:custGeom>
              <a:avLst/>
              <a:gdLst>
                <a:gd name="T0" fmla="*/ 2147483646 w 530"/>
                <a:gd name="T1" fmla="*/ 2147483646 h 14"/>
                <a:gd name="T2" fmla="*/ 2147483646 w 530"/>
                <a:gd name="T3" fmla="*/ 2147483646 h 14"/>
                <a:gd name="T4" fmla="*/ 0 w 530"/>
                <a:gd name="T5" fmla="*/ 2147483646 h 14"/>
                <a:gd name="T6" fmla="*/ 0 w 530"/>
                <a:gd name="T7" fmla="*/ 0 h 14"/>
                <a:gd name="T8" fmla="*/ 2147483646 w 530"/>
                <a:gd name="T9" fmla="*/ 0 h 14"/>
                <a:gd name="T10" fmla="*/ 2147483646 w 530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0"/>
                <a:gd name="T19" fmla="*/ 0 h 14"/>
                <a:gd name="T20" fmla="*/ 530 w 530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0" h="14">
                  <a:moveTo>
                    <a:pt x="530" y="14"/>
                  </a:moveTo>
                  <a:lnTo>
                    <a:pt x="5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0" y="0"/>
                  </a:lnTo>
                  <a:lnTo>
                    <a:pt x="530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0" name="Freeform 973"/>
            <p:cNvSpPr>
              <a:spLocks/>
            </p:cNvSpPr>
            <p:nvPr/>
          </p:nvSpPr>
          <p:spPr bwMode="gray">
            <a:xfrm>
              <a:off x="5713413" y="2705100"/>
              <a:ext cx="249238" cy="6350"/>
            </a:xfrm>
            <a:custGeom>
              <a:avLst/>
              <a:gdLst>
                <a:gd name="T0" fmla="*/ 2147483646 w 530"/>
                <a:gd name="T1" fmla="*/ 2147483646 h 14"/>
                <a:gd name="T2" fmla="*/ 2147483646 w 530"/>
                <a:gd name="T3" fmla="*/ 2147483646 h 14"/>
                <a:gd name="T4" fmla="*/ 0 w 530"/>
                <a:gd name="T5" fmla="*/ 2147483646 h 14"/>
                <a:gd name="T6" fmla="*/ 0 w 530"/>
                <a:gd name="T7" fmla="*/ 0 h 14"/>
                <a:gd name="T8" fmla="*/ 2147483646 w 530"/>
                <a:gd name="T9" fmla="*/ 0 h 14"/>
                <a:gd name="T10" fmla="*/ 2147483646 w 530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0"/>
                <a:gd name="T19" fmla="*/ 0 h 14"/>
                <a:gd name="T20" fmla="*/ 530 w 530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0" h="14">
                  <a:moveTo>
                    <a:pt x="530" y="14"/>
                  </a:moveTo>
                  <a:lnTo>
                    <a:pt x="5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0" y="0"/>
                  </a:lnTo>
                  <a:lnTo>
                    <a:pt x="530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1" name="Freeform 974"/>
            <p:cNvSpPr>
              <a:spLocks/>
            </p:cNvSpPr>
            <p:nvPr/>
          </p:nvSpPr>
          <p:spPr bwMode="gray">
            <a:xfrm>
              <a:off x="5713413" y="2841625"/>
              <a:ext cx="249238" cy="6350"/>
            </a:xfrm>
            <a:custGeom>
              <a:avLst/>
              <a:gdLst>
                <a:gd name="T0" fmla="*/ 2147483646 w 530"/>
                <a:gd name="T1" fmla="*/ 2147483646 h 14"/>
                <a:gd name="T2" fmla="*/ 2147483646 w 530"/>
                <a:gd name="T3" fmla="*/ 2147483646 h 14"/>
                <a:gd name="T4" fmla="*/ 0 w 530"/>
                <a:gd name="T5" fmla="*/ 2147483646 h 14"/>
                <a:gd name="T6" fmla="*/ 0 w 530"/>
                <a:gd name="T7" fmla="*/ 0 h 14"/>
                <a:gd name="T8" fmla="*/ 2147483646 w 530"/>
                <a:gd name="T9" fmla="*/ 0 h 14"/>
                <a:gd name="T10" fmla="*/ 2147483646 w 530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0"/>
                <a:gd name="T19" fmla="*/ 0 h 14"/>
                <a:gd name="T20" fmla="*/ 530 w 530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0" h="14">
                  <a:moveTo>
                    <a:pt x="530" y="14"/>
                  </a:moveTo>
                  <a:lnTo>
                    <a:pt x="530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0" y="0"/>
                  </a:lnTo>
                  <a:lnTo>
                    <a:pt x="530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2" name="Freeform 975"/>
            <p:cNvSpPr>
              <a:spLocks/>
            </p:cNvSpPr>
            <p:nvPr/>
          </p:nvSpPr>
          <p:spPr bwMode="gray">
            <a:xfrm>
              <a:off x="6034088" y="2568575"/>
              <a:ext cx="249238" cy="6350"/>
            </a:xfrm>
            <a:custGeom>
              <a:avLst/>
              <a:gdLst>
                <a:gd name="T0" fmla="*/ 2147483646 w 531"/>
                <a:gd name="T1" fmla="*/ 2147483646 h 14"/>
                <a:gd name="T2" fmla="*/ 2147483646 w 531"/>
                <a:gd name="T3" fmla="*/ 2147483646 h 14"/>
                <a:gd name="T4" fmla="*/ 0 w 531"/>
                <a:gd name="T5" fmla="*/ 2147483646 h 14"/>
                <a:gd name="T6" fmla="*/ 0 w 531"/>
                <a:gd name="T7" fmla="*/ 0 h 14"/>
                <a:gd name="T8" fmla="*/ 2147483646 w 531"/>
                <a:gd name="T9" fmla="*/ 0 h 14"/>
                <a:gd name="T10" fmla="*/ 2147483646 w 531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1"/>
                <a:gd name="T19" fmla="*/ 0 h 14"/>
                <a:gd name="T20" fmla="*/ 531 w 531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1" h="14">
                  <a:moveTo>
                    <a:pt x="531" y="14"/>
                  </a:moveTo>
                  <a:lnTo>
                    <a:pt x="5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3" name="Freeform 976"/>
            <p:cNvSpPr>
              <a:spLocks/>
            </p:cNvSpPr>
            <p:nvPr/>
          </p:nvSpPr>
          <p:spPr bwMode="gray">
            <a:xfrm>
              <a:off x="6034088" y="2705100"/>
              <a:ext cx="249238" cy="6350"/>
            </a:xfrm>
            <a:custGeom>
              <a:avLst/>
              <a:gdLst>
                <a:gd name="T0" fmla="*/ 2147483646 w 531"/>
                <a:gd name="T1" fmla="*/ 2147483646 h 14"/>
                <a:gd name="T2" fmla="*/ 2147483646 w 531"/>
                <a:gd name="T3" fmla="*/ 2147483646 h 14"/>
                <a:gd name="T4" fmla="*/ 0 w 531"/>
                <a:gd name="T5" fmla="*/ 2147483646 h 14"/>
                <a:gd name="T6" fmla="*/ 0 w 531"/>
                <a:gd name="T7" fmla="*/ 0 h 14"/>
                <a:gd name="T8" fmla="*/ 2147483646 w 531"/>
                <a:gd name="T9" fmla="*/ 0 h 14"/>
                <a:gd name="T10" fmla="*/ 2147483646 w 531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1"/>
                <a:gd name="T19" fmla="*/ 0 h 14"/>
                <a:gd name="T20" fmla="*/ 531 w 531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1" h="14">
                  <a:moveTo>
                    <a:pt x="531" y="14"/>
                  </a:moveTo>
                  <a:lnTo>
                    <a:pt x="5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4" name="Freeform 977"/>
            <p:cNvSpPr>
              <a:spLocks/>
            </p:cNvSpPr>
            <p:nvPr/>
          </p:nvSpPr>
          <p:spPr bwMode="gray">
            <a:xfrm>
              <a:off x="6034088" y="2841625"/>
              <a:ext cx="249238" cy="6350"/>
            </a:xfrm>
            <a:custGeom>
              <a:avLst/>
              <a:gdLst>
                <a:gd name="T0" fmla="*/ 2147483646 w 531"/>
                <a:gd name="T1" fmla="*/ 2147483646 h 14"/>
                <a:gd name="T2" fmla="*/ 2147483646 w 531"/>
                <a:gd name="T3" fmla="*/ 2147483646 h 14"/>
                <a:gd name="T4" fmla="*/ 0 w 531"/>
                <a:gd name="T5" fmla="*/ 2147483646 h 14"/>
                <a:gd name="T6" fmla="*/ 0 w 531"/>
                <a:gd name="T7" fmla="*/ 0 h 14"/>
                <a:gd name="T8" fmla="*/ 2147483646 w 531"/>
                <a:gd name="T9" fmla="*/ 0 h 14"/>
                <a:gd name="T10" fmla="*/ 2147483646 w 531"/>
                <a:gd name="T11" fmla="*/ 214748364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1"/>
                <a:gd name="T19" fmla="*/ 0 h 14"/>
                <a:gd name="T20" fmla="*/ 531 w 531"/>
                <a:gd name="T21" fmla="*/ 14 h 1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1" h="14">
                  <a:moveTo>
                    <a:pt x="531" y="14"/>
                  </a:moveTo>
                  <a:lnTo>
                    <a:pt x="5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531" y="0"/>
                  </a:lnTo>
                  <a:lnTo>
                    <a:pt x="531" y="14"/>
                  </a:ln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5" name="Freeform 978"/>
            <p:cNvSpPr>
              <a:spLocks/>
            </p:cNvSpPr>
            <p:nvPr/>
          </p:nvSpPr>
          <p:spPr bwMode="gray">
            <a:xfrm>
              <a:off x="6089650" y="2968625"/>
              <a:ext cx="65088" cy="65088"/>
            </a:xfrm>
            <a:custGeom>
              <a:avLst/>
              <a:gdLst>
                <a:gd name="T0" fmla="*/ 2147483646 w 138"/>
                <a:gd name="T1" fmla="*/ 2147483646 h 139"/>
                <a:gd name="T2" fmla="*/ 2147483646 w 138"/>
                <a:gd name="T3" fmla="*/ 2147483646 h 139"/>
                <a:gd name="T4" fmla="*/ 0 w 138"/>
                <a:gd name="T5" fmla="*/ 2147483646 h 139"/>
                <a:gd name="T6" fmla="*/ 2147483646 w 138"/>
                <a:gd name="T7" fmla="*/ 0 h 139"/>
                <a:gd name="T8" fmla="*/ 2147483646 w 138"/>
                <a:gd name="T9" fmla="*/ 2147483646 h 139"/>
                <a:gd name="T10" fmla="*/ 2147483646 w 138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139"/>
                <a:gd name="T20" fmla="*/ 138 w 138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139">
                  <a:moveTo>
                    <a:pt x="69" y="139"/>
                  </a:moveTo>
                  <a:lnTo>
                    <a:pt x="69" y="139"/>
                  </a:lnTo>
                  <a:cubicBezTo>
                    <a:pt x="30" y="139"/>
                    <a:pt x="0" y="107"/>
                    <a:pt x="0" y="69"/>
                  </a:cubicBezTo>
                  <a:cubicBezTo>
                    <a:pt x="0" y="31"/>
                    <a:pt x="30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ubicBezTo>
                    <a:pt x="138" y="107"/>
                    <a:pt x="107" y="139"/>
                    <a:pt x="69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6" name="Freeform 979"/>
            <p:cNvSpPr>
              <a:spLocks/>
            </p:cNvSpPr>
            <p:nvPr/>
          </p:nvSpPr>
          <p:spPr bwMode="gray">
            <a:xfrm>
              <a:off x="6189663" y="2968625"/>
              <a:ext cx="66675" cy="6508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0 w 139"/>
                <a:gd name="T5" fmla="*/ 2147483646 h 139"/>
                <a:gd name="T6" fmla="*/ 2147483646 w 139"/>
                <a:gd name="T7" fmla="*/ 0 h 139"/>
                <a:gd name="T8" fmla="*/ 2147483646 w 139"/>
                <a:gd name="T9" fmla="*/ 2147483646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139"/>
                <a:gd name="T20" fmla="*/ 139 w 13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139">
                  <a:moveTo>
                    <a:pt x="70" y="139"/>
                  </a:moveTo>
                  <a:lnTo>
                    <a:pt x="70" y="139"/>
                  </a:ln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8"/>
                    <a:pt x="108" y="139"/>
                    <a:pt x="70" y="13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251" name="直接箭头连接符 250"/>
          <p:cNvCxnSpPr/>
          <p:nvPr/>
        </p:nvCxnSpPr>
        <p:spPr bwMode="gray">
          <a:xfrm flipV="1">
            <a:off x="2680281" y="2103490"/>
            <a:ext cx="0" cy="3217741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圆角矩形 251"/>
          <p:cNvSpPr/>
          <p:nvPr/>
        </p:nvSpPr>
        <p:spPr bwMode="gray">
          <a:xfrm>
            <a:off x="5163027" y="2754144"/>
            <a:ext cx="3329668" cy="2372431"/>
          </a:xfrm>
          <a:prstGeom prst="roundRect">
            <a:avLst>
              <a:gd name="adj" fmla="val 196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3" name="椭圆 252"/>
          <p:cNvSpPr/>
          <p:nvPr/>
        </p:nvSpPr>
        <p:spPr bwMode="gray">
          <a:xfrm>
            <a:off x="5901964" y="1598555"/>
            <a:ext cx="1946068" cy="715871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>
            <a:gradFill>
              <a:gsLst>
                <a:gs pos="0">
                  <a:schemeClr val="bg1"/>
                </a:gs>
                <a:gs pos="100000">
                  <a:schemeClr val="bg1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57" name="组 4213"/>
          <p:cNvGrpSpPr>
            <a:grpSpLocks/>
          </p:cNvGrpSpPr>
          <p:nvPr/>
        </p:nvGrpSpPr>
        <p:grpSpPr bwMode="gray">
          <a:xfrm>
            <a:off x="5718280" y="1688682"/>
            <a:ext cx="486609" cy="400668"/>
            <a:chOff x="4956175" y="5745163"/>
            <a:chExt cx="225425" cy="185737"/>
          </a:xfrm>
        </p:grpSpPr>
        <p:sp>
          <p:nvSpPr>
            <p:cNvPr id="258" name="Freeform 1088"/>
            <p:cNvSpPr>
              <a:spLocks noChangeArrowheads="1"/>
            </p:cNvSpPr>
            <p:nvPr/>
          </p:nvSpPr>
          <p:spPr bwMode="gray">
            <a:xfrm>
              <a:off x="5049788" y="5892676"/>
              <a:ext cx="19368" cy="8075"/>
            </a:xfrm>
            <a:custGeom>
              <a:avLst/>
              <a:gdLst>
                <a:gd name="T0" fmla="*/ 9684 w 54"/>
                <a:gd name="T1" fmla="*/ 7708 h 22"/>
                <a:gd name="T2" fmla="*/ 0 w 54"/>
                <a:gd name="T3" fmla="*/ 7708 h 22"/>
                <a:gd name="T4" fmla="*/ 0 w 54"/>
                <a:gd name="T5" fmla="*/ 0 h 22"/>
                <a:gd name="T6" fmla="*/ 19009 w 54"/>
                <a:gd name="T7" fmla="*/ 0 h 22"/>
                <a:gd name="T8" fmla="*/ 19009 w 54"/>
                <a:gd name="T9" fmla="*/ 7708 h 22"/>
                <a:gd name="T10" fmla="*/ 9684 w 54"/>
                <a:gd name="T11" fmla="*/ 7708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4" h="22">
                  <a:moveTo>
                    <a:pt x="27" y="21"/>
                  </a:moveTo>
                  <a:lnTo>
                    <a:pt x="0" y="21"/>
                  </a:lnTo>
                  <a:lnTo>
                    <a:pt x="0" y="0"/>
                  </a:lnTo>
                  <a:lnTo>
                    <a:pt x="53" y="0"/>
                  </a:lnTo>
                  <a:lnTo>
                    <a:pt x="53" y="21"/>
                  </a:lnTo>
                  <a:lnTo>
                    <a:pt x="27" y="21"/>
                  </a:ln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9" name="Freeform 1089"/>
            <p:cNvSpPr>
              <a:spLocks noChangeArrowheads="1"/>
            </p:cNvSpPr>
            <p:nvPr/>
          </p:nvSpPr>
          <p:spPr bwMode="gray">
            <a:xfrm>
              <a:off x="5013204" y="5815151"/>
              <a:ext cx="26900" cy="25303"/>
            </a:xfrm>
            <a:custGeom>
              <a:avLst/>
              <a:gdLst>
                <a:gd name="T0" fmla="*/ 15108 w 73"/>
                <a:gd name="T1" fmla="*/ 14409 h 72"/>
                <a:gd name="T2" fmla="*/ 4053 w 73"/>
                <a:gd name="T3" fmla="*/ 24952 h 72"/>
                <a:gd name="T4" fmla="*/ 0 w 73"/>
                <a:gd name="T5" fmla="*/ 21086 h 72"/>
                <a:gd name="T6" fmla="*/ 22110 w 73"/>
                <a:gd name="T7" fmla="*/ 0 h 72"/>
                <a:gd name="T8" fmla="*/ 26532 w 73"/>
                <a:gd name="T9" fmla="*/ 3866 h 72"/>
                <a:gd name="T10" fmla="*/ 15108 w 73"/>
                <a:gd name="T11" fmla="*/ 14409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72">
                  <a:moveTo>
                    <a:pt x="41" y="41"/>
                  </a:moveTo>
                  <a:lnTo>
                    <a:pt x="11" y="71"/>
                  </a:lnTo>
                  <a:lnTo>
                    <a:pt x="0" y="60"/>
                  </a:lnTo>
                  <a:lnTo>
                    <a:pt x="60" y="0"/>
                  </a:lnTo>
                  <a:lnTo>
                    <a:pt x="72" y="11"/>
                  </a:lnTo>
                  <a:lnTo>
                    <a:pt x="41" y="41"/>
                  </a:ln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0" name="Freeform 1090"/>
            <p:cNvSpPr>
              <a:spLocks noChangeArrowheads="1"/>
            </p:cNvSpPr>
            <p:nvPr/>
          </p:nvSpPr>
          <p:spPr bwMode="gray">
            <a:xfrm>
              <a:off x="4956175" y="5745163"/>
              <a:ext cx="225425" cy="153973"/>
            </a:xfrm>
            <a:custGeom>
              <a:avLst/>
              <a:gdLst>
                <a:gd name="T0" fmla="*/ 53381 w 625"/>
                <a:gd name="T1" fmla="*/ 153613 h 428"/>
                <a:gd name="T2" fmla="*/ 53381 w 625"/>
                <a:gd name="T3" fmla="*/ 153613 h 428"/>
                <a:gd name="T4" fmla="*/ 0 w 625"/>
                <a:gd name="T5" fmla="*/ 100011 h 428"/>
                <a:gd name="T6" fmla="*/ 49413 w 625"/>
                <a:gd name="T7" fmla="*/ 46408 h 428"/>
                <a:gd name="T8" fmla="*/ 110368 w 625"/>
                <a:gd name="T9" fmla="*/ 0 h 428"/>
                <a:gd name="T10" fmla="*/ 170962 w 625"/>
                <a:gd name="T11" fmla="*/ 46408 h 428"/>
                <a:gd name="T12" fmla="*/ 171323 w 625"/>
                <a:gd name="T13" fmla="*/ 46408 h 428"/>
                <a:gd name="T14" fmla="*/ 225064 w 625"/>
                <a:gd name="T15" fmla="*/ 100011 h 428"/>
                <a:gd name="T16" fmla="*/ 208834 w 625"/>
                <a:gd name="T17" fmla="*/ 138144 h 428"/>
                <a:gd name="T18" fmla="*/ 203424 w 625"/>
                <a:gd name="T19" fmla="*/ 132748 h 428"/>
                <a:gd name="T20" fmla="*/ 217490 w 625"/>
                <a:gd name="T21" fmla="*/ 100011 h 428"/>
                <a:gd name="T22" fmla="*/ 171323 w 625"/>
                <a:gd name="T23" fmla="*/ 53963 h 428"/>
                <a:gd name="T24" fmla="*/ 168438 w 625"/>
                <a:gd name="T25" fmla="*/ 54322 h 428"/>
                <a:gd name="T26" fmla="*/ 165552 w 625"/>
                <a:gd name="T27" fmla="*/ 54322 h 428"/>
                <a:gd name="T28" fmla="*/ 164831 w 625"/>
                <a:gd name="T29" fmla="*/ 51085 h 428"/>
                <a:gd name="T30" fmla="*/ 110368 w 625"/>
                <a:gd name="T31" fmla="*/ 7555 h 428"/>
                <a:gd name="T32" fmla="*/ 55905 w 625"/>
                <a:gd name="T33" fmla="*/ 51085 h 428"/>
                <a:gd name="T34" fmla="*/ 55545 w 625"/>
                <a:gd name="T35" fmla="*/ 53963 h 428"/>
                <a:gd name="T36" fmla="*/ 52299 w 625"/>
                <a:gd name="T37" fmla="*/ 53963 h 428"/>
                <a:gd name="T38" fmla="*/ 7214 w 625"/>
                <a:gd name="T39" fmla="*/ 100011 h 428"/>
                <a:gd name="T40" fmla="*/ 53381 w 625"/>
                <a:gd name="T41" fmla="*/ 145699 h 428"/>
                <a:gd name="T42" fmla="*/ 53381 w 625"/>
                <a:gd name="T43" fmla="*/ 153613 h 428"/>
                <a:gd name="T44" fmla="*/ 0 w 625"/>
                <a:gd name="T45" fmla="*/ 100011 h 42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25" h="428">
                  <a:moveTo>
                    <a:pt x="148" y="427"/>
                  </a:moveTo>
                  <a:lnTo>
                    <a:pt x="148" y="427"/>
                  </a:lnTo>
                  <a:close/>
                  <a:moveTo>
                    <a:pt x="0" y="278"/>
                  </a:moveTo>
                  <a:cubicBezTo>
                    <a:pt x="0" y="200"/>
                    <a:pt x="61" y="135"/>
                    <a:pt x="137" y="129"/>
                  </a:cubicBezTo>
                  <a:cubicBezTo>
                    <a:pt x="157" y="54"/>
                    <a:pt x="227" y="0"/>
                    <a:pt x="306" y="0"/>
                  </a:cubicBezTo>
                  <a:cubicBezTo>
                    <a:pt x="385" y="0"/>
                    <a:pt x="455" y="54"/>
                    <a:pt x="474" y="129"/>
                  </a:cubicBezTo>
                  <a:lnTo>
                    <a:pt x="475" y="129"/>
                  </a:lnTo>
                  <a:cubicBezTo>
                    <a:pt x="557" y="129"/>
                    <a:pt x="624" y="196"/>
                    <a:pt x="624" y="278"/>
                  </a:cubicBezTo>
                  <a:cubicBezTo>
                    <a:pt x="624" y="319"/>
                    <a:pt x="608" y="357"/>
                    <a:pt x="579" y="384"/>
                  </a:cubicBezTo>
                  <a:lnTo>
                    <a:pt x="564" y="369"/>
                  </a:lnTo>
                  <a:cubicBezTo>
                    <a:pt x="589" y="345"/>
                    <a:pt x="603" y="312"/>
                    <a:pt x="603" y="278"/>
                  </a:cubicBezTo>
                  <a:cubicBezTo>
                    <a:pt x="603" y="207"/>
                    <a:pt x="545" y="150"/>
                    <a:pt x="475" y="150"/>
                  </a:cubicBezTo>
                  <a:cubicBezTo>
                    <a:pt x="472" y="150"/>
                    <a:pt x="470" y="150"/>
                    <a:pt x="467" y="151"/>
                  </a:cubicBezTo>
                  <a:lnTo>
                    <a:pt x="459" y="151"/>
                  </a:lnTo>
                  <a:lnTo>
                    <a:pt x="457" y="142"/>
                  </a:lnTo>
                  <a:cubicBezTo>
                    <a:pt x="442" y="72"/>
                    <a:pt x="379" y="21"/>
                    <a:pt x="306" y="21"/>
                  </a:cubicBezTo>
                  <a:cubicBezTo>
                    <a:pt x="234" y="21"/>
                    <a:pt x="171" y="72"/>
                    <a:pt x="155" y="142"/>
                  </a:cubicBezTo>
                  <a:lnTo>
                    <a:pt x="154" y="150"/>
                  </a:lnTo>
                  <a:lnTo>
                    <a:pt x="145" y="150"/>
                  </a:lnTo>
                  <a:cubicBezTo>
                    <a:pt x="76" y="152"/>
                    <a:pt x="20" y="209"/>
                    <a:pt x="20" y="278"/>
                  </a:cubicBezTo>
                  <a:cubicBezTo>
                    <a:pt x="20" y="348"/>
                    <a:pt x="77" y="405"/>
                    <a:pt x="148" y="405"/>
                  </a:cubicBezTo>
                  <a:lnTo>
                    <a:pt x="148" y="427"/>
                  </a:lnTo>
                  <a:cubicBezTo>
                    <a:pt x="66" y="426"/>
                    <a:pt x="0" y="360"/>
                    <a:pt x="0" y="278"/>
                  </a:cubicBezTo>
                  <a:close/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1" name="Freeform 1091"/>
            <p:cNvSpPr>
              <a:spLocks noChangeArrowheads="1"/>
            </p:cNvSpPr>
            <p:nvPr/>
          </p:nvSpPr>
          <p:spPr bwMode="gray">
            <a:xfrm>
              <a:off x="5065929" y="5864142"/>
              <a:ext cx="91999" cy="66758"/>
            </a:xfrm>
            <a:custGeom>
              <a:avLst/>
              <a:gdLst>
                <a:gd name="T0" fmla="*/ 75109 w 256"/>
                <a:gd name="T1" fmla="*/ 4691 h 185"/>
                <a:gd name="T2" fmla="*/ 86968 w 256"/>
                <a:gd name="T3" fmla="*/ 4691 h 185"/>
                <a:gd name="T4" fmla="*/ 86968 w 256"/>
                <a:gd name="T5" fmla="*/ 18043 h 185"/>
                <a:gd name="T6" fmla="*/ 4672 w 256"/>
                <a:gd name="T7" fmla="*/ 18043 h 185"/>
                <a:gd name="T8" fmla="*/ 4672 w 256"/>
                <a:gd name="T9" fmla="*/ 4691 h 185"/>
                <a:gd name="T10" fmla="*/ 52109 w 256"/>
                <a:gd name="T11" fmla="*/ 4691 h 185"/>
                <a:gd name="T12" fmla="*/ 75109 w 256"/>
                <a:gd name="T13" fmla="*/ 4691 h 185"/>
                <a:gd name="T14" fmla="*/ 52109 w 256"/>
                <a:gd name="T15" fmla="*/ 0 h 185"/>
                <a:gd name="T16" fmla="*/ 2156 w 256"/>
                <a:gd name="T17" fmla="*/ 0 h 185"/>
                <a:gd name="T18" fmla="*/ 0 w 256"/>
                <a:gd name="T19" fmla="*/ 2526 h 185"/>
                <a:gd name="T20" fmla="*/ 0 w 256"/>
                <a:gd name="T21" fmla="*/ 20208 h 185"/>
                <a:gd name="T22" fmla="*/ 46000 w 256"/>
                <a:gd name="T23" fmla="*/ 66397 h 185"/>
                <a:gd name="T24" fmla="*/ 91640 w 256"/>
                <a:gd name="T25" fmla="*/ 20208 h 185"/>
                <a:gd name="T26" fmla="*/ 91640 w 256"/>
                <a:gd name="T27" fmla="*/ 2526 h 185"/>
                <a:gd name="T28" fmla="*/ 89124 w 256"/>
                <a:gd name="T29" fmla="*/ 0 h 185"/>
                <a:gd name="T30" fmla="*/ 89124 w 256"/>
                <a:gd name="T31" fmla="*/ 0 h 185"/>
                <a:gd name="T32" fmla="*/ 74749 w 256"/>
                <a:gd name="T33" fmla="*/ 0 h 185"/>
                <a:gd name="T34" fmla="*/ 52109 w 256"/>
                <a:gd name="T35" fmla="*/ 0 h 185"/>
                <a:gd name="T36" fmla="*/ 46000 w 256"/>
                <a:gd name="T37" fmla="*/ 61706 h 185"/>
                <a:gd name="T38" fmla="*/ 46000 w 256"/>
                <a:gd name="T39" fmla="*/ 61706 h 185"/>
                <a:gd name="T40" fmla="*/ 5031 w 256"/>
                <a:gd name="T41" fmla="*/ 22373 h 185"/>
                <a:gd name="T42" fmla="*/ 86968 w 256"/>
                <a:gd name="T43" fmla="*/ 22373 h 185"/>
                <a:gd name="T44" fmla="*/ 46000 w 256"/>
                <a:gd name="T45" fmla="*/ 61706 h 185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56" h="185">
                  <a:moveTo>
                    <a:pt x="209" y="13"/>
                  </a:moveTo>
                  <a:lnTo>
                    <a:pt x="242" y="13"/>
                  </a:lnTo>
                  <a:lnTo>
                    <a:pt x="242" y="50"/>
                  </a:lnTo>
                  <a:lnTo>
                    <a:pt x="13" y="50"/>
                  </a:lnTo>
                  <a:lnTo>
                    <a:pt x="13" y="13"/>
                  </a:lnTo>
                  <a:lnTo>
                    <a:pt x="145" y="13"/>
                  </a:lnTo>
                  <a:lnTo>
                    <a:pt x="209" y="13"/>
                  </a:lnTo>
                  <a:close/>
                  <a:moveTo>
                    <a:pt x="145" y="0"/>
                  </a:moveTo>
                  <a:lnTo>
                    <a:pt x="6" y="0"/>
                  </a:lnTo>
                  <a:cubicBezTo>
                    <a:pt x="3" y="0"/>
                    <a:pt x="0" y="3"/>
                    <a:pt x="0" y="7"/>
                  </a:cubicBezTo>
                  <a:lnTo>
                    <a:pt x="0" y="56"/>
                  </a:lnTo>
                  <a:cubicBezTo>
                    <a:pt x="0" y="126"/>
                    <a:pt x="57" y="184"/>
                    <a:pt x="128" y="184"/>
                  </a:cubicBezTo>
                  <a:cubicBezTo>
                    <a:pt x="198" y="184"/>
                    <a:pt x="255" y="127"/>
                    <a:pt x="255" y="56"/>
                  </a:cubicBezTo>
                  <a:lnTo>
                    <a:pt x="255" y="7"/>
                  </a:lnTo>
                  <a:cubicBezTo>
                    <a:pt x="255" y="3"/>
                    <a:pt x="251" y="0"/>
                    <a:pt x="248" y="0"/>
                  </a:cubicBezTo>
                  <a:lnTo>
                    <a:pt x="208" y="0"/>
                  </a:lnTo>
                  <a:lnTo>
                    <a:pt x="145" y="0"/>
                  </a:lnTo>
                  <a:close/>
                  <a:moveTo>
                    <a:pt x="128" y="171"/>
                  </a:moveTo>
                  <a:lnTo>
                    <a:pt x="128" y="171"/>
                  </a:lnTo>
                  <a:cubicBezTo>
                    <a:pt x="67" y="171"/>
                    <a:pt x="17" y="122"/>
                    <a:pt x="14" y="62"/>
                  </a:cubicBezTo>
                  <a:lnTo>
                    <a:pt x="242" y="62"/>
                  </a:lnTo>
                  <a:cubicBezTo>
                    <a:pt x="238" y="123"/>
                    <a:pt x="188" y="171"/>
                    <a:pt x="128" y="17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2" name="Freeform 1092"/>
            <p:cNvSpPr>
              <a:spLocks noChangeArrowheads="1"/>
            </p:cNvSpPr>
            <p:nvPr/>
          </p:nvSpPr>
          <p:spPr bwMode="gray">
            <a:xfrm>
              <a:off x="5096057" y="5889446"/>
              <a:ext cx="30128" cy="30149"/>
            </a:xfrm>
            <a:custGeom>
              <a:avLst/>
              <a:gdLst>
                <a:gd name="T0" fmla="*/ 15245 w 83"/>
                <a:gd name="T1" fmla="*/ 29786 h 83"/>
                <a:gd name="T2" fmla="*/ 15245 w 83"/>
                <a:gd name="T3" fmla="*/ 29786 h 83"/>
                <a:gd name="T4" fmla="*/ 29765 w 83"/>
                <a:gd name="T5" fmla="*/ 14893 h 83"/>
                <a:gd name="T6" fmla="*/ 15245 w 83"/>
                <a:gd name="T7" fmla="*/ 0 h 83"/>
                <a:gd name="T8" fmla="*/ 0 w 83"/>
                <a:gd name="T9" fmla="*/ 14893 h 83"/>
                <a:gd name="T10" fmla="*/ 15245 w 83"/>
                <a:gd name="T11" fmla="*/ 29786 h 83"/>
                <a:gd name="T12" fmla="*/ 15245 w 83"/>
                <a:gd name="T13" fmla="*/ 5085 h 83"/>
                <a:gd name="T14" fmla="*/ 15245 w 83"/>
                <a:gd name="T15" fmla="*/ 5085 h 83"/>
                <a:gd name="T16" fmla="*/ 25409 w 83"/>
                <a:gd name="T17" fmla="*/ 14893 h 83"/>
                <a:gd name="T18" fmla="*/ 15245 w 83"/>
                <a:gd name="T19" fmla="*/ 25064 h 83"/>
                <a:gd name="T20" fmla="*/ 4719 w 83"/>
                <a:gd name="T21" fmla="*/ 14893 h 83"/>
                <a:gd name="T22" fmla="*/ 15245 w 83"/>
                <a:gd name="T23" fmla="*/ 5085 h 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3" h="83">
                  <a:moveTo>
                    <a:pt x="42" y="82"/>
                  </a:moveTo>
                  <a:lnTo>
                    <a:pt x="42" y="82"/>
                  </a:lnTo>
                  <a:cubicBezTo>
                    <a:pt x="64" y="82"/>
                    <a:pt x="82" y="64"/>
                    <a:pt x="82" y="41"/>
                  </a:cubicBezTo>
                  <a:cubicBezTo>
                    <a:pt x="82" y="19"/>
                    <a:pt x="64" y="0"/>
                    <a:pt x="42" y="0"/>
                  </a:cubicBezTo>
                  <a:cubicBezTo>
                    <a:pt x="19" y="0"/>
                    <a:pt x="0" y="19"/>
                    <a:pt x="0" y="41"/>
                  </a:cubicBezTo>
                  <a:cubicBezTo>
                    <a:pt x="0" y="64"/>
                    <a:pt x="19" y="82"/>
                    <a:pt x="42" y="82"/>
                  </a:cubicBezTo>
                  <a:close/>
                  <a:moveTo>
                    <a:pt x="42" y="14"/>
                  </a:moveTo>
                  <a:lnTo>
                    <a:pt x="42" y="14"/>
                  </a:lnTo>
                  <a:cubicBezTo>
                    <a:pt x="57" y="14"/>
                    <a:pt x="70" y="26"/>
                    <a:pt x="70" y="41"/>
                  </a:cubicBezTo>
                  <a:cubicBezTo>
                    <a:pt x="70" y="57"/>
                    <a:pt x="57" y="69"/>
                    <a:pt x="42" y="69"/>
                  </a:cubicBezTo>
                  <a:cubicBezTo>
                    <a:pt x="26" y="69"/>
                    <a:pt x="13" y="57"/>
                    <a:pt x="13" y="41"/>
                  </a:cubicBezTo>
                  <a:cubicBezTo>
                    <a:pt x="13" y="26"/>
                    <a:pt x="26" y="14"/>
                    <a:pt x="42" y="14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3" name="Freeform 1093"/>
            <p:cNvSpPr>
              <a:spLocks noChangeArrowheads="1"/>
            </p:cNvSpPr>
            <p:nvPr/>
          </p:nvSpPr>
          <p:spPr bwMode="gray">
            <a:xfrm>
              <a:off x="5103589" y="5897521"/>
              <a:ext cx="16140" cy="14536"/>
            </a:xfrm>
            <a:custGeom>
              <a:avLst/>
              <a:gdLst>
                <a:gd name="T0" fmla="*/ 8070 w 42"/>
                <a:gd name="T1" fmla="*/ 14181 h 41"/>
                <a:gd name="T2" fmla="*/ 8070 w 42"/>
                <a:gd name="T3" fmla="*/ 14181 h 41"/>
                <a:gd name="T4" fmla="*/ 15756 w 42"/>
                <a:gd name="T5" fmla="*/ 7091 h 41"/>
                <a:gd name="T6" fmla="*/ 8070 w 42"/>
                <a:gd name="T7" fmla="*/ 0 h 41"/>
                <a:gd name="T8" fmla="*/ 0 w 42"/>
                <a:gd name="T9" fmla="*/ 7091 h 41"/>
                <a:gd name="T10" fmla="*/ 8070 w 42"/>
                <a:gd name="T11" fmla="*/ 14181 h 41"/>
                <a:gd name="T12" fmla="*/ 8070 w 42"/>
                <a:gd name="T13" fmla="*/ 2836 h 41"/>
                <a:gd name="T14" fmla="*/ 8070 w 42"/>
                <a:gd name="T15" fmla="*/ 2836 h 41"/>
                <a:gd name="T16" fmla="*/ 12681 w 42"/>
                <a:gd name="T17" fmla="*/ 7091 h 41"/>
                <a:gd name="T18" fmla="*/ 8070 w 42"/>
                <a:gd name="T19" fmla="*/ 11700 h 41"/>
                <a:gd name="T20" fmla="*/ 3074 w 42"/>
                <a:gd name="T21" fmla="*/ 7091 h 41"/>
                <a:gd name="T22" fmla="*/ 8070 w 42"/>
                <a:gd name="T23" fmla="*/ 2836 h 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" h="41">
                  <a:moveTo>
                    <a:pt x="21" y="40"/>
                  </a:moveTo>
                  <a:lnTo>
                    <a:pt x="21" y="40"/>
                  </a:lnTo>
                  <a:cubicBezTo>
                    <a:pt x="32" y="40"/>
                    <a:pt x="41" y="31"/>
                    <a:pt x="41" y="20"/>
                  </a:cubicBezTo>
                  <a:cubicBezTo>
                    <a:pt x="41" y="9"/>
                    <a:pt x="32" y="0"/>
                    <a:pt x="21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1"/>
                    <a:pt x="9" y="40"/>
                    <a:pt x="21" y="40"/>
                  </a:cubicBezTo>
                  <a:close/>
                  <a:moveTo>
                    <a:pt x="21" y="8"/>
                  </a:moveTo>
                  <a:lnTo>
                    <a:pt x="21" y="8"/>
                  </a:lnTo>
                  <a:cubicBezTo>
                    <a:pt x="28" y="8"/>
                    <a:pt x="33" y="14"/>
                    <a:pt x="33" y="20"/>
                  </a:cubicBezTo>
                  <a:cubicBezTo>
                    <a:pt x="33" y="27"/>
                    <a:pt x="28" y="33"/>
                    <a:pt x="21" y="33"/>
                  </a:cubicBezTo>
                  <a:cubicBezTo>
                    <a:pt x="14" y="33"/>
                    <a:pt x="8" y="27"/>
                    <a:pt x="8" y="20"/>
                  </a:cubicBezTo>
                  <a:cubicBezTo>
                    <a:pt x="8" y="13"/>
                    <a:pt x="13" y="8"/>
                    <a:pt x="21" y="8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4" name="Freeform 1094"/>
            <p:cNvSpPr>
              <a:spLocks noChangeArrowheads="1"/>
            </p:cNvSpPr>
            <p:nvPr/>
          </p:nvSpPr>
          <p:spPr bwMode="gray">
            <a:xfrm>
              <a:off x="5034186" y="5884600"/>
              <a:ext cx="20444" cy="20997"/>
            </a:xfrm>
            <a:custGeom>
              <a:avLst/>
              <a:gdLst>
                <a:gd name="T0" fmla="*/ 10222 w 58"/>
                <a:gd name="T1" fmla="*/ 20641 h 59"/>
                <a:gd name="T2" fmla="*/ 0 w 58"/>
                <a:gd name="T3" fmla="*/ 10321 h 59"/>
                <a:gd name="T4" fmla="*/ 9870 w 58"/>
                <a:gd name="T5" fmla="*/ 0 h 59"/>
                <a:gd name="T6" fmla="*/ 20092 w 58"/>
                <a:gd name="T7" fmla="*/ 10321 h 59"/>
                <a:gd name="T8" fmla="*/ 10222 w 58"/>
                <a:gd name="T9" fmla="*/ 2064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59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4"/>
                    <a:pt x="45" y="58"/>
                    <a:pt x="29" y="58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5" name="Freeform 1095"/>
            <p:cNvSpPr>
              <a:spLocks noChangeArrowheads="1"/>
            </p:cNvSpPr>
            <p:nvPr/>
          </p:nvSpPr>
          <p:spPr bwMode="gray">
            <a:xfrm>
              <a:off x="4997601" y="5884600"/>
              <a:ext cx="20444" cy="20997"/>
            </a:xfrm>
            <a:custGeom>
              <a:avLst/>
              <a:gdLst>
                <a:gd name="T0" fmla="*/ 10222 w 58"/>
                <a:gd name="T1" fmla="*/ 20641 h 59"/>
                <a:gd name="T2" fmla="*/ 0 w 58"/>
                <a:gd name="T3" fmla="*/ 10321 h 59"/>
                <a:gd name="T4" fmla="*/ 9870 w 58"/>
                <a:gd name="T5" fmla="*/ 0 h 59"/>
                <a:gd name="T6" fmla="*/ 20092 w 58"/>
                <a:gd name="T7" fmla="*/ 10321 h 59"/>
                <a:gd name="T8" fmla="*/ 10222 w 58"/>
                <a:gd name="T9" fmla="*/ 20641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59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4"/>
                    <a:pt x="44" y="57"/>
                    <a:pt x="29" y="58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6" name="Freeform 1096"/>
            <p:cNvSpPr>
              <a:spLocks noChangeArrowheads="1"/>
            </p:cNvSpPr>
            <p:nvPr/>
          </p:nvSpPr>
          <p:spPr bwMode="gray">
            <a:xfrm>
              <a:off x="5062700" y="5829149"/>
              <a:ext cx="23672" cy="24226"/>
            </a:xfrm>
            <a:custGeom>
              <a:avLst/>
              <a:gdLst>
                <a:gd name="T0" fmla="*/ 11836 w 68"/>
                <a:gd name="T1" fmla="*/ 23870 h 68"/>
                <a:gd name="T2" fmla="*/ 0 w 68"/>
                <a:gd name="T3" fmla="*/ 11757 h 68"/>
                <a:gd name="T4" fmla="*/ 11836 w 68"/>
                <a:gd name="T5" fmla="*/ 0 h 68"/>
                <a:gd name="T6" fmla="*/ 23324 w 68"/>
                <a:gd name="T7" fmla="*/ 11757 h 68"/>
                <a:gd name="T8" fmla="*/ 11836 w 68"/>
                <a:gd name="T9" fmla="*/ 23870 h 68"/>
                <a:gd name="T10" fmla="*/ 11836 w 68"/>
                <a:gd name="T11" fmla="*/ 5344 h 68"/>
                <a:gd name="T12" fmla="*/ 5570 w 68"/>
                <a:gd name="T13" fmla="*/ 11757 h 68"/>
                <a:gd name="T14" fmla="*/ 11836 w 68"/>
                <a:gd name="T15" fmla="*/ 18170 h 68"/>
                <a:gd name="T16" fmla="*/ 18102 w 68"/>
                <a:gd name="T17" fmla="*/ 11757 h 68"/>
                <a:gd name="T18" fmla="*/ 11836 w 68"/>
                <a:gd name="T19" fmla="*/ 5344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68">
                  <a:moveTo>
                    <a:pt x="34" y="67"/>
                  </a:moveTo>
                  <a:cubicBezTo>
                    <a:pt x="15" y="67"/>
                    <a:pt x="0" y="52"/>
                    <a:pt x="0" y="33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52" y="0"/>
                    <a:pt x="67" y="15"/>
                    <a:pt x="67" y="33"/>
                  </a:cubicBezTo>
                  <a:cubicBezTo>
                    <a:pt x="67" y="52"/>
                    <a:pt x="52" y="67"/>
                    <a:pt x="34" y="67"/>
                  </a:cubicBezTo>
                  <a:close/>
                  <a:moveTo>
                    <a:pt x="34" y="15"/>
                  </a:moveTo>
                  <a:cubicBezTo>
                    <a:pt x="24" y="15"/>
                    <a:pt x="16" y="23"/>
                    <a:pt x="16" y="33"/>
                  </a:cubicBezTo>
                  <a:cubicBezTo>
                    <a:pt x="16" y="43"/>
                    <a:pt x="24" y="51"/>
                    <a:pt x="34" y="51"/>
                  </a:cubicBezTo>
                  <a:cubicBezTo>
                    <a:pt x="44" y="51"/>
                    <a:pt x="52" y="43"/>
                    <a:pt x="52" y="33"/>
                  </a:cubicBezTo>
                  <a:cubicBezTo>
                    <a:pt x="52" y="23"/>
                    <a:pt x="44" y="15"/>
                    <a:pt x="34" y="15"/>
                  </a:cubicBezTo>
                  <a:close/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7" name="Freeform 1097"/>
            <p:cNvSpPr>
              <a:spLocks noChangeArrowheads="1"/>
            </p:cNvSpPr>
            <p:nvPr/>
          </p:nvSpPr>
          <p:spPr bwMode="gray">
            <a:xfrm>
              <a:off x="4994373" y="5829149"/>
              <a:ext cx="25287" cy="24226"/>
            </a:xfrm>
            <a:custGeom>
              <a:avLst/>
              <a:gdLst>
                <a:gd name="T0" fmla="*/ 12460 w 69"/>
                <a:gd name="T1" fmla="*/ 23870 h 68"/>
                <a:gd name="T2" fmla="*/ 0 w 69"/>
                <a:gd name="T3" fmla="*/ 11757 h 68"/>
                <a:gd name="T4" fmla="*/ 12460 w 69"/>
                <a:gd name="T5" fmla="*/ 0 h 68"/>
                <a:gd name="T6" fmla="*/ 24921 w 69"/>
                <a:gd name="T7" fmla="*/ 11757 h 68"/>
                <a:gd name="T8" fmla="*/ 12460 w 69"/>
                <a:gd name="T9" fmla="*/ 23870 h 68"/>
                <a:gd name="T10" fmla="*/ 12460 w 69"/>
                <a:gd name="T11" fmla="*/ 5344 h 68"/>
                <a:gd name="T12" fmla="*/ 5864 w 69"/>
                <a:gd name="T13" fmla="*/ 11757 h 68"/>
                <a:gd name="T14" fmla="*/ 12460 w 69"/>
                <a:gd name="T15" fmla="*/ 18170 h 68"/>
                <a:gd name="T16" fmla="*/ 19057 w 69"/>
                <a:gd name="T17" fmla="*/ 11757 h 68"/>
                <a:gd name="T18" fmla="*/ 12460 w 69"/>
                <a:gd name="T19" fmla="*/ 5344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" h="68">
                  <a:moveTo>
                    <a:pt x="34" y="67"/>
                  </a:moveTo>
                  <a:cubicBezTo>
                    <a:pt x="16" y="67"/>
                    <a:pt x="0" y="52"/>
                    <a:pt x="0" y="33"/>
                  </a:cubicBezTo>
                  <a:cubicBezTo>
                    <a:pt x="0" y="15"/>
                    <a:pt x="16" y="0"/>
                    <a:pt x="34" y="0"/>
                  </a:cubicBezTo>
                  <a:cubicBezTo>
                    <a:pt x="52" y="0"/>
                    <a:pt x="68" y="15"/>
                    <a:pt x="68" y="33"/>
                  </a:cubicBezTo>
                  <a:cubicBezTo>
                    <a:pt x="68" y="52"/>
                    <a:pt x="53" y="67"/>
                    <a:pt x="34" y="67"/>
                  </a:cubicBezTo>
                  <a:close/>
                  <a:moveTo>
                    <a:pt x="34" y="15"/>
                  </a:moveTo>
                  <a:cubicBezTo>
                    <a:pt x="24" y="15"/>
                    <a:pt x="16" y="23"/>
                    <a:pt x="16" y="33"/>
                  </a:cubicBezTo>
                  <a:cubicBezTo>
                    <a:pt x="16" y="43"/>
                    <a:pt x="24" y="51"/>
                    <a:pt x="34" y="51"/>
                  </a:cubicBezTo>
                  <a:cubicBezTo>
                    <a:pt x="44" y="51"/>
                    <a:pt x="52" y="43"/>
                    <a:pt x="52" y="33"/>
                  </a:cubicBezTo>
                  <a:cubicBezTo>
                    <a:pt x="52" y="23"/>
                    <a:pt x="44" y="15"/>
                    <a:pt x="34" y="15"/>
                  </a:cubicBezTo>
                  <a:close/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8" name="Freeform 1098"/>
            <p:cNvSpPr>
              <a:spLocks noChangeArrowheads="1"/>
            </p:cNvSpPr>
            <p:nvPr/>
          </p:nvSpPr>
          <p:spPr bwMode="gray">
            <a:xfrm>
              <a:off x="5094443" y="5795770"/>
              <a:ext cx="25287" cy="24226"/>
            </a:xfrm>
            <a:custGeom>
              <a:avLst/>
              <a:gdLst>
                <a:gd name="T0" fmla="*/ 12460 w 69"/>
                <a:gd name="T1" fmla="*/ 23870 h 68"/>
                <a:gd name="T2" fmla="*/ 0 w 69"/>
                <a:gd name="T3" fmla="*/ 12113 h 68"/>
                <a:gd name="T4" fmla="*/ 12460 w 69"/>
                <a:gd name="T5" fmla="*/ 0 h 68"/>
                <a:gd name="T6" fmla="*/ 24921 w 69"/>
                <a:gd name="T7" fmla="*/ 12113 h 68"/>
                <a:gd name="T8" fmla="*/ 12460 w 69"/>
                <a:gd name="T9" fmla="*/ 23870 h 68"/>
                <a:gd name="T10" fmla="*/ 12460 w 69"/>
                <a:gd name="T11" fmla="*/ 5700 h 68"/>
                <a:gd name="T12" fmla="*/ 5864 w 69"/>
                <a:gd name="T13" fmla="*/ 12113 h 68"/>
                <a:gd name="T14" fmla="*/ 12460 w 69"/>
                <a:gd name="T15" fmla="*/ 18526 h 68"/>
                <a:gd name="T16" fmla="*/ 19057 w 69"/>
                <a:gd name="T17" fmla="*/ 12113 h 68"/>
                <a:gd name="T18" fmla="*/ 12460 w 69"/>
                <a:gd name="T19" fmla="*/ 5700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" h="68">
                  <a:moveTo>
                    <a:pt x="34" y="67"/>
                  </a:moveTo>
                  <a:cubicBezTo>
                    <a:pt x="16" y="67"/>
                    <a:pt x="0" y="53"/>
                    <a:pt x="0" y="34"/>
                  </a:cubicBezTo>
                  <a:cubicBezTo>
                    <a:pt x="0" y="16"/>
                    <a:pt x="15" y="0"/>
                    <a:pt x="34" y="0"/>
                  </a:cubicBezTo>
                  <a:cubicBezTo>
                    <a:pt x="52" y="0"/>
                    <a:pt x="68" y="16"/>
                    <a:pt x="68" y="34"/>
                  </a:cubicBezTo>
                  <a:cubicBezTo>
                    <a:pt x="68" y="53"/>
                    <a:pt x="53" y="67"/>
                    <a:pt x="34" y="67"/>
                  </a:cubicBezTo>
                  <a:close/>
                  <a:moveTo>
                    <a:pt x="34" y="16"/>
                  </a:moveTo>
                  <a:cubicBezTo>
                    <a:pt x="24" y="16"/>
                    <a:pt x="16" y="24"/>
                    <a:pt x="16" y="34"/>
                  </a:cubicBezTo>
                  <a:cubicBezTo>
                    <a:pt x="16" y="44"/>
                    <a:pt x="24" y="52"/>
                    <a:pt x="34" y="52"/>
                  </a:cubicBezTo>
                  <a:cubicBezTo>
                    <a:pt x="44" y="52"/>
                    <a:pt x="52" y="44"/>
                    <a:pt x="52" y="34"/>
                  </a:cubicBezTo>
                  <a:cubicBezTo>
                    <a:pt x="52" y="24"/>
                    <a:pt x="44" y="16"/>
                    <a:pt x="34" y="16"/>
                  </a:cubicBezTo>
                  <a:close/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9" name="Freeform 1099"/>
            <p:cNvSpPr>
              <a:spLocks noChangeArrowheads="1"/>
            </p:cNvSpPr>
            <p:nvPr/>
          </p:nvSpPr>
          <p:spPr bwMode="gray">
            <a:xfrm>
              <a:off x="5030958" y="5795770"/>
              <a:ext cx="23672" cy="24226"/>
            </a:xfrm>
            <a:custGeom>
              <a:avLst/>
              <a:gdLst>
                <a:gd name="T0" fmla="*/ 11488 w 68"/>
                <a:gd name="T1" fmla="*/ 23870 h 68"/>
                <a:gd name="T2" fmla="*/ 0 w 68"/>
                <a:gd name="T3" fmla="*/ 12113 h 68"/>
                <a:gd name="T4" fmla="*/ 11488 w 68"/>
                <a:gd name="T5" fmla="*/ 0 h 68"/>
                <a:gd name="T6" fmla="*/ 23324 w 68"/>
                <a:gd name="T7" fmla="*/ 12113 h 68"/>
                <a:gd name="T8" fmla="*/ 11488 w 68"/>
                <a:gd name="T9" fmla="*/ 23870 h 68"/>
                <a:gd name="T10" fmla="*/ 11488 w 68"/>
                <a:gd name="T11" fmla="*/ 5700 h 68"/>
                <a:gd name="T12" fmla="*/ 5570 w 68"/>
                <a:gd name="T13" fmla="*/ 12113 h 68"/>
                <a:gd name="T14" fmla="*/ 11488 w 68"/>
                <a:gd name="T15" fmla="*/ 18526 h 68"/>
                <a:gd name="T16" fmla="*/ 17754 w 68"/>
                <a:gd name="T17" fmla="*/ 12113 h 68"/>
                <a:gd name="T18" fmla="*/ 11488 w 68"/>
                <a:gd name="T19" fmla="*/ 5700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68">
                  <a:moveTo>
                    <a:pt x="33" y="67"/>
                  </a:moveTo>
                  <a:cubicBezTo>
                    <a:pt x="15" y="67"/>
                    <a:pt x="0" y="53"/>
                    <a:pt x="0" y="34"/>
                  </a:cubicBezTo>
                  <a:cubicBezTo>
                    <a:pt x="0" y="16"/>
                    <a:pt x="14" y="0"/>
                    <a:pt x="33" y="0"/>
                  </a:cubicBezTo>
                  <a:cubicBezTo>
                    <a:pt x="51" y="0"/>
                    <a:pt x="67" y="16"/>
                    <a:pt x="67" y="34"/>
                  </a:cubicBezTo>
                  <a:cubicBezTo>
                    <a:pt x="67" y="53"/>
                    <a:pt x="52" y="67"/>
                    <a:pt x="33" y="67"/>
                  </a:cubicBezTo>
                  <a:close/>
                  <a:moveTo>
                    <a:pt x="33" y="16"/>
                  </a:moveTo>
                  <a:cubicBezTo>
                    <a:pt x="23" y="16"/>
                    <a:pt x="16" y="24"/>
                    <a:pt x="16" y="34"/>
                  </a:cubicBezTo>
                  <a:cubicBezTo>
                    <a:pt x="16" y="44"/>
                    <a:pt x="23" y="52"/>
                    <a:pt x="33" y="52"/>
                  </a:cubicBezTo>
                  <a:cubicBezTo>
                    <a:pt x="43" y="52"/>
                    <a:pt x="51" y="44"/>
                    <a:pt x="51" y="34"/>
                  </a:cubicBezTo>
                  <a:cubicBezTo>
                    <a:pt x="51" y="24"/>
                    <a:pt x="43" y="16"/>
                    <a:pt x="33" y="16"/>
                  </a:cubicBezTo>
                  <a:close/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0" name="Freeform 1100"/>
            <p:cNvSpPr>
              <a:spLocks noChangeArrowheads="1"/>
            </p:cNvSpPr>
            <p:nvPr/>
          </p:nvSpPr>
          <p:spPr bwMode="gray">
            <a:xfrm>
              <a:off x="5078303" y="5811921"/>
              <a:ext cx="23672" cy="23688"/>
            </a:xfrm>
            <a:custGeom>
              <a:avLst/>
              <a:gdLst>
                <a:gd name="T0" fmla="*/ 13779 w 67"/>
                <a:gd name="T1" fmla="*/ 13789 h 67"/>
                <a:gd name="T2" fmla="*/ 3886 w 67"/>
                <a:gd name="T3" fmla="*/ 23334 h 67"/>
                <a:gd name="T4" fmla="*/ 0 w 67"/>
                <a:gd name="T5" fmla="*/ 19445 h 67"/>
                <a:gd name="T6" fmla="*/ 19432 w 67"/>
                <a:gd name="T7" fmla="*/ 0 h 67"/>
                <a:gd name="T8" fmla="*/ 23319 w 67"/>
                <a:gd name="T9" fmla="*/ 4243 h 67"/>
                <a:gd name="T10" fmla="*/ 13779 w 67"/>
                <a:gd name="T11" fmla="*/ 13789 h 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67">
                  <a:moveTo>
                    <a:pt x="39" y="39"/>
                  </a:moveTo>
                  <a:lnTo>
                    <a:pt x="11" y="66"/>
                  </a:lnTo>
                  <a:lnTo>
                    <a:pt x="0" y="55"/>
                  </a:lnTo>
                  <a:lnTo>
                    <a:pt x="55" y="0"/>
                  </a:lnTo>
                  <a:lnTo>
                    <a:pt x="66" y="12"/>
                  </a:lnTo>
                  <a:lnTo>
                    <a:pt x="39" y="39"/>
                  </a:ln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1" name="Freeform 1101"/>
            <p:cNvSpPr>
              <a:spLocks noChangeArrowheads="1"/>
            </p:cNvSpPr>
            <p:nvPr/>
          </p:nvSpPr>
          <p:spPr bwMode="gray">
            <a:xfrm>
              <a:off x="5048174" y="5813536"/>
              <a:ext cx="23672" cy="23688"/>
            </a:xfrm>
            <a:custGeom>
              <a:avLst/>
              <a:gdLst>
                <a:gd name="T0" fmla="*/ 21083 w 64"/>
                <a:gd name="T1" fmla="*/ 21467 h 64"/>
                <a:gd name="T2" fmla="*/ 19234 w 64"/>
                <a:gd name="T3" fmla="*/ 23318 h 64"/>
                <a:gd name="T4" fmla="*/ 0 w 64"/>
                <a:gd name="T5" fmla="*/ 4071 h 64"/>
                <a:gd name="T6" fmla="*/ 4069 w 64"/>
                <a:gd name="T7" fmla="*/ 0 h 64"/>
                <a:gd name="T8" fmla="*/ 23302 w 64"/>
                <a:gd name="T9" fmla="*/ 19247 h 64"/>
                <a:gd name="T10" fmla="*/ 21083 w 64"/>
                <a:gd name="T11" fmla="*/ 21467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64">
                  <a:moveTo>
                    <a:pt x="57" y="58"/>
                  </a:moveTo>
                  <a:lnTo>
                    <a:pt x="52" y="63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63" y="52"/>
                  </a:lnTo>
                  <a:lnTo>
                    <a:pt x="57" y="58"/>
                  </a:ln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72" name="文本框 271"/>
          <p:cNvSpPr txBox="1"/>
          <p:nvPr/>
        </p:nvSpPr>
        <p:spPr bwMode="gray">
          <a:xfrm>
            <a:off x="5340919" y="139338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安防视频云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73" name="组合 281"/>
          <p:cNvGrpSpPr>
            <a:grpSpLocks/>
          </p:cNvGrpSpPr>
          <p:nvPr/>
        </p:nvGrpSpPr>
        <p:grpSpPr bwMode="gray">
          <a:xfrm>
            <a:off x="7198265" y="1472293"/>
            <a:ext cx="490472" cy="367646"/>
            <a:chOff x="5876925" y="3368675"/>
            <a:chExt cx="938213" cy="703263"/>
          </a:xfrm>
        </p:grpSpPr>
        <p:sp>
          <p:nvSpPr>
            <p:cNvPr id="274" name="Oval 177"/>
            <p:cNvSpPr>
              <a:spLocks noChangeArrowheads="1"/>
            </p:cNvSpPr>
            <p:nvPr/>
          </p:nvSpPr>
          <p:spPr bwMode="gray">
            <a:xfrm>
              <a:off x="6142038" y="3983037"/>
              <a:ext cx="66675" cy="666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5" name="Oval 178"/>
            <p:cNvSpPr>
              <a:spLocks noChangeArrowheads="1"/>
            </p:cNvSpPr>
            <p:nvPr/>
          </p:nvSpPr>
          <p:spPr bwMode="gray">
            <a:xfrm>
              <a:off x="6242050" y="3983037"/>
              <a:ext cx="66675" cy="666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6" name="Freeform 220"/>
            <p:cNvSpPr>
              <a:spLocks noEditPoints="1"/>
            </p:cNvSpPr>
            <p:nvPr/>
          </p:nvSpPr>
          <p:spPr bwMode="gray">
            <a:xfrm>
              <a:off x="6329362" y="3727450"/>
              <a:ext cx="390525" cy="344488"/>
            </a:xfrm>
            <a:custGeom>
              <a:avLst/>
              <a:gdLst>
                <a:gd name="T0" fmla="*/ 372408 w 194"/>
                <a:gd name="T1" fmla="*/ 344488 h 171"/>
                <a:gd name="T2" fmla="*/ 18117 w 194"/>
                <a:gd name="T3" fmla="*/ 344488 h 171"/>
                <a:gd name="T4" fmla="*/ 0 w 194"/>
                <a:gd name="T5" fmla="*/ 326357 h 171"/>
                <a:gd name="T6" fmla="*/ 0 w 194"/>
                <a:gd name="T7" fmla="*/ 18131 h 171"/>
                <a:gd name="T8" fmla="*/ 18117 w 194"/>
                <a:gd name="T9" fmla="*/ 0 h 171"/>
                <a:gd name="T10" fmla="*/ 372408 w 194"/>
                <a:gd name="T11" fmla="*/ 0 h 171"/>
                <a:gd name="T12" fmla="*/ 390525 w 194"/>
                <a:gd name="T13" fmla="*/ 18131 h 171"/>
                <a:gd name="T14" fmla="*/ 390525 w 194"/>
                <a:gd name="T15" fmla="*/ 326357 h 171"/>
                <a:gd name="T16" fmla="*/ 372408 w 194"/>
                <a:gd name="T17" fmla="*/ 344488 h 171"/>
                <a:gd name="T18" fmla="*/ 36234 w 194"/>
                <a:gd name="T19" fmla="*/ 308226 h 171"/>
                <a:gd name="T20" fmla="*/ 354291 w 194"/>
                <a:gd name="T21" fmla="*/ 308226 h 171"/>
                <a:gd name="T22" fmla="*/ 354291 w 194"/>
                <a:gd name="T23" fmla="*/ 36262 h 171"/>
                <a:gd name="T24" fmla="*/ 36234 w 194"/>
                <a:gd name="T25" fmla="*/ 36262 h 171"/>
                <a:gd name="T26" fmla="*/ 36234 w 194"/>
                <a:gd name="T27" fmla="*/ 308226 h 17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94"/>
                <a:gd name="T43" fmla="*/ 0 h 171"/>
                <a:gd name="T44" fmla="*/ 194 w 194"/>
                <a:gd name="T45" fmla="*/ 171 h 17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94" h="171">
                  <a:moveTo>
                    <a:pt x="185" y="171"/>
                  </a:moveTo>
                  <a:cubicBezTo>
                    <a:pt x="9" y="171"/>
                    <a:pt x="9" y="171"/>
                    <a:pt x="9" y="171"/>
                  </a:cubicBezTo>
                  <a:cubicBezTo>
                    <a:pt x="4" y="171"/>
                    <a:pt x="0" y="167"/>
                    <a:pt x="0" y="16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90" y="0"/>
                    <a:pt x="194" y="4"/>
                    <a:pt x="194" y="9"/>
                  </a:cubicBezTo>
                  <a:cubicBezTo>
                    <a:pt x="194" y="162"/>
                    <a:pt x="194" y="162"/>
                    <a:pt x="194" y="162"/>
                  </a:cubicBezTo>
                  <a:cubicBezTo>
                    <a:pt x="194" y="167"/>
                    <a:pt x="190" y="171"/>
                    <a:pt x="185" y="171"/>
                  </a:cubicBezTo>
                  <a:close/>
                  <a:moveTo>
                    <a:pt x="18" y="153"/>
                  </a:moveTo>
                  <a:cubicBezTo>
                    <a:pt x="176" y="153"/>
                    <a:pt x="176" y="153"/>
                    <a:pt x="176" y="153"/>
                  </a:cubicBezTo>
                  <a:cubicBezTo>
                    <a:pt x="176" y="18"/>
                    <a:pt x="176" y="18"/>
                    <a:pt x="176" y="18"/>
                  </a:cubicBezTo>
                  <a:cubicBezTo>
                    <a:pt x="18" y="18"/>
                    <a:pt x="18" y="18"/>
                    <a:pt x="18" y="18"/>
                  </a:cubicBezTo>
                  <a:lnTo>
                    <a:pt x="18" y="15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7" name="Freeform 221"/>
            <p:cNvSpPr>
              <a:spLocks/>
            </p:cNvSpPr>
            <p:nvPr/>
          </p:nvSpPr>
          <p:spPr bwMode="gray">
            <a:xfrm>
              <a:off x="6332537" y="3824288"/>
              <a:ext cx="382588" cy="163513"/>
            </a:xfrm>
            <a:custGeom>
              <a:avLst/>
              <a:gdLst>
                <a:gd name="T0" fmla="*/ 218622 w 189"/>
                <a:gd name="T1" fmla="*/ 163513 h 81"/>
                <a:gd name="T2" fmla="*/ 218622 w 189"/>
                <a:gd name="T3" fmla="*/ 163513 h 81"/>
                <a:gd name="T4" fmla="*/ 204452 w 189"/>
                <a:gd name="T5" fmla="*/ 157457 h 81"/>
                <a:gd name="T6" fmla="*/ 115384 w 189"/>
                <a:gd name="T7" fmla="*/ 48448 h 81"/>
                <a:gd name="T8" fmla="*/ 28340 w 189"/>
                <a:gd name="T9" fmla="*/ 157457 h 81"/>
                <a:gd name="T10" fmla="*/ 0 w 189"/>
                <a:gd name="T11" fmla="*/ 135251 h 81"/>
                <a:gd name="T12" fmla="*/ 99189 w 189"/>
                <a:gd name="T13" fmla="*/ 8075 h 81"/>
                <a:gd name="T14" fmla="*/ 113359 w 189"/>
                <a:gd name="T15" fmla="*/ 0 h 81"/>
                <a:gd name="T16" fmla="*/ 115384 w 189"/>
                <a:gd name="T17" fmla="*/ 0 h 81"/>
                <a:gd name="T18" fmla="*/ 127529 w 189"/>
                <a:gd name="T19" fmla="*/ 6056 h 81"/>
                <a:gd name="T20" fmla="*/ 220646 w 189"/>
                <a:gd name="T21" fmla="*/ 119102 h 81"/>
                <a:gd name="T22" fmla="*/ 273277 w 189"/>
                <a:gd name="T23" fmla="*/ 62579 h 81"/>
                <a:gd name="T24" fmla="*/ 297568 w 189"/>
                <a:gd name="T25" fmla="*/ 62579 h 81"/>
                <a:gd name="T26" fmla="*/ 382588 w 189"/>
                <a:gd name="T27" fmla="*/ 133233 h 81"/>
                <a:gd name="T28" fmla="*/ 358297 w 189"/>
                <a:gd name="T29" fmla="*/ 159476 h 81"/>
                <a:gd name="T30" fmla="*/ 287447 w 189"/>
                <a:gd name="T31" fmla="*/ 100934 h 81"/>
                <a:gd name="T32" fmla="*/ 232792 w 189"/>
                <a:gd name="T33" fmla="*/ 159476 h 81"/>
                <a:gd name="T34" fmla="*/ 218622 w 189"/>
                <a:gd name="T35" fmla="*/ 163513 h 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89"/>
                <a:gd name="T55" fmla="*/ 0 h 81"/>
                <a:gd name="T56" fmla="*/ 189 w 189"/>
                <a:gd name="T57" fmla="*/ 81 h 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89" h="81">
                  <a:moveTo>
                    <a:pt x="108" y="81"/>
                  </a:moveTo>
                  <a:cubicBezTo>
                    <a:pt x="108" y="81"/>
                    <a:pt x="108" y="81"/>
                    <a:pt x="108" y="81"/>
                  </a:cubicBezTo>
                  <a:cubicBezTo>
                    <a:pt x="105" y="81"/>
                    <a:pt x="103" y="80"/>
                    <a:pt x="101" y="78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14" y="78"/>
                    <a:pt x="14" y="78"/>
                    <a:pt x="14" y="78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49" y="4"/>
                    <a:pt x="49" y="4"/>
                    <a:pt x="49" y="4"/>
                  </a:cubicBezTo>
                  <a:cubicBezTo>
                    <a:pt x="51" y="1"/>
                    <a:pt x="54" y="0"/>
                    <a:pt x="56" y="0"/>
                  </a:cubicBezTo>
                  <a:cubicBezTo>
                    <a:pt x="56" y="0"/>
                    <a:pt x="56" y="0"/>
                    <a:pt x="57" y="0"/>
                  </a:cubicBezTo>
                  <a:cubicBezTo>
                    <a:pt x="59" y="0"/>
                    <a:pt x="62" y="1"/>
                    <a:pt x="63" y="3"/>
                  </a:cubicBezTo>
                  <a:cubicBezTo>
                    <a:pt x="109" y="59"/>
                    <a:pt x="109" y="59"/>
                    <a:pt x="109" y="59"/>
                  </a:cubicBezTo>
                  <a:cubicBezTo>
                    <a:pt x="135" y="31"/>
                    <a:pt x="135" y="31"/>
                    <a:pt x="135" y="31"/>
                  </a:cubicBezTo>
                  <a:cubicBezTo>
                    <a:pt x="138" y="28"/>
                    <a:pt x="144" y="28"/>
                    <a:pt x="147" y="31"/>
                  </a:cubicBezTo>
                  <a:cubicBezTo>
                    <a:pt x="189" y="66"/>
                    <a:pt x="189" y="66"/>
                    <a:pt x="189" y="66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42" y="50"/>
                    <a:pt x="142" y="50"/>
                    <a:pt x="142" y="50"/>
                  </a:cubicBezTo>
                  <a:cubicBezTo>
                    <a:pt x="115" y="79"/>
                    <a:pt x="115" y="79"/>
                    <a:pt x="115" y="79"/>
                  </a:cubicBezTo>
                  <a:cubicBezTo>
                    <a:pt x="113" y="80"/>
                    <a:pt x="111" y="81"/>
                    <a:pt x="108" y="8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8" name="Freeform 222"/>
            <p:cNvSpPr>
              <a:spLocks/>
            </p:cNvSpPr>
            <p:nvPr/>
          </p:nvSpPr>
          <p:spPr bwMode="gray">
            <a:xfrm>
              <a:off x="6054725" y="3630613"/>
              <a:ext cx="234950" cy="274638"/>
            </a:xfrm>
            <a:custGeom>
              <a:avLst/>
              <a:gdLst>
                <a:gd name="T0" fmla="*/ 216721 w 116"/>
                <a:gd name="T1" fmla="*/ 274638 h 136"/>
                <a:gd name="T2" fmla="*/ 198492 w 116"/>
                <a:gd name="T3" fmla="*/ 256463 h 136"/>
                <a:gd name="T4" fmla="*/ 198492 w 116"/>
                <a:gd name="T5" fmla="*/ 38369 h 136"/>
                <a:gd name="T6" fmla="*/ 196467 w 116"/>
                <a:gd name="T7" fmla="*/ 36349 h 136"/>
                <a:gd name="T8" fmla="*/ 38483 w 116"/>
                <a:gd name="T9" fmla="*/ 36349 h 136"/>
                <a:gd name="T10" fmla="*/ 36458 w 116"/>
                <a:gd name="T11" fmla="*/ 38369 h 136"/>
                <a:gd name="T12" fmla="*/ 36458 w 116"/>
                <a:gd name="T13" fmla="*/ 256463 h 136"/>
                <a:gd name="T14" fmla="*/ 18229 w 116"/>
                <a:gd name="T15" fmla="*/ 274638 h 136"/>
                <a:gd name="T16" fmla="*/ 0 w 116"/>
                <a:gd name="T17" fmla="*/ 256463 h 136"/>
                <a:gd name="T18" fmla="*/ 0 w 116"/>
                <a:gd name="T19" fmla="*/ 38369 h 136"/>
                <a:gd name="T20" fmla="*/ 38483 w 116"/>
                <a:gd name="T21" fmla="*/ 0 h 136"/>
                <a:gd name="T22" fmla="*/ 196467 w 116"/>
                <a:gd name="T23" fmla="*/ 0 h 136"/>
                <a:gd name="T24" fmla="*/ 234950 w 116"/>
                <a:gd name="T25" fmla="*/ 38369 h 136"/>
                <a:gd name="T26" fmla="*/ 234950 w 116"/>
                <a:gd name="T27" fmla="*/ 256463 h 136"/>
                <a:gd name="T28" fmla="*/ 216721 w 116"/>
                <a:gd name="T29" fmla="*/ 274638 h 1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16"/>
                <a:gd name="T46" fmla="*/ 0 h 136"/>
                <a:gd name="T47" fmla="*/ 116 w 116"/>
                <a:gd name="T48" fmla="*/ 136 h 1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16" h="136">
                  <a:moveTo>
                    <a:pt x="107" y="136"/>
                  </a:moveTo>
                  <a:cubicBezTo>
                    <a:pt x="102" y="136"/>
                    <a:pt x="98" y="132"/>
                    <a:pt x="98" y="127"/>
                  </a:cubicBezTo>
                  <a:cubicBezTo>
                    <a:pt x="98" y="19"/>
                    <a:pt x="98" y="19"/>
                    <a:pt x="98" y="19"/>
                  </a:cubicBezTo>
                  <a:cubicBezTo>
                    <a:pt x="98" y="18"/>
                    <a:pt x="97" y="18"/>
                    <a:pt x="97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8" y="18"/>
                    <a:pt x="18" y="18"/>
                    <a:pt x="18" y="19"/>
                  </a:cubicBezTo>
                  <a:cubicBezTo>
                    <a:pt x="18" y="127"/>
                    <a:pt x="18" y="127"/>
                    <a:pt x="18" y="127"/>
                  </a:cubicBezTo>
                  <a:cubicBezTo>
                    <a:pt x="18" y="132"/>
                    <a:pt x="14" y="136"/>
                    <a:pt x="9" y="136"/>
                  </a:cubicBezTo>
                  <a:cubicBezTo>
                    <a:pt x="4" y="136"/>
                    <a:pt x="0" y="132"/>
                    <a:pt x="0" y="127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8"/>
                    <a:pt x="9" y="0"/>
                    <a:pt x="19" y="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7" y="0"/>
                    <a:pt x="116" y="8"/>
                    <a:pt x="116" y="19"/>
                  </a:cubicBezTo>
                  <a:cubicBezTo>
                    <a:pt x="116" y="127"/>
                    <a:pt x="116" y="127"/>
                    <a:pt x="116" y="127"/>
                  </a:cubicBezTo>
                  <a:cubicBezTo>
                    <a:pt x="116" y="132"/>
                    <a:pt x="112" y="136"/>
                    <a:pt x="107" y="136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9" name="Freeform 223"/>
            <p:cNvSpPr>
              <a:spLocks noEditPoints="1"/>
            </p:cNvSpPr>
            <p:nvPr/>
          </p:nvSpPr>
          <p:spPr bwMode="gray">
            <a:xfrm>
              <a:off x="5981700" y="3832225"/>
              <a:ext cx="109538" cy="109538"/>
            </a:xfrm>
            <a:custGeom>
              <a:avLst/>
              <a:gdLst>
                <a:gd name="T0" fmla="*/ 54769 w 54"/>
                <a:gd name="T1" fmla="*/ 109538 h 54"/>
                <a:gd name="T2" fmla="*/ 0 w 54"/>
                <a:gd name="T3" fmla="*/ 54769 h 54"/>
                <a:gd name="T4" fmla="*/ 54769 w 54"/>
                <a:gd name="T5" fmla="*/ 0 h 54"/>
                <a:gd name="T6" fmla="*/ 109538 w 54"/>
                <a:gd name="T7" fmla="*/ 54769 h 54"/>
                <a:gd name="T8" fmla="*/ 54769 w 54"/>
                <a:gd name="T9" fmla="*/ 109538 h 54"/>
                <a:gd name="T10" fmla="*/ 54769 w 54"/>
                <a:gd name="T11" fmla="*/ 36513 h 54"/>
                <a:gd name="T12" fmla="*/ 36513 w 54"/>
                <a:gd name="T13" fmla="*/ 54769 h 54"/>
                <a:gd name="T14" fmla="*/ 54769 w 54"/>
                <a:gd name="T15" fmla="*/ 73025 h 54"/>
                <a:gd name="T16" fmla="*/ 73025 w 54"/>
                <a:gd name="T17" fmla="*/ 54769 h 54"/>
                <a:gd name="T18" fmla="*/ 54769 w 54"/>
                <a:gd name="T19" fmla="*/ 36513 h 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4"/>
                <a:gd name="T31" fmla="*/ 0 h 54"/>
                <a:gd name="T32" fmla="*/ 54 w 54"/>
                <a:gd name="T33" fmla="*/ 54 h 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4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0" name="Freeform 224"/>
            <p:cNvSpPr>
              <a:spLocks noEditPoints="1"/>
            </p:cNvSpPr>
            <p:nvPr/>
          </p:nvSpPr>
          <p:spPr bwMode="gray">
            <a:xfrm>
              <a:off x="6180137" y="3832225"/>
              <a:ext cx="109538" cy="109538"/>
            </a:xfrm>
            <a:custGeom>
              <a:avLst/>
              <a:gdLst>
                <a:gd name="T0" fmla="*/ 54769 w 54"/>
                <a:gd name="T1" fmla="*/ 109538 h 54"/>
                <a:gd name="T2" fmla="*/ 0 w 54"/>
                <a:gd name="T3" fmla="*/ 54769 h 54"/>
                <a:gd name="T4" fmla="*/ 54769 w 54"/>
                <a:gd name="T5" fmla="*/ 0 h 54"/>
                <a:gd name="T6" fmla="*/ 109538 w 54"/>
                <a:gd name="T7" fmla="*/ 54769 h 54"/>
                <a:gd name="T8" fmla="*/ 54769 w 54"/>
                <a:gd name="T9" fmla="*/ 109538 h 54"/>
                <a:gd name="T10" fmla="*/ 54769 w 54"/>
                <a:gd name="T11" fmla="*/ 36513 h 54"/>
                <a:gd name="T12" fmla="*/ 36513 w 54"/>
                <a:gd name="T13" fmla="*/ 54769 h 54"/>
                <a:gd name="T14" fmla="*/ 54769 w 54"/>
                <a:gd name="T15" fmla="*/ 73025 h 54"/>
                <a:gd name="T16" fmla="*/ 73025 w 54"/>
                <a:gd name="T17" fmla="*/ 54769 h 54"/>
                <a:gd name="T18" fmla="*/ 54769 w 54"/>
                <a:gd name="T19" fmla="*/ 36513 h 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4"/>
                <a:gd name="T31" fmla="*/ 0 h 54"/>
                <a:gd name="T32" fmla="*/ 54 w 54"/>
                <a:gd name="T33" fmla="*/ 54 h 5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4" h="54">
                  <a:moveTo>
                    <a:pt x="27" y="54"/>
                  </a:moveTo>
                  <a:cubicBezTo>
                    <a:pt x="12" y="54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ubicBezTo>
                    <a:pt x="54" y="42"/>
                    <a:pt x="42" y="54"/>
                    <a:pt x="27" y="54"/>
                  </a:cubicBez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1" name="Freeform 225"/>
            <p:cNvSpPr>
              <a:spLocks/>
            </p:cNvSpPr>
            <p:nvPr/>
          </p:nvSpPr>
          <p:spPr bwMode="gray">
            <a:xfrm>
              <a:off x="6054725" y="3684588"/>
              <a:ext cx="234950" cy="36513"/>
            </a:xfrm>
            <a:custGeom>
              <a:avLst/>
              <a:gdLst>
                <a:gd name="T0" fmla="*/ 216721 w 116"/>
                <a:gd name="T1" fmla="*/ 36513 h 18"/>
                <a:gd name="T2" fmla="*/ 18229 w 116"/>
                <a:gd name="T3" fmla="*/ 36513 h 18"/>
                <a:gd name="T4" fmla="*/ 0 w 116"/>
                <a:gd name="T5" fmla="*/ 18257 h 18"/>
                <a:gd name="T6" fmla="*/ 18229 w 116"/>
                <a:gd name="T7" fmla="*/ 0 h 18"/>
                <a:gd name="T8" fmla="*/ 216721 w 116"/>
                <a:gd name="T9" fmla="*/ 0 h 18"/>
                <a:gd name="T10" fmla="*/ 234950 w 116"/>
                <a:gd name="T11" fmla="*/ 18257 h 18"/>
                <a:gd name="T12" fmla="*/ 216721 w 116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6"/>
                <a:gd name="T22" fmla="*/ 0 h 18"/>
                <a:gd name="T23" fmla="*/ 116 w 116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6" h="18">
                  <a:moveTo>
                    <a:pt x="107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12" y="0"/>
                    <a:pt x="116" y="4"/>
                    <a:pt x="116" y="9"/>
                  </a:cubicBezTo>
                  <a:cubicBezTo>
                    <a:pt x="116" y="14"/>
                    <a:pt x="112" y="18"/>
                    <a:pt x="10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2" name="Freeform 226"/>
            <p:cNvSpPr>
              <a:spLocks noEditPoints="1"/>
            </p:cNvSpPr>
            <p:nvPr/>
          </p:nvSpPr>
          <p:spPr bwMode="gray">
            <a:xfrm>
              <a:off x="6554787" y="3435350"/>
              <a:ext cx="260350" cy="258763"/>
            </a:xfrm>
            <a:custGeom>
              <a:avLst/>
              <a:gdLst>
                <a:gd name="T0" fmla="*/ 131184 w 129"/>
                <a:gd name="T1" fmla="*/ 258763 h 128"/>
                <a:gd name="T2" fmla="*/ 0 w 129"/>
                <a:gd name="T3" fmla="*/ 129382 h 128"/>
                <a:gd name="T4" fmla="*/ 131184 w 129"/>
                <a:gd name="T5" fmla="*/ 0 h 128"/>
                <a:gd name="T6" fmla="*/ 260350 w 129"/>
                <a:gd name="T7" fmla="*/ 129382 h 128"/>
                <a:gd name="T8" fmla="*/ 131184 w 129"/>
                <a:gd name="T9" fmla="*/ 258763 h 128"/>
                <a:gd name="T10" fmla="*/ 131184 w 129"/>
                <a:gd name="T11" fmla="*/ 36389 h 128"/>
                <a:gd name="T12" fmla="*/ 36328 w 129"/>
                <a:gd name="T13" fmla="*/ 129382 h 128"/>
                <a:gd name="T14" fmla="*/ 131184 w 129"/>
                <a:gd name="T15" fmla="*/ 222374 h 128"/>
                <a:gd name="T16" fmla="*/ 224022 w 129"/>
                <a:gd name="T17" fmla="*/ 129382 h 128"/>
                <a:gd name="T18" fmla="*/ 131184 w 129"/>
                <a:gd name="T19" fmla="*/ 36389 h 1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9"/>
                <a:gd name="T31" fmla="*/ 0 h 128"/>
                <a:gd name="T32" fmla="*/ 129 w 129"/>
                <a:gd name="T33" fmla="*/ 128 h 1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9" h="128">
                  <a:moveTo>
                    <a:pt x="65" y="128"/>
                  </a:moveTo>
                  <a:cubicBezTo>
                    <a:pt x="29" y="128"/>
                    <a:pt x="0" y="99"/>
                    <a:pt x="0" y="64"/>
                  </a:cubicBezTo>
                  <a:cubicBezTo>
                    <a:pt x="0" y="28"/>
                    <a:pt x="29" y="0"/>
                    <a:pt x="65" y="0"/>
                  </a:cubicBezTo>
                  <a:cubicBezTo>
                    <a:pt x="100" y="0"/>
                    <a:pt x="129" y="28"/>
                    <a:pt x="129" y="64"/>
                  </a:cubicBezTo>
                  <a:cubicBezTo>
                    <a:pt x="129" y="99"/>
                    <a:pt x="100" y="128"/>
                    <a:pt x="65" y="128"/>
                  </a:cubicBezTo>
                  <a:close/>
                  <a:moveTo>
                    <a:pt x="65" y="18"/>
                  </a:moveTo>
                  <a:cubicBezTo>
                    <a:pt x="39" y="18"/>
                    <a:pt x="18" y="38"/>
                    <a:pt x="18" y="64"/>
                  </a:cubicBezTo>
                  <a:cubicBezTo>
                    <a:pt x="18" y="89"/>
                    <a:pt x="39" y="110"/>
                    <a:pt x="65" y="110"/>
                  </a:cubicBezTo>
                  <a:cubicBezTo>
                    <a:pt x="90" y="110"/>
                    <a:pt x="111" y="89"/>
                    <a:pt x="111" y="64"/>
                  </a:cubicBezTo>
                  <a:cubicBezTo>
                    <a:pt x="111" y="38"/>
                    <a:pt x="90" y="18"/>
                    <a:pt x="6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3" name="Freeform 227"/>
            <p:cNvSpPr>
              <a:spLocks/>
            </p:cNvSpPr>
            <p:nvPr/>
          </p:nvSpPr>
          <p:spPr bwMode="gray">
            <a:xfrm>
              <a:off x="6615112" y="3546475"/>
              <a:ext cx="139700" cy="36513"/>
            </a:xfrm>
            <a:custGeom>
              <a:avLst/>
              <a:gdLst>
                <a:gd name="T0" fmla="*/ 121478 w 69"/>
                <a:gd name="T1" fmla="*/ 36513 h 18"/>
                <a:gd name="T2" fmla="*/ 18222 w 69"/>
                <a:gd name="T3" fmla="*/ 36513 h 18"/>
                <a:gd name="T4" fmla="*/ 0 w 69"/>
                <a:gd name="T5" fmla="*/ 18257 h 18"/>
                <a:gd name="T6" fmla="*/ 18222 w 69"/>
                <a:gd name="T7" fmla="*/ 0 h 18"/>
                <a:gd name="T8" fmla="*/ 121478 w 69"/>
                <a:gd name="T9" fmla="*/ 0 h 18"/>
                <a:gd name="T10" fmla="*/ 139700 w 69"/>
                <a:gd name="T11" fmla="*/ 18257 h 18"/>
                <a:gd name="T12" fmla="*/ 121478 w 69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9"/>
                <a:gd name="T22" fmla="*/ 0 h 18"/>
                <a:gd name="T23" fmla="*/ 69 w 69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9" h="18">
                  <a:moveTo>
                    <a:pt x="60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5" y="0"/>
                    <a:pt x="69" y="4"/>
                    <a:pt x="69" y="9"/>
                  </a:cubicBezTo>
                  <a:cubicBezTo>
                    <a:pt x="69" y="14"/>
                    <a:pt x="65" y="18"/>
                    <a:pt x="60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4" name="Freeform 228"/>
            <p:cNvSpPr>
              <a:spLocks/>
            </p:cNvSpPr>
            <p:nvPr/>
          </p:nvSpPr>
          <p:spPr bwMode="gray">
            <a:xfrm>
              <a:off x="6667500" y="3494088"/>
              <a:ext cx="36513" cy="141288"/>
            </a:xfrm>
            <a:custGeom>
              <a:avLst/>
              <a:gdLst>
                <a:gd name="T0" fmla="*/ 18257 w 18"/>
                <a:gd name="T1" fmla="*/ 141288 h 70"/>
                <a:gd name="T2" fmla="*/ 0 w 18"/>
                <a:gd name="T3" fmla="*/ 123122 h 70"/>
                <a:gd name="T4" fmla="*/ 0 w 18"/>
                <a:gd name="T5" fmla="*/ 18166 h 70"/>
                <a:gd name="T6" fmla="*/ 18257 w 18"/>
                <a:gd name="T7" fmla="*/ 0 h 70"/>
                <a:gd name="T8" fmla="*/ 36513 w 18"/>
                <a:gd name="T9" fmla="*/ 18166 h 70"/>
                <a:gd name="T10" fmla="*/ 36513 w 18"/>
                <a:gd name="T11" fmla="*/ 123122 h 70"/>
                <a:gd name="T12" fmla="*/ 18257 w 18"/>
                <a:gd name="T13" fmla="*/ 141288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70"/>
                <a:gd name="T23" fmla="*/ 18 w 18"/>
                <a:gd name="T24" fmla="*/ 70 h 7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70">
                  <a:moveTo>
                    <a:pt x="9" y="70"/>
                  </a:moveTo>
                  <a:cubicBezTo>
                    <a:pt x="4" y="70"/>
                    <a:pt x="0" y="65"/>
                    <a:pt x="0" y="6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5"/>
                    <a:pt x="14" y="70"/>
                    <a:pt x="9" y="7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5" name="Rectangle 229"/>
            <p:cNvSpPr>
              <a:spLocks noChangeArrowheads="1"/>
            </p:cNvSpPr>
            <p:nvPr/>
          </p:nvSpPr>
          <p:spPr bwMode="gray">
            <a:xfrm>
              <a:off x="6283325" y="3997325"/>
              <a:ext cx="63500" cy="36513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6" name="Freeform 230"/>
            <p:cNvSpPr>
              <a:spLocks/>
            </p:cNvSpPr>
            <p:nvPr/>
          </p:nvSpPr>
          <p:spPr bwMode="gray">
            <a:xfrm>
              <a:off x="5876925" y="3368675"/>
              <a:ext cx="715963" cy="665163"/>
            </a:xfrm>
            <a:custGeom>
              <a:avLst/>
              <a:gdLst>
                <a:gd name="T0" fmla="*/ 300503 w 355"/>
                <a:gd name="T1" fmla="*/ 665163 h 330"/>
                <a:gd name="T2" fmla="*/ 252100 w 355"/>
                <a:gd name="T3" fmla="*/ 665163 h 330"/>
                <a:gd name="T4" fmla="*/ 252100 w 355"/>
                <a:gd name="T5" fmla="*/ 665163 h 330"/>
                <a:gd name="T6" fmla="*/ 0 w 355"/>
                <a:gd name="T7" fmla="*/ 415223 h 330"/>
                <a:gd name="T8" fmla="*/ 250083 w 355"/>
                <a:gd name="T9" fmla="*/ 163267 h 330"/>
                <a:gd name="T10" fmla="*/ 486048 w 355"/>
                <a:gd name="T11" fmla="*/ 0 h 330"/>
                <a:gd name="T12" fmla="*/ 715963 w 355"/>
                <a:gd name="T13" fmla="*/ 149158 h 330"/>
                <a:gd name="T14" fmla="*/ 703862 w 355"/>
                <a:gd name="T15" fmla="*/ 153189 h 330"/>
                <a:gd name="T16" fmla="*/ 701845 w 355"/>
                <a:gd name="T17" fmla="*/ 175361 h 330"/>
                <a:gd name="T18" fmla="*/ 695795 w 355"/>
                <a:gd name="T19" fmla="*/ 173346 h 330"/>
                <a:gd name="T20" fmla="*/ 681677 w 355"/>
                <a:gd name="T21" fmla="*/ 163267 h 330"/>
                <a:gd name="T22" fmla="*/ 486048 w 355"/>
                <a:gd name="T23" fmla="*/ 36282 h 330"/>
                <a:gd name="T24" fmla="*/ 280335 w 355"/>
                <a:gd name="T25" fmla="*/ 187455 h 330"/>
                <a:gd name="T26" fmla="*/ 262184 w 355"/>
                <a:gd name="T27" fmla="*/ 199549 h 330"/>
                <a:gd name="T28" fmla="*/ 252100 w 355"/>
                <a:gd name="T29" fmla="*/ 199549 h 330"/>
                <a:gd name="T30" fmla="*/ 36302 w 355"/>
                <a:gd name="T31" fmla="*/ 415223 h 330"/>
                <a:gd name="T32" fmla="*/ 252100 w 355"/>
                <a:gd name="T33" fmla="*/ 628881 h 330"/>
                <a:gd name="T34" fmla="*/ 300503 w 355"/>
                <a:gd name="T35" fmla="*/ 628881 h 330"/>
                <a:gd name="T36" fmla="*/ 300503 w 355"/>
                <a:gd name="T37" fmla="*/ 665163 h 3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55"/>
                <a:gd name="T58" fmla="*/ 0 h 330"/>
                <a:gd name="T59" fmla="*/ 355 w 355"/>
                <a:gd name="T60" fmla="*/ 330 h 33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55" h="330">
                  <a:moveTo>
                    <a:pt x="149" y="330"/>
                  </a:moveTo>
                  <a:cubicBezTo>
                    <a:pt x="125" y="330"/>
                    <a:pt x="125" y="330"/>
                    <a:pt x="125" y="330"/>
                  </a:cubicBezTo>
                  <a:cubicBezTo>
                    <a:pt x="125" y="330"/>
                    <a:pt x="125" y="330"/>
                    <a:pt x="125" y="330"/>
                  </a:cubicBezTo>
                  <a:cubicBezTo>
                    <a:pt x="56" y="330"/>
                    <a:pt x="0" y="274"/>
                    <a:pt x="0" y="206"/>
                  </a:cubicBezTo>
                  <a:cubicBezTo>
                    <a:pt x="0" y="137"/>
                    <a:pt x="56" y="82"/>
                    <a:pt x="124" y="81"/>
                  </a:cubicBezTo>
                  <a:cubicBezTo>
                    <a:pt x="142" y="32"/>
                    <a:pt x="188" y="0"/>
                    <a:pt x="241" y="0"/>
                  </a:cubicBezTo>
                  <a:cubicBezTo>
                    <a:pt x="290" y="0"/>
                    <a:pt x="335" y="29"/>
                    <a:pt x="355" y="74"/>
                  </a:cubicBezTo>
                  <a:cubicBezTo>
                    <a:pt x="349" y="76"/>
                    <a:pt x="349" y="76"/>
                    <a:pt x="349" y="76"/>
                  </a:cubicBezTo>
                  <a:cubicBezTo>
                    <a:pt x="348" y="87"/>
                    <a:pt x="348" y="87"/>
                    <a:pt x="348" y="87"/>
                  </a:cubicBezTo>
                  <a:cubicBezTo>
                    <a:pt x="347" y="87"/>
                    <a:pt x="346" y="87"/>
                    <a:pt x="345" y="86"/>
                  </a:cubicBezTo>
                  <a:cubicBezTo>
                    <a:pt x="342" y="86"/>
                    <a:pt x="339" y="84"/>
                    <a:pt x="338" y="81"/>
                  </a:cubicBezTo>
                  <a:cubicBezTo>
                    <a:pt x="321" y="43"/>
                    <a:pt x="283" y="18"/>
                    <a:pt x="241" y="18"/>
                  </a:cubicBezTo>
                  <a:cubicBezTo>
                    <a:pt x="194" y="18"/>
                    <a:pt x="153" y="48"/>
                    <a:pt x="139" y="93"/>
                  </a:cubicBezTo>
                  <a:cubicBezTo>
                    <a:pt x="138" y="97"/>
                    <a:pt x="134" y="99"/>
                    <a:pt x="130" y="99"/>
                  </a:cubicBezTo>
                  <a:cubicBezTo>
                    <a:pt x="128" y="99"/>
                    <a:pt x="127" y="99"/>
                    <a:pt x="125" y="99"/>
                  </a:cubicBezTo>
                  <a:cubicBezTo>
                    <a:pt x="66" y="99"/>
                    <a:pt x="18" y="147"/>
                    <a:pt x="18" y="206"/>
                  </a:cubicBezTo>
                  <a:cubicBezTo>
                    <a:pt x="18" y="264"/>
                    <a:pt x="66" y="312"/>
                    <a:pt x="125" y="312"/>
                  </a:cubicBezTo>
                  <a:cubicBezTo>
                    <a:pt x="149" y="312"/>
                    <a:pt x="149" y="312"/>
                    <a:pt x="149" y="312"/>
                  </a:cubicBezTo>
                  <a:lnTo>
                    <a:pt x="149" y="330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7" name="Freeform 231"/>
            <p:cNvSpPr>
              <a:spLocks/>
            </p:cNvSpPr>
            <p:nvPr/>
          </p:nvSpPr>
          <p:spPr bwMode="gray">
            <a:xfrm>
              <a:off x="6692900" y="3635375"/>
              <a:ext cx="122238" cy="342900"/>
            </a:xfrm>
            <a:custGeom>
              <a:avLst/>
              <a:gdLst>
                <a:gd name="T0" fmla="*/ 22043 w 61"/>
                <a:gd name="T1" fmla="*/ 342900 h 170"/>
                <a:gd name="T2" fmla="*/ 0 w 61"/>
                <a:gd name="T3" fmla="*/ 314661 h 170"/>
                <a:gd name="T4" fmla="*/ 86168 w 61"/>
                <a:gd name="T5" fmla="*/ 135143 h 170"/>
                <a:gd name="T6" fmla="*/ 54105 w 61"/>
                <a:gd name="T7" fmla="*/ 18154 h 170"/>
                <a:gd name="T8" fmla="*/ 86168 w 61"/>
                <a:gd name="T9" fmla="*/ 0 h 170"/>
                <a:gd name="T10" fmla="*/ 122238 w 61"/>
                <a:gd name="T11" fmla="*/ 135143 h 170"/>
                <a:gd name="T12" fmla="*/ 22043 w 61"/>
                <a:gd name="T13" fmla="*/ 342900 h 1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1"/>
                <a:gd name="T22" fmla="*/ 0 h 170"/>
                <a:gd name="T23" fmla="*/ 61 w 61"/>
                <a:gd name="T24" fmla="*/ 170 h 17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1" h="170">
                  <a:moveTo>
                    <a:pt x="11" y="170"/>
                  </a:moveTo>
                  <a:cubicBezTo>
                    <a:pt x="0" y="156"/>
                    <a:pt x="0" y="156"/>
                    <a:pt x="0" y="156"/>
                  </a:cubicBezTo>
                  <a:cubicBezTo>
                    <a:pt x="27" y="134"/>
                    <a:pt x="43" y="102"/>
                    <a:pt x="43" y="67"/>
                  </a:cubicBezTo>
                  <a:cubicBezTo>
                    <a:pt x="43" y="47"/>
                    <a:pt x="37" y="27"/>
                    <a:pt x="27" y="9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5" y="20"/>
                    <a:pt x="61" y="43"/>
                    <a:pt x="61" y="67"/>
                  </a:cubicBezTo>
                  <a:cubicBezTo>
                    <a:pt x="61" y="108"/>
                    <a:pt x="43" y="145"/>
                    <a:pt x="11" y="17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8" name="Freeform 232"/>
            <p:cNvSpPr>
              <a:spLocks noEditPoints="1"/>
            </p:cNvSpPr>
            <p:nvPr/>
          </p:nvSpPr>
          <p:spPr bwMode="gray">
            <a:xfrm>
              <a:off x="6508750" y="3778250"/>
              <a:ext cx="111125" cy="111125"/>
            </a:xfrm>
            <a:custGeom>
              <a:avLst/>
              <a:gdLst>
                <a:gd name="T0" fmla="*/ 56573 w 55"/>
                <a:gd name="T1" fmla="*/ 111125 h 55"/>
                <a:gd name="T2" fmla="*/ 0 w 55"/>
                <a:gd name="T3" fmla="*/ 54552 h 55"/>
                <a:gd name="T4" fmla="*/ 56573 w 55"/>
                <a:gd name="T5" fmla="*/ 0 h 55"/>
                <a:gd name="T6" fmla="*/ 111125 w 55"/>
                <a:gd name="T7" fmla="*/ 54552 h 55"/>
                <a:gd name="T8" fmla="*/ 56573 w 55"/>
                <a:gd name="T9" fmla="*/ 111125 h 55"/>
                <a:gd name="T10" fmla="*/ 56573 w 55"/>
                <a:gd name="T11" fmla="*/ 36368 h 55"/>
                <a:gd name="T12" fmla="*/ 36368 w 55"/>
                <a:gd name="T13" fmla="*/ 54552 h 55"/>
                <a:gd name="T14" fmla="*/ 56573 w 55"/>
                <a:gd name="T15" fmla="*/ 74757 h 55"/>
                <a:gd name="T16" fmla="*/ 74757 w 55"/>
                <a:gd name="T17" fmla="*/ 54552 h 55"/>
                <a:gd name="T18" fmla="*/ 56573 w 55"/>
                <a:gd name="T19" fmla="*/ 36368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5"/>
                <a:gd name="T31" fmla="*/ 0 h 55"/>
                <a:gd name="T32" fmla="*/ 55 w 55"/>
                <a:gd name="T33" fmla="*/ 55 h 5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5" h="55">
                  <a:moveTo>
                    <a:pt x="28" y="55"/>
                  </a:moveTo>
                  <a:cubicBezTo>
                    <a:pt x="13" y="55"/>
                    <a:pt x="0" y="42"/>
                    <a:pt x="0" y="27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3" y="0"/>
                    <a:pt x="55" y="12"/>
                    <a:pt x="55" y="27"/>
                  </a:cubicBezTo>
                  <a:cubicBezTo>
                    <a:pt x="55" y="42"/>
                    <a:pt x="43" y="55"/>
                    <a:pt x="28" y="55"/>
                  </a:cubicBezTo>
                  <a:close/>
                  <a:moveTo>
                    <a:pt x="28" y="18"/>
                  </a:moveTo>
                  <a:cubicBezTo>
                    <a:pt x="23" y="18"/>
                    <a:pt x="18" y="22"/>
                    <a:pt x="18" y="27"/>
                  </a:cubicBezTo>
                  <a:cubicBezTo>
                    <a:pt x="18" y="32"/>
                    <a:pt x="23" y="37"/>
                    <a:pt x="28" y="37"/>
                  </a:cubicBezTo>
                  <a:cubicBezTo>
                    <a:pt x="33" y="37"/>
                    <a:pt x="37" y="32"/>
                    <a:pt x="37" y="27"/>
                  </a:cubicBezTo>
                  <a:cubicBezTo>
                    <a:pt x="37" y="22"/>
                    <a:pt x="33" y="18"/>
                    <a:pt x="28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89" name="文本框 288"/>
          <p:cNvSpPr txBox="1"/>
          <p:nvPr/>
        </p:nvSpPr>
        <p:spPr bwMode="gray">
          <a:xfrm>
            <a:off x="7702627" y="1531159"/>
            <a:ext cx="6463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媒体云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90" name="组 4221"/>
          <p:cNvGrpSpPr>
            <a:grpSpLocks/>
          </p:cNvGrpSpPr>
          <p:nvPr/>
        </p:nvGrpSpPr>
        <p:grpSpPr bwMode="gray">
          <a:xfrm>
            <a:off x="6552113" y="2011046"/>
            <a:ext cx="616864" cy="471608"/>
            <a:chOff x="2689225" y="6550025"/>
            <a:chExt cx="215900" cy="165100"/>
          </a:xfrm>
        </p:grpSpPr>
        <p:sp>
          <p:nvSpPr>
            <p:cNvPr id="291" name="Freeform 1110"/>
            <p:cNvSpPr>
              <a:spLocks noChangeArrowheads="1"/>
            </p:cNvSpPr>
            <p:nvPr/>
          </p:nvSpPr>
          <p:spPr bwMode="gray">
            <a:xfrm>
              <a:off x="2771756" y="6600876"/>
              <a:ext cx="23769" cy="23774"/>
            </a:xfrm>
            <a:custGeom>
              <a:avLst/>
              <a:gdLst>
                <a:gd name="T0" fmla="*/ 11707 w 67"/>
                <a:gd name="T1" fmla="*/ 23414 h 66"/>
                <a:gd name="T2" fmla="*/ 0 w 67"/>
                <a:gd name="T3" fmla="*/ 11887 h 66"/>
                <a:gd name="T4" fmla="*/ 11707 w 67"/>
                <a:gd name="T5" fmla="*/ 0 h 66"/>
                <a:gd name="T6" fmla="*/ 23059 w 67"/>
                <a:gd name="T7" fmla="*/ 11527 h 66"/>
                <a:gd name="T8" fmla="*/ 11707 w 67"/>
                <a:gd name="T9" fmla="*/ 23414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66">
                  <a:moveTo>
                    <a:pt x="33" y="65"/>
                  </a:moveTo>
                  <a:cubicBezTo>
                    <a:pt x="15" y="65"/>
                    <a:pt x="0" y="51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0" y="0"/>
                    <a:pt x="65" y="14"/>
                    <a:pt x="65" y="32"/>
                  </a:cubicBezTo>
                  <a:cubicBezTo>
                    <a:pt x="66" y="50"/>
                    <a:pt x="51" y="65"/>
                    <a:pt x="33" y="65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2" name="Freeform 1111"/>
            <p:cNvSpPr>
              <a:spLocks noChangeArrowheads="1"/>
            </p:cNvSpPr>
            <p:nvPr/>
          </p:nvSpPr>
          <p:spPr bwMode="gray">
            <a:xfrm>
              <a:off x="2749307" y="6641820"/>
              <a:ext cx="23769" cy="23774"/>
            </a:xfrm>
            <a:custGeom>
              <a:avLst/>
              <a:gdLst>
                <a:gd name="T0" fmla="*/ 11885 w 66"/>
                <a:gd name="T1" fmla="*/ 23414 h 66"/>
                <a:gd name="T2" fmla="*/ 0 w 66"/>
                <a:gd name="T3" fmla="*/ 11887 h 66"/>
                <a:gd name="T4" fmla="*/ 11885 w 66"/>
                <a:gd name="T5" fmla="*/ 0 h 66"/>
                <a:gd name="T6" fmla="*/ 23409 w 66"/>
                <a:gd name="T7" fmla="*/ 11527 h 66"/>
                <a:gd name="T8" fmla="*/ 11885 w 66"/>
                <a:gd name="T9" fmla="*/ 23414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66">
                  <a:moveTo>
                    <a:pt x="33" y="65"/>
                  </a:moveTo>
                  <a:cubicBezTo>
                    <a:pt x="15" y="65"/>
                    <a:pt x="0" y="51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0" y="0"/>
                    <a:pt x="65" y="14"/>
                    <a:pt x="65" y="32"/>
                  </a:cubicBezTo>
                  <a:cubicBezTo>
                    <a:pt x="65" y="50"/>
                    <a:pt x="51" y="64"/>
                    <a:pt x="33" y="65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3" name="Freeform 1112"/>
            <p:cNvSpPr>
              <a:spLocks noChangeArrowheads="1"/>
            </p:cNvSpPr>
            <p:nvPr/>
          </p:nvSpPr>
          <p:spPr bwMode="gray">
            <a:xfrm>
              <a:off x="2798826" y="6641820"/>
              <a:ext cx="23769" cy="23774"/>
            </a:xfrm>
            <a:custGeom>
              <a:avLst/>
              <a:gdLst>
                <a:gd name="T0" fmla="*/ 11702 w 65"/>
                <a:gd name="T1" fmla="*/ 23414 h 66"/>
                <a:gd name="T2" fmla="*/ 0 w 65"/>
                <a:gd name="T3" fmla="*/ 11887 h 66"/>
                <a:gd name="T4" fmla="*/ 11702 w 65"/>
                <a:gd name="T5" fmla="*/ 0 h 66"/>
                <a:gd name="T6" fmla="*/ 23403 w 65"/>
                <a:gd name="T7" fmla="*/ 11527 h 66"/>
                <a:gd name="T8" fmla="*/ 11702 w 65"/>
                <a:gd name="T9" fmla="*/ 23414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66">
                  <a:moveTo>
                    <a:pt x="32" y="65"/>
                  </a:moveTo>
                  <a:cubicBezTo>
                    <a:pt x="14" y="65"/>
                    <a:pt x="0" y="51"/>
                    <a:pt x="0" y="33"/>
                  </a:cubicBezTo>
                  <a:cubicBezTo>
                    <a:pt x="0" y="15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5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4" name="Freeform 1113"/>
            <p:cNvSpPr>
              <a:spLocks noChangeArrowheads="1"/>
            </p:cNvSpPr>
            <p:nvPr/>
          </p:nvSpPr>
          <p:spPr bwMode="gray">
            <a:xfrm>
              <a:off x="2881356" y="6624650"/>
              <a:ext cx="23769" cy="23774"/>
            </a:xfrm>
            <a:custGeom>
              <a:avLst/>
              <a:gdLst>
                <a:gd name="T0" fmla="*/ 11885 w 66"/>
                <a:gd name="T1" fmla="*/ 23414 h 66"/>
                <a:gd name="T2" fmla="*/ 0 w 66"/>
                <a:gd name="T3" fmla="*/ 11527 h 66"/>
                <a:gd name="T4" fmla="*/ 11885 w 66"/>
                <a:gd name="T5" fmla="*/ 0 h 66"/>
                <a:gd name="T6" fmla="*/ 23409 w 66"/>
                <a:gd name="T7" fmla="*/ 11527 h 66"/>
                <a:gd name="T8" fmla="*/ 11885 w 66"/>
                <a:gd name="T9" fmla="*/ 23414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66">
                  <a:moveTo>
                    <a:pt x="33" y="65"/>
                  </a:moveTo>
                  <a:cubicBezTo>
                    <a:pt x="15" y="65"/>
                    <a:pt x="0" y="50"/>
                    <a:pt x="0" y="32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0" y="0"/>
                    <a:pt x="65" y="14"/>
                    <a:pt x="65" y="32"/>
                  </a:cubicBezTo>
                  <a:cubicBezTo>
                    <a:pt x="65" y="50"/>
                    <a:pt x="51" y="65"/>
                    <a:pt x="33" y="65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5" name="Freeform 1114"/>
            <p:cNvSpPr>
              <a:spLocks noChangeArrowheads="1"/>
            </p:cNvSpPr>
            <p:nvPr/>
          </p:nvSpPr>
          <p:spPr bwMode="gray">
            <a:xfrm>
              <a:off x="2881356" y="6657670"/>
              <a:ext cx="23769" cy="24435"/>
            </a:xfrm>
            <a:custGeom>
              <a:avLst/>
              <a:gdLst>
                <a:gd name="T0" fmla="*/ 11885 w 66"/>
                <a:gd name="T1" fmla="*/ 24065 h 66"/>
                <a:gd name="T2" fmla="*/ 0 w 66"/>
                <a:gd name="T3" fmla="*/ 12218 h 66"/>
                <a:gd name="T4" fmla="*/ 11885 w 66"/>
                <a:gd name="T5" fmla="*/ 0 h 66"/>
                <a:gd name="T6" fmla="*/ 23409 w 66"/>
                <a:gd name="T7" fmla="*/ 11847 h 66"/>
                <a:gd name="T8" fmla="*/ 11885 w 66"/>
                <a:gd name="T9" fmla="*/ 24065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66">
                  <a:moveTo>
                    <a:pt x="33" y="65"/>
                  </a:moveTo>
                  <a:cubicBezTo>
                    <a:pt x="15" y="65"/>
                    <a:pt x="0" y="51"/>
                    <a:pt x="0" y="33"/>
                  </a:cubicBezTo>
                  <a:cubicBezTo>
                    <a:pt x="0" y="16"/>
                    <a:pt x="15" y="0"/>
                    <a:pt x="33" y="0"/>
                  </a:cubicBezTo>
                  <a:cubicBezTo>
                    <a:pt x="50" y="0"/>
                    <a:pt x="65" y="15"/>
                    <a:pt x="65" y="32"/>
                  </a:cubicBezTo>
                  <a:cubicBezTo>
                    <a:pt x="65" y="50"/>
                    <a:pt x="51" y="64"/>
                    <a:pt x="33" y="65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6" name="Freeform 1115"/>
            <p:cNvSpPr>
              <a:spLocks noChangeArrowheads="1"/>
            </p:cNvSpPr>
            <p:nvPr/>
          </p:nvSpPr>
          <p:spPr bwMode="gray">
            <a:xfrm>
              <a:off x="2850985" y="6686728"/>
              <a:ext cx="23769" cy="23774"/>
            </a:xfrm>
            <a:custGeom>
              <a:avLst/>
              <a:gdLst>
                <a:gd name="T0" fmla="*/ 11885 w 66"/>
                <a:gd name="T1" fmla="*/ 23408 h 65"/>
                <a:gd name="T2" fmla="*/ 0 w 66"/>
                <a:gd name="T3" fmla="*/ 11704 h 65"/>
                <a:gd name="T4" fmla="*/ 11524 w 66"/>
                <a:gd name="T5" fmla="*/ 0 h 65"/>
                <a:gd name="T6" fmla="*/ 23409 w 66"/>
                <a:gd name="T7" fmla="*/ 11704 h 65"/>
                <a:gd name="T8" fmla="*/ 11885 w 66"/>
                <a:gd name="T9" fmla="*/ 23408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65">
                  <a:moveTo>
                    <a:pt x="33" y="64"/>
                  </a:moveTo>
                  <a:cubicBezTo>
                    <a:pt x="15" y="64"/>
                    <a:pt x="0" y="50"/>
                    <a:pt x="0" y="32"/>
                  </a:cubicBezTo>
                  <a:cubicBezTo>
                    <a:pt x="0" y="15"/>
                    <a:pt x="15" y="0"/>
                    <a:pt x="32" y="0"/>
                  </a:cubicBezTo>
                  <a:cubicBezTo>
                    <a:pt x="50" y="0"/>
                    <a:pt x="64" y="14"/>
                    <a:pt x="65" y="32"/>
                  </a:cubicBezTo>
                  <a:cubicBezTo>
                    <a:pt x="65" y="49"/>
                    <a:pt x="51" y="64"/>
                    <a:pt x="33" y="64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7" name="Freeform 1116"/>
            <p:cNvSpPr>
              <a:spLocks noChangeArrowheads="1"/>
            </p:cNvSpPr>
            <p:nvPr/>
          </p:nvSpPr>
          <p:spPr bwMode="gray">
            <a:xfrm>
              <a:off x="2771756" y="6683426"/>
              <a:ext cx="23769" cy="23774"/>
            </a:xfrm>
            <a:custGeom>
              <a:avLst/>
              <a:gdLst>
                <a:gd name="T0" fmla="*/ 11707 w 67"/>
                <a:gd name="T1" fmla="*/ 23414 h 66"/>
                <a:gd name="T2" fmla="*/ 0 w 67"/>
                <a:gd name="T3" fmla="*/ 11887 h 66"/>
                <a:gd name="T4" fmla="*/ 11707 w 67"/>
                <a:gd name="T5" fmla="*/ 0 h 66"/>
                <a:gd name="T6" fmla="*/ 23059 w 67"/>
                <a:gd name="T7" fmla="*/ 11527 h 66"/>
                <a:gd name="T8" fmla="*/ 11707 w 67"/>
                <a:gd name="T9" fmla="*/ 23414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" h="66">
                  <a:moveTo>
                    <a:pt x="33" y="65"/>
                  </a:moveTo>
                  <a:cubicBezTo>
                    <a:pt x="15" y="65"/>
                    <a:pt x="0" y="51"/>
                    <a:pt x="0" y="33"/>
                  </a:cubicBezTo>
                  <a:cubicBezTo>
                    <a:pt x="0" y="16"/>
                    <a:pt x="15" y="0"/>
                    <a:pt x="33" y="0"/>
                  </a:cubicBezTo>
                  <a:cubicBezTo>
                    <a:pt x="50" y="0"/>
                    <a:pt x="65" y="15"/>
                    <a:pt x="65" y="32"/>
                  </a:cubicBezTo>
                  <a:cubicBezTo>
                    <a:pt x="66" y="50"/>
                    <a:pt x="51" y="64"/>
                    <a:pt x="33" y="65"/>
                  </a:cubicBez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8" name="Freeform 1117"/>
            <p:cNvSpPr>
              <a:spLocks noChangeArrowheads="1"/>
            </p:cNvSpPr>
            <p:nvPr/>
          </p:nvSpPr>
          <p:spPr bwMode="gray">
            <a:xfrm>
              <a:off x="2792223" y="6662953"/>
              <a:ext cx="98377" cy="36322"/>
            </a:xfrm>
            <a:custGeom>
              <a:avLst/>
              <a:gdLst>
                <a:gd name="T0" fmla="*/ 25757 w 275"/>
                <a:gd name="T1" fmla="*/ 35959 h 100"/>
                <a:gd name="T2" fmla="*/ 0 w 275"/>
                <a:gd name="T3" fmla="*/ 35959 h 100"/>
                <a:gd name="T4" fmla="*/ 0 w 275"/>
                <a:gd name="T5" fmla="*/ 28331 h 100"/>
                <a:gd name="T6" fmla="*/ 22537 w 275"/>
                <a:gd name="T7" fmla="*/ 28331 h 100"/>
                <a:gd name="T8" fmla="*/ 47936 w 275"/>
                <a:gd name="T9" fmla="*/ 0 h 100"/>
                <a:gd name="T10" fmla="*/ 98019 w 275"/>
                <a:gd name="T11" fmla="*/ 0 h 100"/>
                <a:gd name="T12" fmla="*/ 98019 w 275"/>
                <a:gd name="T13" fmla="*/ 7628 h 100"/>
                <a:gd name="T14" fmla="*/ 51156 w 275"/>
                <a:gd name="T15" fmla="*/ 7628 h 100"/>
                <a:gd name="T16" fmla="*/ 25757 w 275"/>
                <a:gd name="T17" fmla="*/ 35959 h 1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5" h="100">
                  <a:moveTo>
                    <a:pt x="72" y="99"/>
                  </a:moveTo>
                  <a:lnTo>
                    <a:pt x="0" y="99"/>
                  </a:lnTo>
                  <a:lnTo>
                    <a:pt x="0" y="78"/>
                  </a:lnTo>
                  <a:lnTo>
                    <a:pt x="63" y="78"/>
                  </a:lnTo>
                  <a:lnTo>
                    <a:pt x="134" y="0"/>
                  </a:lnTo>
                  <a:lnTo>
                    <a:pt x="274" y="0"/>
                  </a:lnTo>
                  <a:lnTo>
                    <a:pt x="274" y="21"/>
                  </a:lnTo>
                  <a:lnTo>
                    <a:pt x="143" y="21"/>
                  </a:lnTo>
                  <a:lnTo>
                    <a:pt x="72" y="99"/>
                  </a:ln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9" name="Freeform 1118"/>
            <p:cNvSpPr>
              <a:spLocks noChangeArrowheads="1"/>
            </p:cNvSpPr>
            <p:nvPr/>
          </p:nvSpPr>
          <p:spPr bwMode="gray">
            <a:xfrm>
              <a:off x="2792223" y="6608800"/>
              <a:ext cx="98377" cy="33020"/>
            </a:xfrm>
            <a:custGeom>
              <a:avLst/>
              <a:gdLst>
                <a:gd name="T0" fmla="*/ 98019 w 275"/>
                <a:gd name="T1" fmla="*/ 32665 h 93"/>
                <a:gd name="T2" fmla="*/ 47936 w 275"/>
                <a:gd name="T3" fmla="*/ 32665 h 93"/>
                <a:gd name="T4" fmla="*/ 22537 w 275"/>
                <a:gd name="T5" fmla="*/ 7456 h 93"/>
                <a:gd name="T6" fmla="*/ 0 w 275"/>
                <a:gd name="T7" fmla="*/ 7456 h 93"/>
                <a:gd name="T8" fmla="*/ 0 w 275"/>
                <a:gd name="T9" fmla="*/ 0 h 93"/>
                <a:gd name="T10" fmla="*/ 25757 w 275"/>
                <a:gd name="T11" fmla="*/ 0 h 93"/>
                <a:gd name="T12" fmla="*/ 51156 w 275"/>
                <a:gd name="T13" fmla="*/ 25209 h 93"/>
                <a:gd name="T14" fmla="*/ 98019 w 275"/>
                <a:gd name="T15" fmla="*/ 25209 h 93"/>
                <a:gd name="T16" fmla="*/ 98019 w 275"/>
                <a:gd name="T17" fmla="*/ 32665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5" h="93">
                  <a:moveTo>
                    <a:pt x="274" y="92"/>
                  </a:moveTo>
                  <a:lnTo>
                    <a:pt x="134" y="92"/>
                  </a:lnTo>
                  <a:lnTo>
                    <a:pt x="63" y="21"/>
                  </a:lnTo>
                  <a:lnTo>
                    <a:pt x="0" y="21"/>
                  </a:lnTo>
                  <a:lnTo>
                    <a:pt x="0" y="0"/>
                  </a:lnTo>
                  <a:lnTo>
                    <a:pt x="72" y="0"/>
                  </a:lnTo>
                  <a:lnTo>
                    <a:pt x="143" y="71"/>
                  </a:lnTo>
                  <a:lnTo>
                    <a:pt x="274" y="71"/>
                  </a:lnTo>
                  <a:lnTo>
                    <a:pt x="274" y="92"/>
                  </a:ln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0" name="Freeform 1119"/>
            <p:cNvSpPr>
              <a:spLocks noChangeArrowheads="1"/>
            </p:cNvSpPr>
            <p:nvPr/>
          </p:nvSpPr>
          <p:spPr bwMode="gray">
            <a:xfrm>
              <a:off x="2767134" y="6649745"/>
              <a:ext cx="40935" cy="7925"/>
            </a:xfrm>
            <a:custGeom>
              <a:avLst/>
              <a:gdLst>
                <a:gd name="T0" fmla="*/ 20468 w 114"/>
                <a:gd name="T1" fmla="*/ 7565 h 22"/>
                <a:gd name="T2" fmla="*/ 0 w 114"/>
                <a:gd name="T3" fmla="*/ 7565 h 22"/>
                <a:gd name="T4" fmla="*/ 0 w 114"/>
                <a:gd name="T5" fmla="*/ 0 h 22"/>
                <a:gd name="T6" fmla="*/ 40576 w 114"/>
                <a:gd name="T7" fmla="*/ 0 h 22"/>
                <a:gd name="T8" fmla="*/ 40576 w 114"/>
                <a:gd name="T9" fmla="*/ 7565 h 22"/>
                <a:gd name="T10" fmla="*/ 20468 w 114"/>
                <a:gd name="T11" fmla="*/ 7565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4" h="22">
                  <a:moveTo>
                    <a:pt x="57" y="21"/>
                  </a:moveTo>
                  <a:lnTo>
                    <a:pt x="0" y="21"/>
                  </a:lnTo>
                  <a:lnTo>
                    <a:pt x="0" y="0"/>
                  </a:lnTo>
                  <a:lnTo>
                    <a:pt x="113" y="0"/>
                  </a:lnTo>
                  <a:lnTo>
                    <a:pt x="113" y="21"/>
                  </a:lnTo>
                  <a:lnTo>
                    <a:pt x="57" y="21"/>
                  </a:ln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1" name="Freeform 1120"/>
            <p:cNvSpPr>
              <a:spLocks noChangeArrowheads="1"/>
            </p:cNvSpPr>
            <p:nvPr/>
          </p:nvSpPr>
          <p:spPr bwMode="gray">
            <a:xfrm>
              <a:off x="2689225" y="6550025"/>
              <a:ext cx="180907" cy="165100"/>
            </a:xfrm>
            <a:custGeom>
              <a:avLst/>
              <a:gdLst>
                <a:gd name="T0" fmla="*/ 56106 w 503"/>
                <a:gd name="T1" fmla="*/ 164740 h 458"/>
                <a:gd name="T2" fmla="*/ 0 w 503"/>
                <a:gd name="T3" fmla="*/ 105260 h 458"/>
                <a:gd name="T4" fmla="*/ 52150 w 503"/>
                <a:gd name="T5" fmla="*/ 49386 h 458"/>
                <a:gd name="T6" fmla="*/ 116169 w 503"/>
                <a:gd name="T7" fmla="*/ 0 h 458"/>
                <a:gd name="T8" fmla="*/ 169038 w 503"/>
                <a:gd name="T9" fmla="*/ 27036 h 458"/>
                <a:gd name="T10" fmla="*/ 180547 w 503"/>
                <a:gd name="T11" fmla="*/ 52270 h 458"/>
                <a:gd name="T12" fmla="*/ 173354 w 503"/>
                <a:gd name="T13" fmla="*/ 53712 h 458"/>
                <a:gd name="T14" fmla="*/ 163284 w 503"/>
                <a:gd name="T15" fmla="*/ 31362 h 458"/>
                <a:gd name="T16" fmla="*/ 116169 w 503"/>
                <a:gd name="T17" fmla="*/ 7570 h 458"/>
                <a:gd name="T18" fmla="*/ 58984 w 503"/>
                <a:gd name="T19" fmla="*/ 53712 h 458"/>
                <a:gd name="T20" fmla="*/ 58264 w 503"/>
                <a:gd name="T21" fmla="*/ 56595 h 458"/>
                <a:gd name="T22" fmla="*/ 55387 w 503"/>
                <a:gd name="T23" fmla="*/ 56595 h 458"/>
                <a:gd name="T24" fmla="*/ 7912 w 503"/>
                <a:gd name="T25" fmla="*/ 105260 h 458"/>
                <a:gd name="T26" fmla="*/ 56106 w 503"/>
                <a:gd name="T27" fmla="*/ 156809 h 458"/>
                <a:gd name="T28" fmla="*/ 56106 w 503"/>
                <a:gd name="T29" fmla="*/ 164740 h 45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03" h="458">
                  <a:moveTo>
                    <a:pt x="156" y="457"/>
                  </a:moveTo>
                  <a:cubicBezTo>
                    <a:pt x="72" y="457"/>
                    <a:pt x="0" y="381"/>
                    <a:pt x="0" y="292"/>
                  </a:cubicBezTo>
                  <a:cubicBezTo>
                    <a:pt x="0" y="211"/>
                    <a:pt x="64" y="143"/>
                    <a:pt x="145" y="137"/>
                  </a:cubicBezTo>
                  <a:cubicBezTo>
                    <a:pt x="166" y="57"/>
                    <a:pt x="240" y="0"/>
                    <a:pt x="323" y="0"/>
                  </a:cubicBezTo>
                  <a:cubicBezTo>
                    <a:pt x="380" y="0"/>
                    <a:pt x="436" y="28"/>
                    <a:pt x="470" y="75"/>
                  </a:cubicBezTo>
                  <a:cubicBezTo>
                    <a:pt x="486" y="96"/>
                    <a:pt x="497" y="120"/>
                    <a:pt x="502" y="145"/>
                  </a:cubicBezTo>
                  <a:lnTo>
                    <a:pt x="482" y="149"/>
                  </a:lnTo>
                  <a:cubicBezTo>
                    <a:pt x="477" y="127"/>
                    <a:pt x="468" y="106"/>
                    <a:pt x="454" y="87"/>
                  </a:cubicBezTo>
                  <a:cubicBezTo>
                    <a:pt x="423" y="45"/>
                    <a:pt x="374" y="21"/>
                    <a:pt x="323" y="21"/>
                  </a:cubicBezTo>
                  <a:cubicBezTo>
                    <a:pt x="246" y="21"/>
                    <a:pt x="180" y="74"/>
                    <a:pt x="164" y="149"/>
                  </a:cubicBezTo>
                  <a:lnTo>
                    <a:pt x="162" y="157"/>
                  </a:lnTo>
                  <a:lnTo>
                    <a:pt x="154" y="157"/>
                  </a:lnTo>
                  <a:cubicBezTo>
                    <a:pt x="81" y="158"/>
                    <a:pt x="22" y="219"/>
                    <a:pt x="22" y="292"/>
                  </a:cubicBezTo>
                  <a:cubicBezTo>
                    <a:pt x="22" y="369"/>
                    <a:pt x="83" y="435"/>
                    <a:pt x="156" y="435"/>
                  </a:cubicBezTo>
                  <a:lnTo>
                    <a:pt x="156" y="457"/>
                  </a:lnTo>
                </a:path>
              </a:pathLst>
            </a:custGeom>
            <a:solidFill>
              <a:srgbClr val="5D5B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buFontTx/>
                <a:buNone/>
                <a:defRPr/>
              </a:pPr>
              <a:endParaRPr kumimoji="1" lang="zh-CN" altLang="en-US" sz="2400">
                <a:solidFill>
                  <a:srgbClr val="FF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14" name="文本框 313"/>
          <p:cNvSpPr txBox="1"/>
          <p:nvPr/>
        </p:nvSpPr>
        <p:spPr bwMode="gray">
          <a:xfrm>
            <a:off x="7253038" y="221493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协作云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15" name="组合 354"/>
          <p:cNvGrpSpPr/>
          <p:nvPr/>
        </p:nvGrpSpPr>
        <p:grpSpPr bwMode="gray">
          <a:xfrm>
            <a:off x="5741582" y="5340155"/>
            <a:ext cx="552725" cy="438136"/>
            <a:chOff x="8737600" y="2220913"/>
            <a:chExt cx="911225" cy="723900"/>
          </a:xfrm>
        </p:grpSpPr>
        <p:sp>
          <p:nvSpPr>
            <p:cNvPr id="316" name="Freeform 314"/>
            <p:cNvSpPr/>
            <p:nvPr/>
          </p:nvSpPr>
          <p:spPr bwMode="gray">
            <a:xfrm>
              <a:off x="8966200" y="2846388"/>
              <a:ext cx="411163" cy="31750"/>
            </a:xfrm>
            <a:custGeom>
              <a:avLst/>
              <a:gdLst/>
              <a:ahLst/>
              <a:cxnLst>
                <a:cxn ang="0">
                  <a:pos x="411163" y="31750"/>
                </a:cxn>
                <a:cxn ang="0">
                  <a:pos x="411163" y="31750"/>
                </a:cxn>
                <a:cxn ang="0">
                  <a:pos x="0" y="31750"/>
                </a:cxn>
                <a:cxn ang="0">
                  <a:pos x="0" y="0"/>
                </a:cxn>
                <a:cxn ang="0">
                  <a:pos x="411163" y="0"/>
                </a:cxn>
                <a:cxn ang="0">
                  <a:pos x="411163" y="31750"/>
                </a:cxn>
              </a:cxnLst>
              <a:rect l="0" t="0" r="0" b="0"/>
              <a:pathLst>
                <a:path w="874" h="66">
                  <a:moveTo>
                    <a:pt x="874" y="66"/>
                  </a:moveTo>
                  <a:lnTo>
                    <a:pt x="874" y="66"/>
                  </a:lnTo>
                  <a:lnTo>
                    <a:pt x="0" y="66"/>
                  </a:lnTo>
                  <a:lnTo>
                    <a:pt x="0" y="0"/>
                  </a:lnTo>
                  <a:lnTo>
                    <a:pt x="874" y="0"/>
                  </a:lnTo>
                  <a:lnTo>
                    <a:pt x="874" y="66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7" name="Freeform 315"/>
            <p:cNvSpPr/>
            <p:nvPr/>
          </p:nvSpPr>
          <p:spPr bwMode="gray">
            <a:xfrm>
              <a:off x="9477375" y="2566988"/>
              <a:ext cx="171450" cy="311150"/>
            </a:xfrm>
            <a:custGeom>
              <a:avLst/>
              <a:gdLst/>
              <a:ahLst/>
              <a:cxnLst>
                <a:cxn ang="0">
                  <a:pos x="132569" y="311150"/>
                </a:cxn>
                <a:cxn ang="0">
                  <a:pos x="132569" y="311150"/>
                </a:cxn>
                <a:cxn ang="0">
                  <a:pos x="0" y="311150"/>
                </a:cxn>
                <a:cxn ang="0">
                  <a:pos x="0" y="280082"/>
                </a:cxn>
                <a:cxn ang="0">
                  <a:pos x="132569" y="280082"/>
                </a:cxn>
                <a:cxn ang="0">
                  <a:pos x="139127" y="278199"/>
                </a:cxn>
                <a:cxn ang="0">
                  <a:pos x="74951" y="7532"/>
                </a:cxn>
                <a:cxn ang="0">
                  <a:pos x="105400" y="0"/>
                </a:cxn>
                <a:cxn ang="0">
                  <a:pos x="169108" y="270668"/>
                </a:cxn>
                <a:cxn ang="0">
                  <a:pos x="163486" y="297499"/>
                </a:cxn>
                <a:cxn ang="0">
                  <a:pos x="132569" y="311150"/>
                </a:cxn>
              </a:cxnLst>
              <a:rect l="0" t="0" r="0" b="0"/>
              <a:pathLst>
                <a:path w="366" h="661">
                  <a:moveTo>
                    <a:pt x="283" y="661"/>
                  </a:moveTo>
                  <a:lnTo>
                    <a:pt x="283" y="661"/>
                  </a:lnTo>
                  <a:lnTo>
                    <a:pt x="0" y="661"/>
                  </a:lnTo>
                  <a:lnTo>
                    <a:pt x="0" y="595"/>
                  </a:lnTo>
                  <a:lnTo>
                    <a:pt x="283" y="595"/>
                  </a:lnTo>
                  <a:cubicBezTo>
                    <a:pt x="292" y="595"/>
                    <a:pt x="296" y="591"/>
                    <a:pt x="297" y="591"/>
                  </a:cubicBezTo>
                  <a:lnTo>
                    <a:pt x="160" y="16"/>
                  </a:lnTo>
                  <a:lnTo>
                    <a:pt x="225" y="0"/>
                  </a:lnTo>
                  <a:lnTo>
                    <a:pt x="361" y="575"/>
                  </a:lnTo>
                  <a:cubicBezTo>
                    <a:pt x="366" y="596"/>
                    <a:pt x="362" y="616"/>
                    <a:pt x="349" y="632"/>
                  </a:cubicBezTo>
                  <a:cubicBezTo>
                    <a:pt x="334" y="651"/>
                    <a:pt x="310" y="661"/>
                    <a:pt x="283" y="661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8" name="Freeform 316"/>
            <p:cNvSpPr/>
            <p:nvPr/>
          </p:nvSpPr>
          <p:spPr bwMode="gray">
            <a:xfrm>
              <a:off x="8872538" y="2573338"/>
              <a:ext cx="44450" cy="131763"/>
            </a:xfrm>
            <a:custGeom>
              <a:avLst/>
              <a:gdLst/>
              <a:ahLst/>
              <a:cxnLst>
                <a:cxn ang="0">
                  <a:pos x="30244" y="131763"/>
                </a:cxn>
                <a:cxn ang="0">
                  <a:pos x="30244" y="131763"/>
                </a:cxn>
                <a:cxn ang="0">
                  <a:pos x="0" y="128457"/>
                </a:cxn>
                <a:cxn ang="0">
                  <a:pos x="14206" y="0"/>
                </a:cxn>
                <a:cxn ang="0">
                  <a:pos x="44450" y="3306"/>
                </a:cxn>
                <a:cxn ang="0">
                  <a:pos x="30244" y="131763"/>
                </a:cxn>
              </a:cxnLst>
              <a:rect l="0" t="0" r="0" b="0"/>
              <a:pathLst>
                <a:path w="97" h="279">
                  <a:moveTo>
                    <a:pt x="66" y="279"/>
                  </a:moveTo>
                  <a:lnTo>
                    <a:pt x="66" y="279"/>
                  </a:lnTo>
                  <a:lnTo>
                    <a:pt x="0" y="272"/>
                  </a:lnTo>
                  <a:lnTo>
                    <a:pt x="31" y="0"/>
                  </a:lnTo>
                  <a:lnTo>
                    <a:pt x="97" y="7"/>
                  </a:lnTo>
                  <a:lnTo>
                    <a:pt x="66" y="279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9" name="Freeform 317"/>
            <p:cNvSpPr/>
            <p:nvPr/>
          </p:nvSpPr>
          <p:spPr bwMode="gray">
            <a:xfrm>
              <a:off x="9048750" y="2730500"/>
              <a:ext cx="87313" cy="34925"/>
            </a:xfrm>
            <a:custGeom>
              <a:avLst/>
              <a:gdLst/>
              <a:ahLst/>
              <a:cxnLst>
                <a:cxn ang="0">
                  <a:pos x="87313" y="28619"/>
                </a:cxn>
                <a:cxn ang="0">
                  <a:pos x="87313" y="28619"/>
                </a:cxn>
                <a:cxn ang="0">
                  <a:pos x="81619" y="34925"/>
                </a:cxn>
                <a:cxn ang="0">
                  <a:pos x="5694" y="34925"/>
                </a:cxn>
                <a:cxn ang="0">
                  <a:pos x="0" y="28619"/>
                </a:cxn>
                <a:cxn ang="0">
                  <a:pos x="0" y="5821"/>
                </a:cxn>
                <a:cxn ang="0">
                  <a:pos x="5694" y="0"/>
                </a:cxn>
                <a:cxn ang="0">
                  <a:pos x="81619" y="0"/>
                </a:cxn>
                <a:cxn ang="0">
                  <a:pos x="87313" y="5821"/>
                </a:cxn>
                <a:cxn ang="0">
                  <a:pos x="87313" y="28619"/>
                </a:cxn>
              </a:cxnLst>
              <a:rect l="0" t="0" r="0" b="0"/>
              <a:pathLst>
                <a:path w="184" h="72">
                  <a:moveTo>
                    <a:pt x="184" y="59"/>
                  </a:moveTo>
                  <a:lnTo>
                    <a:pt x="184" y="59"/>
                  </a:lnTo>
                  <a:cubicBezTo>
                    <a:pt x="184" y="66"/>
                    <a:pt x="179" y="72"/>
                    <a:pt x="172" y="72"/>
                  </a:cubicBezTo>
                  <a:lnTo>
                    <a:pt x="12" y="72"/>
                  </a:lnTo>
                  <a:cubicBezTo>
                    <a:pt x="5" y="72"/>
                    <a:pt x="0" y="66"/>
                    <a:pt x="0" y="59"/>
                  </a:cubicBezTo>
                  <a:lnTo>
                    <a:pt x="0" y="12"/>
                  </a:lnTo>
                  <a:cubicBezTo>
                    <a:pt x="0" y="5"/>
                    <a:pt x="5" y="0"/>
                    <a:pt x="12" y="0"/>
                  </a:cubicBezTo>
                  <a:lnTo>
                    <a:pt x="172" y="0"/>
                  </a:lnTo>
                  <a:cubicBezTo>
                    <a:pt x="179" y="0"/>
                    <a:pt x="184" y="5"/>
                    <a:pt x="184" y="12"/>
                  </a:cubicBezTo>
                  <a:lnTo>
                    <a:pt x="184" y="59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0" name="Freeform 318"/>
            <p:cNvSpPr/>
            <p:nvPr/>
          </p:nvSpPr>
          <p:spPr bwMode="gray">
            <a:xfrm>
              <a:off x="8855075" y="2652713"/>
              <a:ext cx="185738" cy="292100"/>
            </a:xfrm>
            <a:custGeom>
              <a:avLst/>
              <a:gdLst/>
              <a:ahLst/>
              <a:cxnLst>
                <a:cxn ang="0">
                  <a:pos x="18292" y="292100"/>
                </a:cxn>
                <a:cxn ang="0">
                  <a:pos x="18292" y="292100"/>
                </a:cxn>
                <a:cxn ang="0">
                  <a:pos x="0" y="274724"/>
                </a:cxn>
                <a:cxn ang="0">
                  <a:pos x="63320" y="226824"/>
                </a:cxn>
                <a:cxn ang="0">
                  <a:pos x="69886" y="222127"/>
                </a:cxn>
                <a:cxn ang="0">
                  <a:pos x="78329" y="216492"/>
                </a:cxn>
                <a:cxn ang="0">
                  <a:pos x="151967" y="158730"/>
                </a:cxn>
                <a:cxn ang="0">
                  <a:pos x="149622" y="157790"/>
                </a:cxn>
                <a:cxn ang="0">
                  <a:pos x="101781" y="174227"/>
                </a:cxn>
                <a:cxn ang="0">
                  <a:pos x="67541" y="178923"/>
                </a:cxn>
                <a:cxn ang="0">
                  <a:pos x="85833" y="119282"/>
                </a:cxn>
                <a:cxn ang="0">
                  <a:pos x="106940" y="94862"/>
                </a:cxn>
                <a:cxn ang="0">
                  <a:pos x="151029" y="39917"/>
                </a:cxn>
                <a:cxn ang="0">
                  <a:pos x="153375" y="33812"/>
                </a:cxn>
                <a:cxn ang="0">
                  <a:pos x="152436" y="34282"/>
                </a:cxn>
                <a:cxn ang="0">
                  <a:pos x="130392" y="53066"/>
                </a:cxn>
                <a:cxn ang="0">
                  <a:pos x="61444" y="114116"/>
                </a:cxn>
                <a:cxn ang="0">
                  <a:pos x="40337" y="100497"/>
                </a:cxn>
                <a:cxn ang="0">
                  <a:pos x="114445" y="33812"/>
                </a:cxn>
                <a:cxn ang="0">
                  <a:pos x="136489" y="15497"/>
                </a:cxn>
                <a:cxn ang="0">
                  <a:pos x="172136" y="7514"/>
                </a:cxn>
                <a:cxn ang="0">
                  <a:pos x="173543" y="50249"/>
                </a:cxn>
                <a:cxn ang="0">
                  <a:pos x="125701" y="111768"/>
                </a:cxn>
                <a:cxn ang="0">
                  <a:pos x="106471" y="133370"/>
                </a:cxn>
                <a:cxn ang="0">
                  <a:pos x="97559" y="147459"/>
                </a:cxn>
                <a:cxn ang="0">
                  <a:pos x="156189" y="133370"/>
                </a:cxn>
                <a:cxn ang="0">
                  <a:pos x="176826" y="149337"/>
                </a:cxn>
                <a:cxn ang="0">
                  <a:pos x="92400" y="237155"/>
                </a:cxn>
                <a:cxn ang="0">
                  <a:pos x="83957" y="242791"/>
                </a:cxn>
                <a:cxn ang="0">
                  <a:pos x="77391" y="247487"/>
                </a:cxn>
                <a:cxn ang="0">
                  <a:pos x="18292" y="292100"/>
                </a:cxn>
              </a:cxnLst>
              <a:rect l="0" t="0" r="0" b="0"/>
              <a:pathLst>
                <a:path w="396" h="622">
                  <a:moveTo>
                    <a:pt x="39" y="622"/>
                  </a:moveTo>
                  <a:lnTo>
                    <a:pt x="39" y="622"/>
                  </a:lnTo>
                  <a:lnTo>
                    <a:pt x="0" y="585"/>
                  </a:lnTo>
                  <a:cubicBezTo>
                    <a:pt x="21" y="563"/>
                    <a:pt x="78" y="523"/>
                    <a:pt x="135" y="483"/>
                  </a:cubicBezTo>
                  <a:lnTo>
                    <a:pt x="149" y="473"/>
                  </a:lnTo>
                  <a:cubicBezTo>
                    <a:pt x="153" y="470"/>
                    <a:pt x="159" y="466"/>
                    <a:pt x="167" y="461"/>
                  </a:cubicBezTo>
                  <a:cubicBezTo>
                    <a:pt x="273" y="388"/>
                    <a:pt x="312" y="354"/>
                    <a:pt x="324" y="338"/>
                  </a:cubicBezTo>
                  <a:cubicBezTo>
                    <a:pt x="323" y="337"/>
                    <a:pt x="321" y="336"/>
                    <a:pt x="319" y="336"/>
                  </a:cubicBezTo>
                  <a:cubicBezTo>
                    <a:pt x="311" y="334"/>
                    <a:pt x="280" y="330"/>
                    <a:pt x="217" y="371"/>
                  </a:cubicBezTo>
                  <a:cubicBezTo>
                    <a:pt x="201" y="382"/>
                    <a:pt x="166" y="404"/>
                    <a:pt x="144" y="381"/>
                  </a:cubicBezTo>
                  <a:cubicBezTo>
                    <a:pt x="134" y="371"/>
                    <a:pt x="116" y="352"/>
                    <a:pt x="183" y="254"/>
                  </a:cubicBezTo>
                  <a:cubicBezTo>
                    <a:pt x="191" y="242"/>
                    <a:pt x="207" y="224"/>
                    <a:pt x="228" y="202"/>
                  </a:cubicBezTo>
                  <a:cubicBezTo>
                    <a:pt x="262" y="164"/>
                    <a:pt x="309" y="113"/>
                    <a:pt x="322" y="85"/>
                  </a:cubicBezTo>
                  <a:cubicBezTo>
                    <a:pt x="324" y="80"/>
                    <a:pt x="326" y="76"/>
                    <a:pt x="327" y="72"/>
                  </a:cubicBezTo>
                  <a:cubicBezTo>
                    <a:pt x="326" y="73"/>
                    <a:pt x="326" y="73"/>
                    <a:pt x="325" y="73"/>
                  </a:cubicBezTo>
                  <a:cubicBezTo>
                    <a:pt x="314" y="83"/>
                    <a:pt x="297" y="97"/>
                    <a:pt x="278" y="113"/>
                  </a:cubicBezTo>
                  <a:cubicBezTo>
                    <a:pt x="231" y="153"/>
                    <a:pt x="142" y="227"/>
                    <a:pt x="131" y="243"/>
                  </a:cubicBezTo>
                  <a:lnTo>
                    <a:pt x="86" y="214"/>
                  </a:lnTo>
                  <a:cubicBezTo>
                    <a:pt x="98" y="196"/>
                    <a:pt x="147" y="153"/>
                    <a:pt x="244" y="72"/>
                  </a:cubicBezTo>
                  <a:cubicBezTo>
                    <a:pt x="263" y="57"/>
                    <a:pt x="279" y="43"/>
                    <a:pt x="291" y="33"/>
                  </a:cubicBezTo>
                  <a:cubicBezTo>
                    <a:pt x="329" y="0"/>
                    <a:pt x="353" y="5"/>
                    <a:pt x="367" y="16"/>
                  </a:cubicBezTo>
                  <a:cubicBezTo>
                    <a:pt x="388" y="32"/>
                    <a:pt x="389" y="65"/>
                    <a:pt x="370" y="107"/>
                  </a:cubicBezTo>
                  <a:cubicBezTo>
                    <a:pt x="354" y="143"/>
                    <a:pt x="306" y="195"/>
                    <a:pt x="268" y="238"/>
                  </a:cubicBezTo>
                  <a:cubicBezTo>
                    <a:pt x="250" y="257"/>
                    <a:pt x="233" y="276"/>
                    <a:pt x="227" y="284"/>
                  </a:cubicBezTo>
                  <a:cubicBezTo>
                    <a:pt x="220" y="294"/>
                    <a:pt x="213" y="305"/>
                    <a:pt x="208" y="314"/>
                  </a:cubicBezTo>
                  <a:cubicBezTo>
                    <a:pt x="257" y="286"/>
                    <a:pt x="300" y="276"/>
                    <a:pt x="333" y="284"/>
                  </a:cubicBezTo>
                  <a:cubicBezTo>
                    <a:pt x="352" y="289"/>
                    <a:pt x="368" y="301"/>
                    <a:pt x="377" y="318"/>
                  </a:cubicBezTo>
                  <a:cubicBezTo>
                    <a:pt x="396" y="354"/>
                    <a:pt x="356" y="396"/>
                    <a:pt x="197" y="505"/>
                  </a:cubicBezTo>
                  <a:cubicBezTo>
                    <a:pt x="190" y="510"/>
                    <a:pt x="184" y="514"/>
                    <a:pt x="179" y="517"/>
                  </a:cubicBezTo>
                  <a:lnTo>
                    <a:pt x="165" y="527"/>
                  </a:lnTo>
                  <a:cubicBezTo>
                    <a:pt x="128" y="553"/>
                    <a:pt x="58" y="602"/>
                    <a:pt x="39" y="622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1" name="Freeform 319"/>
            <p:cNvSpPr/>
            <p:nvPr/>
          </p:nvSpPr>
          <p:spPr bwMode="gray">
            <a:xfrm>
              <a:off x="8858250" y="2695575"/>
              <a:ext cx="100013" cy="53975"/>
            </a:xfrm>
            <a:custGeom>
              <a:avLst/>
              <a:gdLst/>
              <a:ahLst/>
              <a:cxnLst>
                <a:cxn ang="0">
                  <a:pos x="18574" y="53975"/>
                </a:cxn>
                <a:cxn ang="0">
                  <a:pos x="18574" y="53975"/>
                </a:cxn>
                <a:cxn ang="0">
                  <a:pos x="0" y="36457"/>
                </a:cxn>
                <a:cxn ang="0">
                  <a:pos x="67152" y="1894"/>
                </a:cxn>
                <a:cxn ang="0">
                  <a:pos x="100013" y="19412"/>
                </a:cxn>
                <a:cxn ang="0">
                  <a:pos x="79058" y="34089"/>
                </a:cxn>
                <a:cxn ang="0">
                  <a:pos x="64770" y="26988"/>
                </a:cxn>
                <a:cxn ang="0">
                  <a:pos x="18574" y="53975"/>
                </a:cxn>
              </a:cxnLst>
              <a:rect l="0" t="0" r="0" b="0"/>
              <a:pathLst>
                <a:path w="210" h="114">
                  <a:moveTo>
                    <a:pt x="39" y="114"/>
                  </a:moveTo>
                  <a:lnTo>
                    <a:pt x="39" y="114"/>
                  </a:lnTo>
                  <a:lnTo>
                    <a:pt x="0" y="77"/>
                  </a:lnTo>
                  <a:cubicBezTo>
                    <a:pt x="50" y="25"/>
                    <a:pt x="97" y="0"/>
                    <a:pt x="141" y="4"/>
                  </a:cubicBezTo>
                  <a:cubicBezTo>
                    <a:pt x="185" y="7"/>
                    <a:pt x="208" y="38"/>
                    <a:pt x="210" y="41"/>
                  </a:cubicBezTo>
                  <a:lnTo>
                    <a:pt x="166" y="72"/>
                  </a:lnTo>
                  <a:cubicBezTo>
                    <a:pt x="166" y="71"/>
                    <a:pt x="156" y="58"/>
                    <a:pt x="136" y="57"/>
                  </a:cubicBezTo>
                  <a:cubicBezTo>
                    <a:pt x="117" y="56"/>
                    <a:pt x="86" y="65"/>
                    <a:pt x="39" y="114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2" name="Freeform 320"/>
            <p:cNvSpPr/>
            <p:nvPr/>
          </p:nvSpPr>
          <p:spPr bwMode="gray">
            <a:xfrm>
              <a:off x="8737600" y="2689225"/>
              <a:ext cx="171450" cy="188913"/>
            </a:xfrm>
            <a:custGeom>
              <a:avLst/>
              <a:gdLst/>
              <a:ahLst/>
              <a:cxnLst>
                <a:cxn ang="0">
                  <a:pos x="24426" y="188913"/>
                </a:cxn>
                <a:cxn ang="0">
                  <a:pos x="24426" y="188913"/>
                </a:cxn>
                <a:cxn ang="0">
                  <a:pos x="0" y="182350"/>
                </a:cxn>
                <a:cxn ang="0">
                  <a:pos x="64352" y="41720"/>
                </a:cxn>
                <a:cxn ang="0">
                  <a:pos x="139509" y="938"/>
                </a:cxn>
                <a:cxn ang="0">
                  <a:pos x="171450" y="17813"/>
                </a:cxn>
                <a:cxn ang="0">
                  <a:pos x="154070" y="35626"/>
                </a:cxn>
                <a:cxn ang="0">
                  <a:pos x="138099" y="25782"/>
                </a:cxn>
                <a:cxn ang="0">
                  <a:pos x="83611" y="57658"/>
                </a:cxn>
                <a:cxn ang="0">
                  <a:pos x="24426" y="188913"/>
                </a:cxn>
              </a:cxnLst>
              <a:rect l="0" t="0" r="0" b="0"/>
              <a:pathLst>
                <a:path w="365" h="403">
                  <a:moveTo>
                    <a:pt x="52" y="403"/>
                  </a:moveTo>
                  <a:lnTo>
                    <a:pt x="52" y="403"/>
                  </a:lnTo>
                  <a:lnTo>
                    <a:pt x="0" y="389"/>
                  </a:lnTo>
                  <a:cubicBezTo>
                    <a:pt x="33" y="271"/>
                    <a:pt x="89" y="148"/>
                    <a:pt x="137" y="89"/>
                  </a:cubicBezTo>
                  <a:cubicBezTo>
                    <a:pt x="187" y="30"/>
                    <a:pt x="256" y="0"/>
                    <a:pt x="297" y="2"/>
                  </a:cubicBezTo>
                  <a:cubicBezTo>
                    <a:pt x="326" y="3"/>
                    <a:pt x="356" y="30"/>
                    <a:pt x="365" y="38"/>
                  </a:cubicBezTo>
                  <a:lnTo>
                    <a:pt x="328" y="76"/>
                  </a:lnTo>
                  <a:cubicBezTo>
                    <a:pt x="316" y="66"/>
                    <a:pt x="300" y="55"/>
                    <a:pt x="294" y="55"/>
                  </a:cubicBezTo>
                  <a:cubicBezTo>
                    <a:pt x="271" y="54"/>
                    <a:pt x="216" y="77"/>
                    <a:pt x="178" y="123"/>
                  </a:cubicBezTo>
                  <a:cubicBezTo>
                    <a:pt x="141" y="168"/>
                    <a:pt x="86" y="279"/>
                    <a:pt x="52" y="403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3" name="Freeform 321"/>
            <p:cNvSpPr>
              <a:spLocks noEditPoints="1"/>
            </p:cNvSpPr>
            <p:nvPr/>
          </p:nvSpPr>
          <p:spPr bwMode="gray">
            <a:xfrm>
              <a:off x="8886825" y="2220913"/>
              <a:ext cx="696913" cy="387350"/>
            </a:xfrm>
            <a:custGeom>
              <a:avLst/>
              <a:gdLst/>
              <a:ahLst/>
              <a:cxnLst>
                <a:cxn ang="0">
                  <a:pos x="38561" y="31496"/>
                </a:cxn>
                <a:cxn ang="0">
                  <a:pos x="38561" y="31496"/>
                </a:cxn>
                <a:cxn ang="0">
                  <a:pos x="31507" y="34316"/>
                </a:cxn>
                <a:cxn ang="0">
                  <a:pos x="31507" y="353504"/>
                </a:cxn>
                <a:cxn ang="0">
                  <a:pos x="38561" y="355854"/>
                </a:cxn>
                <a:cxn ang="0">
                  <a:pos x="658352" y="355854"/>
                </a:cxn>
                <a:cxn ang="0">
                  <a:pos x="665406" y="353034"/>
                </a:cxn>
                <a:cxn ang="0">
                  <a:pos x="665406" y="33846"/>
                </a:cxn>
                <a:cxn ang="0">
                  <a:pos x="658352" y="31496"/>
                </a:cxn>
                <a:cxn ang="0">
                  <a:pos x="38561" y="31496"/>
                </a:cxn>
                <a:cxn ang="0">
                  <a:pos x="658352" y="387350"/>
                </a:cxn>
                <a:cxn ang="0">
                  <a:pos x="658352" y="387350"/>
                </a:cxn>
                <a:cxn ang="0">
                  <a:pos x="38561" y="387350"/>
                </a:cxn>
                <a:cxn ang="0">
                  <a:pos x="0" y="353504"/>
                </a:cxn>
                <a:cxn ang="0">
                  <a:pos x="0" y="33846"/>
                </a:cxn>
                <a:cxn ang="0">
                  <a:pos x="38561" y="0"/>
                </a:cxn>
                <a:cxn ang="0">
                  <a:pos x="658352" y="0"/>
                </a:cxn>
                <a:cxn ang="0">
                  <a:pos x="696913" y="33846"/>
                </a:cxn>
                <a:cxn ang="0">
                  <a:pos x="696913" y="353504"/>
                </a:cxn>
                <a:cxn ang="0">
                  <a:pos x="658352" y="387350"/>
                </a:cxn>
              </a:cxnLst>
              <a:rect l="0" t="0" r="0" b="0"/>
              <a:pathLst>
                <a:path w="1482" h="824">
                  <a:moveTo>
                    <a:pt x="82" y="67"/>
                  </a:moveTo>
                  <a:lnTo>
                    <a:pt x="82" y="67"/>
                  </a:lnTo>
                  <a:cubicBezTo>
                    <a:pt x="73" y="67"/>
                    <a:pt x="68" y="71"/>
                    <a:pt x="67" y="73"/>
                  </a:cubicBezTo>
                  <a:lnTo>
                    <a:pt x="67" y="752"/>
                  </a:lnTo>
                  <a:cubicBezTo>
                    <a:pt x="68" y="753"/>
                    <a:pt x="73" y="757"/>
                    <a:pt x="82" y="757"/>
                  </a:cubicBezTo>
                  <a:lnTo>
                    <a:pt x="1400" y="757"/>
                  </a:lnTo>
                  <a:cubicBezTo>
                    <a:pt x="1409" y="757"/>
                    <a:pt x="1414" y="753"/>
                    <a:pt x="1415" y="751"/>
                  </a:cubicBezTo>
                  <a:lnTo>
                    <a:pt x="1415" y="72"/>
                  </a:lnTo>
                  <a:cubicBezTo>
                    <a:pt x="1414" y="71"/>
                    <a:pt x="1409" y="67"/>
                    <a:pt x="1400" y="67"/>
                  </a:cubicBezTo>
                  <a:lnTo>
                    <a:pt x="82" y="67"/>
                  </a:lnTo>
                  <a:close/>
                  <a:moveTo>
                    <a:pt x="1400" y="824"/>
                  </a:moveTo>
                  <a:lnTo>
                    <a:pt x="1400" y="824"/>
                  </a:lnTo>
                  <a:lnTo>
                    <a:pt x="82" y="824"/>
                  </a:lnTo>
                  <a:cubicBezTo>
                    <a:pt x="37" y="824"/>
                    <a:pt x="0" y="791"/>
                    <a:pt x="0" y="752"/>
                  </a:cubicBezTo>
                  <a:lnTo>
                    <a:pt x="0" y="72"/>
                  </a:lnTo>
                  <a:cubicBezTo>
                    <a:pt x="0" y="33"/>
                    <a:pt x="37" y="0"/>
                    <a:pt x="82" y="0"/>
                  </a:cubicBezTo>
                  <a:lnTo>
                    <a:pt x="1400" y="0"/>
                  </a:lnTo>
                  <a:cubicBezTo>
                    <a:pt x="1445" y="0"/>
                    <a:pt x="1482" y="33"/>
                    <a:pt x="1482" y="72"/>
                  </a:cubicBezTo>
                  <a:lnTo>
                    <a:pt x="1482" y="752"/>
                  </a:lnTo>
                  <a:cubicBezTo>
                    <a:pt x="1482" y="791"/>
                    <a:pt x="1445" y="824"/>
                    <a:pt x="1400" y="824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4" name="Freeform 322"/>
            <p:cNvSpPr>
              <a:spLocks noEditPoints="1"/>
            </p:cNvSpPr>
            <p:nvPr/>
          </p:nvSpPr>
          <p:spPr bwMode="gray">
            <a:xfrm>
              <a:off x="9069388" y="2635250"/>
              <a:ext cx="47625" cy="166688"/>
            </a:xfrm>
            <a:custGeom>
              <a:avLst/>
              <a:gdLst/>
              <a:ahLst/>
              <a:cxnLst>
                <a:cxn ang="0">
                  <a:pos x="12607" y="153938"/>
                </a:cxn>
                <a:cxn ang="0">
                  <a:pos x="12607" y="153938"/>
                </a:cxn>
                <a:cxn ang="0">
                  <a:pos x="35018" y="153938"/>
                </a:cxn>
                <a:cxn ang="0">
                  <a:pos x="35018" y="12277"/>
                </a:cxn>
                <a:cxn ang="0">
                  <a:pos x="12607" y="12277"/>
                </a:cxn>
                <a:cxn ang="0">
                  <a:pos x="12607" y="153938"/>
                </a:cxn>
                <a:cxn ang="0">
                  <a:pos x="47625" y="166688"/>
                </a:cxn>
                <a:cxn ang="0">
                  <a:pos x="47625" y="166688"/>
                </a:cxn>
                <a:cxn ang="0">
                  <a:pos x="0" y="166688"/>
                </a:cxn>
                <a:cxn ang="0">
                  <a:pos x="0" y="0"/>
                </a:cxn>
                <a:cxn ang="0">
                  <a:pos x="47625" y="0"/>
                </a:cxn>
                <a:cxn ang="0">
                  <a:pos x="47625" y="166688"/>
                </a:cxn>
              </a:cxnLst>
              <a:rect l="0" t="0" r="0" b="0"/>
              <a:pathLst>
                <a:path w="102" h="353">
                  <a:moveTo>
                    <a:pt x="27" y="326"/>
                  </a:moveTo>
                  <a:lnTo>
                    <a:pt x="27" y="326"/>
                  </a:lnTo>
                  <a:lnTo>
                    <a:pt x="75" y="326"/>
                  </a:lnTo>
                  <a:lnTo>
                    <a:pt x="75" y="26"/>
                  </a:lnTo>
                  <a:lnTo>
                    <a:pt x="27" y="26"/>
                  </a:lnTo>
                  <a:lnTo>
                    <a:pt x="27" y="326"/>
                  </a:lnTo>
                  <a:close/>
                  <a:moveTo>
                    <a:pt x="102" y="353"/>
                  </a:moveTo>
                  <a:lnTo>
                    <a:pt x="102" y="353"/>
                  </a:lnTo>
                  <a:lnTo>
                    <a:pt x="0" y="353"/>
                  </a:lnTo>
                  <a:lnTo>
                    <a:pt x="0" y="0"/>
                  </a:lnTo>
                  <a:lnTo>
                    <a:pt x="102" y="0"/>
                  </a:lnTo>
                  <a:lnTo>
                    <a:pt x="102" y="353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5" name="Freeform 323"/>
            <p:cNvSpPr/>
            <p:nvPr/>
          </p:nvSpPr>
          <p:spPr bwMode="gray">
            <a:xfrm>
              <a:off x="9234488" y="2676525"/>
              <a:ext cx="87313" cy="33338"/>
            </a:xfrm>
            <a:custGeom>
              <a:avLst/>
              <a:gdLst/>
              <a:ahLst/>
              <a:cxnLst>
                <a:cxn ang="0">
                  <a:pos x="87313" y="27319"/>
                </a:cxn>
                <a:cxn ang="0">
                  <a:pos x="87313" y="27319"/>
                </a:cxn>
                <a:cxn ang="0">
                  <a:pos x="81177" y="33338"/>
                </a:cxn>
                <a:cxn ang="0">
                  <a:pos x="6136" y="33338"/>
                </a:cxn>
                <a:cxn ang="0">
                  <a:pos x="0" y="27319"/>
                </a:cxn>
                <a:cxn ang="0">
                  <a:pos x="0" y="6019"/>
                </a:cxn>
                <a:cxn ang="0">
                  <a:pos x="6136" y="0"/>
                </a:cxn>
                <a:cxn ang="0">
                  <a:pos x="81177" y="0"/>
                </a:cxn>
                <a:cxn ang="0">
                  <a:pos x="87313" y="6019"/>
                </a:cxn>
                <a:cxn ang="0">
                  <a:pos x="87313" y="27319"/>
                </a:cxn>
              </a:cxnLst>
              <a:rect l="0" t="0" r="0" b="0"/>
              <a:pathLst>
                <a:path w="185" h="72">
                  <a:moveTo>
                    <a:pt x="185" y="59"/>
                  </a:moveTo>
                  <a:lnTo>
                    <a:pt x="185" y="59"/>
                  </a:lnTo>
                  <a:cubicBezTo>
                    <a:pt x="185" y="66"/>
                    <a:pt x="179" y="72"/>
                    <a:pt x="172" y="72"/>
                  </a:cubicBezTo>
                  <a:lnTo>
                    <a:pt x="13" y="72"/>
                  </a:lnTo>
                  <a:cubicBezTo>
                    <a:pt x="6" y="72"/>
                    <a:pt x="0" y="66"/>
                    <a:pt x="0" y="59"/>
                  </a:cubicBezTo>
                  <a:lnTo>
                    <a:pt x="0" y="13"/>
                  </a:lnTo>
                  <a:cubicBezTo>
                    <a:pt x="0" y="6"/>
                    <a:pt x="6" y="0"/>
                    <a:pt x="13" y="0"/>
                  </a:cubicBezTo>
                  <a:lnTo>
                    <a:pt x="172" y="0"/>
                  </a:lnTo>
                  <a:cubicBezTo>
                    <a:pt x="179" y="0"/>
                    <a:pt x="185" y="6"/>
                    <a:pt x="185" y="13"/>
                  </a:cubicBezTo>
                  <a:lnTo>
                    <a:pt x="185" y="59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6" name="Freeform 324"/>
            <p:cNvSpPr>
              <a:spLocks noEditPoints="1"/>
            </p:cNvSpPr>
            <p:nvPr/>
          </p:nvSpPr>
          <p:spPr bwMode="gray">
            <a:xfrm>
              <a:off x="9255125" y="2635250"/>
              <a:ext cx="47625" cy="166688"/>
            </a:xfrm>
            <a:custGeom>
              <a:avLst/>
              <a:gdLst/>
              <a:ahLst/>
              <a:cxnLst>
                <a:cxn ang="0">
                  <a:pos x="12731" y="153938"/>
                </a:cxn>
                <a:cxn ang="0">
                  <a:pos x="12731" y="153938"/>
                </a:cxn>
                <a:cxn ang="0">
                  <a:pos x="34894" y="153938"/>
                </a:cxn>
                <a:cxn ang="0">
                  <a:pos x="34894" y="12277"/>
                </a:cxn>
                <a:cxn ang="0">
                  <a:pos x="12731" y="12277"/>
                </a:cxn>
                <a:cxn ang="0">
                  <a:pos x="12731" y="153938"/>
                </a:cxn>
                <a:cxn ang="0">
                  <a:pos x="47625" y="166688"/>
                </a:cxn>
                <a:cxn ang="0">
                  <a:pos x="47625" y="166688"/>
                </a:cxn>
                <a:cxn ang="0">
                  <a:pos x="0" y="166688"/>
                </a:cxn>
                <a:cxn ang="0">
                  <a:pos x="0" y="0"/>
                </a:cxn>
                <a:cxn ang="0">
                  <a:pos x="47625" y="0"/>
                </a:cxn>
                <a:cxn ang="0">
                  <a:pos x="47625" y="166688"/>
                </a:cxn>
              </a:cxnLst>
              <a:rect l="0" t="0" r="0" b="0"/>
              <a:pathLst>
                <a:path w="101" h="353">
                  <a:moveTo>
                    <a:pt x="27" y="326"/>
                  </a:moveTo>
                  <a:lnTo>
                    <a:pt x="27" y="326"/>
                  </a:lnTo>
                  <a:lnTo>
                    <a:pt x="74" y="326"/>
                  </a:lnTo>
                  <a:lnTo>
                    <a:pt x="74" y="26"/>
                  </a:lnTo>
                  <a:lnTo>
                    <a:pt x="27" y="26"/>
                  </a:lnTo>
                  <a:lnTo>
                    <a:pt x="27" y="326"/>
                  </a:lnTo>
                  <a:close/>
                  <a:moveTo>
                    <a:pt x="101" y="353"/>
                  </a:moveTo>
                  <a:lnTo>
                    <a:pt x="101" y="353"/>
                  </a:lnTo>
                  <a:lnTo>
                    <a:pt x="0" y="353"/>
                  </a:lnTo>
                  <a:lnTo>
                    <a:pt x="0" y="0"/>
                  </a:lnTo>
                  <a:lnTo>
                    <a:pt x="101" y="0"/>
                  </a:lnTo>
                  <a:lnTo>
                    <a:pt x="101" y="353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7" name="Freeform 325"/>
            <p:cNvSpPr/>
            <p:nvPr/>
          </p:nvSpPr>
          <p:spPr bwMode="gray">
            <a:xfrm>
              <a:off x="9423400" y="2730500"/>
              <a:ext cx="87313" cy="34925"/>
            </a:xfrm>
            <a:custGeom>
              <a:avLst/>
              <a:gdLst/>
              <a:ahLst/>
              <a:cxnLst>
                <a:cxn ang="0">
                  <a:pos x="87313" y="28619"/>
                </a:cxn>
                <a:cxn ang="0">
                  <a:pos x="87313" y="28619"/>
                </a:cxn>
                <a:cxn ang="0">
                  <a:pos x="81177" y="34925"/>
                </a:cxn>
                <a:cxn ang="0">
                  <a:pos x="6136" y="34925"/>
                </a:cxn>
                <a:cxn ang="0">
                  <a:pos x="0" y="28619"/>
                </a:cxn>
                <a:cxn ang="0">
                  <a:pos x="0" y="5821"/>
                </a:cxn>
                <a:cxn ang="0">
                  <a:pos x="6136" y="0"/>
                </a:cxn>
                <a:cxn ang="0">
                  <a:pos x="81177" y="0"/>
                </a:cxn>
                <a:cxn ang="0">
                  <a:pos x="87313" y="5821"/>
                </a:cxn>
                <a:cxn ang="0">
                  <a:pos x="87313" y="28619"/>
                </a:cxn>
              </a:cxnLst>
              <a:rect l="0" t="0" r="0" b="0"/>
              <a:pathLst>
                <a:path w="185" h="72">
                  <a:moveTo>
                    <a:pt x="185" y="59"/>
                  </a:moveTo>
                  <a:lnTo>
                    <a:pt x="185" y="59"/>
                  </a:lnTo>
                  <a:cubicBezTo>
                    <a:pt x="185" y="66"/>
                    <a:pt x="179" y="72"/>
                    <a:pt x="172" y="72"/>
                  </a:cubicBezTo>
                  <a:lnTo>
                    <a:pt x="13" y="72"/>
                  </a:lnTo>
                  <a:cubicBezTo>
                    <a:pt x="6" y="72"/>
                    <a:pt x="0" y="66"/>
                    <a:pt x="0" y="59"/>
                  </a:cubicBezTo>
                  <a:lnTo>
                    <a:pt x="0" y="12"/>
                  </a:lnTo>
                  <a:cubicBezTo>
                    <a:pt x="0" y="5"/>
                    <a:pt x="6" y="0"/>
                    <a:pt x="13" y="0"/>
                  </a:cubicBezTo>
                  <a:lnTo>
                    <a:pt x="172" y="0"/>
                  </a:lnTo>
                  <a:cubicBezTo>
                    <a:pt x="179" y="0"/>
                    <a:pt x="185" y="5"/>
                    <a:pt x="185" y="12"/>
                  </a:cubicBezTo>
                  <a:lnTo>
                    <a:pt x="185" y="59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8" name="Freeform 326"/>
            <p:cNvSpPr>
              <a:spLocks noEditPoints="1"/>
            </p:cNvSpPr>
            <p:nvPr/>
          </p:nvSpPr>
          <p:spPr bwMode="gray">
            <a:xfrm>
              <a:off x="9444038" y="2635250"/>
              <a:ext cx="47625" cy="166688"/>
            </a:xfrm>
            <a:custGeom>
              <a:avLst/>
              <a:gdLst/>
              <a:ahLst/>
              <a:cxnLst>
                <a:cxn ang="0">
                  <a:pos x="12260" y="153938"/>
                </a:cxn>
                <a:cxn ang="0">
                  <a:pos x="12260" y="153938"/>
                </a:cxn>
                <a:cxn ang="0">
                  <a:pos x="34894" y="153938"/>
                </a:cxn>
                <a:cxn ang="0">
                  <a:pos x="34894" y="12277"/>
                </a:cxn>
                <a:cxn ang="0">
                  <a:pos x="12260" y="12277"/>
                </a:cxn>
                <a:cxn ang="0">
                  <a:pos x="12260" y="153938"/>
                </a:cxn>
                <a:cxn ang="0">
                  <a:pos x="47625" y="166688"/>
                </a:cxn>
                <a:cxn ang="0">
                  <a:pos x="47625" y="166688"/>
                </a:cxn>
                <a:cxn ang="0">
                  <a:pos x="0" y="166688"/>
                </a:cxn>
                <a:cxn ang="0">
                  <a:pos x="0" y="0"/>
                </a:cxn>
                <a:cxn ang="0">
                  <a:pos x="47625" y="0"/>
                </a:cxn>
                <a:cxn ang="0">
                  <a:pos x="47625" y="166688"/>
                </a:cxn>
              </a:cxnLst>
              <a:rect l="0" t="0" r="0" b="0"/>
              <a:pathLst>
                <a:path w="101" h="353">
                  <a:moveTo>
                    <a:pt x="26" y="326"/>
                  </a:moveTo>
                  <a:lnTo>
                    <a:pt x="26" y="326"/>
                  </a:lnTo>
                  <a:lnTo>
                    <a:pt x="74" y="326"/>
                  </a:lnTo>
                  <a:lnTo>
                    <a:pt x="74" y="26"/>
                  </a:lnTo>
                  <a:lnTo>
                    <a:pt x="26" y="26"/>
                  </a:lnTo>
                  <a:lnTo>
                    <a:pt x="26" y="326"/>
                  </a:lnTo>
                  <a:close/>
                  <a:moveTo>
                    <a:pt x="101" y="353"/>
                  </a:moveTo>
                  <a:lnTo>
                    <a:pt x="101" y="353"/>
                  </a:lnTo>
                  <a:lnTo>
                    <a:pt x="0" y="353"/>
                  </a:lnTo>
                  <a:lnTo>
                    <a:pt x="0" y="0"/>
                  </a:lnTo>
                  <a:lnTo>
                    <a:pt x="101" y="0"/>
                  </a:lnTo>
                  <a:lnTo>
                    <a:pt x="101" y="353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9" name="Freeform 327"/>
            <p:cNvSpPr/>
            <p:nvPr/>
          </p:nvSpPr>
          <p:spPr bwMode="gray">
            <a:xfrm>
              <a:off x="9447213" y="2828925"/>
              <a:ext cx="65088" cy="65088"/>
            </a:xfrm>
            <a:custGeom>
              <a:avLst/>
              <a:gdLst/>
              <a:ahLst/>
              <a:cxnLst>
                <a:cxn ang="0">
                  <a:pos x="32310" y="65088"/>
                </a:cxn>
                <a:cxn ang="0">
                  <a:pos x="32310" y="65088"/>
                </a:cxn>
                <a:cxn ang="0">
                  <a:pos x="0" y="32544"/>
                </a:cxn>
                <a:cxn ang="0">
                  <a:pos x="32310" y="0"/>
                </a:cxn>
                <a:cxn ang="0">
                  <a:pos x="65088" y="32544"/>
                </a:cxn>
                <a:cxn ang="0">
                  <a:pos x="32310" y="65088"/>
                </a:cxn>
              </a:cxnLst>
              <a:rect l="0" t="0" r="0" b="0"/>
              <a:pathLst>
                <a:path w="139" h="138">
                  <a:moveTo>
                    <a:pt x="69" y="138"/>
                  </a:moveTo>
                  <a:lnTo>
                    <a:pt x="69" y="138"/>
                  </a:lnTo>
                  <a:cubicBezTo>
                    <a:pt x="30" y="138"/>
                    <a:pt x="0" y="107"/>
                    <a:pt x="0" y="69"/>
                  </a:cubicBezTo>
                  <a:cubicBezTo>
                    <a:pt x="0" y="31"/>
                    <a:pt x="30" y="0"/>
                    <a:pt x="69" y="0"/>
                  </a:cubicBezTo>
                  <a:cubicBezTo>
                    <a:pt x="107" y="0"/>
                    <a:pt x="139" y="31"/>
                    <a:pt x="139" y="69"/>
                  </a:cubicBezTo>
                  <a:cubicBezTo>
                    <a:pt x="139" y="107"/>
                    <a:pt x="107" y="138"/>
                    <a:pt x="69" y="138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0" name="Freeform 328"/>
            <p:cNvSpPr/>
            <p:nvPr/>
          </p:nvSpPr>
          <p:spPr bwMode="gray">
            <a:xfrm>
              <a:off x="9334500" y="2828925"/>
              <a:ext cx="66675" cy="65088"/>
            </a:xfrm>
            <a:custGeom>
              <a:avLst/>
              <a:gdLst/>
              <a:ahLst/>
              <a:cxnLst>
                <a:cxn ang="0">
                  <a:pos x="33577" y="65088"/>
                </a:cxn>
                <a:cxn ang="0">
                  <a:pos x="33577" y="65088"/>
                </a:cxn>
                <a:cxn ang="0">
                  <a:pos x="0" y="32544"/>
                </a:cxn>
                <a:cxn ang="0">
                  <a:pos x="33577" y="0"/>
                </a:cxn>
                <a:cxn ang="0">
                  <a:pos x="66675" y="32544"/>
                </a:cxn>
                <a:cxn ang="0">
                  <a:pos x="33577" y="65088"/>
                </a:cxn>
              </a:cxnLst>
              <a:rect l="0" t="0" r="0" b="0"/>
              <a:pathLst>
                <a:path w="139" h="138">
                  <a:moveTo>
                    <a:pt x="70" y="138"/>
                  </a:moveTo>
                  <a:lnTo>
                    <a:pt x="70" y="138"/>
                  </a:lnTo>
                  <a:cubicBezTo>
                    <a:pt x="31" y="138"/>
                    <a:pt x="0" y="107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69"/>
                  </a:cubicBezTo>
                  <a:cubicBezTo>
                    <a:pt x="139" y="107"/>
                    <a:pt x="108" y="138"/>
                    <a:pt x="70" y="138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1" name="Freeform 329"/>
            <p:cNvSpPr>
              <a:spLocks noEditPoints="1"/>
            </p:cNvSpPr>
            <p:nvPr/>
          </p:nvSpPr>
          <p:spPr bwMode="gray">
            <a:xfrm>
              <a:off x="8963025" y="2325688"/>
              <a:ext cx="139700" cy="98425"/>
            </a:xfrm>
            <a:custGeom>
              <a:avLst/>
              <a:gdLst/>
              <a:ahLst/>
              <a:cxnLst>
                <a:cxn ang="0">
                  <a:pos x="69850" y="18837"/>
                </a:cxn>
                <a:cxn ang="0">
                  <a:pos x="69850" y="18837"/>
                </a:cxn>
                <a:cxn ang="0">
                  <a:pos x="18752" y="49448"/>
                </a:cxn>
                <a:cxn ang="0">
                  <a:pos x="69850" y="79588"/>
                </a:cxn>
                <a:cxn ang="0">
                  <a:pos x="120948" y="49448"/>
                </a:cxn>
                <a:cxn ang="0">
                  <a:pos x="69850" y="18837"/>
                </a:cxn>
                <a:cxn ang="0">
                  <a:pos x="69850" y="98425"/>
                </a:cxn>
                <a:cxn ang="0">
                  <a:pos x="69850" y="98425"/>
                </a:cxn>
                <a:cxn ang="0">
                  <a:pos x="0" y="49448"/>
                </a:cxn>
                <a:cxn ang="0">
                  <a:pos x="69850" y="0"/>
                </a:cxn>
                <a:cxn ang="0">
                  <a:pos x="139700" y="49448"/>
                </a:cxn>
                <a:cxn ang="0">
                  <a:pos x="69850" y="98425"/>
                </a:cxn>
              </a:cxnLst>
              <a:rect l="0" t="0" r="0" b="0"/>
              <a:pathLst>
                <a:path w="298" h="209">
                  <a:moveTo>
                    <a:pt x="149" y="40"/>
                  </a:moveTo>
                  <a:lnTo>
                    <a:pt x="149" y="40"/>
                  </a:lnTo>
                  <a:cubicBezTo>
                    <a:pt x="90" y="40"/>
                    <a:pt x="40" y="70"/>
                    <a:pt x="40" y="105"/>
                  </a:cubicBezTo>
                  <a:cubicBezTo>
                    <a:pt x="40" y="140"/>
                    <a:pt x="90" y="169"/>
                    <a:pt x="149" y="169"/>
                  </a:cubicBezTo>
                  <a:cubicBezTo>
                    <a:pt x="208" y="169"/>
                    <a:pt x="258" y="140"/>
                    <a:pt x="258" y="105"/>
                  </a:cubicBezTo>
                  <a:cubicBezTo>
                    <a:pt x="258" y="70"/>
                    <a:pt x="208" y="40"/>
                    <a:pt x="149" y="40"/>
                  </a:cubicBezTo>
                  <a:close/>
                  <a:moveTo>
                    <a:pt x="149" y="209"/>
                  </a:moveTo>
                  <a:lnTo>
                    <a:pt x="149" y="209"/>
                  </a:lnTo>
                  <a:cubicBezTo>
                    <a:pt x="66" y="209"/>
                    <a:pt x="0" y="163"/>
                    <a:pt x="0" y="105"/>
                  </a:cubicBezTo>
                  <a:cubicBezTo>
                    <a:pt x="0" y="46"/>
                    <a:pt x="66" y="0"/>
                    <a:pt x="149" y="0"/>
                  </a:cubicBezTo>
                  <a:cubicBezTo>
                    <a:pt x="232" y="0"/>
                    <a:pt x="298" y="46"/>
                    <a:pt x="298" y="105"/>
                  </a:cubicBezTo>
                  <a:cubicBezTo>
                    <a:pt x="298" y="163"/>
                    <a:pt x="232" y="209"/>
                    <a:pt x="149" y="209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2" name="Freeform 330"/>
            <p:cNvSpPr>
              <a:spLocks noEditPoints="1"/>
            </p:cNvSpPr>
            <p:nvPr/>
          </p:nvSpPr>
          <p:spPr bwMode="gray">
            <a:xfrm>
              <a:off x="8963025" y="2366963"/>
              <a:ext cx="139700" cy="138113"/>
            </a:xfrm>
            <a:custGeom>
              <a:avLst/>
              <a:gdLst/>
              <a:ahLst/>
              <a:cxnLst>
                <a:cxn ang="0">
                  <a:pos x="18752" y="82773"/>
                </a:cxn>
                <a:cxn ang="0">
                  <a:pos x="18752" y="82773"/>
                </a:cxn>
                <a:cxn ang="0">
                  <a:pos x="18752" y="88449"/>
                </a:cxn>
                <a:cxn ang="0">
                  <a:pos x="69850" y="119193"/>
                </a:cxn>
                <a:cxn ang="0">
                  <a:pos x="120948" y="88449"/>
                </a:cxn>
                <a:cxn ang="0">
                  <a:pos x="120948" y="82773"/>
                </a:cxn>
                <a:cxn ang="0">
                  <a:pos x="69850" y="98382"/>
                </a:cxn>
                <a:cxn ang="0">
                  <a:pos x="18752" y="82773"/>
                </a:cxn>
                <a:cxn ang="0">
                  <a:pos x="69850" y="138113"/>
                </a:cxn>
                <a:cxn ang="0">
                  <a:pos x="69850" y="138113"/>
                </a:cxn>
                <a:cxn ang="0">
                  <a:pos x="0" y="88449"/>
                </a:cxn>
                <a:cxn ang="0">
                  <a:pos x="0" y="9460"/>
                </a:cxn>
                <a:cxn ang="0">
                  <a:pos x="9376" y="0"/>
                </a:cxn>
                <a:cxn ang="0">
                  <a:pos x="18752" y="9460"/>
                </a:cxn>
                <a:cxn ang="0">
                  <a:pos x="18752" y="48718"/>
                </a:cxn>
                <a:cxn ang="0">
                  <a:pos x="69850" y="79462"/>
                </a:cxn>
                <a:cxn ang="0">
                  <a:pos x="120948" y="48718"/>
                </a:cxn>
                <a:cxn ang="0">
                  <a:pos x="120948" y="9460"/>
                </a:cxn>
                <a:cxn ang="0">
                  <a:pos x="139700" y="9460"/>
                </a:cxn>
                <a:cxn ang="0">
                  <a:pos x="139700" y="88449"/>
                </a:cxn>
                <a:cxn ang="0">
                  <a:pos x="69850" y="138113"/>
                </a:cxn>
              </a:cxnLst>
              <a:rect l="0" t="0" r="0" b="0"/>
              <a:pathLst>
                <a:path w="298" h="292">
                  <a:moveTo>
                    <a:pt x="40" y="175"/>
                  </a:moveTo>
                  <a:lnTo>
                    <a:pt x="40" y="175"/>
                  </a:lnTo>
                  <a:lnTo>
                    <a:pt x="40" y="187"/>
                  </a:lnTo>
                  <a:cubicBezTo>
                    <a:pt x="40" y="222"/>
                    <a:pt x="90" y="252"/>
                    <a:pt x="149" y="252"/>
                  </a:cubicBezTo>
                  <a:cubicBezTo>
                    <a:pt x="208" y="252"/>
                    <a:pt x="258" y="222"/>
                    <a:pt x="258" y="187"/>
                  </a:cubicBezTo>
                  <a:lnTo>
                    <a:pt x="258" y="175"/>
                  </a:lnTo>
                  <a:cubicBezTo>
                    <a:pt x="231" y="196"/>
                    <a:pt x="192" y="208"/>
                    <a:pt x="149" y="208"/>
                  </a:cubicBezTo>
                  <a:cubicBezTo>
                    <a:pt x="106" y="208"/>
                    <a:pt x="67" y="196"/>
                    <a:pt x="40" y="175"/>
                  </a:cubicBezTo>
                  <a:close/>
                  <a:moveTo>
                    <a:pt x="149" y="292"/>
                  </a:moveTo>
                  <a:lnTo>
                    <a:pt x="149" y="292"/>
                  </a:lnTo>
                  <a:cubicBezTo>
                    <a:pt x="66" y="292"/>
                    <a:pt x="0" y="246"/>
                    <a:pt x="0" y="187"/>
                  </a:cubicBezTo>
                  <a:lnTo>
                    <a:pt x="0" y="20"/>
                  </a:ln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lnTo>
                    <a:pt x="40" y="103"/>
                  </a:lnTo>
                  <a:cubicBezTo>
                    <a:pt x="40" y="138"/>
                    <a:pt x="90" y="168"/>
                    <a:pt x="149" y="168"/>
                  </a:cubicBezTo>
                  <a:cubicBezTo>
                    <a:pt x="208" y="168"/>
                    <a:pt x="258" y="138"/>
                    <a:pt x="258" y="103"/>
                  </a:cubicBezTo>
                  <a:lnTo>
                    <a:pt x="258" y="20"/>
                  </a:lnTo>
                  <a:lnTo>
                    <a:pt x="298" y="20"/>
                  </a:lnTo>
                  <a:lnTo>
                    <a:pt x="298" y="187"/>
                  </a:lnTo>
                  <a:cubicBezTo>
                    <a:pt x="298" y="246"/>
                    <a:pt x="232" y="292"/>
                    <a:pt x="149" y="292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3" name="Freeform 331"/>
            <p:cNvSpPr>
              <a:spLocks noEditPoints="1"/>
            </p:cNvSpPr>
            <p:nvPr/>
          </p:nvSpPr>
          <p:spPr bwMode="gray">
            <a:xfrm>
              <a:off x="9132888" y="2344738"/>
              <a:ext cx="158750" cy="157163"/>
            </a:xfrm>
            <a:custGeom>
              <a:avLst/>
              <a:gdLst/>
              <a:ahLst/>
              <a:cxnLst>
                <a:cxn ang="0">
                  <a:pos x="69247" y="19292"/>
                </a:cxn>
                <a:cxn ang="0">
                  <a:pos x="69247" y="19292"/>
                </a:cxn>
                <a:cxn ang="0">
                  <a:pos x="18843" y="78582"/>
                </a:cxn>
                <a:cxn ang="0">
                  <a:pos x="78668" y="138341"/>
                </a:cxn>
                <a:cxn ang="0">
                  <a:pos x="139436" y="87992"/>
                </a:cxn>
                <a:cxn ang="0">
                  <a:pos x="69247" y="87992"/>
                </a:cxn>
                <a:cxn ang="0">
                  <a:pos x="69247" y="19292"/>
                </a:cxn>
                <a:cxn ang="0">
                  <a:pos x="78668" y="157163"/>
                </a:cxn>
                <a:cxn ang="0">
                  <a:pos x="78668" y="157163"/>
                </a:cxn>
                <a:cxn ang="0">
                  <a:pos x="0" y="78582"/>
                </a:cxn>
                <a:cxn ang="0">
                  <a:pos x="78668" y="0"/>
                </a:cxn>
                <a:cxn ang="0">
                  <a:pos x="88090" y="0"/>
                </a:cxn>
                <a:cxn ang="0">
                  <a:pos x="88090" y="69171"/>
                </a:cxn>
                <a:cxn ang="0">
                  <a:pos x="158750" y="69171"/>
                </a:cxn>
                <a:cxn ang="0">
                  <a:pos x="158750" y="78582"/>
                </a:cxn>
                <a:cxn ang="0">
                  <a:pos x="78668" y="157163"/>
                </a:cxn>
              </a:cxnLst>
              <a:rect l="0" t="0" r="0" b="0"/>
              <a:pathLst>
                <a:path w="337" h="334">
                  <a:moveTo>
                    <a:pt x="147" y="41"/>
                  </a:moveTo>
                  <a:lnTo>
                    <a:pt x="147" y="41"/>
                  </a:lnTo>
                  <a:cubicBezTo>
                    <a:pt x="86" y="51"/>
                    <a:pt x="40" y="104"/>
                    <a:pt x="40" y="167"/>
                  </a:cubicBezTo>
                  <a:cubicBezTo>
                    <a:pt x="40" y="237"/>
                    <a:pt x="97" y="294"/>
                    <a:pt x="167" y="294"/>
                  </a:cubicBezTo>
                  <a:cubicBezTo>
                    <a:pt x="245" y="294"/>
                    <a:pt x="289" y="257"/>
                    <a:pt x="296" y="187"/>
                  </a:cubicBezTo>
                  <a:lnTo>
                    <a:pt x="147" y="187"/>
                  </a:lnTo>
                  <a:lnTo>
                    <a:pt x="147" y="41"/>
                  </a:lnTo>
                  <a:close/>
                  <a:moveTo>
                    <a:pt x="167" y="334"/>
                  </a:moveTo>
                  <a:lnTo>
                    <a:pt x="167" y="334"/>
                  </a:lnTo>
                  <a:cubicBezTo>
                    <a:pt x="75" y="334"/>
                    <a:pt x="0" y="259"/>
                    <a:pt x="0" y="167"/>
                  </a:cubicBezTo>
                  <a:cubicBezTo>
                    <a:pt x="0" y="75"/>
                    <a:pt x="75" y="0"/>
                    <a:pt x="167" y="0"/>
                  </a:cubicBezTo>
                  <a:lnTo>
                    <a:pt x="187" y="0"/>
                  </a:lnTo>
                  <a:lnTo>
                    <a:pt x="187" y="147"/>
                  </a:lnTo>
                  <a:lnTo>
                    <a:pt x="337" y="147"/>
                  </a:lnTo>
                  <a:lnTo>
                    <a:pt x="337" y="167"/>
                  </a:lnTo>
                  <a:cubicBezTo>
                    <a:pt x="337" y="273"/>
                    <a:pt x="275" y="334"/>
                    <a:pt x="167" y="334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4" name="Freeform 332"/>
            <p:cNvSpPr>
              <a:spLocks noEditPoints="1"/>
            </p:cNvSpPr>
            <p:nvPr/>
          </p:nvSpPr>
          <p:spPr bwMode="gray">
            <a:xfrm>
              <a:off x="9202738" y="2344738"/>
              <a:ext cx="87313" cy="87313"/>
            </a:xfrm>
            <a:custGeom>
              <a:avLst/>
              <a:gdLst/>
              <a:ahLst/>
              <a:cxnLst>
                <a:cxn ang="0">
                  <a:pos x="18677" y="68736"/>
                </a:cxn>
                <a:cxn ang="0">
                  <a:pos x="18677" y="68736"/>
                </a:cxn>
                <a:cxn ang="0">
                  <a:pos x="68170" y="68736"/>
                </a:cxn>
                <a:cxn ang="0">
                  <a:pos x="18677" y="19506"/>
                </a:cxn>
                <a:cxn ang="0">
                  <a:pos x="18677" y="68736"/>
                </a:cxn>
                <a:cxn ang="0">
                  <a:pos x="87313" y="87313"/>
                </a:cxn>
                <a:cxn ang="0">
                  <a:pos x="87313" y="87313"/>
                </a:cxn>
                <a:cxn ang="0">
                  <a:pos x="0" y="87313"/>
                </a:cxn>
                <a:cxn ang="0">
                  <a:pos x="0" y="0"/>
                </a:cxn>
                <a:cxn ang="0">
                  <a:pos x="9338" y="0"/>
                </a:cxn>
                <a:cxn ang="0">
                  <a:pos x="87313" y="78024"/>
                </a:cxn>
                <a:cxn ang="0">
                  <a:pos x="87313" y="87313"/>
                </a:cxn>
              </a:cxnLst>
              <a:rect l="0" t="0" r="0" b="0"/>
              <a:pathLst>
                <a:path w="187" h="188">
                  <a:moveTo>
                    <a:pt x="40" y="148"/>
                  </a:moveTo>
                  <a:lnTo>
                    <a:pt x="40" y="148"/>
                  </a:lnTo>
                  <a:lnTo>
                    <a:pt x="146" y="148"/>
                  </a:lnTo>
                  <a:cubicBezTo>
                    <a:pt x="137" y="93"/>
                    <a:pt x="94" y="51"/>
                    <a:pt x="40" y="42"/>
                  </a:cubicBezTo>
                  <a:lnTo>
                    <a:pt x="40" y="148"/>
                  </a:lnTo>
                  <a:close/>
                  <a:moveTo>
                    <a:pt x="187" y="188"/>
                  </a:moveTo>
                  <a:lnTo>
                    <a:pt x="187" y="188"/>
                  </a:lnTo>
                  <a:lnTo>
                    <a:pt x="0" y="188"/>
                  </a:lnTo>
                  <a:lnTo>
                    <a:pt x="0" y="0"/>
                  </a:lnTo>
                  <a:lnTo>
                    <a:pt x="20" y="0"/>
                  </a:lnTo>
                  <a:cubicBezTo>
                    <a:pt x="112" y="0"/>
                    <a:pt x="187" y="75"/>
                    <a:pt x="187" y="168"/>
                  </a:cubicBezTo>
                  <a:lnTo>
                    <a:pt x="187" y="188"/>
                  </a:ln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5" name="Freeform 333"/>
            <p:cNvSpPr/>
            <p:nvPr/>
          </p:nvSpPr>
          <p:spPr bwMode="gray">
            <a:xfrm>
              <a:off x="9147175" y="2413000"/>
              <a:ext cx="74613" cy="63500"/>
            </a:xfrm>
            <a:custGeom>
              <a:avLst/>
              <a:gdLst/>
              <a:ahLst/>
              <a:cxnLst>
                <a:cxn ang="0">
                  <a:pos x="10389" y="63500"/>
                </a:cxn>
                <a:cxn ang="0">
                  <a:pos x="10389" y="63500"/>
                </a:cxn>
                <a:cxn ang="0">
                  <a:pos x="3306" y="60232"/>
                </a:cxn>
                <a:cxn ang="0">
                  <a:pos x="4250" y="47158"/>
                </a:cxn>
                <a:cxn ang="0">
                  <a:pos x="58085" y="3268"/>
                </a:cxn>
                <a:cxn ang="0">
                  <a:pos x="71307" y="4669"/>
                </a:cxn>
                <a:cxn ang="0">
                  <a:pos x="70363" y="17743"/>
                </a:cxn>
                <a:cxn ang="0">
                  <a:pos x="16528" y="61632"/>
                </a:cxn>
                <a:cxn ang="0">
                  <a:pos x="10389" y="63500"/>
                </a:cxn>
              </a:cxnLst>
              <a:rect l="0" t="0" r="0" b="0"/>
              <a:pathLst>
                <a:path w="158" h="136">
                  <a:moveTo>
                    <a:pt x="22" y="136"/>
                  </a:moveTo>
                  <a:lnTo>
                    <a:pt x="22" y="136"/>
                  </a:lnTo>
                  <a:cubicBezTo>
                    <a:pt x="16" y="136"/>
                    <a:pt x="11" y="134"/>
                    <a:pt x="7" y="129"/>
                  </a:cubicBezTo>
                  <a:cubicBezTo>
                    <a:pt x="0" y="121"/>
                    <a:pt x="1" y="108"/>
                    <a:pt x="9" y="101"/>
                  </a:cubicBezTo>
                  <a:lnTo>
                    <a:pt x="123" y="7"/>
                  </a:lnTo>
                  <a:cubicBezTo>
                    <a:pt x="132" y="0"/>
                    <a:pt x="144" y="2"/>
                    <a:pt x="151" y="10"/>
                  </a:cubicBezTo>
                  <a:cubicBezTo>
                    <a:pt x="158" y="19"/>
                    <a:pt x="157" y="31"/>
                    <a:pt x="149" y="38"/>
                  </a:cubicBezTo>
                  <a:lnTo>
                    <a:pt x="35" y="132"/>
                  </a:lnTo>
                  <a:cubicBezTo>
                    <a:pt x="31" y="135"/>
                    <a:pt x="27" y="136"/>
                    <a:pt x="22" y="136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6" name="Freeform 334"/>
            <p:cNvSpPr/>
            <p:nvPr/>
          </p:nvSpPr>
          <p:spPr bwMode="gray">
            <a:xfrm>
              <a:off x="9147175" y="2379663"/>
              <a:ext cx="71438" cy="12700"/>
            </a:xfrm>
            <a:custGeom>
              <a:avLst/>
              <a:gdLst/>
              <a:ahLst/>
              <a:cxnLst>
                <a:cxn ang="0">
                  <a:pos x="65205" y="12700"/>
                </a:cxn>
                <a:cxn ang="0">
                  <a:pos x="65205" y="12700"/>
                </a:cxn>
                <a:cxn ang="0">
                  <a:pos x="6233" y="12700"/>
                </a:cxn>
                <a:cxn ang="0">
                  <a:pos x="0" y="6350"/>
                </a:cxn>
                <a:cxn ang="0">
                  <a:pos x="6233" y="0"/>
                </a:cxn>
                <a:cxn ang="0">
                  <a:pos x="65205" y="0"/>
                </a:cxn>
                <a:cxn ang="0">
                  <a:pos x="71438" y="6350"/>
                </a:cxn>
                <a:cxn ang="0">
                  <a:pos x="65205" y="12700"/>
                </a:cxn>
              </a:cxnLst>
              <a:rect l="0" t="0" r="0" b="0"/>
              <a:pathLst>
                <a:path w="149" h="26">
                  <a:moveTo>
                    <a:pt x="136" y="26"/>
                  </a:moveTo>
                  <a:lnTo>
                    <a:pt x="136" y="26"/>
                  </a:lnTo>
                  <a:lnTo>
                    <a:pt x="13" y="26"/>
                  </a:lnTo>
                  <a:cubicBezTo>
                    <a:pt x="5" y="26"/>
                    <a:pt x="0" y="20"/>
                    <a:pt x="0" y="13"/>
                  </a:cubicBezTo>
                  <a:cubicBezTo>
                    <a:pt x="0" y="6"/>
                    <a:pt x="5" y="0"/>
                    <a:pt x="13" y="0"/>
                  </a:cubicBezTo>
                  <a:lnTo>
                    <a:pt x="136" y="0"/>
                  </a:lnTo>
                  <a:cubicBezTo>
                    <a:pt x="143" y="0"/>
                    <a:pt x="149" y="6"/>
                    <a:pt x="149" y="13"/>
                  </a:cubicBezTo>
                  <a:cubicBezTo>
                    <a:pt x="149" y="20"/>
                    <a:pt x="143" y="26"/>
                    <a:pt x="136" y="26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7" name="Freeform 335"/>
            <p:cNvSpPr/>
            <p:nvPr/>
          </p:nvSpPr>
          <p:spPr bwMode="gray">
            <a:xfrm>
              <a:off x="9137650" y="2403475"/>
              <a:ext cx="80963" cy="12700"/>
            </a:xfrm>
            <a:custGeom>
              <a:avLst/>
              <a:gdLst/>
              <a:ahLst/>
              <a:cxnLst>
                <a:cxn ang="0">
                  <a:pos x="74808" y="12700"/>
                </a:cxn>
                <a:cxn ang="0">
                  <a:pos x="74808" y="12700"/>
                </a:cxn>
                <a:cxn ang="0">
                  <a:pos x="6629" y="12700"/>
                </a:cxn>
                <a:cxn ang="0">
                  <a:pos x="0" y="6115"/>
                </a:cxn>
                <a:cxn ang="0">
                  <a:pos x="6629" y="0"/>
                </a:cxn>
                <a:cxn ang="0">
                  <a:pos x="74808" y="0"/>
                </a:cxn>
                <a:cxn ang="0">
                  <a:pos x="80963" y="6115"/>
                </a:cxn>
                <a:cxn ang="0">
                  <a:pos x="74808" y="12700"/>
                </a:cxn>
              </a:cxnLst>
              <a:rect l="0" t="0" r="0" b="0"/>
              <a:pathLst>
                <a:path w="171" h="27">
                  <a:moveTo>
                    <a:pt x="158" y="27"/>
                  </a:moveTo>
                  <a:lnTo>
                    <a:pt x="158" y="27"/>
                  </a:lnTo>
                  <a:lnTo>
                    <a:pt x="14" y="27"/>
                  </a:lnTo>
                  <a:cubicBezTo>
                    <a:pt x="6" y="27"/>
                    <a:pt x="0" y="21"/>
                    <a:pt x="0" y="13"/>
                  </a:cubicBezTo>
                  <a:cubicBezTo>
                    <a:pt x="0" y="6"/>
                    <a:pt x="6" y="0"/>
                    <a:pt x="14" y="0"/>
                  </a:cubicBezTo>
                  <a:lnTo>
                    <a:pt x="158" y="0"/>
                  </a:lnTo>
                  <a:cubicBezTo>
                    <a:pt x="165" y="0"/>
                    <a:pt x="171" y="6"/>
                    <a:pt x="171" y="13"/>
                  </a:cubicBezTo>
                  <a:cubicBezTo>
                    <a:pt x="171" y="21"/>
                    <a:pt x="165" y="27"/>
                    <a:pt x="158" y="27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8" name="Freeform 336"/>
            <p:cNvSpPr/>
            <p:nvPr/>
          </p:nvSpPr>
          <p:spPr bwMode="gray">
            <a:xfrm>
              <a:off x="9137650" y="2427288"/>
              <a:ext cx="69850" cy="11113"/>
            </a:xfrm>
            <a:custGeom>
              <a:avLst/>
              <a:gdLst/>
              <a:ahLst/>
              <a:cxnLst>
                <a:cxn ang="0">
                  <a:pos x="63243" y="11113"/>
                </a:cxn>
                <a:cxn ang="0">
                  <a:pos x="63243" y="11113"/>
                </a:cxn>
                <a:cxn ang="0">
                  <a:pos x="6607" y="11113"/>
                </a:cxn>
                <a:cxn ang="0">
                  <a:pos x="0" y="5557"/>
                </a:cxn>
                <a:cxn ang="0">
                  <a:pos x="6607" y="0"/>
                </a:cxn>
                <a:cxn ang="0">
                  <a:pos x="63243" y="0"/>
                </a:cxn>
                <a:cxn ang="0">
                  <a:pos x="69850" y="5557"/>
                </a:cxn>
                <a:cxn ang="0">
                  <a:pos x="63243" y="11113"/>
                </a:cxn>
              </a:cxnLst>
              <a:rect l="0" t="0" r="0" b="0"/>
              <a:pathLst>
                <a:path w="148" h="26">
                  <a:moveTo>
                    <a:pt x="134" y="26"/>
                  </a:moveTo>
                  <a:lnTo>
                    <a:pt x="134" y="26"/>
                  </a:lnTo>
                  <a:lnTo>
                    <a:pt x="14" y="26"/>
                  </a:lnTo>
                  <a:cubicBezTo>
                    <a:pt x="6" y="26"/>
                    <a:pt x="0" y="20"/>
                    <a:pt x="0" y="13"/>
                  </a:cubicBezTo>
                  <a:cubicBezTo>
                    <a:pt x="0" y="6"/>
                    <a:pt x="6" y="0"/>
                    <a:pt x="14" y="0"/>
                  </a:cubicBezTo>
                  <a:lnTo>
                    <a:pt x="134" y="0"/>
                  </a:lnTo>
                  <a:cubicBezTo>
                    <a:pt x="142" y="0"/>
                    <a:pt x="148" y="6"/>
                    <a:pt x="148" y="13"/>
                  </a:cubicBezTo>
                  <a:cubicBezTo>
                    <a:pt x="148" y="20"/>
                    <a:pt x="142" y="26"/>
                    <a:pt x="134" y="26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9" name="Freeform 337"/>
            <p:cNvSpPr/>
            <p:nvPr/>
          </p:nvSpPr>
          <p:spPr bwMode="gray">
            <a:xfrm>
              <a:off x="9332913" y="2344738"/>
              <a:ext cx="188913" cy="147638"/>
            </a:xfrm>
            <a:custGeom>
              <a:avLst/>
              <a:gdLst/>
              <a:ahLst/>
              <a:cxnLst>
                <a:cxn ang="0">
                  <a:pos x="179561" y="147638"/>
                </a:cxn>
                <a:cxn ang="0">
                  <a:pos x="179561" y="147638"/>
                </a:cxn>
                <a:cxn ang="0">
                  <a:pos x="0" y="147638"/>
                </a:cxn>
                <a:cxn ang="0">
                  <a:pos x="0" y="9434"/>
                </a:cxn>
                <a:cxn ang="0">
                  <a:pos x="9352" y="0"/>
                </a:cxn>
                <a:cxn ang="0">
                  <a:pos x="18704" y="9434"/>
                </a:cxn>
                <a:cxn ang="0">
                  <a:pos x="18704" y="128771"/>
                </a:cxn>
                <a:cxn ang="0">
                  <a:pos x="179561" y="128771"/>
                </a:cxn>
                <a:cxn ang="0">
                  <a:pos x="188913" y="138204"/>
                </a:cxn>
                <a:cxn ang="0">
                  <a:pos x="179561" y="147638"/>
                </a:cxn>
              </a:cxnLst>
              <a:rect l="0" t="0" r="0" b="0"/>
              <a:pathLst>
                <a:path w="404" h="313">
                  <a:moveTo>
                    <a:pt x="384" y="313"/>
                  </a:moveTo>
                  <a:lnTo>
                    <a:pt x="384" y="313"/>
                  </a:lnTo>
                  <a:lnTo>
                    <a:pt x="0" y="313"/>
                  </a:lnTo>
                  <a:lnTo>
                    <a:pt x="0" y="20"/>
                  </a:ln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lnTo>
                    <a:pt x="40" y="273"/>
                  </a:lnTo>
                  <a:lnTo>
                    <a:pt x="384" y="273"/>
                  </a:lnTo>
                  <a:cubicBezTo>
                    <a:pt x="395" y="273"/>
                    <a:pt x="404" y="282"/>
                    <a:pt x="404" y="293"/>
                  </a:cubicBezTo>
                  <a:cubicBezTo>
                    <a:pt x="404" y="305"/>
                    <a:pt x="395" y="313"/>
                    <a:pt x="384" y="313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0" name="Freeform 338"/>
            <p:cNvSpPr/>
            <p:nvPr/>
          </p:nvSpPr>
          <p:spPr bwMode="gray">
            <a:xfrm>
              <a:off x="9372600" y="2384425"/>
              <a:ext cx="128588" cy="60325"/>
            </a:xfrm>
            <a:custGeom>
              <a:avLst/>
              <a:gdLst/>
              <a:ahLst/>
              <a:cxnLst>
                <a:cxn ang="0">
                  <a:pos x="10325" y="59857"/>
                </a:cxn>
                <a:cxn ang="0">
                  <a:pos x="10325" y="59857"/>
                </a:cxn>
                <a:cxn ang="0">
                  <a:pos x="6570" y="58922"/>
                </a:cxn>
                <a:cxn ang="0">
                  <a:pos x="1877" y="46296"/>
                </a:cxn>
                <a:cxn ang="0">
                  <a:pos x="20649" y="6547"/>
                </a:cxn>
                <a:cxn ang="0">
                  <a:pos x="27219" y="1403"/>
                </a:cxn>
                <a:cxn ang="0">
                  <a:pos x="35197" y="3741"/>
                </a:cxn>
                <a:cxn ang="0">
                  <a:pos x="72272" y="37878"/>
                </a:cxn>
                <a:cxn ang="0">
                  <a:pos x="112163" y="3273"/>
                </a:cxn>
                <a:cxn ang="0">
                  <a:pos x="125303" y="4209"/>
                </a:cxn>
                <a:cxn ang="0">
                  <a:pos x="124364" y="17303"/>
                </a:cxn>
                <a:cxn ang="0">
                  <a:pos x="78373" y="57519"/>
                </a:cxn>
                <a:cxn ang="0">
                  <a:pos x="65702" y="57052"/>
                </a:cxn>
                <a:cxn ang="0">
                  <a:pos x="31912" y="26188"/>
                </a:cxn>
                <a:cxn ang="0">
                  <a:pos x="19241" y="54246"/>
                </a:cxn>
                <a:cxn ang="0">
                  <a:pos x="10325" y="59857"/>
                </a:cxn>
              </a:cxnLst>
              <a:rect l="0" t="0" r="0" b="0"/>
              <a:pathLst>
                <a:path w="274" h="129">
                  <a:moveTo>
                    <a:pt x="22" y="128"/>
                  </a:moveTo>
                  <a:lnTo>
                    <a:pt x="22" y="128"/>
                  </a:lnTo>
                  <a:cubicBezTo>
                    <a:pt x="20" y="128"/>
                    <a:pt x="17" y="127"/>
                    <a:pt x="14" y="126"/>
                  </a:cubicBezTo>
                  <a:cubicBezTo>
                    <a:pt x="4" y="121"/>
                    <a:pt x="0" y="109"/>
                    <a:pt x="4" y="99"/>
                  </a:cubicBezTo>
                  <a:lnTo>
                    <a:pt x="44" y="14"/>
                  </a:lnTo>
                  <a:cubicBezTo>
                    <a:pt x="46" y="8"/>
                    <a:pt x="52" y="4"/>
                    <a:pt x="58" y="3"/>
                  </a:cubicBezTo>
                  <a:cubicBezTo>
                    <a:pt x="64" y="2"/>
                    <a:pt x="71" y="3"/>
                    <a:pt x="75" y="8"/>
                  </a:cubicBezTo>
                  <a:lnTo>
                    <a:pt x="154" y="81"/>
                  </a:lnTo>
                  <a:lnTo>
                    <a:pt x="239" y="7"/>
                  </a:lnTo>
                  <a:cubicBezTo>
                    <a:pt x="247" y="0"/>
                    <a:pt x="260" y="1"/>
                    <a:pt x="267" y="9"/>
                  </a:cubicBezTo>
                  <a:cubicBezTo>
                    <a:pt x="274" y="18"/>
                    <a:pt x="273" y="30"/>
                    <a:pt x="265" y="37"/>
                  </a:cubicBezTo>
                  <a:lnTo>
                    <a:pt x="167" y="123"/>
                  </a:lnTo>
                  <a:cubicBezTo>
                    <a:pt x="159" y="129"/>
                    <a:pt x="148" y="129"/>
                    <a:pt x="140" y="122"/>
                  </a:cubicBezTo>
                  <a:lnTo>
                    <a:pt x="68" y="56"/>
                  </a:lnTo>
                  <a:lnTo>
                    <a:pt x="41" y="116"/>
                  </a:lnTo>
                  <a:cubicBezTo>
                    <a:pt x="37" y="123"/>
                    <a:pt x="30" y="128"/>
                    <a:pt x="22" y="128"/>
                  </a:cubicBezTo>
                  <a:close/>
                </a:path>
              </a:pathLst>
            </a:custGeom>
            <a:solidFill>
              <a:srgbClr val="474747"/>
            </a:solidFill>
            <a:ln w="0">
              <a:noFill/>
            </a:ln>
          </p:spPr>
          <p:txBody>
            <a:bodyPr/>
            <a:lstStyle/>
            <a:p>
              <a:endParaRPr lang="zh-CN" altLang="en-US" sz="24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341" name="组合 380"/>
          <p:cNvGrpSpPr>
            <a:grpSpLocks/>
          </p:cNvGrpSpPr>
          <p:nvPr/>
        </p:nvGrpSpPr>
        <p:grpSpPr bwMode="gray">
          <a:xfrm>
            <a:off x="6631919" y="5376812"/>
            <a:ext cx="568695" cy="364823"/>
            <a:chOff x="8448675" y="4338638"/>
            <a:chExt cx="757238" cy="485775"/>
          </a:xfrm>
        </p:grpSpPr>
        <p:sp>
          <p:nvSpPr>
            <p:cNvPr id="342" name="Freeform 309"/>
            <p:cNvSpPr>
              <a:spLocks noEditPoints="1"/>
            </p:cNvSpPr>
            <p:nvPr/>
          </p:nvSpPr>
          <p:spPr bwMode="gray">
            <a:xfrm>
              <a:off x="8448675" y="4338638"/>
              <a:ext cx="698500" cy="174625"/>
            </a:xfrm>
            <a:custGeom>
              <a:avLst/>
              <a:gdLst>
                <a:gd name="T0" fmla="*/ 2147483646 w 1486"/>
                <a:gd name="T1" fmla="*/ 2147483646 h 373"/>
                <a:gd name="T2" fmla="*/ 2147483646 w 1486"/>
                <a:gd name="T3" fmla="*/ 2147483646 h 373"/>
                <a:gd name="T4" fmla="*/ 2147483646 w 1486"/>
                <a:gd name="T5" fmla="*/ 2147483646 h 373"/>
                <a:gd name="T6" fmla="*/ 2147483646 w 1486"/>
                <a:gd name="T7" fmla="*/ 2147483646 h 373"/>
                <a:gd name="T8" fmla="*/ 2147483646 w 1486"/>
                <a:gd name="T9" fmla="*/ 2147483646 h 373"/>
                <a:gd name="T10" fmla="*/ 2147483646 w 1486"/>
                <a:gd name="T11" fmla="*/ 2147483646 h 373"/>
                <a:gd name="T12" fmla="*/ 2147483646 w 1486"/>
                <a:gd name="T13" fmla="*/ 2147483646 h 373"/>
                <a:gd name="T14" fmla="*/ 2147483646 w 1486"/>
                <a:gd name="T15" fmla="*/ 2147483646 h 373"/>
                <a:gd name="T16" fmla="*/ 2147483646 w 1486"/>
                <a:gd name="T17" fmla="*/ 2147483646 h 373"/>
                <a:gd name="T18" fmla="*/ 2147483646 w 1486"/>
                <a:gd name="T19" fmla="*/ 2147483646 h 373"/>
                <a:gd name="T20" fmla="*/ 2147483646 w 1486"/>
                <a:gd name="T21" fmla="*/ 2147483646 h 373"/>
                <a:gd name="T22" fmla="*/ 2147483646 w 1486"/>
                <a:gd name="T23" fmla="*/ 2147483646 h 373"/>
                <a:gd name="T24" fmla="*/ 2147483646 w 1486"/>
                <a:gd name="T25" fmla="*/ 2147483646 h 373"/>
                <a:gd name="T26" fmla="*/ 2147483646 w 1486"/>
                <a:gd name="T27" fmla="*/ 2147483646 h 373"/>
                <a:gd name="T28" fmla="*/ 2147483646 w 1486"/>
                <a:gd name="T29" fmla="*/ 2147483646 h 373"/>
                <a:gd name="T30" fmla="*/ 2147483646 w 1486"/>
                <a:gd name="T31" fmla="*/ 2147483646 h 373"/>
                <a:gd name="T32" fmla="*/ 2147483646 w 1486"/>
                <a:gd name="T33" fmla="*/ 2147483646 h 373"/>
                <a:gd name="T34" fmla="*/ 2147483646 w 1486"/>
                <a:gd name="T35" fmla="*/ 2147483646 h 373"/>
                <a:gd name="T36" fmla="*/ 2147483646 w 1486"/>
                <a:gd name="T37" fmla="*/ 2147483646 h 373"/>
                <a:gd name="T38" fmla="*/ 2147483646 w 1486"/>
                <a:gd name="T39" fmla="*/ 2147483646 h 373"/>
                <a:gd name="T40" fmla="*/ 2147483646 w 1486"/>
                <a:gd name="T41" fmla="*/ 2147483646 h 373"/>
                <a:gd name="T42" fmla="*/ 2147483646 w 1486"/>
                <a:gd name="T43" fmla="*/ 2147483646 h 37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486"/>
                <a:gd name="T67" fmla="*/ 0 h 373"/>
                <a:gd name="T68" fmla="*/ 1486 w 1486"/>
                <a:gd name="T69" fmla="*/ 373 h 373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486" h="373">
                  <a:moveTo>
                    <a:pt x="157" y="284"/>
                  </a:moveTo>
                  <a:lnTo>
                    <a:pt x="157" y="284"/>
                  </a:lnTo>
                  <a:cubicBezTo>
                    <a:pt x="200" y="296"/>
                    <a:pt x="252" y="307"/>
                    <a:pt x="309" y="307"/>
                  </a:cubicBezTo>
                  <a:cubicBezTo>
                    <a:pt x="331" y="307"/>
                    <a:pt x="353" y="305"/>
                    <a:pt x="374" y="302"/>
                  </a:cubicBezTo>
                  <a:lnTo>
                    <a:pt x="1405" y="112"/>
                  </a:lnTo>
                  <a:cubicBezTo>
                    <a:pt x="1408" y="103"/>
                    <a:pt x="1411" y="92"/>
                    <a:pt x="1408" y="83"/>
                  </a:cubicBezTo>
                  <a:cubicBezTo>
                    <a:pt x="1407" y="81"/>
                    <a:pt x="1405" y="75"/>
                    <a:pt x="1394" y="69"/>
                  </a:cubicBezTo>
                  <a:lnTo>
                    <a:pt x="157" y="284"/>
                  </a:lnTo>
                  <a:close/>
                  <a:moveTo>
                    <a:pt x="309" y="373"/>
                  </a:moveTo>
                  <a:lnTo>
                    <a:pt x="309" y="373"/>
                  </a:lnTo>
                  <a:cubicBezTo>
                    <a:pt x="150" y="373"/>
                    <a:pt x="24" y="304"/>
                    <a:pt x="19" y="301"/>
                  </a:cubicBezTo>
                  <a:cubicBezTo>
                    <a:pt x="7" y="294"/>
                    <a:pt x="0" y="280"/>
                    <a:pt x="2" y="266"/>
                  </a:cubicBezTo>
                  <a:cubicBezTo>
                    <a:pt x="5" y="252"/>
                    <a:pt x="16" y="241"/>
                    <a:pt x="29" y="239"/>
                  </a:cubicBezTo>
                  <a:lnTo>
                    <a:pt x="1392" y="1"/>
                  </a:lnTo>
                  <a:cubicBezTo>
                    <a:pt x="1398" y="0"/>
                    <a:pt x="1404" y="1"/>
                    <a:pt x="1410" y="3"/>
                  </a:cubicBezTo>
                  <a:cubicBezTo>
                    <a:pt x="1449" y="18"/>
                    <a:pt x="1465" y="43"/>
                    <a:pt x="1471" y="62"/>
                  </a:cubicBezTo>
                  <a:cubicBezTo>
                    <a:pt x="1486" y="108"/>
                    <a:pt x="1459" y="154"/>
                    <a:pt x="1456" y="159"/>
                  </a:cubicBezTo>
                  <a:cubicBezTo>
                    <a:pt x="1451" y="167"/>
                    <a:pt x="1443" y="173"/>
                    <a:pt x="1434" y="174"/>
                  </a:cubicBezTo>
                  <a:lnTo>
                    <a:pt x="385" y="368"/>
                  </a:lnTo>
                  <a:cubicBezTo>
                    <a:pt x="360" y="371"/>
                    <a:pt x="334" y="373"/>
                    <a:pt x="309" y="373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3" name="Freeform 310"/>
            <p:cNvSpPr>
              <a:spLocks/>
            </p:cNvSpPr>
            <p:nvPr/>
          </p:nvSpPr>
          <p:spPr bwMode="gray">
            <a:xfrm>
              <a:off x="8532813" y="4478338"/>
              <a:ext cx="125413" cy="144463"/>
            </a:xfrm>
            <a:custGeom>
              <a:avLst/>
              <a:gdLst>
                <a:gd name="T0" fmla="*/ 2147483646 w 269"/>
                <a:gd name="T1" fmla="*/ 2147483646 h 308"/>
                <a:gd name="T2" fmla="*/ 2147483646 w 269"/>
                <a:gd name="T3" fmla="*/ 2147483646 h 308"/>
                <a:gd name="T4" fmla="*/ 2147483646 w 269"/>
                <a:gd name="T5" fmla="*/ 2147483646 h 308"/>
                <a:gd name="T6" fmla="*/ 2147483646 w 269"/>
                <a:gd name="T7" fmla="*/ 2147483646 h 308"/>
                <a:gd name="T8" fmla="*/ 2147483646 w 269"/>
                <a:gd name="T9" fmla="*/ 2147483646 h 308"/>
                <a:gd name="T10" fmla="*/ 2147483646 w 269"/>
                <a:gd name="T11" fmla="*/ 2147483646 h 308"/>
                <a:gd name="T12" fmla="*/ 2147483646 w 269"/>
                <a:gd name="T13" fmla="*/ 2147483646 h 308"/>
                <a:gd name="T14" fmla="*/ 2147483646 w 269"/>
                <a:gd name="T15" fmla="*/ 2147483646 h 308"/>
                <a:gd name="T16" fmla="*/ 2147483646 w 269"/>
                <a:gd name="T17" fmla="*/ 2147483646 h 308"/>
                <a:gd name="T18" fmla="*/ 2147483646 w 269"/>
                <a:gd name="T19" fmla="*/ 2147483646 h 308"/>
                <a:gd name="T20" fmla="*/ 2147483646 w 269"/>
                <a:gd name="T21" fmla="*/ 2147483646 h 3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69"/>
                <a:gd name="T34" fmla="*/ 0 h 308"/>
                <a:gd name="T35" fmla="*/ 269 w 269"/>
                <a:gd name="T36" fmla="*/ 308 h 30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69" h="308">
                  <a:moveTo>
                    <a:pt x="195" y="308"/>
                  </a:moveTo>
                  <a:lnTo>
                    <a:pt x="195" y="308"/>
                  </a:lnTo>
                  <a:cubicBezTo>
                    <a:pt x="149" y="308"/>
                    <a:pt x="111" y="294"/>
                    <a:pt x="81" y="265"/>
                  </a:cubicBezTo>
                  <a:cubicBezTo>
                    <a:pt x="0" y="189"/>
                    <a:pt x="14" y="38"/>
                    <a:pt x="15" y="32"/>
                  </a:cubicBezTo>
                  <a:cubicBezTo>
                    <a:pt x="17" y="14"/>
                    <a:pt x="33" y="0"/>
                    <a:pt x="52" y="2"/>
                  </a:cubicBezTo>
                  <a:cubicBezTo>
                    <a:pt x="70" y="4"/>
                    <a:pt x="83" y="21"/>
                    <a:pt x="81" y="39"/>
                  </a:cubicBezTo>
                  <a:cubicBezTo>
                    <a:pt x="78" y="73"/>
                    <a:pt x="79" y="173"/>
                    <a:pt x="127" y="217"/>
                  </a:cubicBezTo>
                  <a:cubicBezTo>
                    <a:pt x="150" y="239"/>
                    <a:pt x="183" y="246"/>
                    <a:pt x="227" y="238"/>
                  </a:cubicBezTo>
                  <a:cubicBezTo>
                    <a:pt x="245" y="235"/>
                    <a:pt x="263" y="247"/>
                    <a:pt x="266" y="265"/>
                  </a:cubicBezTo>
                  <a:cubicBezTo>
                    <a:pt x="269" y="283"/>
                    <a:pt x="257" y="301"/>
                    <a:pt x="239" y="304"/>
                  </a:cubicBezTo>
                  <a:cubicBezTo>
                    <a:pt x="224" y="306"/>
                    <a:pt x="209" y="308"/>
                    <a:pt x="195" y="308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4" name="Freeform 311"/>
            <p:cNvSpPr>
              <a:spLocks noEditPoints="1"/>
            </p:cNvSpPr>
            <p:nvPr/>
          </p:nvSpPr>
          <p:spPr bwMode="gray">
            <a:xfrm>
              <a:off x="8624888" y="4389438"/>
              <a:ext cx="522288" cy="328613"/>
            </a:xfrm>
            <a:custGeom>
              <a:avLst/>
              <a:gdLst>
                <a:gd name="T0" fmla="*/ 2147483646 w 1110"/>
                <a:gd name="T1" fmla="*/ 2147483646 h 696"/>
                <a:gd name="T2" fmla="*/ 2147483646 w 1110"/>
                <a:gd name="T3" fmla="*/ 2147483646 h 696"/>
                <a:gd name="T4" fmla="*/ 2147483646 w 1110"/>
                <a:gd name="T5" fmla="*/ 2147483646 h 696"/>
                <a:gd name="T6" fmla="*/ 2147483646 w 1110"/>
                <a:gd name="T7" fmla="*/ 2147483646 h 696"/>
                <a:gd name="T8" fmla="*/ 2147483646 w 1110"/>
                <a:gd name="T9" fmla="*/ 2147483646 h 696"/>
                <a:gd name="T10" fmla="*/ 2147483646 w 1110"/>
                <a:gd name="T11" fmla="*/ 2147483646 h 696"/>
                <a:gd name="T12" fmla="*/ 2147483646 w 1110"/>
                <a:gd name="T13" fmla="*/ 2147483646 h 696"/>
                <a:gd name="T14" fmla="*/ 2147483646 w 1110"/>
                <a:gd name="T15" fmla="*/ 2147483646 h 696"/>
                <a:gd name="T16" fmla="*/ 2147483646 w 1110"/>
                <a:gd name="T17" fmla="*/ 2147483646 h 696"/>
                <a:gd name="T18" fmla="*/ 2147483646 w 1110"/>
                <a:gd name="T19" fmla="*/ 2147483646 h 696"/>
                <a:gd name="T20" fmla="*/ 2147483646 w 1110"/>
                <a:gd name="T21" fmla="*/ 2147483646 h 696"/>
                <a:gd name="T22" fmla="*/ 2147483646 w 1110"/>
                <a:gd name="T23" fmla="*/ 2147483646 h 696"/>
                <a:gd name="T24" fmla="*/ 2147483646 w 1110"/>
                <a:gd name="T25" fmla="*/ 2147483646 h 696"/>
                <a:gd name="T26" fmla="*/ 2147483646 w 1110"/>
                <a:gd name="T27" fmla="*/ 2147483646 h 696"/>
                <a:gd name="T28" fmla="*/ 2147483646 w 1110"/>
                <a:gd name="T29" fmla="*/ 2147483646 h 696"/>
                <a:gd name="T30" fmla="*/ 2147483646 w 1110"/>
                <a:gd name="T31" fmla="*/ 2147483646 h 696"/>
                <a:gd name="T32" fmla="*/ 2147483646 w 1110"/>
                <a:gd name="T33" fmla="*/ 2147483646 h 696"/>
                <a:gd name="T34" fmla="*/ 2147483646 w 1110"/>
                <a:gd name="T35" fmla="*/ 2147483646 h 696"/>
                <a:gd name="T36" fmla="*/ 2147483646 w 1110"/>
                <a:gd name="T37" fmla="*/ 2147483646 h 696"/>
                <a:gd name="T38" fmla="*/ 2147483646 w 1110"/>
                <a:gd name="T39" fmla="*/ 2147483646 h 696"/>
                <a:gd name="T40" fmla="*/ 2147483646 w 1110"/>
                <a:gd name="T41" fmla="*/ 2147483646 h 696"/>
                <a:gd name="T42" fmla="*/ 2147483646 w 1110"/>
                <a:gd name="T43" fmla="*/ 2147483646 h 696"/>
                <a:gd name="T44" fmla="*/ 2147483646 w 1110"/>
                <a:gd name="T45" fmla="*/ 2147483646 h 696"/>
                <a:gd name="T46" fmla="*/ 2147483646 w 1110"/>
                <a:gd name="T47" fmla="*/ 2147483646 h 696"/>
                <a:gd name="T48" fmla="*/ 2147483646 w 1110"/>
                <a:gd name="T49" fmla="*/ 2147483646 h 696"/>
                <a:gd name="T50" fmla="*/ 2147483646 w 1110"/>
                <a:gd name="T51" fmla="*/ 2147483646 h 696"/>
                <a:gd name="T52" fmla="*/ 2147483646 w 1110"/>
                <a:gd name="T53" fmla="*/ 2147483646 h 696"/>
                <a:gd name="T54" fmla="*/ 2147483646 w 1110"/>
                <a:gd name="T55" fmla="*/ 2147483646 h 696"/>
                <a:gd name="T56" fmla="*/ 2147483646 w 1110"/>
                <a:gd name="T57" fmla="*/ 2147483646 h 696"/>
                <a:gd name="T58" fmla="*/ 2147483646 w 1110"/>
                <a:gd name="T59" fmla="*/ 2147483646 h 696"/>
                <a:gd name="T60" fmla="*/ 2147483646 w 1110"/>
                <a:gd name="T61" fmla="*/ 2147483646 h 696"/>
                <a:gd name="T62" fmla="*/ 2147483646 w 1110"/>
                <a:gd name="T63" fmla="*/ 2147483646 h 696"/>
                <a:gd name="T64" fmla="*/ 2147483646 w 1110"/>
                <a:gd name="T65" fmla="*/ 2147483646 h 69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10"/>
                <a:gd name="T100" fmla="*/ 0 h 696"/>
                <a:gd name="T101" fmla="*/ 1110 w 1110"/>
                <a:gd name="T102" fmla="*/ 696 h 69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10" h="696">
                  <a:moveTo>
                    <a:pt x="411" y="361"/>
                  </a:moveTo>
                  <a:lnTo>
                    <a:pt x="411" y="361"/>
                  </a:lnTo>
                  <a:cubicBezTo>
                    <a:pt x="419" y="361"/>
                    <a:pt x="427" y="364"/>
                    <a:pt x="433" y="369"/>
                  </a:cubicBezTo>
                  <a:cubicBezTo>
                    <a:pt x="440" y="375"/>
                    <a:pt x="444" y="384"/>
                    <a:pt x="444" y="394"/>
                  </a:cubicBezTo>
                  <a:lnTo>
                    <a:pt x="444" y="513"/>
                  </a:lnTo>
                  <a:cubicBezTo>
                    <a:pt x="444" y="577"/>
                    <a:pt x="497" y="630"/>
                    <a:pt x="561" y="630"/>
                  </a:cubicBezTo>
                  <a:cubicBezTo>
                    <a:pt x="625" y="630"/>
                    <a:pt x="678" y="577"/>
                    <a:pt x="678" y="513"/>
                  </a:cubicBezTo>
                  <a:lnTo>
                    <a:pt x="678" y="342"/>
                  </a:lnTo>
                  <a:cubicBezTo>
                    <a:pt x="678" y="326"/>
                    <a:pt x="689" y="312"/>
                    <a:pt x="705" y="310"/>
                  </a:cubicBezTo>
                  <a:lnTo>
                    <a:pt x="883" y="279"/>
                  </a:lnTo>
                  <a:cubicBezTo>
                    <a:pt x="901" y="272"/>
                    <a:pt x="1023" y="218"/>
                    <a:pt x="1003" y="75"/>
                  </a:cubicBezTo>
                  <a:lnTo>
                    <a:pt x="119" y="244"/>
                  </a:lnTo>
                  <a:cubicBezTo>
                    <a:pt x="130" y="286"/>
                    <a:pt x="142" y="354"/>
                    <a:pt x="124" y="410"/>
                  </a:cubicBezTo>
                  <a:lnTo>
                    <a:pt x="405" y="361"/>
                  </a:lnTo>
                  <a:cubicBezTo>
                    <a:pt x="407" y="361"/>
                    <a:pt x="409" y="361"/>
                    <a:pt x="411" y="361"/>
                  </a:cubicBezTo>
                  <a:close/>
                  <a:moveTo>
                    <a:pt x="561" y="696"/>
                  </a:moveTo>
                  <a:lnTo>
                    <a:pt x="561" y="696"/>
                  </a:lnTo>
                  <a:cubicBezTo>
                    <a:pt x="460" y="696"/>
                    <a:pt x="378" y="614"/>
                    <a:pt x="378" y="513"/>
                  </a:cubicBezTo>
                  <a:lnTo>
                    <a:pt x="378" y="434"/>
                  </a:lnTo>
                  <a:lnTo>
                    <a:pt x="43" y="492"/>
                  </a:lnTo>
                  <a:cubicBezTo>
                    <a:pt x="26" y="495"/>
                    <a:pt x="9" y="484"/>
                    <a:pt x="5" y="467"/>
                  </a:cubicBezTo>
                  <a:cubicBezTo>
                    <a:pt x="0" y="451"/>
                    <a:pt x="10" y="433"/>
                    <a:pt x="26" y="428"/>
                  </a:cubicBezTo>
                  <a:cubicBezTo>
                    <a:pt x="41" y="422"/>
                    <a:pt x="50" y="413"/>
                    <a:pt x="57" y="399"/>
                  </a:cubicBezTo>
                  <a:cubicBezTo>
                    <a:pt x="80" y="350"/>
                    <a:pt x="56" y="261"/>
                    <a:pt x="45" y="230"/>
                  </a:cubicBezTo>
                  <a:cubicBezTo>
                    <a:pt x="41" y="221"/>
                    <a:pt x="42" y="211"/>
                    <a:pt x="47" y="202"/>
                  </a:cubicBezTo>
                  <a:cubicBezTo>
                    <a:pt x="52" y="194"/>
                    <a:pt x="60" y="188"/>
                    <a:pt x="70" y="186"/>
                  </a:cubicBezTo>
                  <a:lnTo>
                    <a:pt x="1023" y="3"/>
                  </a:lnTo>
                  <a:cubicBezTo>
                    <a:pt x="1040" y="0"/>
                    <a:pt x="1057" y="11"/>
                    <a:pt x="1061" y="28"/>
                  </a:cubicBezTo>
                  <a:cubicBezTo>
                    <a:pt x="1110" y="217"/>
                    <a:pt x="979" y="316"/>
                    <a:pt x="902" y="343"/>
                  </a:cubicBezTo>
                  <a:cubicBezTo>
                    <a:pt x="901" y="343"/>
                    <a:pt x="899" y="344"/>
                    <a:pt x="897" y="344"/>
                  </a:cubicBezTo>
                  <a:lnTo>
                    <a:pt x="744" y="371"/>
                  </a:lnTo>
                  <a:lnTo>
                    <a:pt x="744" y="513"/>
                  </a:lnTo>
                  <a:cubicBezTo>
                    <a:pt x="744" y="614"/>
                    <a:pt x="662" y="696"/>
                    <a:pt x="561" y="696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5" name="Freeform 312"/>
            <p:cNvSpPr>
              <a:spLocks/>
            </p:cNvSpPr>
            <p:nvPr/>
          </p:nvSpPr>
          <p:spPr bwMode="gray">
            <a:xfrm>
              <a:off x="8589963" y="4478338"/>
              <a:ext cx="95250" cy="92075"/>
            </a:xfrm>
            <a:custGeom>
              <a:avLst/>
              <a:gdLst>
                <a:gd name="T0" fmla="*/ 2147483646 w 204"/>
                <a:gd name="T1" fmla="*/ 2147483646 h 195"/>
                <a:gd name="T2" fmla="*/ 2147483646 w 204"/>
                <a:gd name="T3" fmla="*/ 2147483646 h 195"/>
                <a:gd name="T4" fmla="*/ 0 w 204"/>
                <a:gd name="T5" fmla="*/ 2147483646 h 195"/>
                <a:gd name="T6" fmla="*/ 2147483646 w 204"/>
                <a:gd name="T7" fmla="*/ 2147483646 h 195"/>
                <a:gd name="T8" fmla="*/ 2147483646 w 204"/>
                <a:gd name="T9" fmla="*/ 2147483646 h 195"/>
                <a:gd name="T10" fmla="*/ 2147483646 w 204"/>
                <a:gd name="T11" fmla="*/ 2147483646 h 195"/>
                <a:gd name="T12" fmla="*/ 2147483646 w 204"/>
                <a:gd name="T13" fmla="*/ 2147483646 h 195"/>
                <a:gd name="T14" fmla="*/ 2147483646 w 204"/>
                <a:gd name="T15" fmla="*/ 2147483646 h 195"/>
                <a:gd name="T16" fmla="*/ 2147483646 w 204"/>
                <a:gd name="T17" fmla="*/ 2147483646 h 195"/>
                <a:gd name="T18" fmla="*/ 2147483646 w 204"/>
                <a:gd name="T19" fmla="*/ 2147483646 h 195"/>
                <a:gd name="T20" fmla="*/ 2147483646 w 204"/>
                <a:gd name="T21" fmla="*/ 2147483646 h 195"/>
                <a:gd name="T22" fmla="*/ 2147483646 w 204"/>
                <a:gd name="T23" fmla="*/ 2147483646 h 19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04"/>
                <a:gd name="T37" fmla="*/ 0 h 195"/>
                <a:gd name="T38" fmla="*/ 204 w 204"/>
                <a:gd name="T39" fmla="*/ 195 h 19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04" h="195">
                  <a:moveTo>
                    <a:pt x="101" y="195"/>
                  </a:moveTo>
                  <a:lnTo>
                    <a:pt x="101" y="195"/>
                  </a:lnTo>
                  <a:cubicBezTo>
                    <a:pt x="45" y="195"/>
                    <a:pt x="0" y="149"/>
                    <a:pt x="0" y="94"/>
                  </a:cubicBezTo>
                  <a:cubicBezTo>
                    <a:pt x="0" y="61"/>
                    <a:pt x="16" y="29"/>
                    <a:pt x="44" y="11"/>
                  </a:cubicBezTo>
                  <a:cubicBezTo>
                    <a:pt x="59" y="0"/>
                    <a:pt x="80" y="4"/>
                    <a:pt x="90" y="19"/>
                  </a:cubicBezTo>
                  <a:cubicBezTo>
                    <a:pt x="101" y="34"/>
                    <a:pt x="97" y="55"/>
                    <a:pt x="82" y="65"/>
                  </a:cubicBezTo>
                  <a:cubicBezTo>
                    <a:pt x="72" y="72"/>
                    <a:pt x="67" y="82"/>
                    <a:pt x="67" y="94"/>
                  </a:cubicBezTo>
                  <a:cubicBezTo>
                    <a:pt x="67" y="113"/>
                    <a:pt x="82" y="128"/>
                    <a:pt x="101" y="128"/>
                  </a:cubicBezTo>
                  <a:cubicBezTo>
                    <a:pt x="119" y="128"/>
                    <a:pt x="134" y="115"/>
                    <a:pt x="135" y="97"/>
                  </a:cubicBezTo>
                  <a:cubicBezTo>
                    <a:pt x="137" y="79"/>
                    <a:pt x="153" y="66"/>
                    <a:pt x="172" y="67"/>
                  </a:cubicBezTo>
                  <a:cubicBezTo>
                    <a:pt x="190" y="69"/>
                    <a:pt x="204" y="86"/>
                    <a:pt x="202" y="104"/>
                  </a:cubicBezTo>
                  <a:cubicBezTo>
                    <a:pt x="197" y="156"/>
                    <a:pt x="153" y="195"/>
                    <a:pt x="101" y="195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6" name="Freeform 313"/>
            <p:cNvSpPr>
              <a:spLocks/>
            </p:cNvSpPr>
            <p:nvPr/>
          </p:nvSpPr>
          <p:spPr bwMode="gray">
            <a:xfrm>
              <a:off x="8872538" y="4686300"/>
              <a:ext cx="134938" cy="104775"/>
            </a:xfrm>
            <a:custGeom>
              <a:avLst/>
              <a:gdLst>
                <a:gd name="T0" fmla="*/ 2147483646 w 285"/>
                <a:gd name="T1" fmla="*/ 2147483646 h 221"/>
                <a:gd name="T2" fmla="*/ 2147483646 w 285"/>
                <a:gd name="T3" fmla="*/ 2147483646 h 221"/>
                <a:gd name="T4" fmla="*/ 2147483646 w 285"/>
                <a:gd name="T5" fmla="*/ 2147483646 h 221"/>
                <a:gd name="T6" fmla="*/ 0 w 285"/>
                <a:gd name="T7" fmla="*/ 2147483646 h 221"/>
                <a:gd name="T8" fmla="*/ 2147483646 w 285"/>
                <a:gd name="T9" fmla="*/ 0 h 221"/>
                <a:gd name="T10" fmla="*/ 2147483646 w 285"/>
                <a:gd name="T11" fmla="*/ 2147483646 h 221"/>
                <a:gd name="T12" fmla="*/ 2147483646 w 285"/>
                <a:gd name="T13" fmla="*/ 2147483646 h 221"/>
                <a:gd name="T14" fmla="*/ 2147483646 w 285"/>
                <a:gd name="T15" fmla="*/ 2147483646 h 221"/>
                <a:gd name="T16" fmla="*/ 2147483646 w 285"/>
                <a:gd name="T17" fmla="*/ 2147483646 h 221"/>
                <a:gd name="T18" fmla="*/ 2147483646 w 285"/>
                <a:gd name="T19" fmla="*/ 2147483646 h 2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85"/>
                <a:gd name="T31" fmla="*/ 0 h 221"/>
                <a:gd name="T32" fmla="*/ 285 w 285"/>
                <a:gd name="T33" fmla="*/ 221 h 22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85" h="221">
                  <a:moveTo>
                    <a:pt x="252" y="221"/>
                  </a:moveTo>
                  <a:lnTo>
                    <a:pt x="252" y="221"/>
                  </a:lnTo>
                  <a:lnTo>
                    <a:pt x="228" y="221"/>
                  </a:lnTo>
                  <a:cubicBezTo>
                    <a:pt x="47" y="221"/>
                    <a:pt x="0" y="98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cubicBezTo>
                    <a:pt x="52" y="0"/>
                    <a:pt x="66" y="15"/>
                    <a:pt x="66" y="33"/>
                  </a:cubicBezTo>
                  <a:cubicBezTo>
                    <a:pt x="66" y="38"/>
                    <a:pt x="68" y="154"/>
                    <a:pt x="228" y="154"/>
                  </a:cubicBezTo>
                  <a:lnTo>
                    <a:pt x="251" y="154"/>
                  </a:lnTo>
                  <a:cubicBezTo>
                    <a:pt x="270" y="154"/>
                    <a:pt x="285" y="169"/>
                    <a:pt x="285" y="187"/>
                  </a:cubicBezTo>
                  <a:cubicBezTo>
                    <a:pt x="285" y="206"/>
                    <a:pt x="270" y="221"/>
                    <a:pt x="252" y="221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7" name="Freeform 314"/>
            <p:cNvSpPr>
              <a:spLocks/>
            </p:cNvSpPr>
            <p:nvPr/>
          </p:nvSpPr>
          <p:spPr bwMode="gray">
            <a:xfrm>
              <a:off x="8801100" y="4533900"/>
              <a:ext cx="174625" cy="57150"/>
            </a:xfrm>
            <a:custGeom>
              <a:avLst/>
              <a:gdLst>
                <a:gd name="T0" fmla="*/ 2147483646 w 372"/>
                <a:gd name="T1" fmla="*/ 2147483646 h 122"/>
                <a:gd name="T2" fmla="*/ 2147483646 w 372"/>
                <a:gd name="T3" fmla="*/ 2147483646 h 122"/>
                <a:gd name="T4" fmla="*/ 2147483646 w 372"/>
                <a:gd name="T5" fmla="*/ 2147483646 h 122"/>
                <a:gd name="T6" fmla="*/ 2147483646 w 372"/>
                <a:gd name="T7" fmla="*/ 2147483646 h 122"/>
                <a:gd name="T8" fmla="*/ 2147483646 w 372"/>
                <a:gd name="T9" fmla="*/ 2147483646 h 122"/>
                <a:gd name="T10" fmla="*/ 2147483646 w 372"/>
                <a:gd name="T11" fmla="*/ 2147483646 h 122"/>
                <a:gd name="T12" fmla="*/ 2147483646 w 372"/>
                <a:gd name="T13" fmla="*/ 2147483646 h 122"/>
                <a:gd name="T14" fmla="*/ 2147483646 w 372"/>
                <a:gd name="T15" fmla="*/ 2147483646 h 122"/>
                <a:gd name="T16" fmla="*/ 2147483646 w 372"/>
                <a:gd name="T17" fmla="*/ 2147483646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72"/>
                <a:gd name="T28" fmla="*/ 0 h 122"/>
                <a:gd name="T29" fmla="*/ 372 w 372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72" h="122">
                  <a:moveTo>
                    <a:pt x="36" y="122"/>
                  </a:moveTo>
                  <a:lnTo>
                    <a:pt x="36" y="122"/>
                  </a:lnTo>
                  <a:cubicBezTo>
                    <a:pt x="20" y="122"/>
                    <a:pt x="6" y="110"/>
                    <a:pt x="3" y="94"/>
                  </a:cubicBezTo>
                  <a:cubicBezTo>
                    <a:pt x="0" y="76"/>
                    <a:pt x="12" y="59"/>
                    <a:pt x="30" y="55"/>
                  </a:cubicBezTo>
                  <a:lnTo>
                    <a:pt x="330" y="4"/>
                  </a:lnTo>
                  <a:cubicBezTo>
                    <a:pt x="349" y="0"/>
                    <a:pt x="366" y="13"/>
                    <a:pt x="369" y="31"/>
                  </a:cubicBezTo>
                  <a:cubicBezTo>
                    <a:pt x="372" y="49"/>
                    <a:pt x="360" y="66"/>
                    <a:pt x="342" y="69"/>
                  </a:cubicBezTo>
                  <a:lnTo>
                    <a:pt x="42" y="121"/>
                  </a:lnTo>
                  <a:cubicBezTo>
                    <a:pt x="40" y="122"/>
                    <a:pt x="38" y="122"/>
                    <a:pt x="36" y="122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8" name="Freeform 315"/>
            <p:cNvSpPr>
              <a:spLocks/>
            </p:cNvSpPr>
            <p:nvPr/>
          </p:nvSpPr>
          <p:spPr bwMode="gray">
            <a:xfrm>
              <a:off x="9058275" y="4741863"/>
              <a:ext cx="65088" cy="65088"/>
            </a:xfrm>
            <a:custGeom>
              <a:avLst/>
              <a:gdLst>
                <a:gd name="T0" fmla="*/ 2147483646 w 138"/>
                <a:gd name="T1" fmla="*/ 2147483646 h 139"/>
                <a:gd name="T2" fmla="*/ 2147483646 w 138"/>
                <a:gd name="T3" fmla="*/ 2147483646 h 139"/>
                <a:gd name="T4" fmla="*/ 2147483646 w 138"/>
                <a:gd name="T5" fmla="*/ 2147483646 h 139"/>
                <a:gd name="T6" fmla="*/ 0 w 138"/>
                <a:gd name="T7" fmla="*/ 2147483646 h 139"/>
                <a:gd name="T8" fmla="*/ 2147483646 w 138"/>
                <a:gd name="T9" fmla="*/ 0 h 139"/>
                <a:gd name="T10" fmla="*/ 2147483646 w 138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8"/>
                <a:gd name="T19" fmla="*/ 0 h 139"/>
                <a:gd name="T20" fmla="*/ 138 w 138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8" h="139">
                  <a:moveTo>
                    <a:pt x="138" y="69"/>
                  </a:moveTo>
                  <a:lnTo>
                    <a:pt x="138" y="69"/>
                  </a:lnTo>
                  <a:cubicBezTo>
                    <a:pt x="138" y="108"/>
                    <a:pt x="107" y="139"/>
                    <a:pt x="69" y="139"/>
                  </a:cubicBez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69" y="0"/>
                  </a:cubicBezTo>
                  <a:cubicBezTo>
                    <a:pt x="107" y="0"/>
                    <a:pt x="138" y="31"/>
                    <a:pt x="138" y="6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9" name="Freeform 316"/>
            <p:cNvSpPr>
              <a:spLocks/>
            </p:cNvSpPr>
            <p:nvPr/>
          </p:nvSpPr>
          <p:spPr bwMode="gray">
            <a:xfrm>
              <a:off x="8958263" y="4741863"/>
              <a:ext cx="65088" cy="65088"/>
            </a:xfrm>
            <a:custGeom>
              <a:avLst/>
              <a:gdLst>
                <a:gd name="T0" fmla="*/ 2147483646 w 139"/>
                <a:gd name="T1" fmla="*/ 2147483646 h 139"/>
                <a:gd name="T2" fmla="*/ 2147483646 w 139"/>
                <a:gd name="T3" fmla="*/ 2147483646 h 139"/>
                <a:gd name="T4" fmla="*/ 2147483646 w 139"/>
                <a:gd name="T5" fmla="*/ 2147483646 h 139"/>
                <a:gd name="T6" fmla="*/ 0 w 139"/>
                <a:gd name="T7" fmla="*/ 2147483646 h 139"/>
                <a:gd name="T8" fmla="*/ 2147483646 w 139"/>
                <a:gd name="T9" fmla="*/ 0 h 139"/>
                <a:gd name="T10" fmla="*/ 2147483646 w 139"/>
                <a:gd name="T11" fmla="*/ 2147483646 h 1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139"/>
                <a:gd name="T20" fmla="*/ 139 w 139"/>
                <a:gd name="T21" fmla="*/ 139 h 13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139">
                  <a:moveTo>
                    <a:pt x="139" y="69"/>
                  </a:moveTo>
                  <a:lnTo>
                    <a:pt x="139" y="69"/>
                  </a:lnTo>
                  <a:cubicBezTo>
                    <a:pt x="139" y="108"/>
                    <a:pt x="108" y="139"/>
                    <a:pt x="70" y="139"/>
                  </a:cubicBezTo>
                  <a:cubicBezTo>
                    <a:pt x="31" y="139"/>
                    <a:pt x="0" y="108"/>
                    <a:pt x="0" y="69"/>
                  </a:cubicBezTo>
                  <a:cubicBezTo>
                    <a:pt x="0" y="31"/>
                    <a:pt x="31" y="0"/>
                    <a:pt x="70" y="0"/>
                  </a:cubicBezTo>
                  <a:cubicBezTo>
                    <a:pt x="108" y="0"/>
                    <a:pt x="139" y="31"/>
                    <a:pt x="139" y="69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0" name="Freeform 371"/>
            <p:cNvSpPr>
              <a:spLocks/>
            </p:cNvSpPr>
            <p:nvPr/>
          </p:nvSpPr>
          <p:spPr bwMode="gray">
            <a:xfrm>
              <a:off x="9075738" y="4759325"/>
              <a:ext cx="95250" cy="31750"/>
            </a:xfrm>
            <a:custGeom>
              <a:avLst/>
              <a:gdLst>
                <a:gd name="T0" fmla="*/ 2147483646 w 202"/>
                <a:gd name="T1" fmla="*/ 2147483646 h 67"/>
                <a:gd name="T2" fmla="*/ 2147483646 w 202"/>
                <a:gd name="T3" fmla="*/ 2147483646 h 67"/>
                <a:gd name="T4" fmla="*/ 2147483646 w 202"/>
                <a:gd name="T5" fmla="*/ 2147483646 h 67"/>
                <a:gd name="T6" fmla="*/ 0 w 202"/>
                <a:gd name="T7" fmla="*/ 2147483646 h 67"/>
                <a:gd name="T8" fmla="*/ 2147483646 w 202"/>
                <a:gd name="T9" fmla="*/ 0 h 67"/>
                <a:gd name="T10" fmla="*/ 2147483646 w 202"/>
                <a:gd name="T11" fmla="*/ 0 h 67"/>
                <a:gd name="T12" fmla="*/ 2147483646 w 202"/>
                <a:gd name="T13" fmla="*/ 2147483646 h 67"/>
                <a:gd name="T14" fmla="*/ 2147483646 w 202"/>
                <a:gd name="T15" fmla="*/ 2147483646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02"/>
                <a:gd name="T25" fmla="*/ 0 h 67"/>
                <a:gd name="T26" fmla="*/ 202 w 202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02" h="67">
                  <a:moveTo>
                    <a:pt x="169" y="67"/>
                  </a:moveTo>
                  <a:lnTo>
                    <a:pt x="169" y="67"/>
                  </a:lnTo>
                  <a:lnTo>
                    <a:pt x="33" y="67"/>
                  </a:lnTo>
                  <a:cubicBezTo>
                    <a:pt x="15" y="67"/>
                    <a:pt x="0" y="52"/>
                    <a:pt x="0" y="33"/>
                  </a:cubicBezTo>
                  <a:cubicBezTo>
                    <a:pt x="0" y="15"/>
                    <a:pt x="15" y="0"/>
                    <a:pt x="33" y="0"/>
                  </a:cubicBezTo>
                  <a:lnTo>
                    <a:pt x="169" y="0"/>
                  </a:lnTo>
                  <a:cubicBezTo>
                    <a:pt x="187" y="0"/>
                    <a:pt x="202" y="15"/>
                    <a:pt x="202" y="33"/>
                  </a:cubicBezTo>
                  <a:cubicBezTo>
                    <a:pt x="202" y="52"/>
                    <a:pt x="187" y="67"/>
                    <a:pt x="169" y="67"/>
                  </a:cubicBezTo>
                  <a:close/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1" name="Freeform 372"/>
            <p:cNvSpPr>
              <a:spLocks/>
            </p:cNvSpPr>
            <p:nvPr/>
          </p:nvSpPr>
          <p:spPr bwMode="gray">
            <a:xfrm>
              <a:off x="9155113" y="4724400"/>
              <a:ext cx="50800" cy="100013"/>
            </a:xfrm>
            <a:custGeom>
              <a:avLst/>
              <a:gdLst>
                <a:gd name="T0" fmla="*/ 2147483646 w 107"/>
                <a:gd name="T1" fmla="*/ 2147483646 h 215"/>
                <a:gd name="T2" fmla="*/ 2147483646 w 107"/>
                <a:gd name="T3" fmla="*/ 2147483646 h 215"/>
                <a:gd name="T4" fmla="*/ 0 w 107"/>
                <a:gd name="T5" fmla="*/ 2147483646 h 215"/>
                <a:gd name="T6" fmla="*/ 2147483646 w 107"/>
                <a:gd name="T7" fmla="*/ 0 h 2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"/>
                <a:gd name="T13" fmla="*/ 0 h 215"/>
                <a:gd name="T14" fmla="*/ 107 w 107"/>
                <a:gd name="T15" fmla="*/ 215 h 2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" h="215">
                  <a:moveTo>
                    <a:pt x="107" y="215"/>
                  </a:moveTo>
                  <a:lnTo>
                    <a:pt x="107" y="215"/>
                  </a:lnTo>
                  <a:cubicBezTo>
                    <a:pt x="48" y="215"/>
                    <a:pt x="0" y="167"/>
                    <a:pt x="0" y="107"/>
                  </a:cubicBezTo>
                  <a:cubicBezTo>
                    <a:pt x="0" y="48"/>
                    <a:pt x="48" y="0"/>
                    <a:pt x="107" y="0"/>
                  </a:cubicBezTo>
                </a:path>
              </a:pathLst>
            </a:custGeom>
            <a:solidFill>
              <a:srgbClr val="4747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4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352" name="组合 157"/>
          <p:cNvGrpSpPr>
            <a:grpSpLocks/>
          </p:cNvGrpSpPr>
          <p:nvPr/>
        </p:nvGrpSpPr>
        <p:grpSpPr bwMode="gray">
          <a:xfrm>
            <a:off x="7537398" y="5321231"/>
            <a:ext cx="616542" cy="475985"/>
            <a:chOff x="9228137" y="1757363"/>
            <a:chExt cx="985838" cy="762001"/>
          </a:xfrm>
        </p:grpSpPr>
        <p:sp>
          <p:nvSpPr>
            <p:cNvPr id="353" name="Oval 47"/>
            <p:cNvSpPr>
              <a:spLocks noChangeArrowheads="1"/>
            </p:cNvSpPr>
            <p:nvPr/>
          </p:nvSpPr>
          <p:spPr bwMode="gray">
            <a:xfrm>
              <a:off x="9601200" y="2422526"/>
              <a:ext cx="95250" cy="9683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4" name="Oval 48"/>
            <p:cNvSpPr>
              <a:spLocks noChangeArrowheads="1"/>
            </p:cNvSpPr>
            <p:nvPr/>
          </p:nvSpPr>
          <p:spPr bwMode="gray">
            <a:xfrm>
              <a:off x="9748837" y="2422526"/>
              <a:ext cx="96838" cy="96838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5" name="Freeform 107"/>
            <p:cNvSpPr>
              <a:spLocks noEditPoints="1"/>
            </p:cNvSpPr>
            <p:nvPr/>
          </p:nvSpPr>
          <p:spPr bwMode="gray">
            <a:xfrm>
              <a:off x="9564687" y="1862138"/>
              <a:ext cx="312738" cy="311150"/>
            </a:xfrm>
            <a:custGeom>
              <a:avLst/>
              <a:gdLst>
                <a:gd name="T0" fmla="*/ 157391 w 153"/>
                <a:gd name="T1" fmla="*/ 311150 h 152"/>
                <a:gd name="T2" fmla="*/ 0 w 153"/>
                <a:gd name="T3" fmla="*/ 155575 h 152"/>
                <a:gd name="T4" fmla="*/ 157391 w 153"/>
                <a:gd name="T5" fmla="*/ 0 h 152"/>
                <a:gd name="T6" fmla="*/ 312738 w 153"/>
                <a:gd name="T7" fmla="*/ 155575 h 152"/>
                <a:gd name="T8" fmla="*/ 157391 w 153"/>
                <a:gd name="T9" fmla="*/ 311150 h 152"/>
                <a:gd name="T10" fmla="*/ 157391 w 153"/>
                <a:gd name="T11" fmla="*/ 36847 h 152"/>
                <a:gd name="T12" fmla="*/ 36793 w 153"/>
                <a:gd name="T13" fmla="*/ 155575 h 152"/>
                <a:gd name="T14" fmla="*/ 157391 w 153"/>
                <a:gd name="T15" fmla="*/ 274303 h 152"/>
                <a:gd name="T16" fmla="*/ 275945 w 153"/>
                <a:gd name="T17" fmla="*/ 155575 h 152"/>
                <a:gd name="T18" fmla="*/ 157391 w 153"/>
                <a:gd name="T19" fmla="*/ 36847 h 1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53"/>
                <a:gd name="T31" fmla="*/ 0 h 152"/>
                <a:gd name="T32" fmla="*/ 153 w 153"/>
                <a:gd name="T33" fmla="*/ 152 h 15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53" h="152">
                  <a:moveTo>
                    <a:pt x="77" y="152"/>
                  </a:moveTo>
                  <a:cubicBezTo>
                    <a:pt x="35" y="152"/>
                    <a:pt x="0" y="118"/>
                    <a:pt x="0" y="76"/>
                  </a:cubicBezTo>
                  <a:cubicBezTo>
                    <a:pt x="0" y="34"/>
                    <a:pt x="35" y="0"/>
                    <a:pt x="77" y="0"/>
                  </a:cubicBezTo>
                  <a:cubicBezTo>
                    <a:pt x="119" y="0"/>
                    <a:pt x="153" y="34"/>
                    <a:pt x="153" y="76"/>
                  </a:cubicBezTo>
                  <a:cubicBezTo>
                    <a:pt x="153" y="118"/>
                    <a:pt x="119" y="152"/>
                    <a:pt x="77" y="152"/>
                  </a:cubicBezTo>
                  <a:close/>
                  <a:moveTo>
                    <a:pt x="77" y="18"/>
                  </a:moveTo>
                  <a:cubicBezTo>
                    <a:pt x="45" y="18"/>
                    <a:pt x="18" y="44"/>
                    <a:pt x="18" y="76"/>
                  </a:cubicBezTo>
                  <a:cubicBezTo>
                    <a:pt x="18" y="108"/>
                    <a:pt x="45" y="134"/>
                    <a:pt x="77" y="134"/>
                  </a:cubicBezTo>
                  <a:cubicBezTo>
                    <a:pt x="109" y="134"/>
                    <a:pt x="135" y="108"/>
                    <a:pt x="135" y="76"/>
                  </a:cubicBezTo>
                  <a:cubicBezTo>
                    <a:pt x="135" y="44"/>
                    <a:pt x="109" y="18"/>
                    <a:pt x="7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6" name="Freeform 108"/>
            <p:cNvSpPr>
              <a:spLocks/>
            </p:cNvSpPr>
            <p:nvPr/>
          </p:nvSpPr>
          <p:spPr bwMode="gray">
            <a:xfrm>
              <a:off x="9779000" y="2452688"/>
              <a:ext cx="293688" cy="36513"/>
            </a:xfrm>
            <a:custGeom>
              <a:avLst/>
              <a:gdLst>
                <a:gd name="T0" fmla="*/ 275333 w 144"/>
                <a:gd name="T1" fmla="*/ 36513 h 18"/>
                <a:gd name="T2" fmla="*/ 18356 w 144"/>
                <a:gd name="T3" fmla="*/ 36513 h 18"/>
                <a:gd name="T4" fmla="*/ 0 w 144"/>
                <a:gd name="T5" fmla="*/ 18257 h 18"/>
                <a:gd name="T6" fmla="*/ 18356 w 144"/>
                <a:gd name="T7" fmla="*/ 0 h 18"/>
                <a:gd name="T8" fmla="*/ 275333 w 144"/>
                <a:gd name="T9" fmla="*/ 0 h 18"/>
                <a:gd name="T10" fmla="*/ 293688 w 144"/>
                <a:gd name="T11" fmla="*/ 18257 h 18"/>
                <a:gd name="T12" fmla="*/ 275333 w 144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4"/>
                <a:gd name="T22" fmla="*/ 0 h 18"/>
                <a:gd name="T23" fmla="*/ 144 w 144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4" h="18">
                  <a:moveTo>
                    <a:pt x="135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0" y="0"/>
                    <a:pt x="144" y="4"/>
                    <a:pt x="144" y="9"/>
                  </a:cubicBezTo>
                  <a:cubicBezTo>
                    <a:pt x="144" y="14"/>
                    <a:pt x="140" y="18"/>
                    <a:pt x="13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7" name="Freeform 109"/>
            <p:cNvSpPr>
              <a:spLocks/>
            </p:cNvSpPr>
            <p:nvPr/>
          </p:nvSpPr>
          <p:spPr bwMode="gray">
            <a:xfrm>
              <a:off x="9367837" y="2452688"/>
              <a:ext cx="304800" cy="36513"/>
            </a:xfrm>
            <a:custGeom>
              <a:avLst/>
              <a:gdLst>
                <a:gd name="T0" fmla="*/ 286389 w 149"/>
                <a:gd name="T1" fmla="*/ 36513 h 18"/>
                <a:gd name="T2" fmla="*/ 18411 w 149"/>
                <a:gd name="T3" fmla="*/ 36513 h 18"/>
                <a:gd name="T4" fmla="*/ 0 w 149"/>
                <a:gd name="T5" fmla="*/ 18257 h 18"/>
                <a:gd name="T6" fmla="*/ 18411 w 149"/>
                <a:gd name="T7" fmla="*/ 0 h 18"/>
                <a:gd name="T8" fmla="*/ 286389 w 149"/>
                <a:gd name="T9" fmla="*/ 0 h 18"/>
                <a:gd name="T10" fmla="*/ 304800 w 149"/>
                <a:gd name="T11" fmla="*/ 18257 h 18"/>
                <a:gd name="T12" fmla="*/ 286389 w 149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"/>
                <a:gd name="T22" fmla="*/ 0 h 18"/>
                <a:gd name="T23" fmla="*/ 149 w 149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" h="18">
                  <a:moveTo>
                    <a:pt x="140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5" y="18"/>
                    <a:pt x="0" y="14"/>
                    <a:pt x="0" y="9"/>
                  </a:cubicBezTo>
                  <a:cubicBezTo>
                    <a:pt x="0" y="4"/>
                    <a:pt x="5" y="0"/>
                    <a:pt x="9" y="0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45" y="0"/>
                    <a:pt x="149" y="4"/>
                    <a:pt x="149" y="9"/>
                  </a:cubicBezTo>
                  <a:cubicBezTo>
                    <a:pt x="149" y="14"/>
                    <a:pt x="145" y="18"/>
                    <a:pt x="140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8" name="Freeform 110"/>
            <p:cNvSpPr>
              <a:spLocks/>
            </p:cNvSpPr>
            <p:nvPr/>
          </p:nvSpPr>
          <p:spPr bwMode="gray">
            <a:xfrm>
              <a:off x="9536112" y="2265363"/>
              <a:ext cx="369888" cy="223838"/>
            </a:xfrm>
            <a:custGeom>
              <a:avLst/>
              <a:gdLst>
                <a:gd name="T0" fmla="*/ 351496 w 181"/>
                <a:gd name="T1" fmla="*/ 223838 h 110"/>
                <a:gd name="T2" fmla="*/ 253404 w 181"/>
                <a:gd name="T3" fmla="*/ 223838 h 110"/>
                <a:gd name="T4" fmla="*/ 235012 w 181"/>
                <a:gd name="T5" fmla="*/ 205524 h 110"/>
                <a:gd name="T6" fmla="*/ 253404 w 181"/>
                <a:gd name="T7" fmla="*/ 187210 h 110"/>
                <a:gd name="T8" fmla="*/ 333104 w 181"/>
                <a:gd name="T9" fmla="*/ 187210 h 110"/>
                <a:gd name="T10" fmla="*/ 333104 w 181"/>
                <a:gd name="T11" fmla="*/ 36628 h 110"/>
                <a:gd name="T12" fmla="*/ 36784 w 181"/>
                <a:gd name="T13" fmla="*/ 36628 h 110"/>
                <a:gd name="T14" fmla="*/ 36784 w 181"/>
                <a:gd name="T15" fmla="*/ 187210 h 110"/>
                <a:gd name="T16" fmla="*/ 112397 w 181"/>
                <a:gd name="T17" fmla="*/ 187210 h 110"/>
                <a:gd name="T18" fmla="*/ 130789 w 181"/>
                <a:gd name="T19" fmla="*/ 205524 h 110"/>
                <a:gd name="T20" fmla="*/ 112397 w 181"/>
                <a:gd name="T21" fmla="*/ 223838 h 110"/>
                <a:gd name="T22" fmla="*/ 18392 w 181"/>
                <a:gd name="T23" fmla="*/ 223838 h 110"/>
                <a:gd name="T24" fmla="*/ 0 w 181"/>
                <a:gd name="T25" fmla="*/ 205524 h 110"/>
                <a:gd name="T26" fmla="*/ 0 w 181"/>
                <a:gd name="T27" fmla="*/ 18314 h 110"/>
                <a:gd name="T28" fmla="*/ 18392 w 181"/>
                <a:gd name="T29" fmla="*/ 0 h 110"/>
                <a:gd name="T30" fmla="*/ 351496 w 181"/>
                <a:gd name="T31" fmla="*/ 0 h 110"/>
                <a:gd name="T32" fmla="*/ 369888 w 181"/>
                <a:gd name="T33" fmla="*/ 18314 h 110"/>
                <a:gd name="T34" fmla="*/ 369888 w 181"/>
                <a:gd name="T35" fmla="*/ 205524 h 110"/>
                <a:gd name="T36" fmla="*/ 351496 w 181"/>
                <a:gd name="T37" fmla="*/ 223838 h 11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81"/>
                <a:gd name="T58" fmla="*/ 0 h 110"/>
                <a:gd name="T59" fmla="*/ 181 w 181"/>
                <a:gd name="T60" fmla="*/ 110 h 11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81" h="110">
                  <a:moveTo>
                    <a:pt x="172" y="110"/>
                  </a:moveTo>
                  <a:cubicBezTo>
                    <a:pt x="124" y="110"/>
                    <a:pt x="124" y="110"/>
                    <a:pt x="124" y="110"/>
                  </a:cubicBezTo>
                  <a:cubicBezTo>
                    <a:pt x="119" y="110"/>
                    <a:pt x="115" y="106"/>
                    <a:pt x="115" y="101"/>
                  </a:cubicBezTo>
                  <a:cubicBezTo>
                    <a:pt x="115" y="96"/>
                    <a:pt x="119" y="92"/>
                    <a:pt x="124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18"/>
                    <a:pt x="163" y="18"/>
                    <a:pt x="163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55" y="92"/>
                    <a:pt x="55" y="92"/>
                    <a:pt x="55" y="92"/>
                  </a:cubicBezTo>
                  <a:cubicBezTo>
                    <a:pt x="60" y="92"/>
                    <a:pt x="64" y="96"/>
                    <a:pt x="64" y="101"/>
                  </a:cubicBezTo>
                  <a:cubicBezTo>
                    <a:pt x="64" y="106"/>
                    <a:pt x="60" y="110"/>
                    <a:pt x="55" y="110"/>
                  </a:cubicBezTo>
                  <a:cubicBezTo>
                    <a:pt x="9" y="110"/>
                    <a:pt x="9" y="110"/>
                    <a:pt x="9" y="110"/>
                  </a:cubicBezTo>
                  <a:cubicBezTo>
                    <a:pt x="4" y="110"/>
                    <a:pt x="0" y="106"/>
                    <a:pt x="0" y="10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7" y="0"/>
                    <a:pt x="181" y="4"/>
                    <a:pt x="181" y="9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106"/>
                    <a:pt x="177" y="110"/>
                    <a:pt x="172" y="110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9" name="Freeform 111"/>
            <p:cNvSpPr>
              <a:spLocks/>
            </p:cNvSpPr>
            <p:nvPr/>
          </p:nvSpPr>
          <p:spPr bwMode="gray">
            <a:xfrm>
              <a:off x="9402762" y="2132013"/>
              <a:ext cx="300038" cy="357188"/>
            </a:xfrm>
            <a:custGeom>
              <a:avLst/>
              <a:gdLst>
                <a:gd name="T0" fmla="*/ 136752 w 147"/>
                <a:gd name="T1" fmla="*/ 357188 h 175"/>
                <a:gd name="T2" fmla="*/ 26534 w 147"/>
                <a:gd name="T3" fmla="*/ 312284 h 175"/>
                <a:gd name="T4" fmla="*/ 24493 w 147"/>
                <a:gd name="T5" fmla="*/ 218395 h 175"/>
                <a:gd name="T6" fmla="*/ 24493 w 147"/>
                <a:gd name="T7" fmla="*/ 216354 h 175"/>
                <a:gd name="T8" fmla="*/ 151040 w 147"/>
                <a:gd name="T9" fmla="*/ 8164 h 175"/>
                <a:gd name="T10" fmla="*/ 165327 w 147"/>
                <a:gd name="T11" fmla="*/ 0 h 175"/>
                <a:gd name="T12" fmla="*/ 281668 w 147"/>
                <a:gd name="T13" fmla="*/ 0 h 175"/>
                <a:gd name="T14" fmla="*/ 300038 w 147"/>
                <a:gd name="T15" fmla="*/ 18370 h 175"/>
                <a:gd name="T16" fmla="*/ 281668 w 147"/>
                <a:gd name="T17" fmla="*/ 36739 h 175"/>
                <a:gd name="T18" fmla="*/ 175532 w 147"/>
                <a:gd name="T19" fmla="*/ 36739 h 175"/>
                <a:gd name="T20" fmla="*/ 57150 w 147"/>
                <a:gd name="T21" fmla="*/ 234724 h 175"/>
                <a:gd name="T22" fmla="*/ 57150 w 147"/>
                <a:gd name="T23" fmla="*/ 293915 h 175"/>
                <a:gd name="T24" fmla="*/ 136752 w 147"/>
                <a:gd name="T25" fmla="*/ 320449 h 175"/>
                <a:gd name="T26" fmla="*/ 155122 w 147"/>
                <a:gd name="T27" fmla="*/ 338818 h 175"/>
                <a:gd name="T28" fmla="*/ 136752 w 147"/>
                <a:gd name="T29" fmla="*/ 357188 h 1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7"/>
                <a:gd name="T46" fmla="*/ 0 h 175"/>
                <a:gd name="T47" fmla="*/ 147 w 147"/>
                <a:gd name="T48" fmla="*/ 175 h 1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7" h="175">
                  <a:moveTo>
                    <a:pt x="67" y="175"/>
                  </a:moveTo>
                  <a:cubicBezTo>
                    <a:pt x="40" y="175"/>
                    <a:pt x="22" y="168"/>
                    <a:pt x="13" y="153"/>
                  </a:cubicBezTo>
                  <a:cubicBezTo>
                    <a:pt x="0" y="133"/>
                    <a:pt x="11" y="108"/>
                    <a:pt x="12" y="107"/>
                  </a:cubicBezTo>
                  <a:cubicBezTo>
                    <a:pt x="12" y="107"/>
                    <a:pt x="12" y="106"/>
                    <a:pt x="12" y="106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75" y="2"/>
                    <a:pt x="78" y="0"/>
                    <a:pt x="81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3" y="0"/>
                    <a:pt x="147" y="4"/>
                    <a:pt x="147" y="9"/>
                  </a:cubicBezTo>
                  <a:cubicBezTo>
                    <a:pt x="147" y="14"/>
                    <a:pt x="143" y="18"/>
                    <a:pt x="138" y="18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28" y="115"/>
                    <a:pt x="28" y="115"/>
                    <a:pt x="28" y="115"/>
                  </a:cubicBezTo>
                  <a:cubicBezTo>
                    <a:pt x="27" y="117"/>
                    <a:pt x="21" y="133"/>
                    <a:pt x="28" y="144"/>
                  </a:cubicBezTo>
                  <a:cubicBezTo>
                    <a:pt x="35" y="154"/>
                    <a:pt x="53" y="157"/>
                    <a:pt x="67" y="157"/>
                  </a:cubicBezTo>
                  <a:cubicBezTo>
                    <a:pt x="72" y="157"/>
                    <a:pt x="76" y="161"/>
                    <a:pt x="76" y="166"/>
                  </a:cubicBezTo>
                  <a:cubicBezTo>
                    <a:pt x="76" y="171"/>
                    <a:pt x="72" y="175"/>
                    <a:pt x="67" y="17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0" name="Freeform 112"/>
            <p:cNvSpPr>
              <a:spLocks/>
            </p:cNvSpPr>
            <p:nvPr/>
          </p:nvSpPr>
          <p:spPr bwMode="gray">
            <a:xfrm>
              <a:off x="9737725" y="2132013"/>
              <a:ext cx="301625" cy="357188"/>
            </a:xfrm>
            <a:custGeom>
              <a:avLst/>
              <a:gdLst>
                <a:gd name="T0" fmla="*/ 165079 w 148"/>
                <a:gd name="T1" fmla="*/ 357188 h 175"/>
                <a:gd name="T2" fmla="*/ 146736 w 148"/>
                <a:gd name="T3" fmla="*/ 338818 h 175"/>
                <a:gd name="T4" fmla="*/ 165079 w 148"/>
                <a:gd name="T5" fmla="*/ 320449 h 175"/>
                <a:gd name="T6" fmla="*/ 244561 w 148"/>
                <a:gd name="T7" fmla="*/ 293915 h 175"/>
                <a:gd name="T8" fmla="*/ 244561 w 148"/>
                <a:gd name="T9" fmla="*/ 234724 h 175"/>
                <a:gd name="T10" fmla="*/ 124318 w 148"/>
                <a:gd name="T11" fmla="*/ 36739 h 175"/>
                <a:gd name="T12" fmla="*/ 18342 w 148"/>
                <a:gd name="T13" fmla="*/ 36739 h 175"/>
                <a:gd name="T14" fmla="*/ 0 w 148"/>
                <a:gd name="T15" fmla="*/ 18370 h 175"/>
                <a:gd name="T16" fmla="*/ 18342 w 148"/>
                <a:gd name="T17" fmla="*/ 0 h 175"/>
                <a:gd name="T18" fmla="*/ 134508 w 148"/>
                <a:gd name="T19" fmla="*/ 0 h 175"/>
                <a:gd name="T20" fmla="*/ 150813 w 148"/>
                <a:gd name="T21" fmla="*/ 8164 h 175"/>
                <a:gd name="T22" fmla="*/ 275131 w 148"/>
                <a:gd name="T23" fmla="*/ 216354 h 175"/>
                <a:gd name="T24" fmla="*/ 277169 w 148"/>
                <a:gd name="T25" fmla="*/ 218395 h 175"/>
                <a:gd name="T26" fmla="*/ 275131 w 148"/>
                <a:gd name="T27" fmla="*/ 312284 h 175"/>
                <a:gd name="T28" fmla="*/ 165079 w 148"/>
                <a:gd name="T29" fmla="*/ 357188 h 17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8"/>
                <a:gd name="T46" fmla="*/ 0 h 175"/>
                <a:gd name="T47" fmla="*/ 148 w 148"/>
                <a:gd name="T48" fmla="*/ 175 h 17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8" h="175">
                  <a:moveTo>
                    <a:pt x="81" y="175"/>
                  </a:moveTo>
                  <a:cubicBezTo>
                    <a:pt x="76" y="175"/>
                    <a:pt x="72" y="171"/>
                    <a:pt x="72" y="166"/>
                  </a:cubicBezTo>
                  <a:cubicBezTo>
                    <a:pt x="72" y="161"/>
                    <a:pt x="76" y="157"/>
                    <a:pt x="81" y="157"/>
                  </a:cubicBezTo>
                  <a:cubicBezTo>
                    <a:pt x="95" y="157"/>
                    <a:pt x="113" y="154"/>
                    <a:pt x="120" y="144"/>
                  </a:cubicBezTo>
                  <a:cubicBezTo>
                    <a:pt x="127" y="133"/>
                    <a:pt x="121" y="117"/>
                    <a:pt x="120" y="115"/>
                  </a:cubicBezTo>
                  <a:cubicBezTo>
                    <a:pt x="61" y="18"/>
                    <a:pt x="61" y="18"/>
                    <a:pt x="61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0" y="0"/>
                    <a:pt x="72" y="2"/>
                    <a:pt x="74" y="4"/>
                  </a:cubicBezTo>
                  <a:cubicBezTo>
                    <a:pt x="135" y="106"/>
                    <a:pt x="135" y="106"/>
                    <a:pt x="135" y="106"/>
                  </a:cubicBezTo>
                  <a:cubicBezTo>
                    <a:pt x="136" y="106"/>
                    <a:pt x="136" y="107"/>
                    <a:pt x="136" y="107"/>
                  </a:cubicBezTo>
                  <a:cubicBezTo>
                    <a:pt x="136" y="108"/>
                    <a:pt x="148" y="133"/>
                    <a:pt x="135" y="153"/>
                  </a:cubicBezTo>
                  <a:cubicBezTo>
                    <a:pt x="126" y="168"/>
                    <a:pt x="108" y="175"/>
                    <a:pt x="81" y="175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1" name="Freeform 113"/>
            <p:cNvSpPr>
              <a:spLocks/>
            </p:cNvSpPr>
            <p:nvPr/>
          </p:nvSpPr>
          <p:spPr bwMode="gray">
            <a:xfrm>
              <a:off x="9637712" y="2136776"/>
              <a:ext cx="36513" cy="165100"/>
            </a:xfrm>
            <a:custGeom>
              <a:avLst/>
              <a:gdLst>
                <a:gd name="T0" fmla="*/ 18257 w 18"/>
                <a:gd name="T1" fmla="*/ 165100 h 81"/>
                <a:gd name="T2" fmla="*/ 0 w 18"/>
                <a:gd name="T3" fmla="*/ 146756 h 81"/>
                <a:gd name="T4" fmla="*/ 0 w 18"/>
                <a:gd name="T5" fmla="*/ 18344 h 81"/>
                <a:gd name="T6" fmla="*/ 18257 w 18"/>
                <a:gd name="T7" fmla="*/ 0 h 81"/>
                <a:gd name="T8" fmla="*/ 36513 w 18"/>
                <a:gd name="T9" fmla="*/ 18344 h 81"/>
                <a:gd name="T10" fmla="*/ 36513 w 18"/>
                <a:gd name="T11" fmla="*/ 146756 h 81"/>
                <a:gd name="T12" fmla="*/ 18257 w 18"/>
                <a:gd name="T13" fmla="*/ 165100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81"/>
                <a:gd name="T23" fmla="*/ 18 w 18"/>
                <a:gd name="T24" fmla="*/ 81 h 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81">
                  <a:moveTo>
                    <a:pt x="9" y="81"/>
                  </a:moveTo>
                  <a:cubicBezTo>
                    <a:pt x="4" y="81"/>
                    <a:pt x="0" y="77"/>
                    <a:pt x="0" y="7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7"/>
                    <a:pt x="14" y="81"/>
                    <a:pt x="9" y="8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2" name="Freeform 114"/>
            <p:cNvSpPr>
              <a:spLocks/>
            </p:cNvSpPr>
            <p:nvPr/>
          </p:nvSpPr>
          <p:spPr bwMode="gray">
            <a:xfrm>
              <a:off x="9766300" y="2136776"/>
              <a:ext cx="36513" cy="165100"/>
            </a:xfrm>
            <a:custGeom>
              <a:avLst/>
              <a:gdLst>
                <a:gd name="T0" fmla="*/ 18257 w 18"/>
                <a:gd name="T1" fmla="*/ 165100 h 81"/>
                <a:gd name="T2" fmla="*/ 0 w 18"/>
                <a:gd name="T3" fmla="*/ 146756 h 81"/>
                <a:gd name="T4" fmla="*/ 0 w 18"/>
                <a:gd name="T5" fmla="*/ 18344 h 81"/>
                <a:gd name="T6" fmla="*/ 18257 w 18"/>
                <a:gd name="T7" fmla="*/ 0 h 81"/>
                <a:gd name="T8" fmla="*/ 36513 w 18"/>
                <a:gd name="T9" fmla="*/ 18344 h 81"/>
                <a:gd name="T10" fmla="*/ 36513 w 18"/>
                <a:gd name="T11" fmla="*/ 146756 h 81"/>
                <a:gd name="T12" fmla="*/ 18257 w 18"/>
                <a:gd name="T13" fmla="*/ 165100 h 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"/>
                <a:gd name="T22" fmla="*/ 0 h 81"/>
                <a:gd name="T23" fmla="*/ 18 w 18"/>
                <a:gd name="T24" fmla="*/ 81 h 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" h="81">
                  <a:moveTo>
                    <a:pt x="9" y="81"/>
                  </a:moveTo>
                  <a:cubicBezTo>
                    <a:pt x="4" y="81"/>
                    <a:pt x="0" y="77"/>
                    <a:pt x="0" y="7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77"/>
                    <a:pt x="14" y="81"/>
                    <a:pt x="9" y="8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3" name="Freeform 115"/>
            <p:cNvSpPr>
              <a:spLocks noEditPoints="1"/>
            </p:cNvSpPr>
            <p:nvPr/>
          </p:nvSpPr>
          <p:spPr bwMode="gray">
            <a:xfrm>
              <a:off x="9672637" y="2143126"/>
              <a:ext cx="95250" cy="95250"/>
            </a:xfrm>
            <a:custGeom>
              <a:avLst/>
              <a:gdLst>
                <a:gd name="T0" fmla="*/ 48638 w 47"/>
                <a:gd name="T1" fmla="*/ 95250 h 47"/>
                <a:gd name="T2" fmla="*/ 38505 w 47"/>
                <a:gd name="T3" fmla="*/ 91197 h 47"/>
                <a:gd name="T4" fmla="*/ 4053 w 47"/>
                <a:gd name="T5" fmla="*/ 56745 h 47"/>
                <a:gd name="T6" fmla="*/ 4053 w 47"/>
                <a:gd name="T7" fmla="*/ 38505 h 47"/>
                <a:gd name="T8" fmla="*/ 38505 w 47"/>
                <a:gd name="T9" fmla="*/ 4053 h 47"/>
                <a:gd name="T10" fmla="*/ 48638 w 47"/>
                <a:gd name="T11" fmla="*/ 0 h 47"/>
                <a:gd name="T12" fmla="*/ 48638 w 47"/>
                <a:gd name="T13" fmla="*/ 0 h 47"/>
                <a:gd name="T14" fmla="*/ 56745 w 47"/>
                <a:gd name="T15" fmla="*/ 4053 h 47"/>
                <a:gd name="T16" fmla="*/ 91197 w 47"/>
                <a:gd name="T17" fmla="*/ 38505 h 47"/>
                <a:gd name="T18" fmla="*/ 91197 w 47"/>
                <a:gd name="T19" fmla="*/ 56745 h 47"/>
                <a:gd name="T20" fmla="*/ 56745 w 47"/>
                <a:gd name="T21" fmla="*/ 91197 h 47"/>
                <a:gd name="T22" fmla="*/ 48638 w 47"/>
                <a:gd name="T23" fmla="*/ 95250 h 47"/>
                <a:gd name="T24" fmla="*/ 30399 w 47"/>
                <a:gd name="T25" fmla="*/ 46612 h 47"/>
                <a:gd name="T26" fmla="*/ 48638 w 47"/>
                <a:gd name="T27" fmla="*/ 64851 h 47"/>
                <a:gd name="T28" fmla="*/ 64851 w 47"/>
                <a:gd name="T29" fmla="*/ 46612 h 47"/>
                <a:gd name="T30" fmla="*/ 48638 w 47"/>
                <a:gd name="T31" fmla="*/ 30399 h 47"/>
                <a:gd name="T32" fmla="*/ 30399 w 47"/>
                <a:gd name="T33" fmla="*/ 46612 h 4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7"/>
                <a:gd name="T52" fmla="*/ 0 h 47"/>
                <a:gd name="T53" fmla="*/ 47 w 47"/>
                <a:gd name="T54" fmla="*/ 47 h 4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7" h="47">
                  <a:moveTo>
                    <a:pt x="24" y="47"/>
                  </a:moveTo>
                  <a:cubicBezTo>
                    <a:pt x="22" y="47"/>
                    <a:pt x="21" y="46"/>
                    <a:pt x="19" y="45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0" y="25"/>
                    <a:pt x="0" y="22"/>
                    <a:pt x="2" y="19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21" y="1"/>
                    <a:pt x="22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7" y="1"/>
                    <a:pt x="28" y="2"/>
                  </a:cubicBezTo>
                  <a:cubicBezTo>
                    <a:pt x="45" y="19"/>
                    <a:pt x="45" y="19"/>
                    <a:pt x="45" y="19"/>
                  </a:cubicBezTo>
                  <a:cubicBezTo>
                    <a:pt x="47" y="22"/>
                    <a:pt x="47" y="25"/>
                    <a:pt x="45" y="28"/>
                  </a:cubicBezTo>
                  <a:cubicBezTo>
                    <a:pt x="28" y="45"/>
                    <a:pt x="28" y="45"/>
                    <a:pt x="28" y="45"/>
                  </a:cubicBezTo>
                  <a:cubicBezTo>
                    <a:pt x="27" y="46"/>
                    <a:pt x="25" y="47"/>
                    <a:pt x="24" y="47"/>
                  </a:cubicBezTo>
                  <a:close/>
                  <a:moveTo>
                    <a:pt x="15" y="23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24" y="15"/>
                    <a:pt x="24" y="15"/>
                    <a:pt x="24" y="15"/>
                  </a:cubicBezTo>
                  <a:lnTo>
                    <a:pt x="15" y="2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4" name="Freeform 116"/>
            <p:cNvSpPr>
              <a:spLocks/>
            </p:cNvSpPr>
            <p:nvPr/>
          </p:nvSpPr>
          <p:spPr bwMode="gray">
            <a:xfrm>
              <a:off x="9677400" y="2200276"/>
              <a:ext cx="44450" cy="95250"/>
            </a:xfrm>
            <a:custGeom>
              <a:avLst/>
              <a:gdLst>
                <a:gd name="T0" fmla="*/ 12123 w 22"/>
                <a:gd name="T1" fmla="*/ 95250 h 47"/>
                <a:gd name="T2" fmla="*/ 10102 w 22"/>
                <a:gd name="T3" fmla="*/ 95250 h 47"/>
                <a:gd name="T4" fmla="*/ 2020 w 22"/>
                <a:gd name="T5" fmla="*/ 79037 h 47"/>
                <a:gd name="T6" fmla="*/ 20205 w 22"/>
                <a:gd name="T7" fmla="*/ 10133 h 47"/>
                <a:gd name="T8" fmla="*/ 34348 w 22"/>
                <a:gd name="T9" fmla="*/ 0 h 47"/>
                <a:gd name="T10" fmla="*/ 42430 w 22"/>
                <a:gd name="T11" fmla="*/ 16213 h 47"/>
                <a:gd name="T12" fmla="*/ 24245 w 22"/>
                <a:gd name="T13" fmla="*/ 85117 h 47"/>
                <a:gd name="T14" fmla="*/ 12123 w 22"/>
                <a:gd name="T15" fmla="*/ 95250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"/>
                <a:gd name="T25" fmla="*/ 0 h 47"/>
                <a:gd name="T26" fmla="*/ 22 w 22"/>
                <a:gd name="T27" fmla="*/ 47 h 4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" h="47">
                  <a:moveTo>
                    <a:pt x="6" y="47"/>
                  </a:moveTo>
                  <a:cubicBezTo>
                    <a:pt x="6" y="47"/>
                    <a:pt x="5" y="47"/>
                    <a:pt x="5" y="47"/>
                  </a:cubicBezTo>
                  <a:cubicBezTo>
                    <a:pt x="2" y="46"/>
                    <a:pt x="0" y="43"/>
                    <a:pt x="1" y="39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2"/>
                    <a:pt x="14" y="0"/>
                    <a:pt x="17" y="0"/>
                  </a:cubicBezTo>
                  <a:cubicBezTo>
                    <a:pt x="20" y="1"/>
                    <a:pt x="22" y="5"/>
                    <a:pt x="21" y="8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7"/>
                    <a:pt x="6" y="4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5" name="Freeform 117"/>
            <p:cNvSpPr>
              <a:spLocks/>
            </p:cNvSpPr>
            <p:nvPr/>
          </p:nvSpPr>
          <p:spPr bwMode="gray">
            <a:xfrm>
              <a:off x="9720262" y="2200276"/>
              <a:ext cx="46038" cy="95250"/>
            </a:xfrm>
            <a:custGeom>
              <a:avLst/>
              <a:gdLst>
                <a:gd name="T0" fmla="*/ 32026 w 23"/>
                <a:gd name="T1" fmla="*/ 95250 h 47"/>
                <a:gd name="T2" fmla="*/ 20017 w 23"/>
                <a:gd name="T3" fmla="*/ 85117 h 47"/>
                <a:gd name="T4" fmla="*/ 2002 w 23"/>
                <a:gd name="T5" fmla="*/ 16213 h 47"/>
                <a:gd name="T6" fmla="*/ 12010 w 23"/>
                <a:gd name="T7" fmla="*/ 0 h 47"/>
                <a:gd name="T8" fmla="*/ 26021 w 23"/>
                <a:gd name="T9" fmla="*/ 10133 h 47"/>
                <a:gd name="T10" fmla="*/ 44036 w 23"/>
                <a:gd name="T11" fmla="*/ 79037 h 47"/>
                <a:gd name="T12" fmla="*/ 34028 w 23"/>
                <a:gd name="T13" fmla="*/ 95250 h 47"/>
                <a:gd name="T14" fmla="*/ 32026 w 23"/>
                <a:gd name="T15" fmla="*/ 95250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"/>
                <a:gd name="T25" fmla="*/ 0 h 47"/>
                <a:gd name="T26" fmla="*/ 23 w 23"/>
                <a:gd name="T27" fmla="*/ 47 h 4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" h="47">
                  <a:moveTo>
                    <a:pt x="16" y="47"/>
                  </a:moveTo>
                  <a:cubicBezTo>
                    <a:pt x="13" y="47"/>
                    <a:pt x="11" y="45"/>
                    <a:pt x="10" y="42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5"/>
                    <a:pt x="2" y="1"/>
                    <a:pt x="6" y="0"/>
                  </a:cubicBezTo>
                  <a:cubicBezTo>
                    <a:pt x="9" y="0"/>
                    <a:pt x="12" y="2"/>
                    <a:pt x="13" y="5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3" y="43"/>
                    <a:pt x="21" y="46"/>
                    <a:pt x="17" y="47"/>
                  </a:cubicBezTo>
                  <a:cubicBezTo>
                    <a:pt x="17" y="47"/>
                    <a:pt x="16" y="47"/>
                    <a:pt x="16" y="4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6" name="Freeform 118"/>
            <p:cNvSpPr>
              <a:spLocks noEditPoints="1"/>
            </p:cNvSpPr>
            <p:nvPr/>
          </p:nvSpPr>
          <p:spPr bwMode="gray">
            <a:xfrm>
              <a:off x="9331325" y="1757363"/>
              <a:ext cx="184150" cy="180975"/>
            </a:xfrm>
            <a:custGeom>
              <a:avLst/>
              <a:gdLst>
                <a:gd name="T0" fmla="*/ 92075 w 90"/>
                <a:gd name="T1" fmla="*/ 180975 h 89"/>
                <a:gd name="T2" fmla="*/ 0 w 90"/>
                <a:gd name="T3" fmla="*/ 89471 h 89"/>
                <a:gd name="T4" fmla="*/ 92075 w 90"/>
                <a:gd name="T5" fmla="*/ 0 h 89"/>
                <a:gd name="T6" fmla="*/ 184150 w 90"/>
                <a:gd name="T7" fmla="*/ 89471 h 89"/>
                <a:gd name="T8" fmla="*/ 92075 w 90"/>
                <a:gd name="T9" fmla="*/ 180975 h 89"/>
                <a:gd name="T10" fmla="*/ 92075 w 90"/>
                <a:gd name="T11" fmla="*/ 36602 h 89"/>
                <a:gd name="T12" fmla="*/ 36830 w 90"/>
                <a:gd name="T13" fmla="*/ 89471 h 89"/>
                <a:gd name="T14" fmla="*/ 92075 w 90"/>
                <a:gd name="T15" fmla="*/ 144373 h 89"/>
                <a:gd name="T16" fmla="*/ 147320 w 90"/>
                <a:gd name="T17" fmla="*/ 89471 h 89"/>
                <a:gd name="T18" fmla="*/ 92075 w 90"/>
                <a:gd name="T19" fmla="*/ 36602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89"/>
                <a:gd name="T32" fmla="*/ 90 w 90"/>
                <a:gd name="T33" fmla="*/ 89 h 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89">
                  <a:moveTo>
                    <a:pt x="45" y="89"/>
                  </a:move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4"/>
                  </a:cubicBezTo>
                  <a:cubicBezTo>
                    <a:pt x="90" y="69"/>
                    <a:pt x="70" y="89"/>
                    <a:pt x="45" y="89"/>
                  </a:cubicBezTo>
                  <a:close/>
                  <a:moveTo>
                    <a:pt x="45" y="18"/>
                  </a:moveTo>
                  <a:cubicBezTo>
                    <a:pt x="30" y="18"/>
                    <a:pt x="18" y="30"/>
                    <a:pt x="18" y="44"/>
                  </a:cubicBezTo>
                  <a:cubicBezTo>
                    <a:pt x="18" y="59"/>
                    <a:pt x="30" y="71"/>
                    <a:pt x="45" y="71"/>
                  </a:cubicBezTo>
                  <a:cubicBezTo>
                    <a:pt x="60" y="71"/>
                    <a:pt x="72" y="59"/>
                    <a:pt x="72" y="44"/>
                  </a:cubicBezTo>
                  <a:cubicBezTo>
                    <a:pt x="72" y="30"/>
                    <a:pt x="60" y="18"/>
                    <a:pt x="4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7" name="Freeform 119"/>
            <p:cNvSpPr>
              <a:spLocks/>
            </p:cNvSpPr>
            <p:nvPr/>
          </p:nvSpPr>
          <p:spPr bwMode="gray">
            <a:xfrm>
              <a:off x="9423400" y="2071688"/>
              <a:ext cx="196850" cy="36513"/>
            </a:xfrm>
            <a:custGeom>
              <a:avLst/>
              <a:gdLst>
                <a:gd name="T0" fmla="*/ 178395 w 96"/>
                <a:gd name="T1" fmla="*/ 36513 h 18"/>
                <a:gd name="T2" fmla="*/ 18455 w 96"/>
                <a:gd name="T3" fmla="*/ 36513 h 18"/>
                <a:gd name="T4" fmla="*/ 0 w 96"/>
                <a:gd name="T5" fmla="*/ 18257 h 18"/>
                <a:gd name="T6" fmla="*/ 18455 w 96"/>
                <a:gd name="T7" fmla="*/ 0 h 18"/>
                <a:gd name="T8" fmla="*/ 178395 w 96"/>
                <a:gd name="T9" fmla="*/ 0 h 18"/>
                <a:gd name="T10" fmla="*/ 196850 w 96"/>
                <a:gd name="T11" fmla="*/ 18257 h 18"/>
                <a:gd name="T12" fmla="*/ 178395 w 96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8"/>
                <a:gd name="T23" fmla="*/ 96 w 96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8">
                  <a:moveTo>
                    <a:pt x="87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2" y="0"/>
                    <a:pt x="96" y="4"/>
                    <a:pt x="96" y="9"/>
                  </a:cubicBezTo>
                  <a:cubicBezTo>
                    <a:pt x="96" y="14"/>
                    <a:pt x="92" y="18"/>
                    <a:pt x="8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8" name="Freeform 120"/>
            <p:cNvSpPr>
              <a:spLocks noEditPoints="1"/>
            </p:cNvSpPr>
            <p:nvPr/>
          </p:nvSpPr>
          <p:spPr bwMode="gray">
            <a:xfrm>
              <a:off x="9228137" y="1971676"/>
              <a:ext cx="301625" cy="136525"/>
            </a:xfrm>
            <a:custGeom>
              <a:avLst/>
              <a:gdLst>
                <a:gd name="T0" fmla="*/ 283283 w 148"/>
                <a:gd name="T1" fmla="*/ 136525 h 67"/>
                <a:gd name="T2" fmla="*/ 18342 w 148"/>
                <a:gd name="T3" fmla="*/ 136525 h 67"/>
                <a:gd name="T4" fmla="*/ 0 w 148"/>
                <a:gd name="T5" fmla="*/ 118186 h 67"/>
                <a:gd name="T6" fmla="*/ 18342 w 148"/>
                <a:gd name="T7" fmla="*/ 99847 h 67"/>
                <a:gd name="T8" fmla="*/ 87634 w 148"/>
                <a:gd name="T9" fmla="*/ 99847 h 67"/>
                <a:gd name="T10" fmla="*/ 87634 w 148"/>
                <a:gd name="T11" fmla="*/ 18339 h 67"/>
                <a:gd name="T12" fmla="*/ 105976 w 148"/>
                <a:gd name="T13" fmla="*/ 0 h 67"/>
                <a:gd name="T14" fmla="*/ 283283 w 148"/>
                <a:gd name="T15" fmla="*/ 0 h 67"/>
                <a:gd name="T16" fmla="*/ 301625 w 148"/>
                <a:gd name="T17" fmla="*/ 18339 h 67"/>
                <a:gd name="T18" fmla="*/ 301625 w 148"/>
                <a:gd name="T19" fmla="*/ 118186 h 67"/>
                <a:gd name="T20" fmla="*/ 283283 w 148"/>
                <a:gd name="T21" fmla="*/ 136525 h 67"/>
                <a:gd name="T22" fmla="*/ 124318 w 148"/>
                <a:gd name="T23" fmla="*/ 99847 h 67"/>
                <a:gd name="T24" fmla="*/ 264941 w 148"/>
                <a:gd name="T25" fmla="*/ 99847 h 67"/>
                <a:gd name="T26" fmla="*/ 264941 w 148"/>
                <a:gd name="T27" fmla="*/ 36678 h 67"/>
                <a:gd name="T28" fmla="*/ 124318 w 148"/>
                <a:gd name="T29" fmla="*/ 36678 h 67"/>
                <a:gd name="T30" fmla="*/ 124318 w 148"/>
                <a:gd name="T31" fmla="*/ 99847 h 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8"/>
                <a:gd name="T49" fmla="*/ 0 h 67"/>
                <a:gd name="T50" fmla="*/ 148 w 148"/>
                <a:gd name="T51" fmla="*/ 67 h 6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8" h="67">
                  <a:moveTo>
                    <a:pt x="139" y="67"/>
                  </a:moveTo>
                  <a:cubicBezTo>
                    <a:pt x="9" y="67"/>
                    <a:pt x="9" y="67"/>
                    <a:pt x="9" y="67"/>
                  </a:cubicBezTo>
                  <a:cubicBezTo>
                    <a:pt x="4" y="67"/>
                    <a:pt x="0" y="63"/>
                    <a:pt x="0" y="58"/>
                  </a:cubicBezTo>
                  <a:cubicBezTo>
                    <a:pt x="0" y="53"/>
                    <a:pt x="4" y="49"/>
                    <a:pt x="9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4"/>
                    <a:pt x="47" y="0"/>
                    <a:pt x="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4" y="0"/>
                    <a:pt x="148" y="4"/>
                    <a:pt x="148" y="9"/>
                  </a:cubicBezTo>
                  <a:cubicBezTo>
                    <a:pt x="148" y="58"/>
                    <a:pt x="148" y="58"/>
                    <a:pt x="148" y="58"/>
                  </a:cubicBezTo>
                  <a:cubicBezTo>
                    <a:pt x="148" y="63"/>
                    <a:pt x="144" y="67"/>
                    <a:pt x="139" y="67"/>
                  </a:cubicBezTo>
                  <a:close/>
                  <a:moveTo>
                    <a:pt x="61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61" y="18"/>
                    <a:pt x="61" y="18"/>
                    <a:pt x="61" y="18"/>
                  </a:cubicBezTo>
                  <a:lnTo>
                    <a:pt x="61" y="4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69" name="Freeform 121"/>
            <p:cNvSpPr>
              <a:spLocks/>
            </p:cNvSpPr>
            <p:nvPr/>
          </p:nvSpPr>
          <p:spPr bwMode="gray">
            <a:xfrm>
              <a:off x="9244012" y="1900238"/>
              <a:ext cx="179388" cy="207963"/>
            </a:xfrm>
            <a:custGeom>
              <a:avLst/>
              <a:gdLst>
                <a:gd name="T0" fmla="*/ 83579 w 88"/>
                <a:gd name="T1" fmla="*/ 207963 h 102"/>
                <a:gd name="T2" fmla="*/ 16308 w 88"/>
                <a:gd name="T3" fmla="*/ 179419 h 102"/>
                <a:gd name="T4" fmla="*/ 14270 w 88"/>
                <a:gd name="T5" fmla="*/ 122331 h 102"/>
                <a:gd name="T6" fmla="*/ 16308 w 88"/>
                <a:gd name="T7" fmla="*/ 120292 h 102"/>
                <a:gd name="T8" fmla="*/ 83579 w 88"/>
                <a:gd name="T9" fmla="*/ 8155 h 102"/>
                <a:gd name="T10" fmla="*/ 97848 w 88"/>
                <a:gd name="T11" fmla="*/ 0 h 102"/>
                <a:gd name="T12" fmla="*/ 161042 w 88"/>
                <a:gd name="T13" fmla="*/ 0 h 102"/>
                <a:gd name="T14" fmla="*/ 179388 w 88"/>
                <a:gd name="T15" fmla="*/ 18350 h 102"/>
                <a:gd name="T16" fmla="*/ 161042 w 88"/>
                <a:gd name="T17" fmla="*/ 36699 h 102"/>
                <a:gd name="T18" fmla="*/ 108041 w 88"/>
                <a:gd name="T19" fmla="*/ 36699 h 102"/>
                <a:gd name="T20" fmla="*/ 48924 w 88"/>
                <a:gd name="T21" fmla="*/ 136603 h 102"/>
                <a:gd name="T22" fmla="*/ 46886 w 88"/>
                <a:gd name="T23" fmla="*/ 161069 h 102"/>
                <a:gd name="T24" fmla="*/ 83579 w 88"/>
                <a:gd name="T25" fmla="*/ 171264 h 102"/>
                <a:gd name="T26" fmla="*/ 101925 w 88"/>
                <a:gd name="T27" fmla="*/ 189613 h 102"/>
                <a:gd name="T28" fmla="*/ 83579 w 88"/>
                <a:gd name="T29" fmla="*/ 207963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102"/>
                <a:gd name="T47" fmla="*/ 88 w 88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102">
                  <a:moveTo>
                    <a:pt x="41" y="102"/>
                  </a:moveTo>
                  <a:cubicBezTo>
                    <a:pt x="25" y="102"/>
                    <a:pt x="14" y="97"/>
                    <a:pt x="8" y="88"/>
                  </a:cubicBezTo>
                  <a:cubicBezTo>
                    <a:pt x="0" y="76"/>
                    <a:pt x="7" y="61"/>
                    <a:pt x="7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84" y="0"/>
                    <a:pt x="88" y="4"/>
                    <a:pt x="88" y="9"/>
                  </a:cubicBezTo>
                  <a:cubicBezTo>
                    <a:pt x="88" y="14"/>
                    <a:pt x="84" y="18"/>
                    <a:pt x="79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3" y="70"/>
                    <a:pt x="21" y="75"/>
                    <a:pt x="23" y="79"/>
                  </a:cubicBezTo>
                  <a:cubicBezTo>
                    <a:pt x="25" y="82"/>
                    <a:pt x="32" y="84"/>
                    <a:pt x="41" y="84"/>
                  </a:cubicBezTo>
                  <a:cubicBezTo>
                    <a:pt x="46" y="84"/>
                    <a:pt x="50" y="88"/>
                    <a:pt x="50" y="93"/>
                  </a:cubicBezTo>
                  <a:cubicBezTo>
                    <a:pt x="50" y="98"/>
                    <a:pt x="46" y="102"/>
                    <a:pt x="41" y="10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0" name="Freeform 122"/>
            <p:cNvSpPr>
              <a:spLocks/>
            </p:cNvSpPr>
            <p:nvPr/>
          </p:nvSpPr>
          <p:spPr bwMode="gray">
            <a:xfrm>
              <a:off x="9423400" y="1900238"/>
              <a:ext cx="179388" cy="207963"/>
            </a:xfrm>
            <a:custGeom>
              <a:avLst/>
              <a:gdLst>
                <a:gd name="T0" fmla="*/ 95810 w 88"/>
                <a:gd name="T1" fmla="*/ 207963 h 102"/>
                <a:gd name="T2" fmla="*/ 77463 w 88"/>
                <a:gd name="T3" fmla="*/ 189613 h 102"/>
                <a:gd name="T4" fmla="*/ 95810 w 88"/>
                <a:gd name="T5" fmla="*/ 171264 h 102"/>
                <a:gd name="T6" fmla="*/ 132503 w 88"/>
                <a:gd name="T7" fmla="*/ 161069 h 102"/>
                <a:gd name="T8" fmla="*/ 130464 w 88"/>
                <a:gd name="T9" fmla="*/ 136603 h 102"/>
                <a:gd name="T10" fmla="*/ 71348 w 88"/>
                <a:gd name="T11" fmla="*/ 36699 h 102"/>
                <a:gd name="T12" fmla="*/ 18347 w 88"/>
                <a:gd name="T13" fmla="*/ 36699 h 102"/>
                <a:gd name="T14" fmla="*/ 0 w 88"/>
                <a:gd name="T15" fmla="*/ 18350 h 102"/>
                <a:gd name="T16" fmla="*/ 18347 w 88"/>
                <a:gd name="T17" fmla="*/ 0 h 102"/>
                <a:gd name="T18" fmla="*/ 81540 w 88"/>
                <a:gd name="T19" fmla="*/ 0 h 102"/>
                <a:gd name="T20" fmla="*/ 95810 w 88"/>
                <a:gd name="T21" fmla="*/ 8155 h 102"/>
                <a:gd name="T22" fmla="*/ 163080 w 88"/>
                <a:gd name="T23" fmla="*/ 120292 h 102"/>
                <a:gd name="T24" fmla="*/ 165119 w 88"/>
                <a:gd name="T25" fmla="*/ 122331 h 102"/>
                <a:gd name="T26" fmla="*/ 163080 w 88"/>
                <a:gd name="T27" fmla="*/ 179419 h 102"/>
                <a:gd name="T28" fmla="*/ 95810 w 88"/>
                <a:gd name="T29" fmla="*/ 207963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102"/>
                <a:gd name="T47" fmla="*/ 88 w 88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102">
                  <a:moveTo>
                    <a:pt x="47" y="102"/>
                  </a:moveTo>
                  <a:cubicBezTo>
                    <a:pt x="42" y="102"/>
                    <a:pt x="38" y="98"/>
                    <a:pt x="38" y="93"/>
                  </a:cubicBezTo>
                  <a:cubicBezTo>
                    <a:pt x="38" y="88"/>
                    <a:pt x="42" y="84"/>
                    <a:pt x="47" y="84"/>
                  </a:cubicBezTo>
                  <a:cubicBezTo>
                    <a:pt x="56" y="84"/>
                    <a:pt x="63" y="82"/>
                    <a:pt x="65" y="79"/>
                  </a:cubicBezTo>
                  <a:cubicBezTo>
                    <a:pt x="67" y="75"/>
                    <a:pt x="65" y="70"/>
                    <a:pt x="64" y="67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3" y="0"/>
                    <a:pt x="46" y="2"/>
                    <a:pt x="47" y="4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0" y="59"/>
                    <a:pt x="80" y="59"/>
                    <a:pt x="81" y="60"/>
                  </a:cubicBezTo>
                  <a:cubicBezTo>
                    <a:pt x="81" y="61"/>
                    <a:pt x="88" y="76"/>
                    <a:pt x="80" y="88"/>
                  </a:cubicBezTo>
                  <a:cubicBezTo>
                    <a:pt x="74" y="97"/>
                    <a:pt x="63" y="102"/>
                    <a:pt x="47" y="10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1" name="Freeform 123"/>
            <p:cNvSpPr>
              <a:spLocks/>
            </p:cNvSpPr>
            <p:nvPr/>
          </p:nvSpPr>
          <p:spPr bwMode="gray">
            <a:xfrm>
              <a:off x="9380537" y="1911351"/>
              <a:ext cx="15875" cy="85725"/>
            </a:xfrm>
            <a:custGeom>
              <a:avLst/>
              <a:gdLst>
                <a:gd name="T0" fmla="*/ 7938 w 8"/>
                <a:gd name="T1" fmla="*/ 85725 h 42"/>
                <a:gd name="T2" fmla="*/ 0 w 8"/>
                <a:gd name="T3" fmla="*/ 77561 h 42"/>
                <a:gd name="T4" fmla="*/ 0 w 8"/>
                <a:gd name="T5" fmla="*/ 8164 h 42"/>
                <a:gd name="T6" fmla="*/ 7938 w 8"/>
                <a:gd name="T7" fmla="*/ 0 h 42"/>
                <a:gd name="T8" fmla="*/ 15875 w 8"/>
                <a:gd name="T9" fmla="*/ 8164 h 42"/>
                <a:gd name="T10" fmla="*/ 15875 w 8"/>
                <a:gd name="T11" fmla="*/ 77561 h 42"/>
                <a:gd name="T12" fmla="*/ 7938 w 8"/>
                <a:gd name="T13" fmla="*/ 857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42"/>
                <a:gd name="T23" fmla="*/ 8 w 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42">
                  <a:moveTo>
                    <a:pt x="4" y="42"/>
                  </a:moveTo>
                  <a:cubicBezTo>
                    <a:pt x="2" y="42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6" y="42"/>
                    <a:pt x="4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2" name="Freeform 124"/>
            <p:cNvSpPr>
              <a:spLocks/>
            </p:cNvSpPr>
            <p:nvPr/>
          </p:nvSpPr>
          <p:spPr bwMode="gray">
            <a:xfrm>
              <a:off x="9450387" y="1911351"/>
              <a:ext cx="15875" cy="85725"/>
            </a:xfrm>
            <a:custGeom>
              <a:avLst/>
              <a:gdLst>
                <a:gd name="T0" fmla="*/ 7938 w 8"/>
                <a:gd name="T1" fmla="*/ 85725 h 42"/>
                <a:gd name="T2" fmla="*/ 0 w 8"/>
                <a:gd name="T3" fmla="*/ 77561 h 42"/>
                <a:gd name="T4" fmla="*/ 0 w 8"/>
                <a:gd name="T5" fmla="*/ 8164 h 42"/>
                <a:gd name="T6" fmla="*/ 7938 w 8"/>
                <a:gd name="T7" fmla="*/ 0 h 42"/>
                <a:gd name="T8" fmla="*/ 15875 w 8"/>
                <a:gd name="T9" fmla="*/ 8164 h 42"/>
                <a:gd name="T10" fmla="*/ 15875 w 8"/>
                <a:gd name="T11" fmla="*/ 77561 h 42"/>
                <a:gd name="T12" fmla="*/ 7938 w 8"/>
                <a:gd name="T13" fmla="*/ 857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42"/>
                <a:gd name="T23" fmla="*/ 8 w 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42">
                  <a:moveTo>
                    <a:pt x="4" y="42"/>
                  </a:moveTo>
                  <a:cubicBezTo>
                    <a:pt x="1" y="42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6" y="42"/>
                    <a:pt x="4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3" name="Freeform 125"/>
            <p:cNvSpPr>
              <a:spLocks noEditPoints="1"/>
            </p:cNvSpPr>
            <p:nvPr/>
          </p:nvSpPr>
          <p:spPr bwMode="gray">
            <a:xfrm>
              <a:off x="9396412" y="1911351"/>
              <a:ext cx="53975" cy="55563"/>
            </a:xfrm>
            <a:custGeom>
              <a:avLst/>
              <a:gdLst>
                <a:gd name="T0" fmla="*/ 26988 w 26"/>
                <a:gd name="T1" fmla="*/ 55563 h 27"/>
                <a:gd name="T2" fmla="*/ 20760 w 26"/>
                <a:gd name="T3" fmla="*/ 51447 h 27"/>
                <a:gd name="T4" fmla="*/ 2076 w 26"/>
                <a:gd name="T5" fmla="*/ 32926 h 27"/>
                <a:gd name="T6" fmla="*/ 0 w 26"/>
                <a:gd name="T7" fmla="*/ 26753 h 27"/>
                <a:gd name="T8" fmla="*/ 2076 w 26"/>
                <a:gd name="T9" fmla="*/ 22637 h 27"/>
                <a:gd name="T10" fmla="*/ 20760 w 26"/>
                <a:gd name="T11" fmla="*/ 2058 h 27"/>
                <a:gd name="T12" fmla="*/ 33215 w 26"/>
                <a:gd name="T13" fmla="*/ 2058 h 27"/>
                <a:gd name="T14" fmla="*/ 51899 w 26"/>
                <a:gd name="T15" fmla="*/ 22637 h 27"/>
                <a:gd name="T16" fmla="*/ 53975 w 26"/>
                <a:gd name="T17" fmla="*/ 26753 h 27"/>
                <a:gd name="T18" fmla="*/ 51899 w 26"/>
                <a:gd name="T19" fmla="*/ 32926 h 27"/>
                <a:gd name="T20" fmla="*/ 33215 w 26"/>
                <a:gd name="T21" fmla="*/ 51447 h 27"/>
                <a:gd name="T22" fmla="*/ 26988 w 26"/>
                <a:gd name="T23" fmla="*/ 55563 h 27"/>
                <a:gd name="T24" fmla="*/ 18684 w 26"/>
                <a:gd name="T25" fmla="*/ 26753 h 27"/>
                <a:gd name="T26" fmla="*/ 26988 w 26"/>
                <a:gd name="T27" fmla="*/ 34984 h 27"/>
                <a:gd name="T28" fmla="*/ 33215 w 26"/>
                <a:gd name="T29" fmla="*/ 26753 h 27"/>
                <a:gd name="T30" fmla="*/ 26988 w 26"/>
                <a:gd name="T31" fmla="*/ 20579 h 27"/>
                <a:gd name="T32" fmla="*/ 18684 w 26"/>
                <a:gd name="T33" fmla="*/ 26753 h 2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6"/>
                <a:gd name="T52" fmla="*/ 0 h 27"/>
                <a:gd name="T53" fmla="*/ 26 w 26"/>
                <a:gd name="T54" fmla="*/ 27 h 2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6" h="27">
                  <a:moveTo>
                    <a:pt x="13" y="27"/>
                  </a:moveTo>
                  <a:cubicBezTo>
                    <a:pt x="12" y="27"/>
                    <a:pt x="11" y="26"/>
                    <a:pt x="10" y="25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6"/>
                    <a:pt x="0" y="15"/>
                    <a:pt x="0" y="13"/>
                  </a:cubicBezTo>
                  <a:cubicBezTo>
                    <a:pt x="0" y="12"/>
                    <a:pt x="0" y="11"/>
                    <a:pt x="1" y="1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2" y="0"/>
                    <a:pt x="14" y="0"/>
                    <a:pt x="16" y="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6" y="11"/>
                    <a:pt x="26" y="12"/>
                    <a:pt x="26" y="13"/>
                  </a:cubicBezTo>
                  <a:cubicBezTo>
                    <a:pt x="26" y="15"/>
                    <a:pt x="26" y="16"/>
                    <a:pt x="25" y="1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5" y="26"/>
                    <a:pt x="14" y="27"/>
                    <a:pt x="13" y="27"/>
                  </a:cubicBezTo>
                  <a:close/>
                  <a:moveTo>
                    <a:pt x="9" y="13"/>
                  </a:moveTo>
                  <a:cubicBezTo>
                    <a:pt x="13" y="17"/>
                    <a:pt x="13" y="17"/>
                    <a:pt x="13" y="17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3" y="10"/>
                    <a:pt x="13" y="10"/>
                    <a:pt x="13" y="10"/>
                  </a:cubicBezTo>
                  <a:lnTo>
                    <a:pt x="9" y="1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4" name="Freeform 126"/>
            <p:cNvSpPr>
              <a:spLocks/>
            </p:cNvSpPr>
            <p:nvPr/>
          </p:nvSpPr>
          <p:spPr bwMode="gray">
            <a:xfrm>
              <a:off x="9396412" y="1943101"/>
              <a:ext cx="28575" cy="53975"/>
            </a:xfrm>
            <a:custGeom>
              <a:avLst/>
              <a:gdLst>
                <a:gd name="T0" fmla="*/ 10205 w 14"/>
                <a:gd name="T1" fmla="*/ 53975 h 27"/>
                <a:gd name="T2" fmla="*/ 8164 w 14"/>
                <a:gd name="T3" fmla="*/ 53975 h 27"/>
                <a:gd name="T4" fmla="*/ 2041 w 14"/>
                <a:gd name="T5" fmla="*/ 43980 h 27"/>
                <a:gd name="T6" fmla="*/ 12246 w 14"/>
                <a:gd name="T7" fmla="*/ 5997 h 27"/>
                <a:gd name="T8" fmla="*/ 22452 w 14"/>
                <a:gd name="T9" fmla="*/ 0 h 27"/>
                <a:gd name="T10" fmla="*/ 26534 w 14"/>
                <a:gd name="T11" fmla="*/ 9995 h 27"/>
                <a:gd name="T12" fmla="*/ 18370 w 14"/>
                <a:gd name="T13" fmla="*/ 47978 h 27"/>
                <a:gd name="T14" fmla="*/ 10205 w 14"/>
                <a:gd name="T15" fmla="*/ 53975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"/>
                <a:gd name="T25" fmla="*/ 0 h 27"/>
                <a:gd name="T26" fmla="*/ 14 w 14"/>
                <a:gd name="T27" fmla="*/ 27 h 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" h="27">
                  <a:moveTo>
                    <a:pt x="5" y="27"/>
                  </a:moveTo>
                  <a:cubicBezTo>
                    <a:pt x="4" y="27"/>
                    <a:pt x="4" y="27"/>
                    <a:pt x="4" y="27"/>
                  </a:cubicBezTo>
                  <a:cubicBezTo>
                    <a:pt x="2" y="26"/>
                    <a:pt x="0" y="24"/>
                    <a:pt x="1" y="22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8" y="0"/>
                    <a:pt x="11" y="0"/>
                  </a:cubicBezTo>
                  <a:cubicBezTo>
                    <a:pt x="13" y="1"/>
                    <a:pt x="14" y="3"/>
                    <a:pt x="13" y="5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8" y="26"/>
                    <a:pt x="7" y="27"/>
                    <a:pt x="5" y="2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5" name="Freeform 127"/>
            <p:cNvSpPr>
              <a:spLocks/>
            </p:cNvSpPr>
            <p:nvPr/>
          </p:nvSpPr>
          <p:spPr bwMode="gray">
            <a:xfrm>
              <a:off x="9421812" y="1943101"/>
              <a:ext cx="26988" cy="53975"/>
            </a:xfrm>
            <a:custGeom>
              <a:avLst/>
              <a:gdLst>
                <a:gd name="T0" fmla="*/ 18684 w 13"/>
                <a:gd name="T1" fmla="*/ 53975 h 27"/>
                <a:gd name="T2" fmla="*/ 10380 w 13"/>
                <a:gd name="T3" fmla="*/ 47978 h 27"/>
                <a:gd name="T4" fmla="*/ 0 w 13"/>
                <a:gd name="T5" fmla="*/ 9995 h 27"/>
                <a:gd name="T6" fmla="*/ 6228 w 13"/>
                <a:gd name="T7" fmla="*/ 0 h 27"/>
                <a:gd name="T8" fmla="*/ 16608 w 13"/>
                <a:gd name="T9" fmla="*/ 5997 h 27"/>
                <a:gd name="T10" fmla="*/ 26988 w 13"/>
                <a:gd name="T11" fmla="*/ 43980 h 27"/>
                <a:gd name="T12" fmla="*/ 20760 w 13"/>
                <a:gd name="T13" fmla="*/ 53975 h 27"/>
                <a:gd name="T14" fmla="*/ 18684 w 13"/>
                <a:gd name="T15" fmla="*/ 53975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"/>
                <a:gd name="T25" fmla="*/ 0 h 27"/>
                <a:gd name="T26" fmla="*/ 13 w 13"/>
                <a:gd name="T27" fmla="*/ 27 h 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" h="27">
                  <a:moveTo>
                    <a:pt x="9" y="27"/>
                  </a:moveTo>
                  <a:cubicBezTo>
                    <a:pt x="7" y="27"/>
                    <a:pt x="6" y="26"/>
                    <a:pt x="5" y="2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5" y="0"/>
                    <a:pt x="8" y="1"/>
                    <a:pt x="8" y="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4"/>
                    <a:pt x="12" y="26"/>
                    <a:pt x="10" y="27"/>
                  </a:cubicBezTo>
                  <a:cubicBezTo>
                    <a:pt x="10" y="27"/>
                    <a:pt x="9" y="27"/>
                    <a:pt x="9" y="2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6" name="Freeform 128"/>
            <p:cNvSpPr>
              <a:spLocks noEditPoints="1"/>
            </p:cNvSpPr>
            <p:nvPr/>
          </p:nvSpPr>
          <p:spPr bwMode="gray">
            <a:xfrm>
              <a:off x="9925050" y="1757363"/>
              <a:ext cx="184150" cy="180975"/>
            </a:xfrm>
            <a:custGeom>
              <a:avLst/>
              <a:gdLst>
                <a:gd name="T0" fmla="*/ 92075 w 90"/>
                <a:gd name="T1" fmla="*/ 180975 h 89"/>
                <a:gd name="T2" fmla="*/ 0 w 90"/>
                <a:gd name="T3" fmla="*/ 89471 h 89"/>
                <a:gd name="T4" fmla="*/ 92075 w 90"/>
                <a:gd name="T5" fmla="*/ 0 h 89"/>
                <a:gd name="T6" fmla="*/ 184150 w 90"/>
                <a:gd name="T7" fmla="*/ 89471 h 89"/>
                <a:gd name="T8" fmla="*/ 92075 w 90"/>
                <a:gd name="T9" fmla="*/ 180975 h 89"/>
                <a:gd name="T10" fmla="*/ 92075 w 90"/>
                <a:gd name="T11" fmla="*/ 36602 h 89"/>
                <a:gd name="T12" fmla="*/ 36830 w 90"/>
                <a:gd name="T13" fmla="*/ 89471 h 89"/>
                <a:gd name="T14" fmla="*/ 92075 w 90"/>
                <a:gd name="T15" fmla="*/ 144373 h 89"/>
                <a:gd name="T16" fmla="*/ 147320 w 90"/>
                <a:gd name="T17" fmla="*/ 89471 h 89"/>
                <a:gd name="T18" fmla="*/ 92075 w 90"/>
                <a:gd name="T19" fmla="*/ 36602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0"/>
                <a:gd name="T31" fmla="*/ 0 h 89"/>
                <a:gd name="T32" fmla="*/ 90 w 90"/>
                <a:gd name="T33" fmla="*/ 89 h 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0" h="89">
                  <a:moveTo>
                    <a:pt x="45" y="89"/>
                  </a:moveTo>
                  <a:cubicBezTo>
                    <a:pt x="20" y="89"/>
                    <a:pt x="0" y="69"/>
                    <a:pt x="0" y="44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69" y="0"/>
                    <a:pt x="90" y="20"/>
                    <a:pt x="90" y="44"/>
                  </a:cubicBezTo>
                  <a:cubicBezTo>
                    <a:pt x="90" y="69"/>
                    <a:pt x="69" y="89"/>
                    <a:pt x="45" y="89"/>
                  </a:cubicBezTo>
                  <a:close/>
                  <a:moveTo>
                    <a:pt x="45" y="18"/>
                  </a:moveTo>
                  <a:cubicBezTo>
                    <a:pt x="30" y="18"/>
                    <a:pt x="18" y="30"/>
                    <a:pt x="18" y="44"/>
                  </a:cubicBezTo>
                  <a:cubicBezTo>
                    <a:pt x="18" y="59"/>
                    <a:pt x="30" y="71"/>
                    <a:pt x="45" y="71"/>
                  </a:cubicBezTo>
                  <a:cubicBezTo>
                    <a:pt x="59" y="71"/>
                    <a:pt x="72" y="59"/>
                    <a:pt x="72" y="44"/>
                  </a:cubicBezTo>
                  <a:cubicBezTo>
                    <a:pt x="72" y="30"/>
                    <a:pt x="59" y="18"/>
                    <a:pt x="4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7" name="Freeform 129"/>
            <p:cNvSpPr>
              <a:spLocks/>
            </p:cNvSpPr>
            <p:nvPr/>
          </p:nvSpPr>
          <p:spPr bwMode="gray">
            <a:xfrm>
              <a:off x="10017125" y="2071688"/>
              <a:ext cx="196850" cy="36513"/>
            </a:xfrm>
            <a:custGeom>
              <a:avLst/>
              <a:gdLst>
                <a:gd name="T0" fmla="*/ 178395 w 96"/>
                <a:gd name="T1" fmla="*/ 36513 h 18"/>
                <a:gd name="T2" fmla="*/ 18455 w 96"/>
                <a:gd name="T3" fmla="*/ 36513 h 18"/>
                <a:gd name="T4" fmla="*/ 0 w 96"/>
                <a:gd name="T5" fmla="*/ 18257 h 18"/>
                <a:gd name="T6" fmla="*/ 18455 w 96"/>
                <a:gd name="T7" fmla="*/ 0 h 18"/>
                <a:gd name="T8" fmla="*/ 178395 w 96"/>
                <a:gd name="T9" fmla="*/ 0 h 18"/>
                <a:gd name="T10" fmla="*/ 196850 w 96"/>
                <a:gd name="T11" fmla="*/ 18257 h 18"/>
                <a:gd name="T12" fmla="*/ 178395 w 96"/>
                <a:gd name="T13" fmla="*/ 3651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6"/>
                <a:gd name="T22" fmla="*/ 0 h 18"/>
                <a:gd name="T23" fmla="*/ 96 w 96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6" h="18">
                  <a:moveTo>
                    <a:pt x="87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2" y="0"/>
                    <a:pt x="96" y="4"/>
                    <a:pt x="96" y="9"/>
                  </a:cubicBezTo>
                  <a:cubicBezTo>
                    <a:pt x="96" y="14"/>
                    <a:pt x="92" y="18"/>
                    <a:pt x="8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8" name="Freeform 130"/>
            <p:cNvSpPr>
              <a:spLocks noEditPoints="1"/>
            </p:cNvSpPr>
            <p:nvPr/>
          </p:nvSpPr>
          <p:spPr bwMode="gray">
            <a:xfrm>
              <a:off x="9821862" y="1971676"/>
              <a:ext cx="301625" cy="136525"/>
            </a:xfrm>
            <a:custGeom>
              <a:avLst/>
              <a:gdLst>
                <a:gd name="T0" fmla="*/ 283283 w 148"/>
                <a:gd name="T1" fmla="*/ 136525 h 67"/>
                <a:gd name="T2" fmla="*/ 18342 w 148"/>
                <a:gd name="T3" fmla="*/ 136525 h 67"/>
                <a:gd name="T4" fmla="*/ 0 w 148"/>
                <a:gd name="T5" fmla="*/ 118186 h 67"/>
                <a:gd name="T6" fmla="*/ 18342 w 148"/>
                <a:gd name="T7" fmla="*/ 99847 h 67"/>
                <a:gd name="T8" fmla="*/ 87634 w 148"/>
                <a:gd name="T9" fmla="*/ 99847 h 67"/>
                <a:gd name="T10" fmla="*/ 87634 w 148"/>
                <a:gd name="T11" fmla="*/ 18339 h 67"/>
                <a:gd name="T12" fmla="*/ 105976 w 148"/>
                <a:gd name="T13" fmla="*/ 0 h 67"/>
                <a:gd name="T14" fmla="*/ 283283 w 148"/>
                <a:gd name="T15" fmla="*/ 0 h 67"/>
                <a:gd name="T16" fmla="*/ 301625 w 148"/>
                <a:gd name="T17" fmla="*/ 18339 h 67"/>
                <a:gd name="T18" fmla="*/ 301625 w 148"/>
                <a:gd name="T19" fmla="*/ 118186 h 67"/>
                <a:gd name="T20" fmla="*/ 283283 w 148"/>
                <a:gd name="T21" fmla="*/ 136525 h 67"/>
                <a:gd name="T22" fmla="*/ 124318 w 148"/>
                <a:gd name="T23" fmla="*/ 99847 h 67"/>
                <a:gd name="T24" fmla="*/ 264941 w 148"/>
                <a:gd name="T25" fmla="*/ 99847 h 67"/>
                <a:gd name="T26" fmla="*/ 264941 w 148"/>
                <a:gd name="T27" fmla="*/ 36678 h 67"/>
                <a:gd name="T28" fmla="*/ 124318 w 148"/>
                <a:gd name="T29" fmla="*/ 36678 h 67"/>
                <a:gd name="T30" fmla="*/ 124318 w 148"/>
                <a:gd name="T31" fmla="*/ 99847 h 6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48"/>
                <a:gd name="T49" fmla="*/ 0 h 67"/>
                <a:gd name="T50" fmla="*/ 148 w 148"/>
                <a:gd name="T51" fmla="*/ 67 h 6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48" h="67">
                  <a:moveTo>
                    <a:pt x="139" y="67"/>
                  </a:moveTo>
                  <a:cubicBezTo>
                    <a:pt x="9" y="67"/>
                    <a:pt x="9" y="67"/>
                    <a:pt x="9" y="67"/>
                  </a:cubicBezTo>
                  <a:cubicBezTo>
                    <a:pt x="4" y="67"/>
                    <a:pt x="0" y="63"/>
                    <a:pt x="0" y="58"/>
                  </a:cubicBezTo>
                  <a:cubicBezTo>
                    <a:pt x="0" y="53"/>
                    <a:pt x="4" y="49"/>
                    <a:pt x="9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4"/>
                    <a:pt x="47" y="0"/>
                    <a:pt x="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44" y="0"/>
                    <a:pt x="148" y="4"/>
                    <a:pt x="148" y="9"/>
                  </a:cubicBezTo>
                  <a:cubicBezTo>
                    <a:pt x="148" y="58"/>
                    <a:pt x="148" y="58"/>
                    <a:pt x="148" y="58"/>
                  </a:cubicBezTo>
                  <a:cubicBezTo>
                    <a:pt x="148" y="63"/>
                    <a:pt x="144" y="67"/>
                    <a:pt x="139" y="67"/>
                  </a:cubicBezTo>
                  <a:close/>
                  <a:moveTo>
                    <a:pt x="61" y="49"/>
                  </a:moveTo>
                  <a:cubicBezTo>
                    <a:pt x="130" y="49"/>
                    <a:pt x="130" y="49"/>
                    <a:pt x="130" y="49"/>
                  </a:cubicBezTo>
                  <a:cubicBezTo>
                    <a:pt x="130" y="18"/>
                    <a:pt x="130" y="18"/>
                    <a:pt x="130" y="18"/>
                  </a:cubicBezTo>
                  <a:cubicBezTo>
                    <a:pt x="61" y="18"/>
                    <a:pt x="61" y="18"/>
                    <a:pt x="61" y="18"/>
                  </a:cubicBezTo>
                  <a:lnTo>
                    <a:pt x="61" y="49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79" name="Freeform 131"/>
            <p:cNvSpPr>
              <a:spLocks/>
            </p:cNvSpPr>
            <p:nvPr/>
          </p:nvSpPr>
          <p:spPr bwMode="gray">
            <a:xfrm>
              <a:off x="9837737" y="1900238"/>
              <a:ext cx="177800" cy="207963"/>
            </a:xfrm>
            <a:custGeom>
              <a:avLst/>
              <a:gdLst>
                <a:gd name="T0" fmla="*/ 81747 w 87"/>
                <a:gd name="T1" fmla="*/ 207963 h 102"/>
                <a:gd name="T2" fmla="*/ 16349 w 87"/>
                <a:gd name="T3" fmla="*/ 179419 h 102"/>
                <a:gd name="T4" fmla="*/ 14306 w 87"/>
                <a:gd name="T5" fmla="*/ 122331 h 102"/>
                <a:gd name="T6" fmla="*/ 16349 w 87"/>
                <a:gd name="T7" fmla="*/ 120292 h 102"/>
                <a:gd name="T8" fmla="*/ 81747 w 87"/>
                <a:gd name="T9" fmla="*/ 8155 h 102"/>
                <a:gd name="T10" fmla="*/ 98097 w 87"/>
                <a:gd name="T11" fmla="*/ 0 h 102"/>
                <a:gd name="T12" fmla="*/ 159407 w 87"/>
                <a:gd name="T13" fmla="*/ 0 h 102"/>
                <a:gd name="T14" fmla="*/ 177800 w 87"/>
                <a:gd name="T15" fmla="*/ 18350 h 102"/>
                <a:gd name="T16" fmla="*/ 159407 w 87"/>
                <a:gd name="T17" fmla="*/ 36699 h 102"/>
                <a:gd name="T18" fmla="*/ 108315 w 87"/>
                <a:gd name="T19" fmla="*/ 36699 h 102"/>
                <a:gd name="T20" fmla="*/ 47005 w 87"/>
                <a:gd name="T21" fmla="*/ 136603 h 102"/>
                <a:gd name="T22" fmla="*/ 47005 w 87"/>
                <a:gd name="T23" fmla="*/ 161069 h 102"/>
                <a:gd name="T24" fmla="*/ 81747 w 87"/>
                <a:gd name="T25" fmla="*/ 171264 h 102"/>
                <a:gd name="T26" fmla="*/ 100140 w 87"/>
                <a:gd name="T27" fmla="*/ 189613 h 102"/>
                <a:gd name="T28" fmla="*/ 81747 w 87"/>
                <a:gd name="T29" fmla="*/ 207963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7"/>
                <a:gd name="T46" fmla="*/ 0 h 102"/>
                <a:gd name="T47" fmla="*/ 87 w 87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7" h="102">
                  <a:moveTo>
                    <a:pt x="40" y="102"/>
                  </a:moveTo>
                  <a:cubicBezTo>
                    <a:pt x="25" y="102"/>
                    <a:pt x="14" y="97"/>
                    <a:pt x="8" y="88"/>
                  </a:cubicBezTo>
                  <a:cubicBezTo>
                    <a:pt x="0" y="76"/>
                    <a:pt x="6" y="61"/>
                    <a:pt x="7" y="60"/>
                  </a:cubicBezTo>
                  <a:cubicBezTo>
                    <a:pt x="7" y="59"/>
                    <a:pt x="7" y="59"/>
                    <a:pt x="8" y="59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2" y="2"/>
                    <a:pt x="45" y="0"/>
                    <a:pt x="4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3" y="0"/>
                    <a:pt x="87" y="4"/>
                    <a:pt x="87" y="9"/>
                  </a:cubicBezTo>
                  <a:cubicBezTo>
                    <a:pt x="87" y="14"/>
                    <a:pt x="83" y="18"/>
                    <a:pt x="78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2" y="70"/>
                    <a:pt x="21" y="75"/>
                    <a:pt x="23" y="79"/>
                  </a:cubicBezTo>
                  <a:cubicBezTo>
                    <a:pt x="25" y="82"/>
                    <a:pt x="32" y="84"/>
                    <a:pt x="40" y="84"/>
                  </a:cubicBezTo>
                  <a:cubicBezTo>
                    <a:pt x="45" y="84"/>
                    <a:pt x="49" y="88"/>
                    <a:pt x="49" y="93"/>
                  </a:cubicBezTo>
                  <a:cubicBezTo>
                    <a:pt x="49" y="98"/>
                    <a:pt x="45" y="102"/>
                    <a:pt x="40" y="10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0" name="Freeform 132"/>
            <p:cNvSpPr>
              <a:spLocks/>
            </p:cNvSpPr>
            <p:nvPr/>
          </p:nvSpPr>
          <p:spPr bwMode="gray">
            <a:xfrm>
              <a:off x="10017125" y="1900238"/>
              <a:ext cx="180975" cy="207963"/>
            </a:xfrm>
            <a:custGeom>
              <a:avLst/>
              <a:gdLst>
                <a:gd name="T0" fmla="*/ 96657 w 88"/>
                <a:gd name="T1" fmla="*/ 207963 h 102"/>
                <a:gd name="T2" fmla="*/ 78148 w 88"/>
                <a:gd name="T3" fmla="*/ 189613 h 102"/>
                <a:gd name="T4" fmla="*/ 96657 w 88"/>
                <a:gd name="T5" fmla="*/ 171264 h 102"/>
                <a:gd name="T6" fmla="*/ 131618 w 88"/>
                <a:gd name="T7" fmla="*/ 161069 h 102"/>
                <a:gd name="T8" fmla="*/ 131618 w 88"/>
                <a:gd name="T9" fmla="*/ 136603 h 102"/>
                <a:gd name="T10" fmla="*/ 69922 w 88"/>
                <a:gd name="T11" fmla="*/ 36699 h 102"/>
                <a:gd name="T12" fmla="*/ 18509 w 88"/>
                <a:gd name="T13" fmla="*/ 36699 h 102"/>
                <a:gd name="T14" fmla="*/ 0 w 88"/>
                <a:gd name="T15" fmla="*/ 18350 h 102"/>
                <a:gd name="T16" fmla="*/ 18509 w 88"/>
                <a:gd name="T17" fmla="*/ 0 h 102"/>
                <a:gd name="T18" fmla="*/ 80205 w 88"/>
                <a:gd name="T19" fmla="*/ 0 h 102"/>
                <a:gd name="T20" fmla="*/ 96657 w 88"/>
                <a:gd name="T21" fmla="*/ 8155 h 102"/>
                <a:gd name="T22" fmla="*/ 164523 w 88"/>
                <a:gd name="T23" fmla="*/ 120292 h 102"/>
                <a:gd name="T24" fmla="*/ 164523 w 88"/>
                <a:gd name="T25" fmla="*/ 122331 h 102"/>
                <a:gd name="T26" fmla="*/ 164523 w 88"/>
                <a:gd name="T27" fmla="*/ 179419 h 102"/>
                <a:gd name="T28" fmla="*/ 96657 w 88"/>
                <a:gd name="T29" fmla="*/ 207963 h 10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"/>
                <a:gd name="T46" fmla="*/ 0 h 102"/>
                <a:gd name="T47" fmla="*/ 88 w 88"/>
                <a:gd name="T48" fmla="*/ 102 h 102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" h="102">
                  <a:moveTo>
                    <a:pt x="47" y="102"/>
                  </a:moveTo>
                  <a:cubicBezTo>
                    <a:pt x="42" y="102"/>
                    <a:pt x="38" y="98"/>
                    <a:pt x="38" y="93"/>
                  </a:cubicBezTo>
                  <a:cubicBezTo>
                    <a:pt x="38" y="88"/>
                    <a:pt x="42" y="84"/>
                    <a:pt x="47" y="84"/>
                  </a:cubicBezTo>
                  <a:cubicBezTo>
                    <a:pt x="56" y="84"/>
                    <a:pt x="62" y="82"/>
                    <a:pt x="64" y="79"/>
                  </a:cubicBezTo>
                  <a:cubicBezTo>
                    <a:pt x="67" y="75"/>
                    <a:pt x="65" y="70"/>
                    <a:pt x="64" y="67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3" y="0"/>
                    <a:pt x="46" y="2"/>
                    <a:pt x="47" y="4"/>
                  </a:cubicBezTo>
                  <a:cubicBezTo>
                    <a:pt x="80" y="59"/>
                    <a:pt x="80" y="59"/>
                    <a:pt x="80" y="59"/>
                  </a:cubicBezTo>
                  <a:cubicBezTo>
                    <a:pt x="80" y="59"/>
                    <a:pt x="80" y="59"/>
                    <a:pt x="80" y="60"/>
                  </a:cubicBezTo>
                  <a:cubicBezTo>
                    <a:pt x="81" y="61"/>
                    <a:pt x="88" y="76"/>
                    <a:pt x="80" y="88"/>
                  </a:cubicBezTo>
                  <a:cubicBezTo>
                    <a:pt x="74" y="97"/>
                    <a:pt x="63" y="102"/>
                    <a:pt x="47" y="10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1" name="Freeform 133"/>
            <p:cNvSpPr>
              <a:spLocks/>
            </p:cNvSpPr>
            <p:nvPr/>
          </p:nvSpPr>
          <p:spPr bwMode="gray">
            <a:xfrm>
              <a:off x="9974262" y="1911351"/>
              <a:ext cx="17463" cy="85725"/>
            </a:xfrm>
            <a:custGeom>
              <a:avLst/>
              <a:gdLst>
                <a:gd name="T0" fmla="*/ 8732 w 8"/>
                <a:gd name="T1" fmla="*/ 85725 h 42"/>
                <a:gd name="T2" fmla="*/ 0 w 8"/>
                <a:gd name="T3" fmla="*/ 77561 h 42"/>
                <a:gd name="T4" fmla="*/ 0 w 8"/>
                <a:gd name="T5" fmla="*/ 8164 h 42"/>
                <a:gd name="T6" fmla="*/ 8732 w 8"/>
                <a:gd name="T7" fmla="*/ 0 h 42"/>
                <a:gd name="T8" fmla="*/ 17463 w 8"/>
                <a:gd name="T9" fmla="*/ 8164 h 42"/>
                <a:gd name="T10" fmla="*/ 17463 w 8"/>
                <a:gd name="T11" fmla="*/ 77561 h 42"/>
                <a:gd name="T12" fmla="*/ 8732 w 8"/>
                <a:gd name="T13" fmla="*/ 857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42"/>
                <a:gd name="T23" fmla="*/ 8 w 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42">
                  <a:moveTo>
                    <a:pt x="4" y="42"/>
                  </a:moveTo>
                  <a:cubicBezTo>
                    <a:pt x="2" y="42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6" y="42"/>
                    <a:pt x="4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2" name="Freeform 134"/>
            <p:cNvSpPr>
              <a:spLocks/>
            </p:cNvSpPr>
            <p:nvPr/>
          </p:nvSpPr>
          <p:spPr bwMode="gray">
            <a:xfrm>
              <a:off x="10042525" y="1911351"/>
              <a:ext cx="15875" cy="85725"/>
            </a:xfrm>
            <a:custGeom>
              <a:avLst/>
              <a:gdLst>
                <a:gd name="T0" fmla="*/ 7938 w 8"/>
                <a:gd name="T1" fmla="*/ 85725 h 42"/>
                <a:gd name="T2" fmla="*/ 0 w 8"/>
                <a:gd name="T3" fmla="*/ 77561 h 42"/>
                <a:gd name="T4" fmla="*/ 0 w 8"/>
                <a:gd name="T5" fmla="*/ 8164 h 42"/>
                <a:gd name="T6" fmla="*/ 7938 w 8"/>
                <a:gd name="T7" fmla="*/ 0 h 42"/>
                <a:gd name="T8" fmla="*/ 15875 w 8"/>
                <a:gd name="T9" fmla="*/ 8164 h 42"/>
                <a:gd name="T10" fmla="*/ 15875 w 8"/>
                <a:gd name="T11" fmla="*/ 77561 h 42"/>
                <a:gd name="T12" fmla="*/ 7938 w 8"/>
                <a:gd name="T13" fmla="*/ 85725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42"/>
                <a:gd name="T23" fmla="*/ 8 w 8"/>
                <a:gd name="T24" fmla="*/ 42 h 4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42">
                  <a:moveTo>
                    <a:pt x="4" y="42"/>
                  </a:moveTo>
                  <a:cubicBezTo>
                    <a:pt x="2" y="42"/>
                    <a:pt x="0" y="40"/>
                    <a:pt x="0" y="38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8" y="40"/>
                    <a:pt x="6" y="42"/>
                    <a:pt x="4" y="42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3" name="Freeform 135"/>
            <p:cNvSpPr>
              <a:spLocks noEditPoints="1"/>
            </p:cNvSpPr>
            <p:nvPr/>
          </p:nvSpPr>
          <p:spPr bwMode="gray">
            <a:xfrm>
              <a:off x="9988550" y="1911351"/>
              <a:ext cx="55563" cy="55563"/>
            </a:xfrm>
            <a:custGeom>
              <a:avLst/>
              <a:gdLst>
                <a:gd name="T0" fmla="*/ 28810 w 27"/>
                <a:gd name="T1" fmla="*/ 55563 h 27"/>
                <a:gd name="T2" fmla="*/ 22637 w 27"/>
                <a:gd name="T3" fmla="*/ 51447 h 27"/>
                <a:gd name="T4" fmla="*/ 4116 w 27"/>
                <a:gd name="T5" fmla="*/ 32926 h 27"/>
                <a:gd name="T6" fmla="*/ 0 w 27"/>
                <a:gd name="T7" fmla="*/ 26753 h 27"/>
                <a:gd name="T8" fmla="*/ 4116 w 27"/>
                <a:gd name="T9" fmla="*/ 22637 h 27"/>
                <a:gd name="T10" fmla="*/ 22637 w 27"/>
                <a:gd name="T11" fmla="*/ 2058 h 27"/>
                <a:gd name="T12" fmla="*/ 32926 w 27"/>
                <a:gd name="T13" fmla="*/ 2058 h 27"/>
                <a:gd name="T14" fmla="*/ 53505 w 27"/>
                <a:gd name="T15" fmla="*/ 22637 h 27"/>
                <a:gd name="T16" fmla="*/ 55563 w 27"/>
                <a:gd name="T17" fmla="*/ 26753 h 27"/>
                <a:gd name="T18" fmla="*/ 53505 w 27"/>
                <a:gd name="T19" fmla="*/ 32926 h 27"/>
                <a:gd name="T20" fmla="*/ 32926 w 27"/>
                <a:gd name="T21" fmla="*/ 51447 h 27"/>
                <a:gd name="T22" fmla="*/ 28810 w 27"/>
                <a:gd name="T23" fmla="*/ 55563 h 27"/>
                <a:gd name="T24" fmla="*/ 20579 w 27"/>
                <a:gd name="T25" fmla="*/ 26753 h 27"/>
                <a:gd name="T26" fmla="*/ 28810 w 27"/>
                <a:gd name="T27" fmla="*/ 34984 h 27"/>
                <a:gd name="T28" fmla="*/ 34984 w 27"/>
                <a:gd name="T29" fmla="*/ 26753 h 27"/>
                <a:gd name="T30" fmla="*/ 28810 w 27"/>
                <a:gd name="T31" fmla="*/ 20579 h 27"/>
                <a:gd name="T32" fmla="*/ 20579 w 27"/>
                <a:gd name="T33" fmla="*/ 26753 h 2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7"/>
                <a:gd name="T52" fmla="*/ 0 h 27"/>
                <a:gd name="T53" fmla="*/ 27 w 27"/>
                <a:gd name="T54" fmla="*/ 27 h 2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7" h="27">
                  <a:moveTo>
                    <a:pt x="14" y="27"/>
                  </a:moveTo>
                  <a:cubicBezTo>
                    <a:pt x="13" y="27"/>
                    <a:pt x="12" y="26"/>
                    <a:pt x="11" y="2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3"/>
                  </a:cubicBezTo>
                  <a:cubicBezTo>
                    <a:pt x="0" y="12"/>
                    <a:pt x="1" y="11"/>
                    <a:pt x="2" y="11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0"/>
                    <a:pt x="15" y="0"/>
                    <a:pt x="16" y="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7" y="12"/>
                    <a:pt x="27" y="13"/>
                  </a:cubicBezTo>
                  <a:cubicBezTo>
                    <a:pt x="27" y="15"/>
                    <a:pt x="26" y="16"/>
                    <a:pt x="26" y="16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16" y="26"/>
                    <a:pt x="15" y="27"/>
                    <a:pt x="14" y="27"/>
                  </a:cubicBezTo>
                  <a:close/>
                  <a:moveTo>
                    <a:pt x="10" y="13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4" y="10"/>
                    <a:pt x="14" y="10"/>
                    <a:pt x="14" y="10"/>
                  </a:cubicBezTo>
                  <a:lnTo>
                    <a:pt x="10" y="13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4" name="Freeform 136"/>
            <p:cNvSpPr>
              <a:spLocks/>
            </p:cNvSpPr>
            <p:nvPr/>
          </p:nvSpPr>
          <p:spPr bwMode="gray">
            <a:xfrm>
              <a:off x="9991725" y="1943101"/>
              <a:ext cx="28575" cy="53975"/>
            </a:xfrm>
            <a:custGeom>
              <a:avLst/>
              <a:gdLst>
                <a:gd name="T0" fmla="*/ 10205 w 14"/>
                <a:gd name="T1" fmla="*/ 53975 h 27"/>
                <a:gd name="T2" fmla="*/ 8164 w 14"/>
                <a:gd name="T3" fmla="*/ 53975 h 27"/>
                <a:gd name="T4" fmla="*/ 2041 w 14"/>
                <a:gd name="T5" fmla="*/ 43980 h 27"/>
                <a:gd name="T6" fmla="*/ 10205 w 14"/>
                <a:gd name="T7" fmla="*/ 5997 h 27"/>
                <a:gd name="T8" fmla="*/ 20411 w 14"/>
                <a:gd name="T9" fmla="*/ 0 h 27"/>
                <a:gd name="T10" fmla="*/ 26534 w 14"/>
                <a:gd name="T11" fmla="*/ 9995 h 27"/>
                <a:gd name="T12" fmla="*/ 16329 w 14"/>
                <a:gd name="T13" fmla="*/ 47978 h 27"/>
                <a:gd name="T14" fmla="*/ 10205 w 14"/>
                <a:gd name="T15" fmla="*/ 53975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"/>
                <a:gd name="T25" fmla="*/ 0 h 27"/>
                <a:gd name="T26" fmla="*/ 14 w 14"/>
                <a:gd name="T27" fmla="*/ 27 h 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" h="27">
                  <a:moveTo>
                    <a:pt x="5" y="27"/>
                  </a:moveTo>
                  <a:cubicBezTo>
                    <a:pt x="4" y="27"/>
                    <a:pt x="4" y="27"/>
                    <a:pt x="4" y="27"/>
                  </a:cubicBezTo>
                  <a:cubicBezTo>
                    <a:pt x="1" y="26"/>
                    <a:pt x="0" y="24"/>
                    <a:pt x="1" y="2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1"/>
                    <a:pt x="8" y="0"/>
                    <a:pt x="10" y="0"/>
                  </a:cubicBezTo>
                  <a:cubicBezTo>
                    <a:pt x="12" y="1"/>
                    <a:pt x="14" y="3"/>
                    <a:pt x="13" y="5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6"/>
                    <a:pt x="6" y="27"/>
                    <a:pt x="5" y="2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85" name="Freeform 137"/>
            <p:cNvSpPr>
              <a:spLocks/>
            </p:cNvSpPr>
            <p:nvPr/>
          </p:nvSpPr>
          <p:spPr bwMode="gray">
            <a:xfrm>
              <a:off x="10015537" y="1943101"/>
              <a:ext cx="26988" cy="53975"/>
            </a:xfrm>
            <a:custGeom>
              <a:avLst/>
              <a:gdLst>
                <a:gd name="T0" fmla="*/ 18684 w 13"/>
                <a:gd name="T1" fmla="*/ 53975 h 27"/>
                <a:gd name="T2" fmla="*/ 10380 w 13"/>
                <a:gd name="T3" fmla="*/ 47978 h 27"/>
                <a:gd name="T4" fmla="*/ 0 w 13"/>
                <a:gd name="T5" fmla="*/ 9995 h 27"/>
                <a:gd name="T6" fmla="*/ 6228 w 13"/>
                <a:gd name="T7" fmla="*/ 0 h 27"/>
                <a:gd name="T8" fmla="*/ 16608 w 13"/>
                <a:gd name="T9" fmla="*/ 5997 h 27"/>
                <a:gd name="T10" fmla="*/ 26988 w 13"/>
                <a:gd name="T11" fmla="*/ 43980 h 27"/>
                <a:gd name="T12" fmla="*/ 20760 w 13"/>
                <a:gd name="T13" fmla="*/ 53975 h 27"/>
                <a:gd name="T14" fmla="*/ 18684 w 13"/>
                <a:gd name="T15" fmla="*/ 53975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"/>
                <a:gd name="T25" fmla="*/ 0 h 27"/>
                <a:gd name="T26" fmla="*/ 13 w 13"/>
                <a:gd name="T27" fmla="*/ 27 h 2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" h="27">
                  <a:moveTo>
                    <a:pt x="9" y="27"/>
                  </a:moveTo>
                  <a:cubicBezTo>
                    <a:pt x="7" y="27"/>
                    <a:pt x="5" y="26"/>
                    <a:pt x="5" y="2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5" y="0"/>
                    <a:pt x="7" y="1"/>
                    <a:pt x="8" y="3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4"/>
                    <a:pt x="12" y="26"/>
                    <a:pt x="10" y="27"/>
                  </a:cubicBezTo>
                  <a:cubicBezTo>
                    <a:pt x="9" y="27"/>
                    <a:pt x="9" y="27"/>
                    <a:pt x="9" y="27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86" name="文本框 385"/>
          <p:cNvSpPr txBox="1"/>
          <p:nvPr/>
        </p:nvSpPr>
        <p:spPr bwMode="gray">
          <a:xfrm>
            <a:off x="5636052" y="57946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远程控制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7" name="文本框 386"/>
          <p:cNvSpPr txBox="1"/>
          <p:nvPr/>
        </p:nvSpPr>
        <p:spPr bwMode="gray">
          <a:xfrm>
            <a:off x="6519749" y="57946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视频监控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8" name="文本框 387"/>
          <p:cNvSpPr txBox="1"/>
          <p:nvPr/>
        </p:nvSpPr>
        <p:spPr bwMode="gray">
          <a:xfrm>
            <a:off x="7415281" y="57946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企业办公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9" name="平行四边形 388"/>
          <p:cNvSpPr/>
          <p:nvPr/>
        </p:nvSpPr>
        <p:spPr bwMode="gray">
          <a:xfrm rot="16200000">
            <a:off x="4881497" y="3579804"/>
            <a:ext cx="2217282" cy="698373"/>
          </a:xfrm>
          <a:prstGeom prst="parallelogram">
            <a:avLst>
              <a:gd name="adj" fmla="val 51364"/>
            </a:avLst>
          </a:prstGeom>
          <a:gradFill flip="none" rotWithShape="1">
            <a:gsLst>
              <a:gs pos="0">
                <a:srgbClr val="FFFAEB"/>
              </a:gs>
              <a:gs pos="100000">
                <a:srgbClr val="F6B78C"/>
              </a:gs>
            </a:gsLst>
            <a:lin ang="5400000" scaled="1"/>
            <a:tileRect/>
          </a:gradFill>
          <a:ln>
            <a:gradFill>
              <a:gsLst>
                <a:gs pos="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0" name="平行四边形 389"/>
          <p:cNvSpPr/>
          <p:nvPr/>
        </p:nvSpPr>
        <p:spPr bwMode="gray">
          <a:xfrm rot="16200000">
            <a:off x="5821132" y="3579804"/>
            <a:ext cx="2217282" cy="698373"/>
          </a:xfrm>
          <a:prstGeom prst="parallelogram">
            <a:avLst>
              <a:gd name="adj" fmla="val 51364"/>
            </a:avLst>
          </a:prstGeom>
          <a:gradFill flip="none" rotWithShape="1">
            <a:gsLst>
              <a:gs pos="0">
                <a:srgbClr val="D4F1F4"/>
              </a:gs>
              <a:gs pos="100000">
                <a:srgbClr val="94DAE2"/>
              </a:gs>
            </a:gsLst>
            <a:lin ang="5400000" scaled="1"/>
            <a:tileRect/>
          </a:gradFill>
          <a:ln>
            <a:gradFill>
              <a:gsLst>
                <a:gs pos="0">
                  <a:srgbClr val="94DAE2"/>
                </a:gs>
                <a:gs pos="100000">
                  <a:srgbClr val="30B5C5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1" name="平行四边形 390"/>
          <p:cNvSpPr/>
          <p:nvPr/>
        </p:nvSpPr>
        <p:spPr bwMode="gray">
          <a:xfrm rot="16200000">
            <a:off x="6760768" y="3579805"/>
            <a:ext cx="2217282" cy="698373"/>
          </a:xfrm>
          <a:prstGeom prst="parallelogram">
            <a:avLst>
              <a:gd name="adj" fmla="val 51364"/>
            </a:avLst>
          </a:prstGeom>
          <a:gradFill flip="none" rotWithShape="1">
            <a:gsLst>
              <a:gs pos="0">
                <a:srgbClr val="E2F1DB"/>
              </a:gs>
              <a:gs pos="100000">
                <a:srgbClr val="AFD89C"/>
              </a:gs>
            </a:gsLst>
            <a:lin ang="5400000" scaled="1"/>
            <a:tileRect/>
          </a:gradFill>
          <a:ln>
            <a:gradFill>
              <a:gsLst>
                <a:gs pos="0">
                  <a:srgbClr val="D0E8C4"/>
                </a:gs>
                <a:gs pos="100000">
                  <a:srgbClr val="62B23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92" name="直接箭头连接符 391"/>
          <p:cNvCxnSpPr/>
          <p:nvPr/>
        </p:nvCxnSpPr>
        <p:spPr bwMode="gray">
          <a:xfrm flipV="1">
            <a:off x="6033351" y="2278326"/>
            <a:ext cx="0" cy="2925219"/>
          </a:xfrm>
          <a:prstGeom prst="straightConnector1">
            <a:avLst/>
          </a:prstGeom>
          <a:ln w="28575">
            <a:solidFill>
              <a:srgbClr val="ED6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直接箭头连接符 392"/>
          <p:cNvCxnSpPr/>
          <p:nvPr/>
        </p:nvCxnSpPr>
        <p:spPr bwMode="gray">
          <a:xfrm flipV="1">
            <a:off x="6907356" y="2531762"/>
            <a:ext cx="0" cy="2671784"/>
          </a:xfrm>
          <a:prstGeom prst="straightConnector1">
            <a:avLst/>
          </a:prstGeom>
          <a:ln w="28575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直接箭头连接符 394"/>
          <p:cNvCxnSpPr/>
          <p:nvPr/>
        </p:nvCxnSpPr>
        <p:spPr bwMode="gray">
          <a:xfrm flipV="1">
            <a:off x="7851388" y="2531762"/>
            <a:ext cx="0" cy="2671784"/>
          </a:xfrm>
          <a:prstGeom prst="straightConnector1">
            <a:avLst/>
          </a:prstGeom>
          <a:ln w="28575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6" name="组合 395"/>
          <p:cNvGrpSpPr/>
          <p:nvPr/>
        </p:nvGrpSpPr>
        <p:grpSpPr bwMode="gray">
          <a:xfrm>
            <a:off x="3883297" y="2984564"/>
            <a:ext cx="509593" cy="192967"/>
            <a:chOff x="3984654" y="3481778"/>
            <a:chExt cx="299782" cy="113518"/>
          </a:xfrm>
        </p:grpSpPr>
        <p:sp>
          <p:nvSpPr>
            <p:cNvPr id="397" name="燕尾形 396"/>
            <p:cNvSpPr>
              <a:spLocks noChangeAspect="1"/>
            </p:cNvSpPr>
            <p:nvPr/>
          </p:nvSpPr>
          <p:spPr bwMode="gray">
            <a:xfrm>
              <a:off x="3984654" y="3506499"/>
              <a:ext cx="64077" cy="64077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8" name="燕尾形 397"/>
            <p:cNvSpPr>
              <a:spLocks noChangeAspect="1"/>
            </p:cNvSpPr>
            <p:nvPr/>
          </p:nvSpPr>
          <p:spPr bwMode="gray">
            <a:xfrm>
              <a:off x="4043391" y="3506499"/>
              <a:ext cx="64077" cy="64077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99" name="燕尾形 398"/>
            <p:cNvSpPr>
              <a:spLocks noChangeAspect="1"/>
            </p:cNvSpPr>
            <p:nvPr/>
          </p:nvSpPr>
          <p:spPr bwMode="gray">
            <a:xfrm>
              <a:off x="4102128" y="3506499"/>
              <a:ext cx="64077" cy="6407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0" name="燕尾形 399"/>
            <p:cNvSpPr>
              <a:spLocks noChangeAspect="1"/>
            </p:cNvSpPr>
            <p:nvPr/>
          </p:nvSpPr>
          <p:spPr bwMode="gray">
            <a:xfrm>
              <a:off x="4136145" y="3481778"/>
              <a:ext cx="113518" cy="113518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01" name="燕尾形 400"/>
            <p:cNvSpPr>
              <a:spLocks noChangeAspect="1"/>
            </p:cNvSpPr>
            <p:nvPr/>
          </p:nvSpPr>
          <p:spPr bwMode="gray">
            <a:xfrm>
              <a:off x="4233712" y="3506499"/>
              <a:ext cx="50724" cy="64077"/>
            </a:xfrm>
            <a:prstGeom prst="chevron">
              <a:avLst>
                <a:gd name="adj" fmla="val 68209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02" name="文本框 401"/>
          <p:cNvSpPr txBox="1"/>
          <p:nvPr/>
        </p:nvSpPr>
        <p:spPr bwMode="gray">
          <a:xfrm>
            <a:off x="3389078" y="3289642"/>
            <a:ext cx="1603324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10+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张专网</a:t>
            </a:r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&gt; 1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片</a:t>
            </a:r>
            <a:endParaRPr lang="en-US" altLang="zh-CN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刚柔并济</a:t>
            </a:r>
            <a:endParaRPr lang="en-US" altLang="zh-CN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融合</a:t>
            </a:r>
            <a:endParaRPr lang="en-US" altLang="zh-CN" sz="12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专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体验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5" name="矩形 404"/>
          <p:cNvSpPr/>
          <p:nvPr/>
        </p:nvSpPr>
        <p:spPr bwMode="gray">
          <a:xfrm>
            <a:off x="8756221" y="2754144"/>
            <a:ext cx="2992867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层次化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切片：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实现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多业务灵活承载，节约建网投资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成本。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82563" indent="-182563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差异化网络</a:t>
            </a: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服务：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为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不同业务诉求提供差异化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SLA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82563" indent="-182563" algn="just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切片生命周期管理：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通过控制器实现切片规、建、维、优。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6" name="文本框 405"/>
          <p:cNvSpPr txBox="1"/>
          <p:nvPr/>
        </p:nvSpPr>
        <p:spPr bwMode="gray">
          <a:xfrm rot="1425374">
            <a:off x="5343905" y="3552169"/>
            <a:ext cx="579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切片</a:t>
            </a:r>
            <a:r>
              <a:rPr lang="en-US" altLang="zh-CN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8" name="文本框 407"/>
          <p:cNvSpPr txBox="1"/>
          <p:nvPr/>
        </p:nvSpPr>
        <p:spPr bwMode="gray">
          <a:xfrm rot="1425374">
            <a:off x="6390489" y="3552169"/>
            <a:ext cx="579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切片</a:t>
            </a:r>
            <a:r>
              <a:rPr lang="en-US" altLang="zh-CN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9" name="文本框 408"/>
          <p:cNvSpPr txBox="1"/>
          <p:nvPr/>
        </p:nvSpPr>
        <p:spPr bwMode="gray">
          <a:xfrm rot="1425374">
            <a:off x="7313998" y="3552169"/>
            <a:ext cx="5790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切片</a:t>
            </a:r>
            <a:r>
              <a:rPr lang="en-US" altLang="zh-CN" sz="120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0" name="文本框 409"/>
          <p:cNvSpPr txBox="1"/>
          <p:nvPr/>
        </p:nvSpPr>
        <p:spPr bwMode="gray">
          <a:xfrm>
            <a:off x="5110900" y="485393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一个专网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31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 bwMode="gray">
          <a:xfrm>
            <a:off x="904240" y="2885440"/>
            <a:ext cx="10383520" cy="1554480"/>
          </a:xfrm>
          <a:prstGeom prst="roundRect">
            <a:avLst>
              <a:gd name="adj" fmla="val 5581"/>
            </a:avLst>
          </a:prstGeom>
          <a:solidFill>
            <a:schemeClr val="bg1">
              <a:lumMod val="95000"/>
            </a:schemeClr>
          </a:solidFill>
          <a:ln>
            <a:solidFill>
              <a:srgbClr val="B5B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8" name="圆角矩形 217"/>
          <p:cNvSpPr/>
          <p:nvPr/>
        </p:nvSpPr>
        <p:spPr bwMode="gray">
          <a:xfrm>
            <a:off x="904240" y="1324251"/>
            <a:ext cx="10383520" cy="1507180"/>
          </a:xfrm>
          <a:prstGeom prst="roundRect">
            <a:avLst>
              <a:gd name="adj" fmla="val 5581"/>
            </a:avLst>
          </a:prstGeom>
          <a:solidFill>
            <a:schemeClr val="bg1">
              <a:lumMod val="95000"/>
            </a:schemeClr>
          </a:solidFill>
          <a:ln>
            <a:solidFill>
              <a:srgbClr val="B5B5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一网通达：提供更高精度的业务级</a:t>
            </a:r>
            <a:r>
              <a:rPr lang="en-US" altLang="zh-CN" dirty="0">
                <a:sym typeface="Huawei Sans" panose="020C0503030203020204" pitchFamily="34" charset="0"/>
              </a:rPr>
              <a:t>SLA</a:t>
            </a:r>
            <a:r>
              <a:rPr lang="zh-CN" altLang="en-US" dirty="0">
                <a:sym typeface="Huawei Sans" panose="020C0503030203020204" pitchFamily="34" charset="0"/>
              </a:rPr>
              <a:t>检测方案</a:t>
            </a:r>
          </a:p>
        </p:txBody>
      </p:sp>
      <p:pic>
        <p:nvPicPr>
          <p:cNvPr id="167" name="图片 1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40962" y="1948730"/>
            <a:ext cx="1792652" cy="33061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gray">
          <a:xfrm>
            <a:off x="7472439" y="1465845"/>
            <a:ext cx="98488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逐跳时延</a:t>
            </a: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丢包位置</a:t>
            </a:r>
          </a:p>
          <a:p>
            <a:pPr marL="182563" indent="-182563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还原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69" name="组合 168"/>
          <p:cNvGrpSpPr>
            <a:grpSpLocks noChangeAspect="1"/>
          </p:cNvGrpSpPr>
          <p:nvPr/>
        </p:nvGrpSpPr>
        <p:grpSpPr bwMode="gray">
          <a:xfrm>
            <a:off x="3778330" y="3630280"/>
            <a:ext cx="449543" cy="438126"/>
            <a:chOff x="4236651" y="6141866"/>
            <a:chExt cx="715711" cy="697535"/>
          </a:xfrm>
        </p:grpSpPr>
        <p:sp>
          <p:nvSpPr>
            <p:cNvPr id="170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71" name="组合 170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172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73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74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75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76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177" name="组合 176"/>
          <p:cNvGrpSpPr>
            <a:grpSpLocks noChangeAspect="1"/>
          </p:cNvGrpSpPr>
          <p:nvPr/>
        </p:nvGrpSpPr>
        <p:grpSpPr bwMode="gray">
          <a:xfrm>
            <a:off x="6277690" y="3630280"/>
            <a:ext cx="449543" cy="438126"/>
            <a:chOff x="4236651" y="6141866"/>
            <a:chExt cx="715711" cy="697535"/>
          </a:xfrm>
        </p:grpSpPr>
        <p:sp>
          <p:nvSpPr>
            <p:cNvPr id="178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79" name="组合 178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180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81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82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83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84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185" name="组合 184"/>
          <p:cNvGrpSpPr>
            <a:grpSpLocks noChangeAspect="1"/>
          </p:cNvGrpSpPr>
          <p:nvPr/>
        </p:nvGrpSpPr>
        <p:grpSpPr bwMode="gray">
          <a:xfrm>
            <a:off x="8817195" y="3630280"/>
            <a:ext cx="449543" cy="438126"/>
            <a:chOff x="4236651" y="6141866"/>
            <a:chExt cx="715711" cy="697535"/>
          </a:xfrm>
        </p:grpSpPr>
        <p:sp>
          <p:nvSpPr>
            <p:cNvPr id="186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87" name="组合 186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188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89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90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91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92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193" name="组合 318"/>
          <p:cNvGrpSpPr>
            <a:grpSpLocks noChangeAspect="1"/>
          </p:cNvGrpSpPr>
          <p:nvPr/>
        </p:nvGrpSpPr>
        <p:grpSpPr bwMode="gray">
          <a:xfrm>
            <a:off x="9577889" y="3649047"/>
            <a:ext cx="544666" cy="400593"/>
            <a:chOff x="3786188" y="1204913"/>
            <a:chExt cx="738188" cy="542925"/>
          </a:xfrm>
        </p:grpSpPr>
        <p:sp>
          <p:nvSpPr>
            <p:cNvPr id="194" name="Freeform 119"/>
            <p:cNvSpPr>
              <a:spLocks noEditPoints="1"/>
            </p:cNvSpPr>
            <p:nvPr/>
          </p:nvSpPr>
          <p:spPr bwMode="gray">
            <a:xfrm>
              <a:off x="4059238" y="1376363"/>
              <a:ext cx="227013" cy="255588"/>
            </a:xfrm>
            <a:custGeom>
              <a:avLst/>
              <a:gdLst>
                <a:gd name="T0" fmla="*/ 14288 w 143"/>
                <a:gd name="T1" fmla="*/ 255588 h 161"/>
                <a:gd name="T2" fmla="*/ 7938 w 143"/>
                <a:gd name="T3" fmla="*/ 254000 h 161"/>
                <a:gd name="T4" fmla="*/ 0 w 143"/>
                <a:gd name="T5" fmla="*/ 241300 h 161"/>
                <a:gd name="T6" fmla="*/ 0 w 143"/>
                <a:gd name="T7" fmla="*/ 14288 h 161"/>
                <a:gd name="T8" fmla="*/ 7938 w 143"/>
                <a:gd name="T9" fmla="*/ 1588 h 161"/>
                <a:gd name="T10" fmla="*/ 22225 w 143"/>
                <a:gd name="T11" fmla="*/ 1588 h 161"/>
                <a:gd name="T12" fmla="*/ 219075 w 143"/>
                <a:gd name="T13" fmla="*/ 115888 h 161"/>
                <a:gd name="T14" fmla="*/ 227013 w 143"/>
                <a:gd name="T15" fmla="*/ 128588 h 161"/>
                <a:gd name="T16" fmla="*/ 219075 w 143"/>
                <a:gd name="T17" fmla="*/ 141288 h 161"/>
                <a:gd name="T18" fmla="*/ 22225 w 143"/>
                <a:gd name="T19" fmla="*/ 254000 h 161"/>
                <a:gd name="T20" fmla="*/ 14288 w 143"/>
                <a:gd name="T21" fmla="*/ 255588 h 161"/>
                <a:gd name="T22" fmla="*/ 28575 w 143"/>
                <a:gd name="T23" fmla="*/ 39688 h 161"/>
                <a:gd name="T24" fmla="*/ 28575 w 143"/>
                <a:gd name="T25" fmla="*/ 217488 h 161"/>
                <a:gd name="T26" fmla="*/ 184150 w 143"/>
                <a:gd name="T27" fmla="*/ 128588 h 161"/>
                <a:gd name="T28" fmla="*/ 28575 w 143"/>
                <a:gd name="T29" fmla="*/ 39688 h 16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43"/>
                <a:gd name="T46" fmla="*/ 0 h 161"/>
                <a:gd name="T47" fmla="*/ 143 w 143"/>
                <a:gd name="T48" fmla="*/ 161 h 161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43" h="161">
                  <a:moveTo>
                    <a:pt x="9" y="161"/>
                  </a:moveTo>
                  <a:cubicBezTo>
                    <a:pt x="8" y="161"/>
                    <a:pt x="6" y="161"/>
                    <a:pt x="5" y="160"/>
                  </a:cubicBezTo>
                  <a:cubicBezTo>
                    <a:pt x="2" y="159"/>
                    <a:pt x="0" y="156"/>
                    <a:pt x="0" y="15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"/>
                    <a:pt x="2" y="3"/>
                    <a:pt x="5" y="1"/>
                  </a:cubicBezTo>
                  <a:cubicBezTo>
                    <a:pt x="8" y="0"/>
                    <a:pt x="11" y="0"/>
                    <a:pt x="14" y="1"/>
                  </a:cubicBezTo>
                  <a:cubicBezTo>
                    <a:pt x="138" y="73"/>
                    <a:pt x="138" y="73"/>
                    <a:pt x="138" y="73"/>
                  </a:cubicBezTo>
                  <a:cubicBezTo>
                    <a:pt x="141" y="75"/>
                    <a:pt x="143" y="78"/>
                    <a:pt x="143" y="81"/>
                  </a:cubicBezTo>
                  <a:cubicBezTo>
                    <a:pt x="143" y="84"/>
                    <a:pt x="141" y="87"/>
                    <a:pt x="138" y="89"/>
                  </a:cubicBezTo>
                  <a:cubicBezTo>
                    <a:pt x="14" y="160"/>
                    <a:pt x="14" y="160"/>
                    <a:pt x="14" y="160"/>
                  </a:cubicBezTo>
                  <a:cubicBezTo>
                    <a:pt x="13" y="161"/>
                    <a:pt x="11" y="161"/>
                    <a:pt x="9" y="161"/>
                  </a:cubicBezTo>
                  <a:close/>
                  <a:moveTo>
                    <a:pt x="18" y="25"/>
                  </a:moveTo>
                  <a:cubicBezTo>
                    <a:pt x="18" y="137"/>
                    <a:pt x="18" y="137"/>
                    <a:pt x="18" y="137"/>
                  </a:cubicBezTo>
                  <a:cubicBezTo>
                    <a:pt x="116" y="81"/>
                    <a:pt x="116" y="81"/>
                    <a:pt x="116" y="81"/>
                  </a:cubicBezTo>
                  <a:lnTo>
                    <a:pt x="18" y="25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5" name="Oval 120"/>
            <p:cNvSpPr>
              <a:spLocks noChangeArrowheads="1"/>
            </p:cNvSpPr>
            <p:nvPr/>
          </p:nvSpPr>
          <p:spPr bwMode="gray">
            <a:xfrm>
              <a:off x="4238626" y="1684338"/>
              <a:ext cx="63500" cy="63500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6" name="Oval 121"/>
            <p:cNvSpPr>
              <a:spLocks noChangeArrowheads="1"/>
            </p:cNvSpPr>
            <p:nvPr/>
          </p:nvSpPr>
          <p:spPr bwMode="gray">
            <a:xfrm>
              <a:off x="4140201" y="1684338"/>
              <a:ext cx="65088" cy="63500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7" name="Freeform 122"/>
            <p:cNvSpPr>
              <a:spLocks/>
            </p:cNvSpPr>
            <p:nvPr/>
          </p:nvSpPr>
          <p:spPr bwMode="gray">
            <a:xfrm>
              <a:off x="3786188" y="1204913"/>
              <a:ext cx="738188" cy="525463"/>
            </a:xfrm>
            <a:custGeom>
              <a:avLst/>
              <a:gdLst>
                <a:gd name="T0" fmla="*/ 530225 w 465"/>
                <a:gd name="T1" fmla="*/ 525463 h 331"/>
                <a:gd name="T2" fmla="*/ 484188 w 465"/>
                <a:gd name="T3" fmla="*/ 525463 h 331"/>
                <a:gd name="T4" fmla="*/ 484188 w 465"/>
                <a:gd name="T5" fmla="*/ 496888 h 331"/>
                <a:gd name="T6" fmla="*/ 530225 w 465"/>
                <a:gd name="T7" fmla="*/ 496888 h 331"/>
                <a:gd name="T8" fmla="*/ 709613 w 465"/>
                <a:gd name="T9" fmla="*/ 317500 h 331"/>
                <a:gd name="T10" fmla="*/ 547688 w 465"/>
                <a:gd name="T11" fmla="*/ 138113 h 331"/>
                <a:gd name="T12" fmla="*/ 539750 w 465"/>
                <a:gd name="T13" fmla="*/ 138113 h 331"/>
                <a:gd name="T14" fmla="*/ 536575 w 465"/>
                <a:gd name="T15" fmla="*/ 130175 h 331"/>
                <a:gd name="T16" fmla="*/ 382588 w 465"/>
                <a:gd name="T17" fmla="*/ 28575 h 331"/>
                <a:gd name="T18" fmla="*/ 220663 w 465"/>
                <a:gd name="T19" fmla="*/ 147638 h 331"/>
                <a:gd name="T20" fmla="*/ 217488 w 465"/>
                <a:gd name="T21" fmla="*/ 158750 h 331"/>
                <a:gd name="T22" fmla="*/ 206375 w 465"/>
                <a:gd name="T23" fmla="*/ 158750 h 331"/>
                <a:gd name="T24" fmla="*/ 198438 w 465"/>
                <a:gd name="T25" fmla="*/ 158750 h 331"/>
                <a:gd name="T26" fmla="*/ 28575 w 465"/>
                <a:gd name="T27" fmla="*/ 327025 h 331"/>
                <a:gd name="T28" fmla="*/ 198438 w 465"/>
                <a:gd name="T29" fmla="*/ 496888 h 331"/>
                <a:gd name="T30" fmla="*/ 387350 w 465"/>
                <a:gd name="T31" fmla="*/ 496888 h 331"/>
                <a:gd name="T32" fmla="*/ 387350 w 465"/>
                <a:gd name="T33" fmla="*/ 525463 h 331"/>
                <a:gd name="T34" fmla="*/ 198438 w 465"/>
                <a:gd name="T35" fmla="*/ 525463 h 331"/>
                <a:gd name="T36" fmla="*/ 0 w 465"/>
                <a:gd name="T37" fmla="*/ 327025 h 331"/>
                <a:gd name="T38" fmla="*/ 196850 w 465"/>
                <a:gd name="T39" fmla="*/ 130175 h 331"/>
                <a:gd name="T40" fmla="*/ 382588 w 465"/>
                <a:gd name="T41" fmla="*/ 0 h 331"/>
                <a:gd name="T42" fmla="*/ 558800 w 465"/>
                <a:gd name="T43" fmla="*/ 111125 h 331"/>
                <a:gd name="T44" fmla="*/ 738188 w 465"/>
                <a:gd name="T45" fmla="*/ 317500 h 331"/>
                <a:gd name="T46" fmla="*/ 530225 w 465"/>
                <a:gd name="T47" fmla="*/ 525463 h 33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65"/>
                <a:gd name="T73" fmla="*/ 0 h 331"/>
                <a:gd name="T74" fmla="*/ 465 w 465"/>
                <a:gd name="T75" fmla="*/ 331 h 33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65" h="331">
                  <a:moveTo>
                    <a:pt x="334" y="331"/>
                  </a:moveTo>
                  <a:cubicBezTo>
                    <a:pt x="305" y="331"/>
                    <a:pt x="305" y="331"/>
                    <a:pt x="305" y="331"/>
                  </a:cubicBezTo>
                  <a:cubicBezTo>
                    <a:pt x="305" y="313"/>
                    <a:pt x="305" y="313"/>
                    <a:pt x="305" y="313"/>
                  </a:cubicBezTo>
                  <a:cubicBezTo>
                    <a:pt x="334" y="313"/>
                    <a:pt x="334" y="313"/>
                    <a:pt x="334" y="313"/>
                  </a:cubicBezTo>
                  <a:cubicBezTo>
                    <a:pt x="396" y="313"/>
                    <a:pt x="447" y="262"/>
                    <a:pt x="447" y="200"/>
                  </a:cubicBezTo>
                  <a:cubicBezTo>
                    <a:pt x="447" y="141"/>
                    <a:pt x="403" y="93"/>
                    <a:pt x="345" y="87"/>
                  </a:cubicBezTo>
                  <a:cubicBezTo>
                    <a:pt x="340" y="87"/>
                    <a:pt x="340" y="87"/>
                    <a:pt x="340" y="87"/>
                  </a:cubicBezTo>
                  <a:cubicBezTo>
                    <a:pt x="338" y="82"/>
                    <a:pt x="338" y="82"/>
                    <a:pt x="338" y="82"/>
                  </a:cubicBezTo>
                  <a:cubicBezTo>
                    <a:pt x="321" y="43"/>
                    <a:pt x="283" y="18"/>
                    <a:pt x="241" y="18"/>
                  </a:cubicBezTo>
                  <a:cubicBezTo>
                    <a:pt x="194" y="18"/>
                    <a:pt x="153" y="49"/>
                    <a:pt x="139" y="93"/>
                  </a:cubicBezTo>
                  <a:cubicBezTo>
                    <a:pt x="137" y="100"/>
                    <a:pt x="137" y="100"/>
                    <a:pt x="137" y="100"/>
                  </a:cubicBezTo>
                  <a:cubicBezTo>
                    <a:pt x="130" y="100"/>
                    <a:pt x="130" y="100"/>
                    <a:pt x="130" y="100"/>
                  </a:cubicBezTo>
                  <a:cubicBezTo>
                    <a:pt x="128" y="100"/>
                    <a:pt x="127" y="100"/>
                    <a:pt x="125" y="100"/>
                  </a:cubicBezTo>
                  <a:cubicBezTo>
                    <a:pt x="66" y="100"/>
                    <a:pt x="18" y="147"/>
                    <a:pt x="18" y="206"/>
                  </a:cubicBezTo>
                  <a:cubicBezTo>
                    <a:pt x="18" y="265"/>
                    <a:pt x="66" y="313"/>
                    <a:pt x="125" y="313"/>
                  </a:cubicBezTo>
                  <a:cubicBezTo>
                    <a:pt x="244" y="313"/>
                    <a:pt x="244" y="313"/>
                    <a:pt x="244" y="313"/>
                  </a:cubicBezTo>
                  <a:cubicBezTo>
                    <a:pt x="244" y="331"/>
                    <a:pt x="244" y="331"/>
                    <a:pt x="244" y="331"/>
                  </a:cubicBezTo>
                  <a:cubicBezTo>
                    <a:pt x="125" y="331"/>
                    <a:pt x="125" y="331"/>
                    <a:pt x="125" y="331"/>
                  </a:cubicBezTo>
                  <a:cubicBezTo>
                    <a:pt x="56" y="331"/>
                    <a:pt x="0" y="275"/>
                    <a:pt x="0" y="206"/>
                  </a:cubicBezTo>
                  <a:cubicBezTo>
                    <a:pt x="0" y="138"/>
                    <a:pt x="56" y="82"/>
                    <a:pt x="124" y="82"/>
                  </a:cubicBezTo>
                  <a:cubicBezTo>
                    <a:pt x="142" y="33"/>
                    <a:pt x="188" y="0"/>
                    <a:pt x="241" y="0"/>
                  </a:cubicBezTo>
                  <a:cubicBezTo>
                    <a:pt x="288" y="0"/>
                    <a:pt x="331" y="27"/>
                    <a:pt x="352" y="70"/>
                  </a:cubicBezTo>
                  <a:cubicBezTo>
                    <a:pt x="417" y="79"/>
                    <a:pt x="465" y="134"/>
                    <a:pt x="465" y="200"/>
                  </a:cubicBezTo>
                  <a:cubicBezTo>
                    <a:pt x="465" y="272"/>
                    <a:pt x="406" y="331"/>
                    <a:pt x="334" y="331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198" name="组合 360"/>
          <p:cNvGrpSpPr>
            <a:grpSpLocks noChangeAspect="1"/>
          </p:cNvGrpSpPr>
          <p:nvPr/>
        </p:nvGrpSpPr>
        <p:grpSpPr bwMode="gray">
          <a:xfrm>
            <a:off x="2607237" y="3678936"/>
            <a:ext cx="318412" cy="340814"/>
            <a:chOff x="1538288" y="652463"/>
            <a:chExt cx="493713" cy="528638"/>
          </a:xfrm>
        </p:grpSpPr>
        <p:sp>
          <p:nvSpPr>
            <p:cNvPr id="199" name="Freeform 71"/>
            <p:cNvSpPr>
              <a:spLocks noEditPoints="1"/>
            </p:cNvSpPr>
            <p:nvPr/>
          </p:nvSpPr>
          <p:spPr bwMode="gray">
            <a:xfrm>
              <a:off x="1709738" y="804863"/>
              <a:ext cx="322263" cy="225425"/>
            </a:xfrm>
            <a:custGeom>
              <a:avLst/>
              <a:gdLst>
                <a:gd name="T0" fmla="*/ 2147483646 w 240"/>
                <a:gd name="T1" fmla="*/ 2147483646 h 168"/>
                <a:gd name="T2" fmla="*/ 2147483646 w 240"/>
                <a:gd name="T3" fmla="*/ 2147483646 h 168"/>
                <a:gd name="T4" fmla="*/ 0 w 240"/>
                <a:gd name="T5" fmla="*/ 2147483646 h 168"/>
                <a:gd name="T6" fmla="*/ 0 w 240"/>
                <a:gd name="T7" fmla="*/ 2147483646 h 168"/>
                <a:gd name="T8" fmla="*/ 2147483646 w 240"/>
                <a:gd name="T9" fmla="*/ 0 h 168"/>
                <a:gd name="T10" fmla="*/ 2147483646 w 240"/>
                <a:gd name="T11" fmla="*/ 0 h 168"/>
                <a:gd name="T12" fmla="*/ 2147483646 w 240"/>
                <a:gd name="T13" fmla="*/ 2147483646 h 168"/>
                <a:gd name="T14" fmla="*/ 2147483646 w 240"/>
                <a:gd name="T15" fmla="*/ 2147483646 h 168"/>
                <a:gd name="T16" fmla="*/ 2147483646 w 240"/>
                <a:gd name="T17" fmla="*/ 2147483646 h 168"/>
                <a:gd name="T18" fmla="*/ 2147483646 w 240"/>
                <a:gd name="T19" fmla="*/ 2147483646 h 168"/>
                <a:gd name="T20" fmla="*/ 2147483646 w 240"/>
                <a:gd name="T21" fmla="*/ 2147483646 h 168"/>
                <a:gd name="T22" fmla="*/ 2147483646 w 240"/>
                <a:gd name="T23" fmla="*/ 2147483646 h 168"/>
                <a:gd name="T24" fmla="*/ 2147483646 w 240"/>
                <a:gd name="T25" fmla="*/ 2147483646 h 168"/>
                <a:gd name="T26" fmla="*/ 2147483646 w 240"/>
                <a:gd name="T27" fmla="*/ 2147483646 h 168"/>
                <a:gd name="T28" fmla="*/ 2147483646 w 240"/>
                <a:gd name="T29" fmla="*/ 2147483646 h 168"/>
                <a:gd name="T30" fmla="*/ 2147483646 w 240"/>
                <a:gd name="T31" fmla="*/ 2147483646 h 168"/>
                <a:gd name="T32" fmla="*/ 2147483646 w 240"/>
                <a:gd name="T33" fmla="*/ 2147483646 h 168"/>
                <a:gd name="T34" fmla="*/ 2147483646 w 240"/>
                <a:gd name="T35" fmla="*/ 2147483646 h 16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40"/>
                <a:gd name="T55" fmla="*/ 0 h 168"/>
                <a:gd name="T56" fmla="*/ 240 w 240"/>
                <a:gd name="T57" fmla="*/ 168 h 168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40" h="168">
                  <a:moveTo>
                    <a:pt x="208" y="168"/>
                  </a:moveTo>
                  <a:cubicBezTo>
                    <a:pt x="32" y="168"/>
                    <a:pt x="32" y="168"/>
                    <a:pt x="32" y="168"/>
                  </a:cubicBezTo>
                  <a:cubicBezTo>
                    <a:pt x="14" y="168"/>
                    <a:pt x="0" y="153"/>
                    <a:pt x="0" y="13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26" y="0"/>
                    <a:pt x="240" y="14"/>
                    <a:pt x="240" y="32"/>
                  </a:cubicBezTo>
                  <a:cubicBezTo>
                    <a:pt x="240" y="136"/>
                    <a:pt x="240" y="136"/>
                    <a:pt x="240" y="136"/>
                  </a:cubicBezTo>
                  <a:cubicBezTo>
                    <a:pt x="240" y="153"/>
                    <a:pt x="226" y="168"/>
                    <a:pt x="208" y="168"/>
                  </a:cubicBezTo>
                  <a:close/>
                  <a:moveTo>
                    <a:pt x="32" y="18"/>
                  </a:moveTo>
                  <a:cubicBezTo>
                    <a:pt x="24" y="18"/>
                    <a:pt x="18" y="24"/>
                    <a:pt x="18" y="32"/>
                  </a:cubicBezTo>
                  <a:cubicBezTo>
                    <a:pt x="18" y="136"/>
                    <a:pt x="18" y="136"/>
                    <a:pt x="18" y="136"/>
                  </a:cubicBezTo>
                  <a:cubicBezTo>
                    <a:pt x="18" y="143"/>
                    <a:pt x="24" y="150"/>
                    <a:pt x="32" y="150"/>
                  </a:cubicBezTo>
                  <a:cubicBezTo>
                    <a:pt x="208" y="150"/>
                    <a:pt x="208" y="150"/>
                    <a:pt x="208" y="150"/>
                  </a:cubicBezTo>
                  <a:cubicBezTo>
                    <a:pt x="216" y="150"/>
                    <a:pt x="222" y="143"/>
                    <a:pt x="222" y="136"/>
                  </a:cubicBezTo>
                  <a:cubicBezTo>
                    <a:pt x="222" y="32"/>
                    <a:pt x="222" y="32"/>
                    <a:pt x="222" y="32"/>
                  </a:cubicBezTo>
                  <a:cubicBezTo>
                    <a:pt x="222" y="24"/>
                    <a:pt x="216" y="18"/>
                    <a:pt x="208" y="18"/>
                  </a:cubicBezTo>
                  <a:lnTo>
                    <a:pt x="32" y="18"/>
                  </a:ln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0" name="Oval 86"/>
            <p:cNvSpPr>
              <a:spLocks noChangeArrowheads="1"/>
            </p:cNvSpPr>
            <p:nvPr/>
          </p:nvSpPr>
          <p:spPr bwMode="gray">
            <a:xfrm>
              <a:off x="1766888" y="1127126"/>
              <a:ext cx="53975" cy="539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1" name="Oval 87"/>
            <p:cNvSpPr>
              <a:spLocks noChangeArrowheads="1"/>
            </p:cNvSpPr>
            <p:nvPr/>
          </p:nvSpPr>
          <p:spPr bwMode="gray">
            <a:xfrm>
              <a:off x="1684338" y="1127126"/>
              <a:ext cx="55563" cy="53975"/>
            </a:xfrm>
            <a:prstGeom prst="ellipse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2" name="Freeform 88"/>
            <p:cNvSpPr>
              <a:spLocks/>
            </p:cNvSpPr>
            <p:nvPr/>
          </p:nvSpPr>
          <p:spPr bwMode="gray">
            <a:xfrm>
              <a:off x="1538288" y="652463"/>
              <a:ext cx="344488" cy="514350"/>
            </a:xfrm>
            <a:custGeom>
              <a:avLst/>
              <a:gdLst>
                <a:gd name="T0" fmla="*/ 2147483646 w 256"/>
                <a:gd name="T1" fmla="*/ 2147483646 h 383"/>
                <a:gd name="T2" fmla="*/ 2147483646 w 256"/>
                <a:gd name="T3" fmla="*/ 2147483646 h 383"/>
                <a:gd name="T4" fmla="*/ 0 w 256"/>
                <a:gd name="T5" fmla="*/ 2147483646 h 383"/>
                <a:gd name="T6" fmla="*/ 0 w 256"/>
                <a:gd name="T7" fmla="*/ 2147483646 h 383"/>
                <a:gd name="T8" fmla="*/ 2147483646 w 256"/>
                <a:gd name="T9" fmla="*/ 0 h 383"/>
                <a:gd name="T10" fmla="*/ 2147483646 w 256"/>
                <a:gd name="T11" fmla="*/ 0 h 383"/>
                <a:gd name="T12" fmla="*/ 2147483646 w 256"/>
                <a:gd name="T13" fmla="*/ 2147483646 h 383"/>
                <a:gd name="T14" fmla="*/ 2147483646 w 256"/>
                <a:gd name="T15" fmla="*/ 2147483646 h 383"/>
                <a:gd name="T16" fmla="*/ 2147483646 w 256"/>
                <a:gd name="T17" fmla="*/ 2147483646 h 383"/>
                <a:gd name="T18" fmla="*/ 2147483646 w 256"/>
                <a:gd name="T19" fmla="*/ 2147483646 h 383"/>
                <a:gd name="T20" fmla="*/ 2147483646 w 256"/>
                <a:gd name="T21" fmla="*/ 2147483646 h 383"/>
                <a:gd name="T22" fmla="*/ 2147483646 w 256"/>
                <a:gd name="T23" fmla="*/ 2147483646 h 383"/>
                <a:gd name="T24" fmla="*/ 2147483646 w 256"/>
                <a:gd name="T25" fmla="*/ 2147483646 h 383"/>
                <a:gd name="T26" fmla="*/ 2147483646 w 256"/>
                <a:gd name="T27" fmla="*/ 2147483646 h 383"/>
                <a:gd name="T28" fmla="*/ 2147483646 w 256"/>
                <a:gd name="T29" fmla="*/ 2147483646 h 383"/>
                <a:gd name="T30" fmla="*/ 2147483646 w 256"/>
                <a:gd name="T31" fmla="*/ 2147483646 h 383"/>
                <a:gd name="T32" fmla="*/ 2147483646 w 256"/>
                <a:gd name="T33" fmla="*/ 2147483646 h 383"/>
                <a:gd name="T34" fmla="*/ 2147483646 w 256"/>
                <a:gd name="T35" fmla="*/ 2147483646 h 383"/>
                <a:gd name="T36" fmla="*/ 2147483646 w 256"/>
                <a:gd name="T37" fmla="*/ 2147483646 h 3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6"/>
                <a:gd name="T58" fmla="*/ 0 h 383"/>
                <a:gd name="T59" fmla="*/ 256 w 256"/>
                <a:gd name="T60" fmla="*/ 383 h 38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6" h="383">
                  <a:moveTo>
                    <a:pt x="128" y="383"/>
                  </a:moveTo>
                  <a:cubicBezTo>
                    <a:pt x="32" y="383"/>
                    <a:pt x="32" y="383"/>
                    <a:pt x="32" y="383"/>
                  </a:cubicBezTo>
                  <a:cubicBezTo>
                    <a:pt x="14" y="383"/>
                    <a:pt x="0" y="368"/>
                    <a:pt x="0" y="35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42" y="0"/>
                    <a:pt x="256" y="14"/>
                    <a:pt x="256" y="31"/>
                  </a:cubicBezTo>
                  <a:cubicBezTo>
                    <a:pt x="256" y="91"/>
                    <a:pt x="256" y="91"/>
                    <a:pt x="256" y="91"/>
                  </a:cubicBezTo>
                  <a:cubicBezTo>
                    <a:pt x="256" y="96"/>
                    <a:pt x="252" y="100"/>
                    <a:pt x="247" y="100"/>
                  </a:cubicBezTo>
                  <a:cubicBezTo>
                    <a:pt x="242" y="100"/>
                    <a:pt x="238" y="96"/>
                    <a:pt x="238" y="91"/>
                  </a:cubicBezTo>
                  <a:cubicBezTo>
                    <a:pt x="238" y="31"/>
                    <a:pt x="238" y="31"/>
                    <a:pt x="238" y="31"/>
                  </a:cubicBezTo>
                  <a:cubicBezTo>
                    <a:pt x="238" y="24"/>
                    <a:pt x="232" y="18"/>
                    <a:pt x="225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24" y="18"/>
                    <a:pt x="18" y="24"/>
                    <a:pt x="18" y="31"/>
                  </a:cubicBezTo>
                  <a:cubicBezTo>
                    <a:pt x="18" y="351"/>
                    <a:pt x="18" y="351"/>
                    <a:pt x="18" y="351"/>
                  </a:cubicBezTo>
                  <a:cubicBezTo>
                    <a:pt x="18" y="358"/>
                    <a:pt x="24" y="365"/>
                    <a:pt x="32" y="365"/>
                  </a:cubicBezTo>
                  <a:cubicBezTo>
                    <a:pt x="128" y="365"/>
                    <a:pt x="128" y="365"/>
                    <a:pt x="128" y="365"/>
                  </a:cubicBezTo>
                  <a:cubicBezTo>
                    <a:pt x="133" y="365"/>
                    <a:pt x="137" y="369"/>
                    <a:pt x="137" y="374"/>
                  </a:cubicBezTo>
                  <a:cubicBezTo>
                    <a:pt x="137" y="378"/>
                    <a:pt x="133" y="383"/>
                    <a:pt x="128" y="383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3" name="Freeform 89"/>
            <p:cNvSpPr>
              <a:spLocks/>
            </p:cNvSpPr>
            <p:nvPr/>
          </p:nvSpPr>
          <p:spPr bwMode="gray">
            <a:xfrm>
              <a:off x="1782763" y="1041401"/>
              <a:ext cx="100013" cy="125413"/>
            </a:xfrm>
            <a:custGeom>
              <a:avLst/>
              <a:gdLst>
                <a:gd name="T0" fmla="*/ 2147483646 w 75"/>
                <a:gd name="T1" fmla="*/ 2147483646 h 93"/>
                <a:gd name="T2" fmla="*/ 2147483646 w 75"/>
                <a:gd name="T3" fmla="*/ 2147483646 h 93"/>
                <a:gd name="T4" fmla="*/ 0 w 75"/>
                <a:gd name="T5" fmla="*/ 2147483646 h 93"/>
                <a:gd name="T6" fmla="*/ 2147483646 w 75"/>
                <a:gd name="T7" fmla="*/ 2147483646 h 93"/>
                <a:gd name="T8" fmla="*/ 2147483646 w 75"/>
                <a:gd name="T9" fmla="*/ 2147483646 h 93"/>
                <a:gd name="T10" fmla="*/ 2147483646 w 75"/>
                <a:gd name="T11" fmla="*/ 2147483646 h 93"/>
                <a:gd name="T12" fmla="*/ 2147483646 w 75"/>
                <a:gd name="T13" fmla="*/ 2147483646 h 93"/>
                <a:gd name="T14" fmla="*/ 2147483646 w 75"/>
                <a:gd name="T15" fmla="*/ 0 h 93"/>
                <a:gd name="T16" fmla="*/ 2147483646 w 75"/>
                <a:gd name="T17" fmla="*/ 2147483646 h 93"/>
                <a:gd name="T18" fmla="*/ 2147483646 w 75"/>
                <a:gd name="T19" fmla="*/ 2147483646 h 93"/>
                <a:gd name="T20" fmla="*/ 2147483646 w 75"/>
                <a:gd name="T21" fmla="*/ 2147483646 h 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5"/>
                <a:gd name="T34" fmla="*/ 0 h 93"/>
                <a:gd name="T35" fmla="*/ 75 w 75"/>
                <a:gd name="T36" fmla="*/ 93 h 9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5" h="93">
                  <a:moveTo>
                    <a:pt x="44" y="93"/>
                  </a:moveTo>
                  <a:cubicBezTo>
                    <a:pt x="9" y="93"/>
                    <a:pt x="9" y="93"/>
                    <a:pt x="9" y="93"/>
                  </a:cubicBezTo>
                  <a:cubicBezTo>
                    <a:pt x="4" y="93"/>
                    <a:pt x="0" y="88"/>
                    <a:pt x="0" y="84"/>
                  </a:cubicBezTo>
                  <a:cubicBezTo>
                    <a:pt x="0" y="79"/>
                    <a:pt x="4" y="75"/>
                    <a:pt x="9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51" y="75"/>
                    <a:pt x="57" y="68"/>
                    <a:pt x="57" y="61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4"/>
                    <a:pt x="61" y="0"/>
                    <a:pt x="66" y="0"/>
                  </a:cubicBezTo>
                  <a:cubicBezTo>
                    <a:pt x="71" y="0"/>
                    <a:pt x="75" y="4"/>
                    <a:pt x="75" y="9"/>
                  </a:cubicBezTo>
                  <a:cubicBezTo>
                    <a:pt x="75" y="61"/>
                    <a:pt x="75" y="61"/>
                    <a:pt x="75" y="61"/>
                  </a:cubicBezTo>
                  <a:cubicBezTo>
                    <a:pt x="75" y="78"/>
                    <a:pt x="61" y="93"/>
                    <a:pt x="44" y="93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4" name="Freeform 90"/>
            <p:cNvSpPr>
              <a:spLocks/>
            </p:cNvSpPr>
            <p:nvPr/>
          </p:nvSpPr>
          <p:spPr bwMode="gray">
            <a:xfrm>
              <a:off x="1538288" y="1090613"/>
              <a:ext cx="344488" cy="23813"/>
            </a:xfrm>
            <a:custGeom>
              <a:avLst/>
              <a:gdLst>
                <a:gd name="T0" fmla="*/ 2147483646 w 256"/>
                <a:gd name="T1" fmla="*/ 2147483646 h 18"/>
                <a:gd name="T2" fmla="*/ 2147483646 w 256"/>
                <a:gd name="T3" fmla="*/ 2147483646 h 18"/>
                <a:gd name="T4" fmla="*/ 0 w 256"/>
                <a:gd name="T5" fmla="*/ 2147483646 h 18"/>
                <a:gd name="T6" fmla="*/ 2147483646 w 256"/>
                <a:gd name="T7" fmla="*/ 0 h 18"/>
                <a:gd name="T8" fmla="*/ 2147483646 w 256"/>
                <a:gd name="T9" fmla="*/ 0 h 18"/>
                <a:gd name="T10" fmla="*/ 2147483646 w 256"/>
                <a:gd name="T11" fmla="*/ 2147483646 h 18"/>
                <a:gd name="T12" fmla="*/ 2147483646 w 256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6"/>
                <a:gd name="T22" fmla="*/ 0 h 18"/>
                <a:gd name="T23" fmla="*/ 256 w 256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6" h="18">
                  <a:moveTo>
                    <a:pt x="247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252" y="0"/>
                    <a:pt x="256" y="4"/>
                    <a:pt x="256" y="9"/>
                  </a:cubicBezTo>
                  <a:cubicBezTo>
                    <a:pt x="256" y="14"/>
                    <a:pt x="252" y="18"/>
                    <a:pt x="247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5" name="Rectangle 91"/>
            <p:cNvSpPr>
              <a:spLocks noChangeArrowheads="1"/>
            </p:cNvSpPr>
            <p:nvPr/>
          </p:nvSpPr>
          <p:spPr bwMode="gray">
            <a:xfrm>
              <a:off x="1722438" y="890588"/>
              <a:ext cx="296863" cy="23813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6" name="Rectangle 92"/>
            <p:cNvSpPr>
              <a:spLocks noChangeArrowheads="1"/>
            </p:cNvSpPr>
            <p:nvPr/>
          </p:nvSpPr>
          <p:spPr bwMode="gray">
            <a:xfrm>
              <a:off x="1722438" y="850901"/>
              <a:ext cx="296863" cy="23813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>
              <a:lvl1pPr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defTabSz="454025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7" name="Freeform 161"/>
            <p:cNvSpPr>
              <a:spLocks/>
            </p:cNvSpPr>
            <p:nvPr/>
          </p:nvSpPr>
          <p:spPr bwMode="gray">
            <a:xfrm>
              <a:off x="1541463" y="720726"/>
              <a:ext cx="341313" cy="23813"/>
            </a:xfrm>
            <a:custGeom>
              <a:avLst/>
              <a:gdLst>
                <a:gd name="T0" fmla="*/ 2147483646 w 254"/>
                <a:gd name="T1" fmla="*/ 2147483646 h 18"/>
                <a:gd name="T2" fmla="*/ 2147483646 w 254"/>
                <a:gd name="T3" fmla="*/ 2147483646 h 18"/>
                <a:gd name="T4" fmla="*/ 0 w 254"/>
                <a:gd name="T5" fmla="*/ 2147483646 h 18"/>
                <a:gd name="T6" fmla="*/ 2147483646 w 254"/>
                <a:gd name="T7" fmla="*/ 0 h 18"/>
                <a:gd name="T8" fmla="*/ 2147483646 w 254"/>
                <a:gd name="T9" fmla="*/ 0 h 18"/>
                <a:gd name="T10" fmla="*/ 2147483646 w 254"/>
                <a:gd name="T11" fmla="*/ 2147483646 h 18"/>
                <a:gd name="T12" fmla="*/ 2147483646 w 254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54"/>
                <a:gd name="T22" fmla="*/ 0 h 18"/>
                <a:gd name="T23" fmla="*/ 254 w 254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54" h="18">
                  <a:moveTo>
                    <a:pt x="245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50" y="0"/>
                    <a:pt x="254" y="4"/>
                    <a:pt x="254" y="9"/>
                  </a:cubicBezTo>
                  <a:cubicBezTo>
                    <a:pt x="254" y="14"/>
                    <a:pt x="250" y="18"/>
                    <a:pt x="24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8" name="Freeform 162"/>
            <p:cNvSpPr>
              <a:spLocks/>
            </p:cNvSpPr>
            <p:nvPr/>
          </p:nvSpPr>
          <p:spPr bwMode="gray">
            <a:xfrm>
              <a:off x="1643063" y="684213"/>
              <a:ext cx="139700" cy="23813"/>
            </a:xfrm>
            <a:custGeom>
              <a:avLst/>
              <a:gdLst>
                <a:gd name="T0" fmla="*/ 2147483646 w 104"/>
                <a:gd name="T1" fmla="*/ 2147483646 h 18"/>
                <a:gd name="T2" fmla="*/ 2147483646 w 104"/>
                <a:gd name="T3" fmla="*/ 2147483646 h 18"/>
                <a:gd name="T4" fmla="*/ 0 w 104"/>
                <a:gd name="T5" fmla="*/ 2147483646 h 18"/>
                <a:gd name="T6" fmla="*/ 2147483646 w 104"/>
                <a:gd name="T7" fmla="*/ 0 h 18"/>
                <a:gd name="T8" fmla="*/ 2147483646 w 104"/>
                <a:gd name="T9" fmla="*/ 0 h 18"/>
                <a:gd name="T10" fmla="*/ 2147483646 w 104"/>
                <a:gd name="T11" fmla="*/ 2147483646 h 18"/>
                <a:gd name="T12" fmla="*/ 2147483646 w 104"/>
                <a:gd name="T13" fmla="*/ 2147483646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"/>
                <a:gd name="T22" fmla="*/ 0 h 18"/>
                <a:gd name="T23" fmla="*/ 104 w 104"/>
                <a:gd name="T24" fmla="*/ 18 h 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" h="18">
                  <a:moveTo>
                    <a:pt x="95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4" y="18"/>
                    <a:pt x="0" y="14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100" y="0"/>
                    <a:pt x="104" y="4"/>
                    <a:pt x="104" y="9"/>
                  </a:cubicBezTo>
                  <a:cubicBezTo>
                    <a:pt x="104" y="14"/>
                    <a:pt x="100" y="18"/>
                    <a:pt x="95" y="18"/>
                  </a:cubicBezTo>
                  <a:close/>
                </a:path>
              </a:pathLst>
            </a:custGeom>
            <a:solidFill>
              <a:srgbClr val="5957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704" tIns="60852" rIns="121704" bIns="60852"/>
            <a:lstStyle/>
            <a:p>
              <a:endParaRPr lang="zh-CN" altLang="en-US" sz="2139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209" name="直接连接符 208"/>
          <p:cNvCxnSpPr/>
          <p:nvPr/>
        </p:nvCxnSpPr>
        <p:spPr bwMode="gray">
          <a:xfrm flipV="1">
            <a:off x="4212325" y="3849343"/>
            <a:ext cx="206536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 bwMode="gray">
          <a:xfrm flipV="1">
            <a:off x="6727233" y="3849343"/>
            <a:ext cx="2065365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1" name="图片 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gray">
          <a:xfrm>
            <a:off x="2069446" y="3713376"/>
            <a:ext cx="335579" cy="271935"/>
          </a:xfrm>
          <a:prstGeom prst="rect">
            <a:avLst/>
          </a:prstGeom>
        </p:spPr>
      </p:pic>
      <p:sp>
        <p:nvSpPr>
          <p:cNvPr id="212" name="Freeform 111"/>
          <p:cNvSpPr>
            <a:spLocks noEditPoints="1"/>
          </p:cNvSpPr>
          <p:nvPr/>
        </p:nvSpPr>
        <p:spPr bwMode="gray">
          <a:xfrm>
            <a:off x="3061309" y="3713019"/>
            <a:ext cx="416055" cy="272649"/>
          </a:xfrm>
          <a:custGeom>
            <a:avLst/>
            <a:gdLst>
              <a:gd name="T0" fmla="*/ 2147483646 w 257"/>
              <a:gd name="T1" fmla="*/ 2147483646 h 177"/>
              <a:gd name="T2" fmla="*/ 2147483646 w 257"/>
              <a:gd name="T3" fmla="*/ 2147483646 h 177"/>
              <a:gd name="T4" fmla="*/ 2147483646 w 257"/>
              <a:gd name="T5" fmla="*/ 2147483646 h 177"/>
              <a:gd name="T6" fmla="*/ 2147483646 w 257"/>
              <a:gd name="T7" fmla="*/ 2147483646 h 177"/>
              <a:gd name="T8" fmla="*/ 2147483646 w 257"/>
              <a:gd name="T9" fmla="*/ 2147483646 h 177"/>
              <a:gd name="T10" fmla="*/ 2147483646 w 257"/>
              <a:gd name="T11" fmla="*/ 2147483646 h 177"/>
              <a:gd name="T12" fmla="*/ 2147483646 w 257"/>
              <a:gd name="T13" fmla="*/ 2147483646 h 177"/>
              <a:gd name="T14" fmla="*/ 2147483646 w 257"/>
              <a:gd name="T15" fmla="*/ 2147483646 h 177"/>
              <a:gd name="T16" fmla="*/ 2147483646 w 257"/>
              <a:gd name="T17" fmla="*/ 2147483646 h 177"/>
              <a:gd name="T18" fmla="*/ 2147483646 w 257"/>
              <a:gd name="T19" fmla="*/ 2147483646 h 177"/>
              <a:gd name="T20" fmla="*/ 2147483646 w 257"/>
              <a:gd name="T21" fmla="*/ 0 h 177"/>
              <a:gd name="T22" fmla="*/ 2147483646 w 257"/>
              <a:gd name="T23" fmla="*/ 2147483646 h 177"/>
              <a:gd name="T24" fmla="*/ 2147483646 w 257"/>
              <a:gd name="T25" fmla="*/ 2147483646 h 177"/>
              <a:gd name="T26" fmla="*/ 2147483646 w 257"/>
              <a:gd name="T27" fmla="*/ 2147483646 h 177"/>
              <a:gd name="T28" fmla="*/ 2147483646 w 257"/>
              <a:gd name="T29" fmla="*/ 2147483646 h 177"/>
              <a:gd name="T30" fmla="*/ 2147483646 w 257"/>
              <a:gd name="T31" fmla="*/ 2147483646 h 177"/>
              <a:gd name="T32" fmla="*/ 2147483646 w 257"/>
              <a:gd name="T33" fmla="*/ 2147483646 h 177"/>
              <a:gd name="T34" fmla="*/ 2147483646 w 257"/>
              <a:gd name="T35" fmla="*/ 2147483646 h 177"/>
              <a:gd name="T36" fmla="*/ 2147483646 w 257"/>
              <a:gd name="T37" fmla="*/ 2147483646 h 177"/>
              <a:gd name="T38" fmla="*/ 2147483646 w 257"/>
              <a:gd name="T39" fmla="*/ 2147483646 h 177"/>
              <a:gd name="T40" fmla="*/ 2147483646 w 257"/>
              <a:gd name="T41" fmla="*/ 2147483646 h 177"/>
              <a:gd name="T42" fmla="*/ 2147483646 w 257"/>
              <a:gd name="T43" fmla="*/ 2147483646 h 177"/>
              <a:gd name="T44" fmla="*/ 2147483646 w 257"/>
              <a:gd name="T45" fmla="*/ 2147483646 h 177"/>
              <a:gd name="T46" fmla="*/ 2147483646 w 257"/>
              <a:gd name="T47" fmla="*/ 2147483646 h 177"/>
              <a:gd name="T48" fmla="*/ 2147483646 w 257"/>
              <a:gd name="T49" fmla="*/ 2147483646 h 177"/>
              <a:gd name="T50" fmla="*/ 2147483646 w 257"/>
              <a:gd name="T51" fmla="*/ 2147483646 h 177"/>
              <a:gd name="T52" fmla="*/ 2147483646 w 257"/>
              <a:gd name="T53" fmla="*/ 2147483646 h 177"/>
              <a:gd name="T54" fmla="*/ 2147483646 w 257"/>
              <a:gd name="T55" fmla="*/ 2147483646 h 177"/>
              <a:gd name="T56" fmla="*/ 2147483646 w 257"/>
              <a:gd name="T57" fmla="*/ 2147483646 h 177"/>
              <a:gd name="T58" fmla="*/ 2147483646 w 257"/>
              <a:gd name="T59" fmla="*/ 2147483646 h 177"/>
              <a:gd name="T60" fmla="*/ 2147483646 w 257"/>
              <a:gd name="T61" fmla="*/ 2147483646 h 177"/>
              <a:gd name="T62" fmla="*/ 2147483646 w 257"/>
              <a:gd name="T63" fmla="*/ 2147483646 h 177"/>
              <a:gd name="T64" fmla="*/ 2147483646 w 257"/>
              <a:gd name="T65" fmla="*/ 2147483646 h 177"/>
              <a:gd name="T66" fmla="*/ 2147483646 w 257"/>
              <a:gd name="T67" fmla="*/ 2147483646 h 177"/>
              <a:gd name="T68" fmla="*/ 2147483646 w 257"/>
              <a:gd name="T69" fmla="*/ 2147483646 h 177"/>
              <a:gd name="T70" fmla="*/ 2147483646 w 257"/>
              <a:gd name="T71" fmla="*/ 2147483646 h 177"/>
              <a:gd name="T72" fmla="*/ 2147483646 w 257"/>
              <a:gd name="T73" fmla="*/ 2147483646 h 177"/>
              <a:gd name="T74" fmla="*/ 2147483646 w 257"/>
              <a:gd name="T75" fmla="*/ 2147483646 h 177"/>
              <a:gd name="T76" fmla="*/ 2147483646 w 257"/>
              <a:gd name="T77" fmla="*/ 2147483646 h 177"/>
              <a:gd name="T78" fmla="*/ 2147483646 w 257"/>
              <a:gd name="T79" fmla="*/ 2147483646 h 177"/>
              <a:gd name="T80" fmla="*/ 2147483646 w 257"/>
              <a:gd name="T81" fmla="*/ 2147483646 h 177"/>
              <a:gd name="T82" fmla="*/ 2147483646 w 257"/>
              <a:gd name="T83" fmla="*/ 2147483646 h 177"/>
              <a:gd name="T84" fmla="*/ 2147483646 w 257"/>
              <a:gd name="T85" fmla="*/ 2147483646 h 177"/>
              <a:gd name="T86" fmla="*/ 2147483646 w 257"/>
              <a:gd name="T87" fmla="*/ 2147483646 h 177"/>
              <a:gd name="T88" fmla="*/ 2147483646 w 257"/>
              <a:gd name="T89" fmla="*/ 2147483646 h 17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57"/>
              <a:gd name="T136" fmla="*/ 0 h 177"/>
              <a:gd name="T137" fmla="*/ 257 w 257"/>
              <a:gd name="T138" fmla="*/ 177 h 17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57" h="177">
                <a:moveTo>
                  <a:pt x="246" y="69"/>
                </a:moveTo>
                <a:cubicBezTo>
                  <a:pt x="240" y="69"/>
                  <a:pt x="235" y="74"/>
                  <a:pt x="235" y="80"/>
                </a:cubicBezTo>
                <a:cubicBezTo>
                  <a:pt x="235" y="84"/>
                  <a:pt x="237" y="88"/>
                  <a:pt x="241" y="90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41" y="108"/>
                  <a:pt x="239" y="111"/>
                  <a:pt x="236" y="112"/>
                </a:cubicBezTo>
                <a:cubicBezTo>
                  <a:pt x="137" y="147"/>
                  <a:pt x="137" y="147"/>
                  <a:pt x="137" y="147"/>
                </a:cubicBezTo>
                <a:cubicBezTo>
                  <a:pt x="137" y="147"/>
                  <a:pt x="137" y="146"/>
                  <a:pt x="137" y="145"/>
                </a:cubicBezTo>
                <a:cubicBezTo>
                  <a:pt x="137" y="57"/>
                  <a:pt x="137" y="57"/>
                  <a:pt x="137" y="57"/>
                </a:cubicBezTo>
                <a:cubicBezTo>
                  <a:pt x="137" y="48"/>
                  <a:pt x="130" y="40"/>
                  <a:pt x="120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89" y="29"/>
                  <a:pt x="134" y="13"/>
                  <a:pt x="140" y="11"/>
                </a:cubicBezTo>
                <a:cubicBezTo>
                  <a:pt x="142" y="10"/>
                  <a:pt x="146" y="10"/>
                  <a:pt x="150" y="10"/>
                </a:cubicBezTo>
                <a:cubicBezTo>
                  <a:pt x="233" y="10"/>
                  <a:pt x="233" y="10"/>
                  <a:pt x="233" y="10"/>
                </a:cubicBezTo>
                <a:cubicBezTo>
                  <a:pt x="238" y="10"/>
                  <a:pt x="241" y="13"/>
                  <a:pt x="241" y="17"/>
                </a:cubicBezTo>
                <a:cubicBezTo>
                  <a:pt x="241" y="37"/>
                  <a:pt x="241" y="37"/>
                  <a:pt x="241" y="37"/>
                </a:cubicBezTo>
                <a:cubicBezTo>
                  <a:pt x="237" y="39"/>
                  <a:pt x="235" y="42"/>
                  <a:pt x="235" y="47"/>
                </a:cubicBezTo>
                <a:cubicBezTo>
                  <a:pt x="235" y="53"/>
                  <a:pt x="240" y="58"/>
                  <a:pt x="246" y="58"/>
                </a:cubicBezTo>
                <a:cubicBezTo>
                  <a:pt x="252" y="58"/>
                  <a:pt x="257" y="53"/>
                  <a:pt x="257" y="47"/>
                </a:cubicBezTo>
                <a:cubicBezTo>
                  <a:pt x="257" y="42"/>
                  <a:pt x="254" y="39"/>
                  <a:pt x="251" y="37"/>
                </a:cubicBezTo>
                <a:cubicBezTo>
                  <a:pt x="251" y="17"/>
                  <a:pt x="251" y="17"/>
                  <a:pt x="251" y="17"/>
                </a:cubicBezTo>
                <a:cubicBezTo>
                  <a:pt x="251" y="8"/>
                  <a:pt x="243" y="0"/>
                  <a:pt x="233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5" y="0"/>
                  <a:pt x="140" y="1"/>
                  <a:pt x="137" y="2"/>
                </a:cubicBezTo>
                <a:cubicBezTo>
                  <a:pt x="127" y="5"/>
                  <a:pt x="35" y="38"/>
                  <a:pt x="29" y="40"/>
                </a:cubicBezTo>
                <a:cubicBezTo>
                  <a:pt x="21" y="42"/>
                  <a:pt x="15" y="49"/>
                  <a:pt x="15" y="57"/>
                </a:cubicBezTo>
                <a:cubicBezTo>
                  <a:pt x="15" y="70"/>
                  <a:pt x="15" y="70"/>
                  <a:pt x="15" y="70"/>
                </a:cubicBezTo>
                <a:cubicBezTo>
                  <a:pt x="6" y="79"/>
                  <a:pt x="0" y="91"/>
                  <a:pt x="0" y="105"/>
                </a:cubicBezTo>
                <a:cubicBezTo>
                  <a:pt x="0" y="118"/>
                  <a:pt x="6" y="131"/>
                  <a:pt x="15" y="139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5" y="155"/>
                  <a:pt x="23" y="163"/>
                  <a:pt x="32" y="163"/>
                </a:cubicBezTo>
                <a:cubicBezTo>
                  <a:pt x="120" y="163"/>
                  <a:pt x="120" y="163"/>
                  <a:pt x="120" y="163"/>
                </a:cubicBezTo>
                <a:cubicBezTo>
                  <a:pt x="123" y="163"/>
                  <a:pt x="125" y="162"/>
                  <a:pt x="128" y="161"/>
                </a:cubicBezTo>
                <a:cubicBezTo>
                  <a:pt x="155" y="151"/>
                  <a:pt x="155" y="151"/>
                  <a:pt x="155" y="151"/>
                </a:cubicBezTo>
                <a:cubicBezTo>
                  <a:pt x="182" y="176"/>
                  <a:pt x="182" y="176"/>
                  <a:pt x="182" y="176"/>
                </a:cubicBezTo>
                <a:cubicBezTo>
                  <a:pt x="183" y="177"/>
                  <a:pt x="184" y="177"/>
                  <a:pt x="186" y="177"/>
                </a:cubicBezTo>
                <a:cubicBezTo>
                  <a:pt x="246" y="177"/>
                  <a:pt x="246" y="177"/>
                  <a:pt x="246" y="177"/>
                </a:cubicBezTo>
                <a:cubicBezTo>
                  <a:pt x="248" y="177"/>
                  <a:pt x="251" y="175"/>
                  <a:pt x="251" y="172"/>
                </a:cubicBezTo>
                <a:cubicBezTo>
                  <a:pt x="251" y="158"/>
                  <a:pt x="251" y="158"/>
                  <a:pt x="251" y="158"/>
                </a:cubicBezTo>
                <a:cubicBezTo>
                  <a:pt x="251" y="156"/>
                  <a:pt x="248" y="153"/>
                  <a:pt x="246" y="153"/>
                </a:cubicBezTo>
                <a:cubicBezTo>
                  <a:pt x="207" y="153"/>
                  <a:pt x="207" y="153"/>
                  <a:pt x="207" y="153"/>
                </a:cubicBezTo>
                <a:cubicBezTo>
                  <a:pt x="196" y="137"/>
                  <a:pt x="196" y="137"/>
                  <a:pt x="196" y="137"/>
                </a:cubicBezTo>
                <a:cubicBezTo>
                  <a:pt x="239" y="122"/>
                  <a:pt x="239" y="122"/>
                  <a:pt x="239" y="122"/>
                </a:cubicBezTo>
                <a:cubicBezTo>
                  <a:pt x="246" y="119"/>
                  <a:pt x="251" y="113"/>
                  <a:pt x="251" y="105"/>
                </a:cubicBezTo>
                <a:cubicBezTo>
                  <a:pt x="251" y="90"/>
                  <a:pt x="251" y="90"/>
                  <a:pt x="251" y="90"/>
                </a:cubicBezTo>
                <a:cubicBezTo>
                  <a:pt x="254" y="88"/>
                  <a:pt x="257" y="84"/>
                  <a:pt x="257" y="80"/>
                </a:cubicBezTo>
                <a:cubicBezTo>
                  <a:pt x="257" y="74"/>
                  <a:pt x="252" y="69"/>
                  <a:pt x="246" y="69"/>
                </a:cubicBezTo>
                <a:close/>
                <a:moveTo>
                  <a:pt x="10" y="105"/>
                </a:moveTo>
                <a:cubicBezTo>
                  <a:pt x="10" y="84"/>
                  <a:pt x="26" y="68"/>
                  <a:pt x="47" y="68"/>
                </a:cubicBezTo>
                <a:cubicBezTo>
                  <a:pt x="68" y="68"/>
                  <a:pt x="84" y="82"/>
                  <a:pt x="84" y="102"/>
                </a:cubicBezTo>
                <a:cubicBezTo>
                  <a:pt x="84" y="120"/>
                  <a:pt x="73" y="135"/>
                  <a:pt x="58" y="140"/>
                </a:cubicBezTo>
                <a:cubicBezTo>
                  <a:pt x="52" y="142"/>
                  <a:pt x="52" y="142"/>
                  <a:pt x="52" y="142"/>
                </a:cubicBezTo>
                <a:cubicBezTo>
                  <a:pt x="50" y="142"/>
                  <a:pt x="49" y="142"/>
                  <a:pt x="47" y="142"/>
                </a:cubicBezTo>
                <a:cubicBezTo>
                  <a:pt x="26" y="142"/>
                  <a:pt x="10" y="126"/>
                  <a:pt x="10" y="105"/>
                </a:cubicBezTo>
                <a:close/>
                <a:moveTo>
                  <a:pt x="76" y="61"/>
                </a:moveTo>
                <a:cubicBezTo>
                  <a:pt x="97" y="61"/>
                  <a:pt x="113" y="77"/>
                  <a:pt x="113" y="98"/>
                </a:cubicBezTo>
                <a:cubicBezTo>
                  <a:pt x="113" y="116"/>
                  <a:pt x="100" y="132"/>
                  <a:pt x="82" y="135"/>
                </a:cubicBezTo>
                <a:cubicBezTo>
                  <a:pt x="90" y="126"/>
                  <a:pt x="94" y="115"/>
                  <a:pt x="94" y="102"/>
                </a:cubicBezTo>
                <a:cubicBezTo>
                  <a:pt x="94" y="84"/>
                  <a:pt x="83" y="69"/>
                  <a:pt x="67" y="62"/>
                </a:cubicBezTo>
                <a:cubicBezTo>
                  <a:pt x="68" y="61"/>
                  <a:pt x="68" y="61"/>
                  <a:pt x="68" y="61"/>
                </a:cubicBezTo>
                <a:cubicBezTo>
                  <a:pt x="71" y="61"/>
                  <a:pt x="73" y="61"/>
                  <a:pt x="76" y="61"/>
                </a:cubicBezTo>
                <a:close/>
                <a:moveTo>
                  <a:pt x="32" y="153"/>
                </a:moveTo>
                <a:cubicBezTo>
                  <a:pt x="28" y="153"/>
                  <a:pt x="25" y="150"/>
                  <a:pt x="25" y="146"/>
                </a:cubicBezTo>
                <a:cubicBezTo>
                  <a:pt x="31" y="150"/>
                  <a:pt x="39" y="152"/>
                  <a:pt x="47" y="152"/>
                </a:cubicBezTo>
                <a:cubicBezTo>
                  <a:pt x="49" y="152"/>
                  <a:pt x="51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6" y="151"/>
                  <a:pt x="59" y="151"/>
                  <a:pt x="61" y="150"/>
                </a:cubicBezTo>
                <a:cubicBezTo>
                  <a:pt x="81" y="145"/>
                  <a:pt x="81" y="145"/>
                  <a:pt x="81" y="145"/>
                </a:cubicBezTo>
                <a:cubicBezTo>
                  <a:pt x="105" y="142"/>
                  <a:pt x="123" y="122"/>
                  <a:pt x="123" y="98"/>
                </a:cubicBezTo>
                <a:cubicBezTo>
                  <a:pt x="123" y="72"/>
                  <a:pt x="102" y="51"/>
                  <a:pt x="76" y="51"/>
                </a:cubicBezTo>
                <a:cubicBezTo>
                  <a:pt x="73" y="51"/>
                  <a:pt x="69" y="51"/>
                  <a:pt x="66" y="52"/>
                </a:cubicBezTo>
                <a:cubicBezTo>
                  <a:pt x="66" y="52"/>
                  <a:pt x="66" y="52"/>
                  <a:pt x="66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4" y="52"/>
                  <a:pt x="63" y="53"/>
                </a:cubicBezTo>
                <a:cubicBezTo>
                  <a:pt x="42" y="58"/>
                  <a:pt x="42" y="58"/>
                  <a:pt x="42" y="58"/>
                </a:cubicBezTo>
                <a:cubicBezTo>
                  <a:pt x="36" y="59"/>
                  <a:pt x="30" y="61"/>
                  <a:pt x="25" y="63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3"/>
                  <a:pt x="28" y="50"/>
                  <a:pt x="3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4" y="50"/>
                  <a:pt x="128" y="53"/>
                  <a:pt x="128" y="57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128" y="150"/>
                  <a:pt x="124" y="153"/>
                  <a:pt x="120" y="153"/>
                </a:cubicBezTo>
                <a:lnTo>
                  <a:pt x="32" y="153"/>
                </a:lnTo>
                <a:close/>
                <a:moveTo>
                  <a:pt x="200" y="161"/>
                </a:moveTo>
                <a:cubicBezTo>
                  <a:pt x="201" y="162"/>
                  <a:pt x="202" y="163"/>
                  <a:pt x="204" y="163"/>
                </a:cubicBezTo>
                <a:cubicBezTo>
                  <a:pt x="241" y="163"/>
                  <a:pt x="241" y="163"/>
                  <a:pt x="241" y="163"/>
                </a:cubicBezTo>
                <a:cubicBezTo>
                  <a:pt x="241" y="167"/>
                  <a:pt x="241" y="167"/>
                  <a:pt x="241" y="167"/>
                </a:cubicBezTo>
                <a:cubicBezTo>
                  <a:pt x="188" y="167"/>
                  <a:pt x="188" y="167"/>
                  <a:pt x="188" y="167"/>
                </a:cubicBezTo>
                <a:cubicBezTo>
                  <a:pt x="166" y="147"/>
                  <a:pt x="166" y="147"/>
                  <a:pt x="166" y="147"/>
                </a:cubicBezTo>
                <a:cubicBezTo>
                  <a:pt x="187" y="140"/>
                  <a:pt x="187" y="140"/>
                  <a:pt x="187" y="140"/>
                </a:cubicBezTo>
                <a:lnTo>
                  <a:pt x="200" y="161"/>
                </a:lnTo>
                <a:close/>
              </a:path>
            </a:pathLst>
          </a:custGeom>
          <a:solidFill>
            <a:srgbClr val="59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704" tIns="60852" rIns="121704" bIns="60852"/>
          <a:lstStyle/>
          <a:p>
            <a:endParaRPr lang="zh-CN" altLang="en-US" sz="2139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" name="直接箭头连接符 10"/>
          <p:cNvCxnSpPr/>
          <p:nvPr/>
        </p:nvCxnSpPr>
        <p:spPr bwMode="gray">
          <a:xfrm>
            <a:off x="3145952" y="3155790"/>
            <a:ext cx="51143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/>
          <p:cNvCxnSpPr/>
          <p:nvPr/>
        </p:nvCxnSpPr>
        <p:spPr bwMode="gray">
          <a:xfrm>
            <a:off x="3145952" y="3267550"/>
            <a:ext cx="51143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箭头连接符 213"/>
          <p:cNvCxnSpPr/>
          <p:nvPr/>
        </p:nvCxnSpPr>
        <p:spPr bwMode="gray">
          <a:xfrm>
            <a:off x="3145952" y="3379310"/>
            <a:ext cx="51143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箭头连接符 214"/>
          <p:cNvCxnSpPr/>
          <p:nvPr/>
        </p:nvCxnSpPr>
        <p:spPr bwMode="gray">
          <a:xfrm>
            <a:off x="4246543" y="3155790"/>
            <a:ext cx="748793" cy="0"/>
          </a:xfrm>
          <a:prstGeom prst="straightConnector1">
            <a:avLst/>
          </a:prstGeom>
          <a:ln w="28575">
            <a:solidFill>
              <a:srgbClr val="ED6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 bwMode="gray">
          <a:xfrm>
            <a:off x="4246543" y="3267550"/>
            <a:ext cx="748793" cy="0"/>
          </a:xfrm>
          <a:prstGeom prst="straightConnector1">
            <a:avLst/>
          </a:prstGeom>
          <a:ln w="28575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 bwMode="gray">
          <a:xfrm>
            <a:off x="4246543" y="3379310"/>
            <a:ext cx="748793" cy="0"/>
          </a:xfrm>
          <a:prstGeom prst="straightConnector1">
            <a:avLst/>
          </a:prstGeom>
          <a:ln w="28575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椭圆 218"/>
          <p:cNvSpPr>
            <a:spLocks noChangeAspect="1"/>
          </p:cNvSpPr>
          <p:nvPr/>
        </p:nvSpPr>
        <p:spPr bwMode="gray">
          <a:xfrm>
            <a:off x="4222959" y="3454312"/>
            <a:ext cx="252000" cy="252000"/>
          </a:xfrm>
          <a:prstGeom prst="ellipse">
            <a:avLst/>
          </a:prstGeom>
          <a:solidFill>
            <a:srgbClr val="D3394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0" name="椭圆 219"/>
          <p:cNvSpPr>
            <a:spLocks noChangeAspect="1"/>
          </p:cNvSpPr>
          <p:nvPr/>
        </p:nvSpPr>
        <p:spPr bwMode="gray">
          <a:xfrm>
            <a:off x="6400232" y="4130422"/>
            <a:ext cx="252000" cy="252000"/>
          </a:xfrm>
          <a:prstGeom prst="ellipse">
            <a:avLst/>
          </a:prstGeom>
          <a:solidFill>
            <a:srgbClr val="D3394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1" name="椭圆 220"/>
          <p:cNvSpPr>
            <a:spLocks noChangeAspect="1"/>
          </p:cNvSpPr>
          <p:nvPr/>
        </p:nvSpPr>
        <p:spPr bwMode="gray">
          <a:xfrm>
            <a:off x="6400750" y="1585436"/>
            <a:ext cx="252000" cy="252000"/>
          </a:xfrm>
          <a:prstGeom prst="ellipse">
            <a:avLst/>
          </a:prstGeom>
          <a:solidFill>
            <a:srgbClr val="D3394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gray">
          <a:xfrm>
            <a:off x="4438955" y="3417573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染色：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标识</a:t>
            </a:r>
            <a:r>
              <a:rPr lang="zh-CN" altLang="en-US" sz="14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2" name="矩形 221"/>
          <p:cNvSpPr/>
          <p:nvPr/>
        </p:nvSpPr>
        <p:spPr bwMode="gray">
          <a:xfrm>
            <a:off x="6652232" y="4093704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打卡：计数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及时戳</a:t>
            </a:r>
          </a:p>
        </p:txBody>
      </p:sp>
      <p:sp>
        <p:nvSpPr>
          <p:cNvPr id="223" name="矩形 222"/>
          <p:cNvSpPr/>
          <p:nvPr/>
        </p:nvSpPr>
        <p:spPr bwMode="gray">
          <a:xfrm>
            <a:off x="6667258" y="1557547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分析</a:t>
            </a:r>
            <a:endParaRPr lang="zh-CN" altLang="en-US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任意多边形 14"/>
          <p:cNvSpPr/>
          <p:nvPr/>
        </p:nvSpPr>
        <p:spPr bwMode="gray">
          <a:xfrm>
            <a:off x="3926339" y="2327138"/>
            <a:ext cx="2200141" cy="1208542"/>
          </a:xfrm>
          <a:custGeom>
            <a:avLst/>
            <a:gdLst>
              <a:gd name="connsiteX0" fmla="*/ 0 w 2316480"/>
              <a:gd name="connsiteY0" fmla="*/ 1087120 h 1087120"/>
              <a:gd name="connsiteX1" fmla="*/ 2316480 w 2316480"/>
              <a:gd name="connsiteY1" fmla="*/ 0 h 1087120"/>
              <a:gd name="connsiteX0" fmla="*/ 0 w 2194560"/>
              <a:gd name="connsiteY0" fmla="*/ 1097280 h 1097280"/>
              <a:gd name="connsiteX1" fmla="*/ 2194560 w 2194560"/>
              <a:gd name="connsiteY1" fmla="*/ 0 h 1097280"/>
              <a:gd name="connsiteX0" fmla="*/ 7726 w 2202286"/>
              <a:gd name="connsiteY0" fmla="*/ 1097280 h 1097280"/>
              <a:gd name="connsiteX1" fmla="*/ 2202286 w 2202286"/>
              <a:gd name="connsiteY1" fmla="*/ 0 h 1097280"/>
              <a:gd name="connsiteX0" fmla="*/ 5581 w 2200141"/>
              <a:gd name="connsiteY0" fmla="*/ 1097280 h 1097280"/>
              <a:gd name="connsiteX1" fmla="*/ 2200141 w 2200141"/>
              <a:gd name="connsiteY1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00141" h="1097280">
                <a:moveTo>
                  <a:pt x="5581" y="1097280"/>
                </a:moveTo>
                <a:cubicBezTo>
                  <a:pt x="-126499" y="-264160"/>
                  <a:pt x="2129021" y="660400"/>
                  <a:pt x="2200141" y="0"/>
                </a:cubicBezTo>
              </a:path>
            </a:pathLst>
          </a:custGeom>
          <a:noFill/>
          <a:ln w="190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7" name="直接箭头连接符 16"/>
          <p:cNvCxnSpPr/>
          <p:nvPr/>
        </p:nvCxnSpPr>
        <p:spPr bwMode="gray">
          <a:xfrm flipV="1">
            <a:off x="6526232" y="2327138"/>
            <a:ext cx="0" cy="1208542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5" name="任意多边形 224"/>
          <p:cNvSpPr/>
          <p:nvPr/>
        </p:nvSpPr>
        <p:spPr bwMode="gray">
          <a:xfrm flipH="1">
            <a:off x="6837777" y="2327138"/>
            <a:ext cx="2200141" cy="1208542"/>
          </a:xfrm>
          <a:custGeom>
            <a:avLst/>
            <a:gdLst>
              <a:gd name="connsiteX0" fmla="*/ 0 w 2316480"/>
              <a:gd name="connsiteY0" fmla="*/ 1087120 h 1087120"/>
              <a:gd name="connsiteX1" fmla="*/ 2316480 w 2316480"/>
              <a:gd name="connsiteY1" fmla="*/ 0 h 1087120"/>
              <a:gd name="connsiteX0" fmla="*/ 0 w 2194560"/>
              <a:gd name="connsiteY0" fmla="*/ 1097280 h 1097280"/>
              <a:gd name="connsiteX1" fmla="*/ 2194560 w 2194560"/>
              <a:gd name="connsiteY1" fmla="*/ 0 h 1097280"/>
              <a:gd name="connsiteX0" fmla="*/ 7726 w 2202286"/>
              <a:gd name="connsiteY0" fmla="*/ 1097280 h 1097280"/>
              <a:gd name="connsiteX1" fmla="*/ 2202286 w 2202286"/>
              <a:gd name="connsiteY1" fmla="*/ 0 h 1097280"/>
              <a:gd name="connsiteX0" fmla="*/ 5581 w 2200141"/>
              <a:gd name="connsiteY0" fmla="*/ 1097280 h 1097280"/>
              <a:gd name="connsiteX1" fmla="*/ 2200141 w 2200141"/>
              <a:gd name="connsiteY1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00141" h="1097280">
                <a:moveTo>
                  <a:pt x="5581" y="1097280"/>
                </a:moveTo>
                <a:cubicBezTo>
                  <a:pt x="-126499" y="-264160"/>
                  <a:pt x="2129021" y="660400"/>
                  <a:pt x="2200141" y="0"/>
                </a:cubicBezTo>
              </a:path>
            </a:pathLst>
          </a:custGeom>
          <a:noFill/>
          <a:ln w="190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6" name="矩形 225"/>
          <p:cNvSpPr/>
          <p:nvPr/>
        </p:nvSpPr>
        <p:spPr bwMode="gray">
          <a:xfrm>
            <a:off x="3560829" y="2520452"/>
            <a:ext cx="8867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7" name="矩形 226"/>
          <p:cNvSpPr/>
          <p:nvPr/>
        </p:nvSpPr>
        <p:spPr bwMode="gray">
          <a:xfrm>
            <a:off x="6466549" y="2520452"/>
            <a:ext cx="8867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0" name="矩形 229"/>
          <p:cNvSpPr/>
          <p:nvPr/>
        </p:nvSpPr>
        <p:spPr bwMode="gray">
          <a:xfrm>
            <a:off x="8947533" y="2520452"/>
            <a:ext cx="8867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Telemetry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33239"/>
              </p:ext>
            </p:extLst>
          </p:nvPr>
        </p:nvGraphicFramePr>
        <p:xfrm>
          <a:off x="1328310" y="1366706"/>
          <a:ext cx="3951211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7076"/>
                <a:gridCol w="1058045"/>
                <a:gridCol w="1058045"/>
                <a:gridCol w="1058045"/>
              </a:tblGrid>
              <a:tr h="216000">
                <a:tc>
                  <a:txBody>
                    <a:bodyPr/>
                    <a:lstStyle/>
                    <a:p>
                      <a:pPr algn="ctr"/>
                      <a:endParaRPr lang="zh-CN" altLang="en-US" sz="12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时延（</a:t>
                      </a:r>
                      <a:r>
                        <a:rPr lang="en-US" altLang="zh-CN" sz="1200" b="1" dirty="0" err="1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ms</a:t>
                      </a:r>
                      <a:r>
                        <a:rPr lang="zh-CN" altLang="en-US" sz="1200" b="1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2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抖动（</a:t>
                      </a:r>
                      <a:r>
                        <a:rPr lang="en-US" altLang="zh-CN" sz="1200" b="1" dirty="0" err="1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ms</a:t>
                      </a:r>
                      <a:r>
                        <a:rPr lang="zh-CN" altLang="en-US" sz="1200" b="1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）</a:t>
                      </a:r>
                      <a:endParaRPr lang="zh-CN" altLang="en-US" sz="12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丢包率</a:t>
                      </a:r>
                      <a:endParaRPr lang="zh-CN" altLang="en-US" sz="1200" b="1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业务</a:t>
                      </a:r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500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300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0.0001%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业务</a:t>
                      </a:r>
                      <a:r>
                        <a:rPr lang="en-US" altLang="zh-CN" sz="120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2</a:t>
                      </a:r>
                      <a:endParaRPr lang="zh-CN" altLang="en-US" sz="12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业务</a:t>
                      </a:r>
                      <a:r>
                        <a:rPr lang="en-US" altLang="zh-CN" sz="120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3</a:t>
                      </a:r>
                      <a:endParaRPr lang="zh-CN" altLang="en-US" sz="12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</a:t>
                      </a:r>
                      <a:endParaRPr lang="zh-CN" altLang="en-US" sz="120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10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>
                          <a:latin typeface="Huawei Sans" panose="020C0503030203020204" pitchFamily="34" charset="0"/>
                          <a:ea typeface="方正兰亭黑简体" panose="02000000000000000000" pitchFamily="2" charset="-122"/>
                          <a:sym typeface="Huawei Sans" panose="020C0503030203020204" pitchFamily="34" charset="0"/>
                        </a:rPr>
                        <a:t>0</a:t>
                      </a:r>
                      <a:endParaRPr lang="zh-CN" altLang="en-US" sz="1200" dirty="0">
                        <a:latin typeface="Huawei Sans" panose="020C0503030203020204" pitchFamily="34" charset="0"/>
                        <a:ea typeface="方正兰亭黑简体" panose="02000000000000000000" pitchFamily="2" charset="-122"/>
                        <a:sym typeface="Huawei Sans" panose="020C0503030203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1" name="矩形 260"/>
          <p:cNvSpPr/>
          <p:nvPr/>
        </p:nvSpPr>
        <p:spPr bwMode="gray">
          <a:xfrm>
            <a:off x="701566" y="4658984"/>
            <a:ext cx="3694731" cy="126429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50">
              <a:lnSpc>
                <a:spcPts val="2400"/>
              </a:lnSpc>
              <a:spcAft>
                <a:spcPts val="600"/>
              </a:spcAft>
              <a:defRPr/>
            </a:pPr>
            <a:r>
              <a:rPr lang="zh-CN" altLang="en-US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端到端</a:t>
            </a:r>
            <a:r>
              <a:rPr lang="en-US" altLang="zh-CN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/</a:t>
            </a:r>
            <a:r>
              <a:rPr lang="zh-CN" altLang="en-US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逐跳</a:t>
            </a:r>
            <a:r>
              <a:rPr lang="en-US" altLang="zh-CN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KPI</a:t>
            </a:r>
            <a:r>
              <a:rPr lang="zh-CN" altLang="en-US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测量</a:t>
            </a:r>
          </a:p>
          <a:p>
            <a:pPr marL="182563" indent="-182563" defTabSz="12191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KPI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：时延，丢包、</a:t>
            </a: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抖动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 Light" panose="020C0303030203020204" pitchFamily="34" charset="0"/>
              <a:sym typeface="Huawei Sans" panose="020C0503030203020204" pitchFamily="34" charset="0"/>
            </a:endParaRPr>
          </a:p>
          <a:p>
            <a:pPr marL="182563" indent="-182563" defTabSz="12191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业务</a:t>
            </a: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模式</a:t>
            </a: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：</a:t>
            </a:r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MPLS/SR/SRv6/L3VPN/EVPN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 Light" panose="020C0303030203020204" pitchFamily="34" charset="0"/>
              <a:sym typeface="Huawei Sans" panose="020C0503030203020204" pitchFamily="34" charset="0"/>
            </a:endParaRPr>
          </a:p>
        </p:txBody>
      </p:sp>
      <p:sp>
        <p:nvSpPr>
          <p:cNvPr id="262" name="矩形 261"/>
          <p:cNvSpPr/>
          <p:nvPr/>
        </p:nvSpPr>
        <p:spPr bwMode="gray">
          <a:xfrm>
            <a:off x="4542866" y="4658984"/>
            <a:ext cx="3400500" cy="126429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50">
              <a:lnSpc>
                <a:spcPts val="2400"/>
              </a:lnSpc>
              <a:spcAft>
                <a:spcPts val="600"/>
              </a:spcAft>
              <a:defRPr/>
            </a:pPr>
            <a:r>
              <a:rPr lang="en-US" altLang="zh-CN" sz="1400" b="1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10</a:t>
            </a:r>
            <a:r>
              <a:rPr lang="en-US" altLang="zh-CN" sz="1400" b="1" kern="0" baseline="300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-6 </a:t>
            </a:r>
            <a:r>
              <a:rPr lang="zh-CN" altLang="en-US" sz="1400" b="1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高</a:t>
            </a:r>
            <a:r>
              <a:rPr lang="zh-CN" altLang="en-US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精准度和真实业务</a:t>
            </a:r>
          </a:p>
          <a:p>
            <a:pPr marL="182563" indent="-182563" defTabSz="12191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基于真实业务</a:t>
            </a: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流检测</a:t>
            </a:r>
            <a:endParaRPr lang="zh-CN" altLang="en-US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 Light" panose="020C0303030203020204" pitchFamily="34" charset="0"/>
              <a:sym typeface="Huawei Sans" panose="020C0503030203020204" pitchFamily="34" charset="0"/>
            </a:endParaRPr>
          </a:p>
          <a:p>
            <a:pPr marL="182563" indent="-182563" defTabSz="12191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高精准度：丢包检测率</a:t>
            </a: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10</a:t>
            </a:r>
            <a:r>
              <a:rPr lang="en-US" altLang="zh-CN" sz="1400" kern="0" baseline="300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-6</a:t>
            </a:r>
            <a:r>
              <a:rPr lang="en-US" altLang="zh-CN" sz="1400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 </a:t>
            </a:r>
          </a:p>
        </p:txBody>
      </p:sp>
      <p:sp>
        <p:nvSpPr>
          <p:cNvPr id="264" name="矩形 263"/>
          <p:cNvSpPr/>
          <p:nvPr/>
        </p:nvSpPr>
        <p:spPr bwMode="gray">
          <a:xfrm>
            <a:off x="8089935" y="4658984"/>
            <a:ext cx="3400500" cy="126429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50">
              <a:lnSpc>
                <a:spcPts val="2400"/>
              </a:lnSpc>
              <a:spcAft>
                <a:spcPts val="600"/>
              </a:spcAft>
              <a:defRPr/>
            </a:pPr>
            <a:r>
              <a:rPr lang="zh-CN" altLang="en-US" sz="1400" b="1" kern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易</a:t>
            </a:r>
            <a:r>
              <a:rPr lang="zh-CN" altLang="en-US" sz="1400" b="1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部署</a:t>
            </a:r>
          </a:p>
          <a:p>
            <a:pPr marL="182563" indent="-182563" defTabSz="12191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按需逐跳测量（如端到端</a:t>
            </a:r>
            <a:r>
              <a:rPr lang="en-US" altLang="zh-CN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KPI</a:t>
            </a: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越限事件）</a:t>
            </a:r>
          </a:p>
          <a:p>
            <a:pPr marL="182563" indent="-182563" defTabSz="1219150">
              <a:lnSpc>
                <a:spcPts val="24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400" kern="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Huawei Sans Light" panose="020C0303030203020204" pitchFamily="34" charset="0"/>
                <a:sym typeface="Huawei Sans" panose="020C0503030203020204" pitchFamily="34" charset="0"/>
              </a:rPr>
              <a:t>头尾节点配置</a:t>
            </a:r>
            <a:endParaRPr lang="en-US" altLang="zh-CN" sz="1400" kern="0" dirty="0">
              <a:latin typeface="Huawei Sans" panose="020C0503030203020204" pitchFamily="34" charset="0"/>
              <a:ea typeface="方正兰亭黑简体" panose="02000000000000000000" pitchFamily="2" charset="-122"/>
              <a:cs typeface="Huawei Sans Light" panose="020C0303030203020204" pitchFamily="34" charset="0"/>
              <a:sym typeface="Huawei Sans" panose="020C0503030203020204" pitchFamily="34" charset="0"/>
            </a:endParaRPr>
          </a:p>
        </p:txBody>
      </p:sp>
      <p:cxnSp>
        <p:nvCxnSpPr>
          <p:cNvPr id="265" name="直接箭头连接符 264"/>
          <p:cNvCxnSpPr/>
          <p:nvPr/>
        </p:nvCxnSpPr>
        <p:spPr bwMode="gray">
          <a:xfrm>
            <a:off x="6881825" y="3155790"/>
            <a:ext cx="748793" cy="0"/>
          </a:xfrm>
          <a:prstGeom prst="straightConnector1">
            <a:avLst/>
          </a:prstGeom>
          <a:ln w="28575">
            <a:solidFill>
              <a:srgbClr val="ED6D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箭头连接符 265"/>
          <p:cNvCxnSpPr/>
          <p:nvPr/>
        </p:nvCxnSpPr>
        <p:spPr bwMode="gray">
          <a:xfrm>
            <a:off x="6881825" y="3267550"/>
            <a:ext cx="748793" cy="0"/>
          </a:xfrm>
          <a:prstGeom prst="straightConnector1">
            <a:avLst/>
          </a:prstGeom>
          <a:ln w="28575">
            <a:solidFill>
              <a:srgbClr val="62B2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/>
          <p:cNvCxnSpPr/>
          <p:nvPr/>
        </p:nvCxnSpPr>
        <p:spPr bwMode="gray">
          <a:xfrm>
            <a:off x="6881825" y="3379310"/>
            <a:ext cx="748793" cy="0"/>
          </a:xfrm>
          <a:prstGeom prst="straightConnector1">
            <a:avLst/>
          </a:prstGeom>
          <a:ln w="28575">
            <a:solidFill>
              <a:srgbClr val="30B5C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80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一键</a:t>
            </a:r>
            <a:r>
              <a:rPr lang="zh-CN" altLang="en-US" dirty="0" smtClean="0">
                <a:sym typeface="Huawei Sans" panose="020C0503030203020204" pitchFamily="34" charset="0"/>
              </a:rPr>
              <a:t>导航：云</a:t>
            </a:r>
            <a:r>
              <a:rPr lang="zh-CN" altLang="en-US" dirty="0">
                <a:sym typeface="Huawei Sans" panose="020C0503030203020204" pitchFamily="34" charset="0"/>
              </a:rPr>
              <a:t>网一体调度，提升云网资源利用率</a:t>
            </a:r>
          </a:p>
        </p:txBody>
      </p:sp>
      <p:sp>
        <p:nvSpPr>
          <p:cNvPr id="11" name="圆角矩形 10"/>
          <p:cNvSpPr/>
          <p:nvPr/>
        </p:nvSpPr>
        <p:spPr bwMode="gray">
          <a:xfrm>
            <a:off x="452437" y="1053490"/>
            <a:ext cx="3988066" cy="5052695"/>
          </a:xfrm>
          <a:prstGeom prst="roundRect">
            <a:avLst>
              <a:gd name="adj" fmla="val 3116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 bwMode="gray">
          <a:xfrm>
            <a:off x="1187151" y="1053490"/>
            <a:ext cx="2518638" cy="751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过去</a:t>
            </a:r>
            <a:endParaRPr lang="en-US" altLang="zh-CN" sz="1600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云网资源负载不均，投资浪费</a:t>
            </a:r>
          </a:p>
        </p:txBody>
      </p:sp>
      <p:sp>
        <p:nvSpPr>
          <p:cNvPr id="13" name="文本框 12"/>
          <p:cNvSpPr txBox="1"/>
          <p:nvPr/>
        </p:nvSpPr>
        <p:spPr bwMode="gray">
          <a:xfrm>
            <a:off x="5180372" y="1053490"/>
            <a:ext cx="2877711" cy="751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现在</a:t>
            </a:r>
            <a:endParaRPr lang="en-US" altLang="zh-CN" sz="1600" b="1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云网一体调优，云网资源高效利用</a:t>
            </a:r>
          </a:p>
        </p:txBody>
      </p:sp>
      <p:grpSp>
        <p:nvGrpSpPr>
          <p:cNvPr id="266" name="组合 265"/>
          <p:cNvGrpSpPr>
            <a:grpSpLocks noChangeAspect="1"/>
          </p:cNvGrpSpPr>
          <p:nvPr/>
        </p:nvGrpSpPr>
        <p:grpSpPr bwMode="gray">
          <a:xfrm>
            <a:off x="1173251" y="3799928"/>
            <a:ext cx="307044" cy="299245"/>
            <a:chOff x="4236651" y="6141866"/>
            <a:chExt cx="715711" cy="697535"/>
          </a:xfrm>
        </p:grpSpPr>
        <p:sp>
          <p:nvSpPr>
            <p:cNvPr id="267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68" name="组合 267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269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70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71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72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73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274" name="组合 273"/>
          <p:cNvGrpSpPr>
            <a:grpSpLocks noChangeAspect="1"/>
          </p:cNvGrpSpPr>
          <p:nvPr/>
        </p:nvGrpSpPr>
        <p:grpSpPr bwMode="gray">
          <a:xfrm>
            <a:off x="1173251" y="4293473"/>
            <a:ext cx="307044" cy="299245"/>
            <a:chOff x="4236651" y="6141866"/>
            <a:chExt cx="715711" cy="697535"/>
          </a:xfrm>
        </p:grpSpPr>
        <p:sp>
          <p:nvSpPr>
            <p:cNvPr id="275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76" name="组合 275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277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78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79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80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81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282" name="组合 281"/>
          <p:cNvGrpSpPr>
            <a:grpSpLocks noChangeAspect="1"/>
          </p:cNvGrpSpPr>
          <p:nvPr/>
        </p:nvGrpSpPr>
        <p:grpSpPr bwMode="gray">
          <a:xfrm>
            <a:off x="3342177" y="3799928"/>
            <a:ext cx="307044" cy="299245"/>
            <a:chOff x="4236651" y="6141866"/>
            <a:chExt cx="715711" cy="697535"/>
          </a:xfrm>
        </p:grpSpPr>
        <p:sp>
          <p:nvSpPr>
            <p:cNvPr id="283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84" name="组合 283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285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86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87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88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89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290" name="组合 289"/>
          <p:cNvGrpSpPr>
            <a:grpSpLocks noChangeAspect="1"/>
          </p:cNvGrpSpPr>
          <p:nvPr/>
        </p:nvGrpSpPr>
        <p:grpSpPr bwMode="gray">
          <a:xfrm>
            <a:off x="3342177" y="4293473"/>
            <a:ext cx="307044" cy="299245"/>
            <a:chOff x="4236651" y="6141866"/>
            <a:chExt cx="715711" cy="697535"/>
          </a:xfrm>
        </p:grpSpPr>
        <p:sp>
          <p:nvSpPr>
            <p:cNvPr id="291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292" name="组合 291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293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94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95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96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97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298" name="组合 297"/>
          <p:cNvGrpSpPr>
            <a:grpSpLocks noChangeAspect="1"/>
          </p:cNvGrpSpPr>
          <p:nvPr/>
        </p:nvGrpSpPr>
        <p:grpSpPr bwMode="gray">
          <a:xfrm>
            <a:off x="1909773" y="3155363"/>
            <a:ext cx="307044" cy="299245"/>
            <a:chOff x="4236651" y="6141866"/>
            <a:chExt cx="715711" cy="697535"/>
          </a:xfrm>
        </p:grpSpPr>
        <p:sp>
          <p:nvSpPr>
            <p:cNvPr id="299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00" name="组合 299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301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02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03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04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05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306" name="组合 305"/>
          <p:cNvGrpSpPr>
            <a:grpSpLocks noChangeAspect="1"/>
          </p:cNvGrpSpPr>
          <p:nvPr/>
        </p:nvGrpSpPr>
        <p:grpSpPr bwMode="gray">
          <a:xfrm>
            <a:off x="2595495" y="3155363"/>
            <a:ext cx="307044" cy="299245"/>
            <a:chOff x="4236651" y="6141866"/>
            <a:chExt cx="715711" cy="697535"/>
          </a:xfrm>
        </p:grpSpPr>
        <p:sp>
          <p:nvSpPr>
            <p:cNvPr id="307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08" name="组合 307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309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0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1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2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13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314" name="Freeform 159"/>
          <p:cNvSpPr/>
          <p:nvPr/>
        </p:nvSpPr>
        <p:spPr bwMode="gray">
          <a:xfrm flipH="1">
            <a:off x="477282" y="3968900"/>
            <a:ext cx="624091" cy="32623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DC1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316" name="直接连接符 315"/>
          <p:cNvCxnSpPr>
            <a:stCxn id="269" idx="0"/>
            <a:endCxn id="299" idx="7"/>
          </p:cNvCxnSpPr>
          <p:nvPr/>
        </p:nvCxnSpPr>
        <p:spPr bwMode="gray">
          <a:xfrm flipV="1">
            <a:off x="1463705" y="3439181"/>
            <a:ext cx="599473" cy="5072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连接符 316"/>
          <p:cNvCxnSpPr>
            <a:stCxn id="269" idx="0"/>
            <a:endCxn id="307" idx="7"/>
          </p:cNvCxnSpPr>
          <p:nvPr/>
        </p:nvCxnSpPr>
        <p:spPr bwMode="gray">
          <a:xfrm flipV="1">
            <a:off x="1463705" y="3439181"/>
            <a:ext cx="1285195" cy="5072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连接符 319"/>
          <p:cNvCxnSpPr>
            <a:stCxn id="277" idx="0"/>
            <a:endCxn id="299" idx="7"/>
          </p:cNvCxnSpPr>
          <p:nvPr/>
        </p:nvCxnSpPr>
        <p:spPr bwMode="gray">
          <a:xfrm flipV="1">
            <a:off x="1463705" y="3439181"/>
            <a:ext cx="599473" cy="10008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连接符 322"/>
          <p:cNvCxnSpPr>
            <a:stCxn id="277" idx="0"/>
            <a:endCxn id="307" idx="7"/>
          </p:cNvCxnSpPr>
          <p:nvPr/>
        </p:nvCxnSpPr>
        <p:spPr bwMode="gray">
          <a:xfrm flipV="1">
            <a:off x="1463705" y="3439181"/>
            <a:ext cx="1285195" cy="10008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/>
          <p:cNvCxnSpPr>
            <a:stCxn id="299" idx="7"/>
            <a:endCxn id="285" idx="21"/>
          </p:cNvCxnSpPr>
          <p:nvPr/>
        </p:nvCxnSpPr>
        <p:spPr bwMode="gray">
          <a:xfrm>
            <a:off x="2063178" y="3439181"/>
            <a:ext cx="1278999" cy="5080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/>
          <p:cNvCxnSpPr>
            <a:stCxn id="307" idx="7"/>
            <a:endCxn id="293" idx="21"/>
          </p:cNvCxnSpPr>
          <p:nvPr/>
        </p:nvCxnSpPr>
        <p:spPr bwMode="gray">
          <a:xfrm>
            <a:off x="2748900" y="3439181"/>
            <a:ext cx="593277" cy="10015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/>
          <p:cNvCxnSpPr>
            <a:stCxn id="299" idx="7"/>
            <a:endCxn id="293" idx="21"/>
          </p:cNvCxnSpPr>
          <p:nvPr/>
        </p:nvCxnSpPr>
        <p:spPr bwMode="gray">
          <a:xfrm>
            <a:off x="2063178" y="3439181"/>
            <a:ext cx="1278999" cy="10015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连接符 341"/>
          <p:cNvCxnSpPr>
            <a:stCxn id="307" idx="7"/>
            <a:endCxn id="285" idx="21"/>
          </p:cNvCxnSpPr>
          <p:nvPr/>
        </p:nvCxnSpPr>
        <p:spPr bwMode="gray">
          <a:xfrm>
            <a:off x="2748900" y="3439181"/>
            <a:ext cx="593277" cy="5080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2" name="组合 361"/>
          <p:cNvGrpSpPr>
            <a:grpSpLocks noChangeAspect="1"/>
          </p:cNvGrpSpPr>
          <p:nvPr/>
        </p:nvGrpSpPr>
        <p:grpSpPr bwMode="gray">
          <a:xfrm>
            <a:off x="1909773" y="5121146"/>
            <a:ext cx="307044" cy="299245"/>
            <a:chOff x="4236651" y="6141866"/>
            <a:chExt cx="715711" cy="697535"/>
          </a:xfrm>
        </p:grpSpPr>
        <p:sp>
          <p:nvSpPr>
            <p:cNvPr id="363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64" name="组合 363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365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6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7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8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69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370" name="组合 369"/>
          <p:cNvGrpSpPr>
            <a:grpSpLocks noChangeAspect="1"/>
          </p:cNvGrpSpPr>
          <p:nvPr/>
        </p:nvGrpSpPr>
        <p:grpSpPr bwMode="gray">
          <a:xfrm>
            <a:off x="2595495" y="5121146"/>
            <a:ext cx="307044" cy="299245"/>
            <a:chOff x="4236651" y="6141866"/>
            <a:chExt cx="715711" cy="697535"/>
          </a:xfrm>
        </p:grpSpPr>
        <p:sp>
          <p:nvSpPr>
            <p:cNvPr id="371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72" name="组合 371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373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4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5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6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377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378" name="直接连接符 377"/>
          <p:cNvCxnSpPr>
            <a:stCxn id="277" idx="0"/>
            <a:endCxn id="363" idx="2"/>
          </p:cNvCxnSpPr>
          <p:nvPr/>
        </p:nvCxnSpPr>
        <p:spPr bwMode="gray">
          <a:xfrm>
            <a:off x="1463705" y="4439996"/>
            <a:ext cx="597429" cy="6881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直接连接符 381"/>
          <p:cNvCxnSpPr>
            <a:stCxn id="269" idx="6"/>
            <a:endCxn id="365" idx="8"/>
          </p:cNvCxnSpPr>
          <p:nvPr/>
        </p:nvCxnSpPr>
        <p:spPr bwMode="gray">
          <a:xfrm>
            <a:off x="1463705" y="3924138"/>
            <a:ext cx="599590" cy="12131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直接连接符 384"/>
          <p:cNvCxnSpPr>
            <a:stCxn id="293" idx="19"/>
            <a:endCxn id="373" idx="14"/>
          </p:cNvCxnSpPr>
          <p:nvPr/>
        </p:nvCxnSpPr>
        <p:spPr bwMode="gray">
          <a:xfrm flipH="1">
            <a:off x="2749017" y="4439996"/>
            <a:ext cx="593160" cy="681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连接符 389"/>
          <p:cNvCxnSpPr>
            <a:stCxn id="285" idx="19"/>
            <a:endCxn id="373" idx="14"/>
          </p:cNvCxnSpPr>
          <p:nvPr/>
        </p:nvCxnSpPr>
        <p:spPr bwMode="gray">
          <a:xfrm flipH="1">
            <a:off x="2749017" y="3946451"/>
            <a:ext cx="593160" cy="11746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直接连接符 392"/>
          <p:cNvCxnSpPr>
            <a:stCxn id="299" idx="7"/>
            <a:endCxn id="365" idx="14"/>
          </p:cNvCxnSpPr>
          <p:nvPr/>
        </p:nvCxnSpPr>
        <p:spPr bwMode="gray">
          <a:xfrm>
            <a:off x="2063178" y="3439181"/>
            <a:ext cx="117" cy="16819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直接连接符 393"/>
          <p:cNvCxnSpPr>
            <a:stCxn id="307" idx="7"/>
            <a:endCxn id="373" idx="14"/>
          </p:cNvCxnSpPr>
          <p:nvPr/>
        </p:nvCxnSpPr>
        <p:spPr bwMode="gray">
          <a:xfrm>
            <a:off x="2748900" y="3439181"/>
            <a:ext cx="117" cy="16819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直接连接符 398"/>
          <p:cNvCxnSpPr>
            <a:stCxn id="299" idx="7"/>
            <a:endCxn id="373" idx="14"/>
          </p:cNvCxnSpPr>
          <p:nvPr/>
        </p:nvCxnSpPr>
        <p:spPr bwMode="gray">
          <a:xfrm>
            <a:off x="2063178" y="3439181"/>
            <a:ext cx="685839" cy="16819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直接连接符 401"/>
          <p:cNvCxnSpPr>
            <a:stCxn id="307" idx="7"/>
            <a:endCxn id="363" idx="2"/>
          </p:cNvCxnSpPr>
          <p:nvPr/>
        </p:nvCxnSpPr>
        <p:spPr bwMode="gray">
          <a:xfrm flipH="1">
            <a:off x="2061134" y="3439181"/>
            <a:ext cx="687766" cy="16889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Freeform 159"/>
          <p:cNvSpPr/>
          <p:nvPr/>
        </p:nvSpPr>
        <p:spPr bwMode="gray">
          <a:xfrm flipH="1">
            <a:off x="2111139" y="2676159"/>
            <a:ext cx="624091" cy="32623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en-US" altLang="zh-CN" sz="1200" b="1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DC2</a:t>
            </a:r>
            <a:endParaRPr lang="en-US" sz="12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6" name="Freeform 159"/>
          <p:cNvSpPr/>
          <p:nvPr/>
        </p:nvSpPr>
        <p:spPr bwMode="gray">
          <a:xfrm flipH="1">
            <a:off x="3673540" y="3968900"/>
            <a:ext cx="624091" cy="32623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DC3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411" name="组合 410"/>
          <p:cNvGrpSpPr/>
          <p:nvPr/>
        </p:nvGrpSpPr>
        <p:grpSpPr bwMode="gray">
          <a:xfrm>
            <a:off x="7455948" y="1903333"/>
            <a:ext cx="1261151" cy="1126145"/>
            <a:chOff x="2548531" y="1997923"/>
            <a:chExt cx="1261151" cy="1126145"/>
          </a:xfrm>
        </p:grpSpPr>
        <p:pic>
          <p:nvPicPr>
            <p:cNvPr id="407" name="图片 40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2548531" y="1997923"/>
              <a:ext cx="1011905" cy="186623"/>
            </a:xfrm>
            <a:prstGeom prst="rect">
              <a:avLst/>
            </a:prstGeom>
          </p:spPr>
        </p:pic>
        <p:sp>
          <p:nvSpPr>
            <p:cNvPr id="410" name="文本框 409"/>
            <p:cNvSpPr txBox="1"/>
            <p:nvPr/>
          </p:nvSpPr>
          <p:spPr bwMode="gray">
            <a:xfrm>
              <a:off x="2683046" y="2191516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智能云图算法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4" name="文本框 603"/>
            <p:cNvSpPr txBox="1"/>
            <p:nvPr/>
          </p:nvSpPr>
          <p:spPr bwMode="gray">
            <a:xfrm>
              <a:off x="2648738" y="2967709"/>
              <a:ext cx="1023088" cy="15635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algn="ctr"/>
              <a:r>
                <a:rPr lang="zh-CN" altLang="en-US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云管平台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12" name="文本框 611"/>
            <p:cNvSpPr txBox="1"/>
            <p:nvPr/>
          </p:nvSpPr>
          <p:spPr bwMode="gray">
            <a:xfrm>
              <a:off x="2855575" y="2540428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云资源信息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13" name="圆柱形 412"/>
          <p:cNvSpPr/>
          <p:nvPr/>
        </p:nvSpPr>
        <p:spPr bwMode="gray">
          <a:xfrm>
            <a:off x="737396" y="3386362"/>
            <a:ext cx="178532" cy="516402"/>
          </a:xfrm>
          <a:prstGeom prst="can">
            <a:avLst/>
          </a:prstGeom>
          <a:solidFill>
            <a:schemeClr val="bg1">
              <a:lumMod val="6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4" name="圆柱形 413"/>
          <p:cNvSpPr/>
          <p:nvPr/>
        </p:nvSpPr>
        <p:spPr bwMode="gray">
          <a:xfrm>
            <a:off x="737396" y="3471292"/>
            <a:ext cx="178532" cy="429422"/>
          </a:xfrm>
          <a:prstGeom prst="can">
            <a:avLst>
              <a:gd name="adj" fmla="val 2370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5" name="圆柱形 414"/>
          <p:cNvSpPr/>
          <p:nvPr/>
        </p:nvSpPr>
        <p:spPr bwMode="gray">
          <a:xfrm>
            <a:off x="2002497" y="2393053"/>
            <a:ext cx="178532" cy="516402"/>
          </a:xfrm>
          <a:prstGeom prst="can">
            <a:avLst/>
          </a:prstGeom>
          <a:solidFill>
            <a:schemeClr val="bg1">
              <a:lumMod val="6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6" name="圆柱形 415"/>
          <p:cNvSpPr/>
          <p:nvPr/>
        </p:nvSpPr>
        <p:spPr bwMode="gray">
          <a:xfrm>
            <a:off x="4151534" y="3582771"/>
            <a:ext cx="178532" cy="516402"/>
          </a:xfrm>
          <a:prstGeom prst="can">
            <a:avLst/>
          </a:prstGeom>
          <a:solidFill>
            <a:schemeClr val="bg1">
              <a:lumMod val="6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7" name="圆柱形 416"/>
          <p:cNvSpPr/>
          <p:nvPr/>
        </p:nvSpPr>
        <p:spPr bwMode="gray">
          <a:xfrm>
            <a:off x="2002497" y="2770678"/>
            <a:ext cx="178532" cy="142965"/>
          </a:xfrm>
          <a:prstGeom prst="can">
            <a:avLst>
              <a:gd name="adj" fmla="val 43338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8" name="圆柱形 417"/>
          <p:cNvSpPr/>
          <p:nvPr/>
        </p:nvSpPr>
        <p:spPr bwMode="gray">
          <a:xfrm>
            <a:off x="4151534" y="3914982"/>
            <a:ext cx="178532" cy="186333"/>
          </a:xfrm>
          <a:prstGeom prst="ca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9" name="文本框 160"/>
          <p:cNvSpPr txBox="1"/>
          <p:nvPr/>
        </p:nvSpPr>
        <p:spPr bwMode="gray">
          <a:xfrm>
            <a:off x="586918" y="311106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16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90%</a:t>
            </a:r>
            <a:endParaRPr lang="zh-CN" altLang="en-US" sz="1200" dirty="0" err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20" name="文本框 161"/>
          <p:cNvSpPr txBox="1"/>
          <p:nvPr/>
        </p:nvSpPr>
        <p:spPr bwMode="gray">
          <a:xfrm>
            <a:off x="1843138" y="211775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16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12%</a:t>
            </a:r>
            <a:endParaRPr lang="zh-CN" altLang="en-US" sz="1200" dirty="0" err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21" name="文本框 162"/>
          <p:cNvSpPr txBox="1"/>
          <p:nvPr/>
        </p:nvSpPr>
        <p:spPr bwMode="gray">
          <a:xfrm>
            <a:off x="4003619" y="3305772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16"/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25%</a:t>
            </a:r>
            <a:endParaRPr lang="zh-CN" altLang="en-US" sz="1200" dirty="0" err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476" name="Freeform 111"/>
          <p:cNvSpPr>
            <a:spLocks noEditPoints="1"/>
          </p:cNvSpPr>
          <p:nvPr/>
        </p:nvSpPr>
        <p:spPr bwMode="gray">
          <a:xfrm>
            <a:off x="1550566" y="5668011"/>
            <a:ext cx="416055" cy="272649"/>
          </a:xfrm>
          <a:custGeom>
            <a:avLst/>
            <a:gdLst>
              <a:gd name="T0" fmla="*/ 2147483646 w 257"/>
              <a:gd name="T1" fmla="*/ 2147483646 h 177"/>
              <a:gd name="T2" fmla="*/ 2147483646 w 257"/>
              <a:gd name="T3" fmla="*/ 2147483646 h 177"/>
              <a:gd name="T4" fmla="*/ 2147483646 w 257"/>
              <a:gd name="T5" fmla="*/ 2147483646 h 177"/>
              <a:gd name="T6" fmla="*/ 2147483646 w 257"/>
              <a:gd name="T7" fmla="*/ 2147483646 h 177"/>
              <a:gd name="T8" fmla="*/ 2147483646 w 257"/>
              <a:gd name="T9" fmla="*/ 2147483646 h 177"/>
              <a:gd name="T10" fmla="*/ 2147483646 w 257"/>
              <a:gd name="T11" fmla="*/ 2147483646 h 177"/>
              <a:gd name="T12" fmla="*/ 2147483646 w 257"/>
              <a:gd name="T13" fmla="*/ 2147483646 h 177"/>
              <a:gd name="T14" fmla="*/ 2147483646 w 257"/>
              <a:gd name="T15" fmla="*/ 2147483646 h 177"/>
              <a:gd name="T16" fmla="*/ 2147483646 w 257"/>
              <a:gd name="T17" fmla="*/ 2147483646 h 177"/>
              <a:gd name="T18" fmla="*/ 2147483646 w 257"/>
              <a:gd name="T19" fmla="*/ 2147483646 h 177"/>
              <a:gd name="T20" fmla="*/ 2147483646 w 257"/>
              <a:gd name="T21" fmla="*/ 0 h 177"/>
              <a:gd name="T22" fmla="*/ 2147483646 w 257"/>
              <a:gd name="T23" fmla="*/ 2147483646 h 177"/>
              <a:gd name="T24" fmla="*/ 2147483646 w 257"/>
              <a:gd name="T25" fmla="*/ 2147483646 h 177"/>
              <a:gd name="T26" fmla="*/ 2147483646 w 257"/>
              <a:gd name="T27" fmla="*/ 2147483646 h 177"/>
              <a:gd name="T28" fmla="*/ 2147483646 w 257"/>
              <a:gd name="T29" fmla="*/ 2147483646 h 177"/>
              <a:gd name="T30" fmla="*/ 2147483646 w 257"/>
              <a:gd name="T31" fmla="*/ 2147483646 h 177"/>
              <a:gd name="T32" fmla="*/ 2147483646 w 257"/>
              <a:gd name="T33" fmla="*/ 2147483646 h 177"/>
              <a:gd name="T34" fmla="*/ 2147483646 w 257"/>
              <a:gd name="T35" fmla="*/ 2147483646 h 177"/>
              <a:gd name="T36" fmla="*/ 2147483646 w 257"/>
              <a:gd name="T37" fmla="*/ 2147483646 h 177"/>
              <a:gd name="T38" fmla="*/ 2147483646 w 257"/>
              <a:gd name="T39" fmla="*/ 2147483646 h 177"/>
              <a:gd name="T40" fmla="*/ 2147483646 w 257"/>
              <a:gd name="T41" fmla="*/ 2147483646 h 177"/>
              <a:gd name="T42" fmla="*/ 2147483646 w 257"/>
              <a:gd name="T43" fmla="*/ 2147483646 h 177"/>
              <a:gd name="T44" fmla="*/ 2147483646 w 257"/>
              <a:gd name="T45" fmla="*/ 2147483646 h 177"/>
              <a:gd name="T46" fmla="*/ 2147483646 w 257"/>
              <a:gd name="T47" fmla="*/ 2147483646 h 177"/>
              <a:gd name="T48" fmla="*/ 2147483646 w 257"/>
              <a:gd name="T49" fmla="*/ 2147483646 h 177"/>
              <a:gd name="T50" fmla="*/ 2147483646 w 257"/>
              <a:gd name="T51" fmla="*/ 2147483646 h 177"/>
              <a:gd name="T52" fmla="*/ 2147483646 w 257"/>
              <a:gd name="T53" fmla="*/ 2147483646 h 177"/>
              <a:gd name="T54" fmla="*/ 2147483646 w 257"/>
              <a:gd name="T55" fmla="*/ 2147483646 h 177"/>
              <a:gd name="T56" fmla="*/ 2147483646 w 257"/>
              <a:gd name="T57" fmla="*/ 2147483646 h 177"/>
              <a:gd name="T58" fmla="*/ 2147483646 w 257"/>
              <a:gd name="T59" fmla="*/ 2147483646 h 177"/>
              <a:gd name="T60" fmla="*/ 2147483646 w 257"/>
              <a:gd name="T61" fmla="*/ 2147483646 h 177"/>
              <a:gd name="T62" fmla="*/ 2147483646 w 257"/>
              <a:gd name="T63" fmla="*/ 2147483646 h 177"/>
              <a:gd name="T64" fmla="*/ 2147483646 w 257"/>
              <a:gd name="T65" fmla="*/ 2147483646 h 177"/>
              <a:gd name="T66" fmla="*/ 2147483646 w 257"/>
              <a:gd name="T67" fmla="*/ 2147483646 h 177"/>
              <a:gd name="T68" fmla="*/ 2147483646 w 257"/>
              <a:gd name="T69" fmla="*/ 2147483646 h 177"/>
              <a:gd name="T70" fmla="*/ 2147483646 w 257"/>
              <a:gd name="T71" fmla="*/ 2147483646 h 177"/>
              <a:gd name="T72" fmla="*/ 2147483646 w 257"/>
              <a:gd name="T73" fmla="*/ 2147483646 h 177"/>
              <a:gd name="T74" fmla="*/ 2147483646 w 257"/>
              <a:gd name="T75" fmla="*/ 2147483646 h 177"/>
              <a:gd name="T76" fmla="*/ 2147483646 w 257"/>
              <a:gd name="T77" fmla="*/ 2147483646 h 177"/>
              <a:gd name="T78" fmla="*/ 2147483646 w 257"/>
              <a:gd name="T79" fmla="*/ 2147483646 h 177"/>
              <a:gd name="T80" fmla="*/ 2147483646 w 257"/>
              <a:gd name="T81" fmla="*/ 2147483646 h 177"/>
              <a:gd name="T82" fmla="*/ 2147483646 w 257"/>
              <a:gd name="T83" fmla="*/ 2147483646 h 177"/>
              <a:gd name="T84" fmla="*/ 2147483646 w 257"/>
              <a:gd name="T85" fmla="*/ 2147483646 h 177"/>
              <a:gd name="T86" fmla="*/ 2147483646 w 257"/>
              <a:gd name="T87" fmla="*/ 2147483646 h 177"/>
              <a:gd name="T88" fmla="*/ 2147483646 w 257"/>
              <a:gd name="T89" fmla="*/ 2147483646 h 17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57"/>
              <a:gd name="T136" fmla="*/ 0 h 177"/>
              <a:gd name="T137" fmla="*/ 257 w 257"/>
              <a:gd name="T138" fmla="*/ 177 h 17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57" h="177">
                <a:moveTo>
                  <a:pt x="246" y="69"/>
                </a:moveTo>
                <a:cubicBezTo>
                  <a:pt x="240" y="69"/>
                  <a:pt x="235" y="74"/>
                  <a:pt x="235" y="80"/>
                </a:cubicBezTo>
                <a:cubicBezTo>
                  <a:pt x="235" y="84"/>
                  <a:pt x="237" y="88"/>
                  <a:pt x="241" y="90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41" y="108"/>
                  <a:pt x="239" y="111"/>
                  <a:pt x="236" y="112"/>
                </a:cubicBezTo>
                <a:cubicBezTo>
                  <a:pt x="137" y="147"/>
                  <a:pt x="137" y="147"/>
                  <a:pt x="137" y="147"/>
                </a:cubicBezTo>
                <a:cubicBezTo>
                  <a:pt x="137" y="147"/>
                  <a:pt x="137" y="146"/>
                  <a:pt x="137" y="145"/>
                </a:cubicBezTo>
                <a:cubicBezTo>
                  <a:pt x="137" y="57"/>
                  <a:pt x="137" y="57"/>
                  <a:pt x="137" y="57"/>
                </a:cubicBezTo>
                <a:cubicBezTo>
                  <a:pt x="137" y="48"/>
                  <a:pt x="130" y="40"/>
                  <a:pt x="120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89" y="29"/>
                  <a:pt x="134" y="13"/>
                  <a:pt x="140" y="11"/>
                </a:cubicBezTo>
                <a:cubicBezTo>
                  <a:pt x="142" y="10"/>
                  <a:pt x="146" y="10"/>
                  <a:pt x="150" y="10"/>
                </a:cubicBezTo>
                <a:cubicBezTo>
                  <a:pt x="233" y="10"/>
                  <a:pt x="233" y="10"/>
                  <a:pt x="233" y="10"/>
                </a:cubicBezTo>
                <a:cubicBezTo>
                  <a:pt x="238" y="10"/>
                  <a:pt x="241" y="13"/>
                  <a:pt x="241" y="17"/>
                </a:cubicBezTo>
                <a:cubicBezTo>
                  <a:pt x="241" y="37"/>
                  <a:pt x="241" y="37"/>
                  <a:pt x="241" y="37"/>
                </a:cubicBezTo>
                <a:cubicBezTo>
                  <a:pt x="237" y="39"/>
                  <a:pt x="235" y="42"/>
                  <a:pt x="235" y="47"/>
                </a:cubicBezTo>
                <a:cubicBezTo>
                  <a:pt x="235" y="53"/>
                  <a:pt x="240" y="58"/>
                  <a:pt x="246" y="58"/>
                </a:cubicBezTo>
                <a:cubicBezTo>
                  <a:pt x="252" y="58"/>
                  <a:pt x="257" y="53"/>
                  <a:pt x="257" y="47"/>
                </a:cubicBezTo>
                <a:cubicBezTo>
                  <a:pt x="257" y="42"/>
                  <a:pt x="254" y="39"/>
                  <a:pt x="251" y="37"/>
                </a:cubicBezTo>
                <a:cubicBezTo>
                  <a:pt x="251" y="17"/>
                  <a:pt x="251" y="17"/>
                  <a:pt x="251" y="17"/>
                </a:cubicBezTo>
                <a:cubicBezTo>
                  <a:pt x="251" y="8"/>
                  <a:pt x="243" y="0"/>
                  <a:pt x="233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5" y="0"/>
                  <a:pt x="140" y="1"/>
                  <a:pt x="137" y="2"/>
                </a:cubicBezTo>
                <a:cubicBezTo>
                  <a:pt x="127" y="5"/>
                  <a:pt x="35" y="38"/>
                  <a:pt x="29" y="40"/>
                </a:cubicBezTo>
                <a:cubicBezTo>
                  <a:pt x="21" y="42"/>
                  <a:pt x="15" y="49"/>
                  <a:pt x="15" y="57"/>
                </a:cubicBezTo>
                <a:cubicBezTo>
                  <a:pt x="15" y="70"/>
                  <a:pt x="15" y="70"/>
                  <a:pt x="15" y="70"/>
                </a:cubicBezTo>
                <a:cubicBezTo>
                  <a:pt x="6" y="79"/>
                  <a:pt x="0" y="91"/>
                  <a:pt x="0" y="105"/>
                </a:cubicBezTo>
                <a:cubicBezTo>
                  <a:pt x="0" y="118"/>
                  <a:pt x="6" y="131"/>
                  <a:pt x="15" y="139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5" y="155"/>
                  <a:pt x="23" y="163"/>
                  <a:pt x="32" y="163"/>
                </a:cubicBezTo>
                <a:cubicBezTo>
                  <a:pt x="120" y="163"/>
                  <a:pt x="120" y="163"/>
                  <a:pt x="120" y="163"/>
                </a:cubicBezTo>
                <a:cubicBezTo>
                  <a:pt x="123" y="163"/>
                  <a:pt x="125" y="162"/>
                  <a:pt x="128" y="161"/>
                </a:cubicBezTo>
                <a:cubicBezTo>
                  <a:pt x="155" y="151"/>
                  <a:pt x="155" y="151"/>
                  <a:pt x="155" y="151"/>
                </a:cubicBezTo>
                <a:cubicBezTo>
                  <a:pt x="182" y="176"/>
                  <a:pt x="182" y="176"/>
                  <a:pt x="182" y="176"/>
                </a:cubicBezTo>
                <a:cubicBezTo>
                  <a:pt x="183" y="177"/>
                  <a:pt x="184" y="177"/>
                  <a:pt x="186" y="177"/>
                </a:cubicBezTo>
                <a:cubicBezTo>
                  <a:pt x="246" y="177"/>
                  <a:pt x="246" y="177"/>
                  <a:pt x="246" y="177"/>
                </a:cubicBezTo>
                <a:cubicBezTo>
                  <a:pt x="248" y="177"/>
                  <a:pt x="251" y="175"/>
                  <a:pt x="251" y="172"/>
                </a:cubicBezTo>
                <a:cubicBezTo>
                  <a:pt x="251" y="158"/>
                  <a:pt x="251" y="158"/>
                  <a:pt x="251" y="158"/>
                </a:cubicBezTo>
                <a:cubicBezTo>
                  <a:pt x="251" y="156"/>
                  <a:pt x="248" y="153"/>
                  <a:pt x="246" y="153"/>
                </a:cubicBezTo>
                <a:cubicBezTo>
                  <a:pt x="207" y="153"/>
                  <a:pt x="207" y="153"/>
                  <a:pt x="207" y="153"/>
                </a:cubicBezTo>
                <a:cubicBezTo>
                  <a:pt x="196" y="137"/>
                  <a:pt x="196" y="137"/>
                  <a:pt x="196" y="137"/>
                </a:cubicBezTo>
                <a:cubicBezTo>
                  <a:pt x="239" y="122"/>
                  <a:pt x="239" y="122"/>
                  <a:pt x="239" y="122"/>
                </a:cubicBezTo>
                <a:cubicBezTo>
                  <a:pt x="246" y="119"/>
                  <a:pt x="251" y="113"/>
                  <a:pt x="251" y="105"/>
                </a:cubicBezTo>
                <a:cubicBezTo>
                  <a:pt x="251" y="90"/>
                  <a:pt x="251" y="90"/>
                  <a:pt x="251" y="90"/>
                </a:cubicBezTo>
                <a:cubicBezTo>
                  <a:pt x="254" y="88"/>
                  <a:pt x="257" y="84"/>
                  <a:pt x="257" y="80"/>
                </a:cubicBezTo>
                <a:cubicBezTo>
                  <a:pt x="257" y="74"/>
                  <a:pt x="252" y="69"/>
                  <a:pt x="246" y="69"/>
                </a:cubicBezTo>
                <a:close/>
                <a:moveTo>
                  <a:pt x="10" y="105"/>
                </a:moveTo>
                <a:cubicBezTo>
                  <a:pt x="10" y="84"/>
                  <a:pt x="26" y="68"/>
                  <a:pt x="47" y="68"/>
                </a:cubicBezTo>
                <a:cubicBezTo>
                  <a:pt x="68" y="68"/>
                  <a:pt x="84" y="82"/>
                  <a:pt x="84" y="102"/>
                </a:cubicBezTo>
                <a:cubicBezTo>
                  <a:pt x="84" y="120"/>
                  <a:pt x="73" y="135"/>
                  <a:pt x="58" y="140"/>
                </a:cubicBezTo>
                <a:cubicBezTo>
                  <a:pt x="52" y="142"/>
                  <a:pt x="52" y="142"/>
                  <a:pt x="52" y="142"/>
                </a:cubicBezTo>
                <a:cubicBezTo>
                  <a:pt x="50" y="142"/>
                  <a:pt x="49" y="142"/>
                  <a:pt x="47" y="142"/>
                </a:cubicBezTo>
                <a:cubicBezTo>
                  <a:pt x="26" y="142"/>
                  <a:pt x="10" y="126"/>
                  <a:pt x="10" y="105"/>
                </a:cubicBezTo>
                <a:close/>
                <a:moveTo>
                  <a:pt x="76" y="61"/>
                </a:moveTo>
                <a:cubicBezTo>
                  <a:pt x="97" y="61"/>
                  <a:pt x="113" y="77"/>
                  <a:pt x="113" y="98"/>
                </a:cubicBezTo>
                <a:cubicBezTo>
                  <a:pt x="113" y="116"/>
                  <a:pt x="100" y="132"/>
                  <a:pt x="82" y="135"/>
                </a:cubicBezTo>
                <a:cubicBezTo>
                  <a:pt x="90" y="126"/>
                  <a:pt x="94" y="115"/>
                  <a:pt x="94" y="102"/>
                </a:cubicBezTo>
                <a:cubicBezTo>
                  <a:pt x="94" y="84"/>
                  <a:pt x="83" y="69"/>
                  <a:pt x="67" y="62"/>
                </a:cubicBezTo>
                <a:cubicBezTo>
                  <a:pt x="68" y="61"/>
                  <a:pt x="68" y="61"/>
                  <a:pt x="68" y="61"/>
                </a:cubicBezTo>
                <a:cubicBezTo>
                  <a:pt x="71" y="61"/>
                  <a:pt x="73" y="61"/>
                  <a:pt x="76" y="61"/>
                </a:cubicBezTo>
                <a:close/>
                <a:moveTo>
                  <a:pt x="32" y="153"/>
                </a:moveTo>
                <a:cubicBezTo>
                  <a:pt x="28" y="153"/>
                  <a:pt x="25" y="150"/>
                  <a:pt x="25" y="146"/>
                </a:cubicBezTo>
                <a:cubicBezTo>
                  <a:pt x="31" y="150"/>
                  <a:pt x="39" y="152"/>
                  <a:pt x="47" y="152"/>
                </a:cubicBezTo>
                <a:cubicBezTo>
                  <a:pt x="49" y="152"/>
                  <a:pt x="51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6" y="151"/>
                  <a:pt x="59" y="151"/>
                  <a:pt x="61" y="150"/>
                </a:cubicBezTo>
                <a:cubicBezTo>
                  <a:pt x="81" y="145"/>
                  <a:pt x="81" y="145"/>
                  <a:pt x="81" y="145"/>
                </a:cubicBezTo>
                <a:cubicBezTo>
                  <a:pt x="105" y="142"/>
                  <a:pt x="123" y="122"/>
                  <a:pt x="123" y="98"/>
                </a:cubicBezTo>
                <a:cubicBezTo>
                  <a:pt x="123" y="72"/>
                  <a:pt x="102" y="51"/>
                  <a:pt x="76" y="51"/>
                </a:cubicBezTo>
                <a:cubicBezTo>
                  <a:pt x="73" y="51"/>
                  <a:pt x="69" y="51"/>
                  <a:pt x="66" y="52"/>
                </a:cubicBezTo>
                <a:cubicBezTo>
                  <a:pt x="66" y="52"/>
                  <a:pt x="66" y="52"/>
                  <a:pt x="66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4" y="52"/>
                  <a:pt x="63" y="53"/>
                </a:cubicBezTo>
                <a:cubicBezTo>
                  <a:pt x="42" y="58"/>
                  <a:pt x="42" y="58"/>
                  <a:pt x="42" y="58"/>
                </a:cubicBezTo>
                <a:cubicBezTo>
                  <a:pt x="36" y="59"/>
                  <a:pt x="30" y="61"/>
                  <a:pt x="25" y="63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3"/>
                  <a:pt x="28" y="50"/>
                  <a:pt x="3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4" y="50"/>
                  <a:pt x="128" y="53"/>
                  <a:pt x="128" y="57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128" y="150"/>
                  <a:pt x="124" y="153"/>
                  <a:pt x="120" y="153"/>
                </a:cubicBezTo>
                <a:lnTo>
                  <a:pt x="32" y="153"/>
                </a:lnTo>
                <a:close/>
                <a:moveTo>
                  <a:pt x="200" y="161"/>
                </a:moveTo>
                <a:cubicBezTo>
                  <a:pt x="201" y="162"/>
                  <a:pt x="202" y="163"/>
                  <a:pt x="204" y="163"/>
                </a:cubicBezTo>
                <a:cubicBezTo>
                  <a:pt x="241" y="163"/>
                  <a:pt x="241" y="163"/>
                  <a:pt x="241" y="163"/>
                </a:cubicBezTo>
                <a:cubicBezTo>
                  <a:pt x="241" y="167"/>
                  <a:pt x="241" y="167"/>
                  <a:pt x="241" y="167"/>
                </a:cubicBezTo>
                <a:cubicBezTo>
                  <a:pt x="188" y="167"/>
                  <a:pt x="188" y="167"/>
                  <a:pt x="188" y="167"/>
                </a:cubicBezTo>
                <a:cubicBezTo>
                  <a:pt x="166" y="147"/>
                  <a:pt x="166" y="147"/>
                  <a:pt x="166" y="147"/>
                </a:cubicBezTo>
                <a:cubicBezTo>
                  <a:pt x="187" y="140"/>
                  <a:pt x="187" y="140"/>
                  <a:pt x="187" y="140"/>
                </a:cubicBezTo>
                <a:lnTo>
                  <a:pt x="200" y="161"/>
                </a:lnTo>
                <a:close/>
              </a:path>
            </a:pathLst>
          </a:custGeom>
          <a:solidFill>
            <a:srgbClr val="59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704" tIns="60852" rIns="121704" bIns="60852"/>
          <a:lstStyle/>
          <a:p>
            <a:endParaRPr lang="zh-CN" altLang="en-US" sz="2139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7" name="Freeform 111"/>
          <p:cNvSpPr>
            <a:spLocks noEditPoints="1"/>
          </p:cNvSpPr>
          <p:nvPr/>
        </p:nvSpPr>
        <p:spPr bwMode="gray">
          <a:xfrm>
            <a:off x="2149792" y="5668011"/>
            <a:ext cx="416055" cy="272649"/>
          </a:xfrm>
          <a:custGeom>
            <a:avLst/>
            <a:gdLst>
              <a:gd name="T0" fmla="*/ 2147483646 w 257"/>
              <a:gd name="T1" fmla="*/ 2147483646 h 177"/>
              <a:gd name="T2" fmla="*/ 2147483646 w 257"/>
              <a:gd name="T3" fmla="*/ 2147483646 h 177"/>
              <a:gd name="T4" fmla="*/ 2147483646 w 257"/>
              <a:gd name="T5" fmla="*/ 2147483646 h 177"/>
              <a:gd name="T6" fmla="*/ 2147483646 w 257"/>
              <a:gd name="T7" fmla="*/ 2147483646 h 177"/>
              <a:gd name="T8" fmla="*/ 2147483646 w 257"/>
              <a:gd name="T9" fmla="*/ 2147483646 h 177"/>
              <a:gd name="T10" fmla="*/ 2147483646 w 257"/>
              <a:gd name="T11" fmla="*/ 2147483646 h 177"/>
              <a:gd name="T12" fmla="*/ 2147483646 w 257"/>
              <a:gd name="T13" fmla="*/ 2147483646 h 177"/>
              <a:gd name="T14" fmla="*/ 2147483646 w 257"/>
              <a:gd name="T15" fmla="*/ 2147483646 h 177"/>
              <a:gd name="T16" fmla="*/ 2147483646 w 257"/>
              <a:gd name="T17" fmla="*/ 2147483646 h 177"/>
              <a:gd name="T18" fmla="*/ 2147483646 w 257"/>
              <a:gd name="T19" fmla="*/ 2147483646 h 177"/>
              <a:gd name="T20" fmla="*/ 2147483646 w 257"/>
              <a:gd name="T21" fmla="*/ 0 h 177"/>
              <a:gd name="T22" fmla="*/ 2147483646 w 257"/>
              <a:gd name="T23" fmla="*/ 2147483646 h 177"/>
              <a:gd name="T24" fmla="*/ 2147483646 w 257"/>
              <a:gd name="T25" fmla="*/ 2147483646 h 177"/>
              <a:gd name="T26" fmla="*/ 2147483646 w 257"/>
              <a:gd name="T27" fmla="*/ 2147483646 h 177"/>
              <a:gd name="T28" fmla="*/ 2147483646 w 257"/>
              <a:gd name="T29" fmla="*/ 2147483646 h 177"/>
              <a:gd name="T30" fmla="*/ 2147483646 w 257"/>
              <a:gd name="T31" fmla="*/ 2147483646 h 177"/>
              <a:gd name="T32" fmla="*/ 2147483646 w 257"/>
              <a:gd name="T33" fmla="*/ 2147483646 h 177"/>
              <a:gd name="T34" fmla="*/ 2147483646 w 257"/>
              <a:gd name="T35" fmla="*/ 2147483646 h 177"/>
              <a:gd name="T36" fmla="*/ 2147483646 w 257"/>
              <a:gd name="T37" fmla="*/ 2147483646 h 177"/>
              <a:gd name="T38" fmla="*/ 2147483646 w 257"/>
              <a:gd name="T39" fmla="*/ 2147483646 h 177"/>
              <a:gd name="T40" fmla="*/ 2147483646 w 257"/>
              <a:gd name="T41" fmla="*/ 2147483646 h 177"/>
              <a:gd name="T42" fmla="*/ 2147483646 w 257"/>
              <a:gd name="T43" fmla="*/ 2147483646 h 177"/>
              <a:gd name="T44" fmla="*/ 2147483646 w 257"/>
              <a:gd name="T45" fmla="*/ 2147483646 h 177"/>
              <a:gd name="T46" fmla="*/ 2147483646 w 257"/>
              <a:gd name="T47" fmla="*/ 2147483646 h 177"/>
              <a:gd name="T48" fmla="*/ 2147483646 w 257"/>
              <a:gd name="T49" fmla="*/ 2147483646 h 177"/>
              <a:gd name="T50" fmla="*/ 2147483646 w 257"/>
              <a:gd name="T51" fmla="*/ 2147483646 h 177"/>
              <a:gd name="T52" fmla="*/ 2147483646 w 257"/>
              <a:gd name="T53" fmla="*/ 2147483646 h 177"/>
              <a:gd name="T54" fmla="*/ 2147483646 w 257"/>
              <a:gd name="T55" fmla="*/ 2147483646 h 177"/>
              <a:gd name="T56" fmla="*/ 2147483646 w 257"/>
              <a:gd name="T57" fmla="*/ 2147483646 h 177"/>
              <a:gd name="T58" fmla="*/ 2147483646 w 257"/>
              <a:gd name="T59" fmla="*/ 2147483646 h 177"/>
              <a:gd name="T60" fmla="*/ 2147483646 w 257"/>
              <a:gd name="T61" fmla="*/ 2147483646 h 177"/>
              <a:gd name="T62" fmla="*/ 2147483646 w 257"/>
              <a:gd name="T63" fmla="*/ 2147483646 h 177"/>
              <a:gd name="T64" fmla="*/ 2147483646 w 257"/>
              <a:gd name="T65" fmla="*/ 2147483646 h 177"/>
              <a:gd name="T66" fmla="*/ 2147483646 w 257"/>
              <a:gd name="T67" fmla="*/ 2147483646 h 177"/>
              <a:gd name="T68" fmla="*/ 2147483646 w 257"/>
              <a:gd name="T69" fmla="*/ 2147483646 h 177"/>
              <a:gd name="T70" fmla="*/ 2147483646 w 257"/>
              <a:gd name="T71" fmla="*/ 2147483646 h 177"/>
              <a:gd name="T72" fmla="*/ 2147483646 w 257"/>
              <a:gd name="T73" fmla="*/ 2147483646 h 177"/>
              <a:gd name="T74" fmla="*/ 2147483646 w 257"/>
              <a:gd name="T75" fmla="*/ 2147483646 h 177"/>
              <a:gd name="T76" fmla="*/ 2147483646 w 257"/>
              <a:gd name="T77" fmla="*/ 2147483646 h 177"/>
              <a:gd name="T78" fmla="*/ 2147483646 w 257"/>
              <a:gd name="T79" fmla="*/ 2147483646 h 177"/>
              <a:gd name="T80" fmla="*/ 2147483646 w 257"/>
              <a:gd name="T81" fmla="*/ 2147483646 h 177"/>
              <a:gd name="T82" fmla="*/ 2147483646 w 257"/>
              <a:gd name="T83" fmla="*/ 2147483646 h 177"/>
              <a:gd name="T84" fmla="*/ 2147483646 w 257"/>
              <a:gd name="T85" fmla="*/ 2147483646 h 177"/>
              <a:gd name="T86" fmla="*/ 2147483646 w 257"/>
              <a:gd name="T87" fmla="*/ 2147483646 h 177"/>
              <a:gd name="T88" fmla="*/ 2147483646 w 257"/>
              <a:gd name="T89" fmla="*/ 2147483646 h 17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57"/>
              <a:gd name="T136" fmla="*/ 0 h 177"/>
              <a:gd name="T137" fmla="*/ 257 w 257"/>
              <a:gd name="T138" fmla="*/ 177 h 17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57" h="177">
                <a:moveTo>
                  <a:pt x="246" y="69"/>
                </a:moveTo>
                <a:cubicBezTo>
                  <a:pt x="240" y="69"/>
                  <a:pt x="235" y="74"/>
                  <a:pt x="235" y="80"/>
                </a:cubicBezTo>
                <a:cubicBezTo>
                  <a:pt x="235" y="84"/>
                  <a:pt x="237" y="88"/>
                  <a:pt x="241" y="90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41" y="108"/>
                  <a:pt x="239" y="111"/>
                  <a:pt x="236" y="112"/>
                </a:cubicBezTo>
                <a:cubicBezTo>
                  <a:pt x="137" y="147"/>
                  <a:pt x="137" y="147"/>
                  <a:pt x="137" y="147"/>
                </a:cubicBezTo>
                <a:cubicBezTo>
                  <a:pt x="137" y="147"/>
                  <a:pt x="137" y="146"/>
                  <a:pt x="137" y="145"/>
                </a:cubicBezTo>
                <a:cubicBezTo>
                  <a:pt x="137" y="57"/>
                  <a:pt x="137" y="57"/>
                  <a:pt x="137" y="57"/>
                </a:cubicBezTo>
                <a:cubicBezTo>
                  <a:pt x="137" y="48"/>
                  <a:pt x="130" y="40"/>
                  <a:pt x="120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89" y="29"/>
                  <a:pt x="134" y="13"/>
                  <a:pt x="140" y="11"/>
                </a:cubicBezTo>
                <a:cubicBezTo>
                  <a:pt x="142" y="10"/>
                  <a:pt x="146" y="10"/>
                  <a:pt x="150" y="10"/>
                </a:cubicBezTo>
                <a:cubicBezTo>
                  <a:pt x="233" y="10"/>
                  <a:pt x="233" y="10"/>
                  <a:pt x="233" y="10"/>
                </a:cubicBezTo>
                <a:cubicBezTo>
                  <a:pt x="238" y="10"/>
                  <a:pt x="241" y="13"/>
                  <a:pt x="241" y="17"/>
                </a:cubicBezTo>
                <a:cubicBezTo>
                  <a:pt x="241" y="37"/>
                  <a:pt x="241" y="37"/>
                  <a:pt x="241" y="37"/>
                </a:cubicBezTo>
                <a:cubicBezTo>
                  <a:pt x="237" y="39"/>
                  <a:pt x="235" y="42"/>
                  <a:pt x="235" y="47"/>
                </a:cubicBezTo>
                <a:cubicBezTo>
                  <a:pt x="235" y="53"/>
                  <a:pt x="240" y="58"/>
                  <a:pt x="246" y="58"/>
                </a:cubicBezTo>
                <a:cubicBezTo>
                  <a:pt x="252" y="58"/>
                  <a:pt x="257" y="53"/>
                  <a:pt x="257" y="47"/>
                </a:cubicBezTo>
                <a:cubicBezTo>
                  <a:pt x="257" y="42"/>
                  <a:pt x="254" y="39"/>
                  <a:pt x="251" y="37"/>
                </a:cubicBezTo>
                <a:cubicBezTo>
                  <a:pt x="251" y="17"/>
                  <a:pt x="251" y="17"/>
                  <a:pt x="251" y="17"/>
                </a:cubicBezTo>
                <a:cubicBezTo>
                  <a:pt x="251" y="8"/>
                  <a:pt x="243" y="0"/>
                  <a:pt x="233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5" y="0"/>
                  <a:pt x="140" y="1"/>
                  <a:pt x="137" y="2"/>
                </a:cubicBezTo>
                <a:cubicBezTo>
                  <a:pt x="127" y="5"/>
                  <a:pt x="35" y="38"/>
                  <a:pt x="29" y="40"/>
                </a:cubicBezTo>
                <a:cubicBezTo>
                  <a:pt x="21" y="42"/>
                  <a:pt x="15" y="49"/>
                  <a:pt x="15" y="57"/>
                </a:cubicBezTo>
                <a:cubicBezTo>
                  <a:pt x="15" y="70"/>
                  <a:pt x="15" y="70"/>
                  <a:pt x="15" y="70"/>
                </a:cubicBezTo>
                <a:cubicBezTo>
                  <a:pt x="6" y="79"/>
                  <a:pt x="0" y="91"/>
                  <a:pt x="0" y="105"/>
                </a:cubicBezTo>
                <a:cubicBezTo>
                  <a:pt x="0" y="118"/>
                  <a:pt x="6" y="131"/>
                  <a:pt x="15" y="139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5" y="155"/>
                  <a:pt x="23" y="163"/>
                  <a:pt x="32" y="163"/>
                </a:cubicBezTo>
                <a:cubicBezTo>
                  <a:pt x="120" y="163"/>
                  <a:pt x="120" y="163"/>
                  <a:pt x="120" y="163"/>
                </a:cubicBezTo>
                <a:cubicBezTo>
                  <a:pt x="123" y="163"/>
                  <a:pt x="125" y="162"/>
                  <a:pt x="128" y="161"/>
                </a:cubicBezTo>
                <a:cubicBezTo>
                  <a:pt x="155" y="151"/>
                  <a:pt x="155" y="151"/>
                  <a:pt x="155" y="151"/>
                </a:cubicBezTo>
                <a:cubicBezTo>
                  <a:pt x="182" y="176"/>
                  <a:pt x="182" y="176"/>
                  <a:pt x="182" y="176"/>
                </a:cubicBezTo>
                <a:cubicBezTo>
                  <a:pt x="183" y="177"/>
                  <a:pt x="184" y="177"/>
                  <a:pt x="186" y="177"/>
                </a:cubicBezTo>
                <a:cubicBezTo>
                  <a:pt x="246" y="177"/>
                  <a:pt x="246" y="177"/>
                  <a:pt x="246" y="177"/>
                </a:cubicBezTo>
                <a:cubicBezTo>
                  <a:pt x="248" y="177"/>
                  <a:pt x="251" y="175"/>
                  <a:pt x="251" y="172"/>
                </a:cubicBezTo>
                <a:cubicBezTo>
                  <a:pt x="251" y="158"/>
                  <a:pt x="251" y="158"/>
                  <a:pt x="251" y="158"/>
                </a:cubicBezTo>
                <a:cubicBezTo>
                  <a:pt x="251" y="156"/>
                  <a:pt x="248" y="153"/>
                  <a:pt x="246" y="153"/>
                </a:cubicBezTo>
                <a:cubicBezTo>
                  <a:pt x="207" y="153"/>
                  <a:pt x="207" y="153"/>
                  <a:pt x="207" y="153"/>
                </a:cubicBezTo>
                <a:cubicBezTo>
                  <a:pt x="196" y="137"/>
                  <a:pt x="196" y="137"/>
                  <a:pt x="196" y="137"/>
                </a:cubicBezTo>
                <a:cubicBezTo>
                  <a:pt x="239" y="122"/>
                  <a:pt x="239" y="122"/>
                  <a:pt x="239" y="122"/>
                </a:cubicBezTo>
                <a:cubicBezTo>
                  <a:pt x="246" y="119"/>
                  <a:pt x="251" y="113"/>
                  <a:pt x="251" y="105"/>
                </a:cubicBezTo>
                <a:cubicBezTo>
                  <a:pt x="251" y="90"/>
                  <a:pt x="251" y="90"/>
                  <a:pt x="251" y="90"/>
                </a:cubicBezTo>
                <a:cubicBezTo>
                  <a:pt x="254" y="88"/>
                  <a:pt x="257" y="84"/>
                  <a:pt x="257" y="80"/>
                </a:cubicBezTo>
                <a:cubicBezTo>
                  <a:pt x="257" y="74"/>
                  <a:pt x="252" y="69"/>
                  <a:pt x="246" y="69"/>
                </a:cubicBezTo>
                <a:close/>
                <a:moveTo>
                  <a:pt x="10" y="105"/>
                </a:moveTo>
                <a:cubicBezTo>
                  <a:pt x="10" y="84"/>
                  <a:pt x="26" y="68"/>
                  <a:pt x="47" y="68"/>
                </a:cubicBezTo>
                <a:cubicBezTo>
                  <a:pt x="68" y="68"/>
                  <a:pt x="84" y="82"/>
                  <a:pt x="84" y="102"/>
                </a:cubicBezTo>
                <a:cubicBezTo>
                  <a:pt x="84" y="120"/>
                  <a:pt x="73" y="135"/>
                  <a:pt x="58" y="140"/>
                </a:cubicBezTo>
                <a:cubicBezTo>
                  <a:pt x="52" y="142"/>
                  <a:pt x="52" y="142"/>
                  <a:pt x="52" y="142"/>
                </a:cubicBezTo>
                <a:cubicBezTo>
                  <a:pt x="50" y="142"/>
                  <a:pt x="49" y="142"/>
                  <a:pt x="47" y="142"/>
                </a:cubicBezTo>
                <a:cubicBezTo>
                  <a:pt x="26" y="142"/>
                  <a:pt x="10" y="126"/>
                  <a:pt x="10" y="105"/>
                </a:cubicBezTo>
                <a:close/>
                <a:moveTo>
                  <a:pt x="76" y="61"/>
                </a:moveTo>
                <a:cubicBezTo>
                  <a:pt x="97" y="61"/>
                  <a:pt x="113" y="77"/>
                  <a:pt x="113" y="98"/>
                </a:cubicBezTo>
                <a:cubicBezTo>
                  <a:pt x="113" y="116"/>
                  <a:pt x="100" y="132"/>
                  <a:pt x="82" y="135"/>
                </a:cubicBezTo>
                <a:cubicBezTo>
                  <a:pt x="90" y="126"/>
                  <a:pt x="94" y="115"/>
                  <a:pt x="94" y="102"/>
                </a:cubicBezTo>
                <a:cubicBezTo>
                  <a:pt x="94" y="84"/>
                  <a:pt x="83" y="69"/>
                  <a:pt x="67" y="62"/>
                </a:cubicBezTo>
                <a:cubicBezTo>
                  <a:pt x="68" y="61"/>
                  <a:pt x="68" y="61"/>
                  <a:pt x="68" y="61"/>
                </a:cubicBezTo>
                <a:cubicBezTo>
                  <a:pt x="71" y="61"/>
                  <a:pt x="73" y="61"/>
                  <a:pt x="76" y="61"/>
                </a:cubicBezTo>
                <a:close/>
                <a:moveTo>
                  <a:pt x="32" y="153"/>
                </a:moveTo>
                <a:cubicBezTo>
                  <a:pt x="28" y="153"/>
                  <a:pt x="25" y="150"/>
                  <a:pt x="25" y="146"/>
                </a:cubicBezTo>
                <a:cubicBezTo>
                  <a:pt x="31" y="150"/>
                  <a:pt x="39" y="152"/>
                  <a:pt x="47" y="152"/>
                </a:cubicBezTo>
                <a:cubicBezTo>
                  <a:pt x="49" y="152"/>
                  <a:pt x="51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6" y="151"/>
                  <a:pt x="59" y="151"/>
                  <a:pt x="61" y="150"/>
                </a:cubicBezTo>
                <a:cubicBezTo>
                  <a:pt x="81" y="145"/>
                  <a:pt x="81" y="145"/>
                  <a:pt x="81" y="145"/>
                </a:cubicBezTo>
                <a:cubicBezTo>
                  <a:pt x="105" y="142"/>
                  <a:pt x="123" y="122"/>
                  <a:pt x="123" y="98"/>
                </a:cubicBezTo>
                <a:cubicBezTo>
                  <a:pt x="123" y="72"/>
                  <a:pt x="102" y="51"/>
                  <a:pt x="76" y="51"/>
                </a:cubicBezTo>
                <a:cubicBezTo>
                  <a:pt x="73" y="51"/>
                  <a:pt x="69" y="51"/>
                  <a:pt x="66" y="52"/>
                </a:cubicBezTo>
                <a:cubicBezTo>
                  <a:pt x="66" y="52"/>
                  <a:pt x="66" y="52"/>
                  <a:pt x="66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4" y="52"/>
                  <a:pt x="63" y="53"/>
                </a:cubicBezTo>
                <a:cubicBezTo>
                  <a:pt x="42" y="58"/>
                  <a:pt x="42" y="58"/>
                  <a:pt x="42" y="58"/>
                </a:cubicBezTo>
                <a:cubicBezTo>
                  <a:pt x="36" y="59"/>
                  <a:pt x="30" y="61"/>
                  <a:pt x="25" y="63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3"/>
                  <a:pt x="28" y="50"/>
                  <a:pt x="3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4" y="50"/>
                  <a:pt x="128" y="53"/>
                  <a:pt x="128" y="57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128" y="150"/>
                  <a:pt x="124" y="153"/>
                  <a:pt x="120" y="153"/>
                </a:cubicBezTo>
                <a:lnTo>
                  <a:pt x="32" y="153"/>
                </a:lnTo>
                <a:close/>
                <a:moveTo>
                  <a:pt x="200" y="161"/>
                </a:moveTo>
                <a:cubicBezTo>
                  <a:pt x="201" y="162"/>
                  <a:pt x="202" y="163"/>
                  <a:pt x="204" y="163"/>
                </a:cubicBezTo>
                <a:cubicBezTo>
                  <a:pt x="241" y="163"/>
                  <a:pt x="241" y="163"/>
                  <a:pt x="241" y="163"/>
                </a:cubicBezTo>
                <a:cubicBezTo>
                  <a:pt x="241" y="167"/>
                  <a:pt x="241" y="167"/>
                  <a:pt x="241" y="167"/>
                </a:cubicBezTo>
                <a:cubicBezTo>
                  <a:pt x="188" y="167"/>
                  <a:pt x="188" y="167"/>
                  <a:pt x="188" y="167"/>
                </a:cubicBezTo>
                <a:cubicBezTo>
                  <a:pt x="166" y="147"/>
                  <a:pt x="166" y="147"/>
                  <a:pt x="166" y="147"/>
                </a:cubicBezTo>
                <a:cubicBezTo>
                  <a:pt x="187" y="140"/>
                  <a:pt x="187" y="140"/>
                  <a:pt x="187" y="140"/>
                </a:cubicBezTo>
                <a:lnTo>
                  <a:pt x="200" y="161"/>
                </a:lnTo>
                <a:close/>
              </a:path>
            </a:pathLst>
          </a:custGeom>
          <a:solidFill>
            <a:srgbClr val="59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704" tIns="60852" rIns="121704" bIns="60852"/>
          <a:lstStyle/>
          <a:p>
            <a:endParaRPr lang="zh-CN" altLang="en-US" sz="2139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8" name="Freeform 111"/>
          <p:cNvSpPr>
            <a:spLocks noEditPoints="1"/>
          </p:cNvSpPr>
          <p:nvPr/>
        </p:nvSpPr>
        <p:spPr bwMode="gray">
          <a:xfrm>
            <a:off x="2749017" y="5668011"/>
            <a:ext cx="416055" cy="272649"/>
          </a:xfrm>
          <a:custGeom>
            <a:avLst/>
            <a:gdLst>
              <a:gd name="T0" fmla="*/ 2147483646 w 257"/>
              <a:gd name="T1" fmla="*/ 2147483646 h 177"/>
              <a:gd name="T2" fmla="*/ 2147483646 w 257"/>
              <a:gd name="T3" fmla="*/ 2147483646 h 177"/>
              <a:gd name="T4" fmla="*/ 2147483646 w 257"/>
              <a:gd name="T5" fmla="*/ 2147483646 h 177"/>
              <a:gd name="T6" fmla="*/ 2147483646 w 257"/>
              <a:gd name="T7" fmla="*/ 2147483646 h 177"/>
              <a:gd name="T8" fmla="*/ 2147483646 w 257"/>
              <a:gd name="T9" fmla="*/ 2147483646 h 177"/>
              <a:gd name="T10" fmla="*/ 2147483646 w 257"/>
              <a:gd name="T11" fmla="*/ 2147483646 h 177"/>
              <a:gd name="T12" fmla="*/ 2147483646 w 257"/>
              <a:gd name="T13" fmla="*/ 2147483646 h 177"/>
              <a:gd name="T14" fmla="*/ 2147483646 w 257"/>
              <a:gd name="T15" fmla="*/ 2147483646 h 177"/>
              <a:gd name="T16" fmla="*/ 2147483646 w 257"/>
              <a:gd name="T17" fmla="*/ 2147483646 h 177"/>
              <a:gd name="T18" fmla="*/ 2147483646 w 257"/>
              <a:gd name="T19" fmla="*/ 2147483646 h 177"/>
              <a:gd name="T20" fmla="*/ 2147483646 w 257"/>
              <a:gd name="T21" fmla="*/ 0 h 177"/>
              <a:gd name="T22" fmla="*/ 2147483646 w 257"/>
              <a:gd name="T23" fmla="*/ 2147483646 h 177"/>
              <a:gd name="T24" fmla="*/ 2147483646 w 257"/>
              <a:gd name="T25" fmla="*/ 2147483646 h 177"/>
              <a:gd name="T26" fmla="*/ 2147483646 w 257"/>
              <a:gd name="T27" fmla="*/ 2147483646 h 177"/>
              <a:gd name="T28" fmla="*/ 2147483646 w 257"/>
              <a:gd name="T29" fmla="*/ 2147483646 h 177"/>
              <a:gd name="T30" fmla="*/ 2147483646 w 257"/>
              <a:gd name="T31" fmla="*/ 2147483646 h 177"/>
              <a:gd name="T32" fmla="*/ 2147483646 w 257"/>
              <a:gd name="T33" fmla="*/ 2147483646 h 177"/>
              <a:gd name="T34" fmla="*/ 2147483646 w 257"/>
              <a:gd name="T35" fmla="*/ 2147483646 h 177"/>
              <a:gd name="T36" fmla="*/ 2147483646 w 257"/>
              <a:gd name="T37" fmla="*/ 2147483646 h 177"/>
              <a:gd name="T38" fmla="*/ 2147483646 w 257"/>
              <a:gd name="T39" fmla="*/ 2147483646 h 177"/>
              <a:gd name="T40" fmla="*/ 2147483646 w 257"/>
              <a:gd name="T41" fmla="*/ 2147483646 h 177"/>
              <a:gd name="T42" fmla="*/ 2147483646 w 257"/>
              <a:gd name="T43" fmla="*/ 2147483646 h 177"/>
              <a:gd name="T44" fmla="*/ 2147483646 w 257"/>
              <a:gd name="T45" fmla="*/ 2147483646 h 177"/>
              <a:gd name="T46" fmla="*/ 2147483646 w 257"/>
              <a:gd name="T47" fmla="*/ 2147483646 h 177"/>
              <a:gd name="T48" fmla="*/ 2147483646 w 257"/>
              <a:gd name="T49" fmla="*/ 2147483646 h 177"/>
              <a:gd name="T50" fmla="*/ 2147483646 w 257"/>
              <a:gd name="T51" fmla="*/ 2147483646 h 177"/>
              <a:gd name="T52" fmla="*/ 2147483646 w 257"/>
              <a:gd name="T53" fmla="*/ 2147483646 h 177"/>
              <a:gd name="T54" fmla="*/ 2147483646 w 257"/>
              <a:gd name="T55" fmla="*/ 2147483646 h 177"/>
              <a:gd name="T56" fmla="*/ 2147483646 w 257"/>
              <a:gd name="T57" fmla="*/ 2147483646 h 177"/>
              <a:gd name="T58" fmla="*/ 2147483646 w 257"/>
              <a:gd name="T59" fmla="*/ 2147483646 h 177"/>
              <a:gd name="T60" fmla="*/ 2147483646 w 257"/>
              <a:gd name="T61" fmla="*/ 2147483646 h 177"/>
              <a:gd name="T62" fmla="*/ 2147483646 w 257"/>
              <a:gd name="T63" fmla="*/ 2147483646 h 177"/>
              <a:gd name="T64" fmla="*/ 2147483646 w 257"/>
              <a:gd name="T65" fmla="*/ 2147483646 h 177"/>
              <a:gd name="T66" fmla="*/ 2147483646 w 257"/>
              <a:gd name="T67" fmla="*/ 2147483646 h 177"/>
              <a:gd name="T68" fmla="*/ 2147483646 w 257"/>
              <a:gd name="T69" fmla="*/ 2147483646 h 177"/>
              <a:gd name="T70" fmla="*/ 2147483646 w 257"/>
              <a:gd name="T71" fmla="*/ 2147483646 h 177"/>
              <a:gd name="T72" fmla="*/ 2147483646 w 257"/>
              <a:gd name="T73" fmla="*/ 2147483646 h 177"/>
              <a:gd name="T74" fmla="*/ 2147483646 w 257"/>
              <a:gd name="T75" fmla="*/ 2147483646 h 177"/>
              <a:gd name="T76" fmla="*/ 2147483646 w 257"/>
              <a:gd name="T77" fmla="*/ 2147483646 h 177"/>
              <a:gd name="T78" fmla="*/ 2147483646 w 257"/>
              <a:gd name="T79" fmla="*/ 2147483646 h 177"/>
              <a:gd name="T80" fmla="*/ 2147483646 w 257"/>
              <a:gd name="T81" fmla="*/ 2147483646 h 177"/>
              <a:gd name="T82" fmla="*/ 2147483646 w 257"/>
              <a:gd name="T83" fmla="*/ 2147483646 h 177"/>
              <a:gd name="T84" fmla="*/ 2147483646 w 257"/>
              <a:gd name="T85" fmla="*/ 2147483646 h 177"/>
              <a:gd name="T86" fmla="*/ 2147483646 w 257"/>
              <a:gd name="T87" fmla="*/ 2147483646 h 177"/>
              <a:gd name="T88" fmla="*/ 2147483646 w 257"/>
              <a:gd name="T89" fmla="*/ 2147483646 h 17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57"/>
              <a:gd name="T136" fmla="*/ 0 h 177"/>
              <a:gd name="T137" fmla="*/ 257 w 257"/>
              <a:gd name="T138" fmla="*/ 177 h 17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57" h="177">
                <a:moveTo>
                  <a:pt x="246" y="69"/>
                </a:moveTo>
                <a:cubicBezTo>
                  <a:pt x="240" y="69"/>
                  <a:pt x="235" y="74"/>
                  <a:pt x="235" y="80"/>
                </a:cubicBezTo>
                <a:cubicBezTo>
                  <a:pt x="235" y="84"/>
                  <a:pt x="237" y="88"/>
                  <a:pt x="241" y="90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41" y="108"/>
                  <a:pt x="239" y="111"/>
                  <a:pt x="236" y="112"/>
                </a:cubicBezTo>
                <a:cubicBezTo>
                  <a:pt x="137" y="147"/>
                  <a:pt x="137" y="147"/>
                  <a:pt x="137" y="147"/>
                </a:cubicBezTo>
                <a:cubicBezTo>
                  <a:pt x="137" y="147"/>
                  <a:pt x="137" y="146"/>
                  <a:pt x="137" y="145"/>
                </a:cubicBezTo>
                <a:cubicBezTo>
                  <a:pt x="137" y="57"/>
                  <a:pt x="137" y="57"/>
                  <a:pt x="137" y="57"/>
                </a:cubicBezTo>
                <a:cubicBezTo>
                  <a:pt x="137" y="48"/>
                  <a:pt x="130" y="40"/>
                  <a:pt x="120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89" y="29"/>
                  <a:pt x="134" y="13"/>
                  <a:pt x="140" y="11"/>
                </a:cubicBezTo>
                <a:cubicBezTo>
                  <a:pt x="142" y="10"/>
                  <a:pt x="146" y="10"/>
                  <a:pt x="150" y="10"/>
                </a:cubicBezTo>
                <a:cubicBezTo>
                  <a:pt x="233" y="10"/>
                  <a:pt x="233" y="10"/>
                  <a:pt x="233" y="10"/>
                </a:cubicBezTo>
                <a:cubicBezTo>
                  <a:pt x="238" y="10"/>
                  <a:pt x="241" y="13"/>
                  <a:pt x="241" y="17"/>
                </a:cubicBezTo>
                <a:cubicBezTo>
                  <a:pt x="241" y="37"/>
                  <a:pt x="241" y="37"/>
                  <a:pt x="241" y="37"/>
                </a:cubicBezTo>
                <a:cubicBezTo>
                  <a:pt x="237" y="39"/>
                  <a:pt x="235" y="42"/>
                  <a:pt x="235" y="47"/>
                </a:cubicBezTo>
                <a:cubicBezTo>
                  <a:pt x="235" y="53"/>
                  <a:pt x="240" y="58"/>
                  <a:pt x="246" y="58"/>
                </a:cubicBezTo>
                <a:cubicBezTo>
                  <a:pt x="252" y="58"/>
                  <a:pt x="257" y="53"/>
                  <a:pt x="257" y="47"/>
                </a:cubicBezTo>
                <a:cubicBezTo>
                  <a:pt x="257" y="42"/>
                  <a:pt x="254" y="39"/>
                  <a:pt x="251" y="37"/>
                </a:cubicBezTo>
                <a:cubicBezTo>
                  <a:pt x="251" y="17"/>
                  <a:pt x="251" y="17"/>
                  <a:pt x="251" y="17"/>
                </a:cubicBezTo>
                <a:cubicBezTo>
                  <a:pt x="251" y="8"/>
                  <a:pt x="243" y="0"/>
                  <a:pt x="233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5" y="0"/>
                  <a:pt x="140" y="1"/>
                  <a:pt x="137" y="2"/>
                </a:cubicBezTo>
                <a:cubicBezTo>
                  <a:pt x="127" y="5"/>
                  <a:pt x="35" y="38"/>
                  <a:pt x="29" y="40"/>
                </a:cubicBezTo>
                <a:cubicBezTo>
                  <a:pt x="21" y="42"/>
                  <a:pt x="15" y="49"/>
                  <a:pt x="15" y="57"/>
                </a:cubicBezTo>
                <a:cubicBezTo>
                  <a:pt x="15" y="70"/>
                  <a:pt x="15" y="70"/>
                  <a:pt x="15" y="70"/>
                </a:cubicBezTo>
                <a:cubicBezTo>
                  <a:pt x="6" y="79"/>
                  <a:pt x="0" y="91"/>
                  <a:pt x="0" y="105"/>
                </a:cubicBezTo>
                <a:cubicBezTo>
                  <a:pt x="0" y="118"/>
                  <a:pt x="6" y="131"/>
                  <a:pt x="15" y="139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5" y="155"/>
                  <a:pt x="23" y="163"/>
                  <a:pt x="32" y="163"/>
                </a:cubicBezTo>
                <a:cubicBezTo>
                  <a:pt x="120" y="163"/>
                  <a:pt x="120" y="163"/>
                  <a:pt x="120" y="163"/>
                </a:cubicBezTo>
                <a:cubicBezTo>
                  <a:pt x="123" y="163"/>
                  <a:pt x="125" y="162"/>
                  <a:pt x="128" y="161"/>
                </a:cubicBezTo>
                <a:cubicBezTo>
                  <a:pt x="155" y="151"/>
                  <a:pt x="155" y="151"/>
                  <a:pt x="155" y="151"/>
                </a:cubicBezTo>
                <a:cubicBezTo>
                  <a:pt x="182" y="176"/>
                  <a:pt x="182" y="176"/>
                  <a:pt x="182" y="176"/>
                </a:cubicBezTo>
                <a:cubicBezTo>
                  <a:pt x="183" y="177"/>
                  <a:pt x="184" y="177"/>
                  <a:pt x="186" y="177"/>
                </a:cubicBezTo>
                <a:cubicBezTo>
                  <a:pt x="246" y="177"/>
                  <a:pt x="246" y="177"/>
                  <a:pt x="246" y="177"/>
                </a:cubicBezTo>
                <a:cubicBezTo>
                  <a:pt x="248" y="177"/>
                  <a:pt x="251" y="175"/>
                  <a:pt x="251" y="172"/>
                </a:cubicBezTo>
                <a:cubicBezTo>
                  <a:pt x="251" y="158"/>
                  <a:pt x="251" y="158"/>
                  <a:pt x="251" y="158"/>
                </a:cubicBezTo>
                <a:cubicBezTo>
                  <a:pt x="251" y="156"/>
                  <a:pt x="248" y="153"/>
                  <a:pt x="246" y="153"/>
                </a:cubicBezTo>
                <a:cubicBezTo>
                  <a:pt x="207" y="153"/>
                  <a:pt x="207" y="153"/>
                  <a:pt x="207" y="153"/>
                </a:cubicBezTo>
                <a:cubicBezTo>
                  <a:pt x="196" y="137"/>
                  <a:pt x="196" y="137"/>
                  <a:pt x="196" y="137"/>
                </a:cubicBezTo>
                <a:cubicBezTo>
                  <a:pt x="239" y="122"/>
                  <a:pt x="239" y="122"/>
                  <a:pt x="239" y="122"/>
                </a:cubicBezTo>
                <a:cubicBezTo>
                  <a:pt x="246" y="119"/>
                  <a:pt x="251" y="113"/>
                  <a:pt x="251" y="105"/>
                </a:cubicBezTo>
                <a:cubicBezTo>
                  <a:pt x="251" y="90"/>
                  <a:pt x="251" y="90"/>
                  <a:pt x="251" y="90"/>
                </a:cubicBezTo>
                <a:cubicBezTo>
                  <a:pt x="254" y="88"/>
                  <a:pt x="257" y="84"/>
                  <a:pt x="257" y="80"/>
                </a:cubicBezTo>
                <a:cubicBezTo>
                  <a:pt x="257" y="74"/>
                  <a:pt x="252" y="69"/>
                  <a:pt x="246" y="69"/>
                </a:cubicBezTo>
                <a:close/>
                <a:moveTo>
                  <a:pt x="10" y="105"/>
                </a:moveTo>
                <a:cubicBezTo>
                  <a:pt x="10" y="84"/>
                  <a:pt x="26" y="68"/>
                  <a:pt x="47" y="68"/>
                </a:cubicBezTo>
                <a:cubicBezTo>
                  <a:pt x="68" y="68"/>
                  <a:pt x="84" y="82"/>
                  <a:pt x="84" y="102"/>
                </a:cubicBezTo>
                <a:cubicBezTo>
                  <a:pt x="84" y="120"/>
                  <a:pt x="73" y="135"/>
                  <a:pt x="58" y="140"/>
                </a:cubicBezTo>
                <a:cubicBezTo>
                  <a:pt x="52" y="142"/>
                  <a:pt x="52" y="142"/>
                  <a:pt x="52" y="142"/>
                </a:cubicBezTo>
                <a:cubicBezTo>
                  <a:pt x="50" y="142"/>
                  <a:pt x="49" y="142"/>
                  <a:pt x="47" y="142"/>
                </a:cubicBezTo>
                <a:cubicBezTo>
                  <a:pt x="26" y="142"/>
                  <a:pt x="10" y="126"/>
                  <a:pt x="10" y="105"/>
                </a:cubicBezTo>
                <a:close/>
                <a:moveTo>
                  <a:pt x="76" y="61"/>
                </a:moveTo>
                <a:cubicBezTo>
                  <a:pt x="97" y="61"/>
                  <a:pt x="113" y="77"/>
                  <a:pt x="113" y="98"/>
                </a:cubicBezTo>
                <a:cubicBezTo>
                  <a:pt x="113" y="116"/>
                  <a:pt x="100" y="132"/>
                  <a:pt x="82" y="135"/>
                </a:cubicBezTo>
                <a:cubicBezTo>
                  <a:pt x="90" y="126"/>
                  <a:pt x="94" y="115"/>
                  <a:pt x="94" y="102"/>
                </a:cubicBezTo>
                <a:cubicBezTo>
                  <a:pt x="94" y="84"/>
                  <a:pt x="83" y="69"/>
                  <a:pt x="67" y="62"/>
                </a:cubicBezTo>
                <a:cubicBezTo>
                  <a:pt x="68" y="61"/>
                  <a:pt x="68" y="61"/>
                  <a:pt x="68" y="61"/>
                </a:cubicBezTo>
                <a:cubicBezTo>
                  <a:pt x="71" y="61"/>
                  <a:pt x="73" y="61"/>
                  <a:pt x="76" y="61"/>
                </a:cubicBezTo>
                <a:close/>
                <a:moveTo>
                  <a:pt x="32" y="153"/>
                </a:moveTo>
                <a:cubicBezTo>
                  <a:pt x="28" y="153"/>
                  <a:pt x="25" y="150"/>
                  <a:pt x="25" y="146"/>
                </a:cubicBezTo>
                <a:cubicBezTo>
                  <a:pt x="31" y="150"/>
                  <a:pt x="39" y="152"/>
                  <a:pt x="47" y="152"/>
                </a:cubicBezTo>
                <a:cubicBezTo>
                  <a:pt x="49" y="152"/>
                  <a:pt x="51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6" y="151"/>
                  <a:pt x="59" y="151"/>
                  <a:pt x="61" y="150"/>
                </a:cubicBezTo>
                <a:cubicBezTo>
                  <a:pt x="81" y="145"/>
                  <a:pt x="81" y="145"/>
                  <a:pt x="81" y="145"/>
                </a:cubicBezTo>
                <a:cubicBezTo>
                  <a:pt x="105" y="142"/>
                  <a:pt x="123" y="122"/>
                  <a:pt x="123" y="98"/>
                </a:cubicBezTo>
                <a:cubicBezTo>
                  <a:pt x="123" y="72"/>
                  <a:pt x="102" y="51"/>
                  <a:pt x="76" y="51"/>
                </a:cubicBezTo>
                <a:cubicBezTo>
                  <a:pt x="73" y="51"/>
                  <a:pt x="69" y="51"/>
                  <a:pt x="66" y="52"/>
                </a:cubicBezTo>
                <a:cubicBezTo>
                  <a:pt x="66" y="52"/>
                  <a:pt x="66" y="52"/>
                  <a:pt x="66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4" y="52"/>
                  <a:pt x="63" y="53"/>
                </a:cubicBezTo>
                <a:cubicBezTo>
                  <a:pt x="42" y="58"/>
                  <a:pt x="42" y="58"/>
                  <a:pt x="42" y="58"/>
                </a:cubicBezTo>
                <a:cubicBezTo>
                  <a:pt x="36" y="59"/>
                  <a:pt x="30" y="61"/>
                  <a:pt x="25" y="63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3"/>
                  <a:pt x="28" y="50"/>
                  <a:pt x="3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4" y="50"/>
                  <a:pt x="128" y="53"/>
                  <a:pt x="128" y="57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128" y="150"/>
                  <a:pt x="124" y="153"/>
                  <a:pt x="120" y="153"/>
                </a:cubicBezTo>
                <a:lnTo>
                  <a:pt x="32" y="153"/>
                </a:lnTo>
                <a:close/>
                <a:moveTo>
                  <a:pt x="200" y="161"/>
                </a:moveTo>
                <a:cubicBezTo>
                  <a:pt x="201" y="162"/>
                  <a:pt x="202" y="163"/>
                  <a:pt x="204" y="163"/>
                </a:cubicBezTo>
                <a:cubicBezTo>
                  <a:pt x="241" y="163"/>
                  <a:pt x="241" y="163"/>
                  <a:pt x="241" y="163"/>
                </a:cubicBezTo>
                <a:cubicBezTo>
                  <a:pt x="241" y="167"/>
                  <a:pt x="241" y="167"/>
                  <a:pt x="241" y="167"/>
                </a:cubicBezTo>
                <a:cubicBezTo>
                  <a:pt x="188" y="167"/>
                  <a:pt x="188" y="167"/>
                  <a:pt x="188" y="167"/>
                </a:cubicBezTo>
                <a:cubicBezTo>
                  <a:pt x="166" y="147"/>
                  <a:pt x="166" y="147"/>
                  <a:pt x="166" y="147"/>
                </a:cubicBezTo>
                <a:cubicBezTo>
                  <a:pt x="187" y="140"/>
                  <a:pt x="187" y="140"/>
                  <a:pt x="187" y="140"/>
                </a:cubicBezTo>
                <a:lnTo>
                  <a:pt x="200" y="161"/>
                </a:lnTo>
                <a:close/>
              </a:path>
            </a:pathLst>
          </a:custGeom>
          <a:solidFill>
            <a:srgbClr val="59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704" tIns="60852" rIns="121704" bIns="60852"/>
          <a:lstStyle/>
          <a:p>
            <a:endParaRPr lang="zh-CN" altLang="en-US" sz="2139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79" name="任意多边形 478"/>
          <p:cNvSpPr/>
          <p:nvPr/>
        </p:nvSpPr>
        <p:spPr bwMode="gray">
          <a:xfrm>
            <a:off x="1071245" y="4194698"/>
            <a:ext cx="968611" cy="1418092"/>
          </a:xfrm>
          <a:custGeom>
            <a:avLst/>
            <a:gdLst>
              <a:gd name="connsiteX0" fmla="*/ 0 w 2316480"/>
              <a:gd name="connsiteY0" fmla="*/ 1087120 h 1087120"/>
              <a:gd name="connsiteX1" fmla="*/ 2316480 w 2316480"/>
              <a:gd name="connsiteY1" fmla="*/ 0 h 1087120"/>
              <a:gd name="connsiteX0" fmla="*/ 0 w 2194560"/>
              <a:gd name="connsiteY0" fmla="*/ 1097280 h 1097280"/>
              <a:gd name="connsiteX1" fmla="*/ 2194560 w 2194560"/>
              <a:gd name="connsiteY1" fmla="*/ 0 h 1097280"/>
              <a:gd name="connsiteX0" fmla="*/ 7726 w 2202286"/>
              <a:gd name="connsiteY0" fmla="*/ 1097280 h 1097280"/>
              <a:gd name="connsiteX1" fmla="*/ 2202286 w 2202286"/>
              <a:gd name="connsiteY1" fmla="*/ 0 h 1097280"/>
              <a:gd name="connsiteX0" fmla="*/ 5581 w 2200141"/>
              <a:gd name="connsiteY0" fmla="*/ 1097280 h 1097280"/>
              <a:gd name="connsiteX1" fmla="*/ 2200141 w 2200141"/>
              <a:gd name="connsiteY1" fmla="*/ 0 h 1097280"/>
              <a:gd name="connsiteX0" fmla="*/ 3293 w 3826628"/>
              <a:gd name="connsiteY0" fmla="*/ 3069047 h 3069047"/>
              <a:gd name="connsiteX1" fmla="*/ 3826628 w 3826628"/>
              <a:gd name="connsiteY1" fmla="*/ 0 h 3069047"/>
              <a:gd name="connsiteX0" fmla="*/ 971707 w 971707"/>
              <a:gd name="connsiteY0" fmla="*/ 1287538 h 1287538"/>
              <a:gd name="connsiteX1" fmla="*/ 3967 w 971707"/>
              <a:gd name="connsiteY1" fmla="*/ 0 h 1287538"/>
              <a:gd name="connsiteX0" fmla="*/ 967740 w 967740"/>
              <a:gd name="connsiteY0" fmla="*/ 1287538 h 1287538"/>
              <a:gd name="connsiteX1" fmla="*/ 0 w 967740"/>
              <a:gd name="connsiteY1" fmla="*/ 0 h 1287538"/>
              <a:gd name="connsiteX0" fmla="*/ 967740 w 977439"/>
              <a:gd name="connsiteY0" fmla="*/ 1287538 h 1287538"/>
              <a:gd name="connsiteX1" fmla="*/ 0 w 977439"/>
              <a:gd name="connsiteY1" fmla="*/ 0 h 1287538"/>
              <a:gd name="connsiteX0" fmla="*/ 967740 w 968611"/>
              <a:gd name="connsiteY0" fmla="*/ 1287538 h 1287538"/>
              <a:gd name="connsiteX1" fmla="*/ 0 w 968611"/>
              <a:gd name="connsiteY1" fmla="*/ 0 h 128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68611" h="1287538">
                <a:moveTo>
                  <a:pt x="967740" y="1287538"/>
                </a:moveTo>
                <a:cubicBezTo>
                  <a:pt x="988060" y="332558"/>
                  <a:pt x="652780" y="20440"/>
                  <a:pt x="0" y="0"/>
                </a:cubicBezTo>
              </a:path>
            </a:pathLst>
          </a:custGeom>
          <a:noFill/>
          <a:ln w="28575">
            <a:solidFill>
              <a:srgbClr val="FFC000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1" name="任意多边形 480"/>
          <p:cNvSpPr/>
          <p:nvPr/>
        </p:nvSpPr>
        <p:spPr bwMode="gray">
          <a:xfrm>
            <a:off x="1022997" y="4070872"/>
            <a:ext cx="1339215" cy="1541917"/>
          </a:xfrm>
          <a:custGeom>
            <a:avLst/>
            <a:gdLst>
              <a:gd name="connsiteX0" fmla="*/ 0 w 2316480"/>
              <a:gd name="connsiteY0" fmla="*/ 1087120 h 1087120"/>
              <a:gd name="connsiteX1" fmla="*/ 2316480 w 2316480"/>
              <a:gd name="connsiteY1" fmla="*/ 0 h 1087120"/>
              <a:gd name="connsiteX0" fmla="*/ 0 w 2194560"/>
              <a:gd name="connsiteY0" fmla="*/ 1097280 h 1097280"/>
              <a:gd name="connsiteX1" fmla="*/ 2194560 w 2194560"/>
              <a:gd name="connsiteY1" fmla="*/ 0 h 1097280"/>
              <a:gd name="connsiteX0" fmla="*/ 7726 w 2202286"/>
              <a:gd name="connsiteY0" fmla="*/ 1097280 h 1097280"/>
              <a:gd name="connsiteX1" fmla="*/ 2202286 w 2202286"/>
              <a:gd name="connsiteY1" fmla="*/ 0 h 1097280"/>
              <a:gd name="connsiteX0" fmla="*/ 5581 w 2200141"/>
              <a:gd name="connsiteY0" fmla="*/ 1097280 h 1097280"/>
              <a:gd name="connsiteX1" fmla="*/ 2200141 w 2200141"/>
              <a:gd name="connsiteY1" fmla="*/ 0 h 1097280"/>
              <a:gd name="connsiteX0" fmla="*/ 3293 w 3826628"/>
              <a:gd name="connsiteY0" fmla="*/ 3069047 h 3069047"/>
              <a:gd name="connsiteX1" fmla="*/ 3826628 w 3826628"/>
              <a:gd name="connsiteY1" fmla="*/ 0 h 3069047"/>
              <a:gd name="connsiteX0" fmla="*/ 971707 w 971707"/>
              <a:gd name="connsiteY0" fmla="*/ 1287538 h 1287538"/>
              <a:gd name="connsiteX1" fmla="*/ 3967 w 971707"/>
              <a:gd name="connsiteY1" fmla="*/ 0 h 1287538"/>
              <a:gd name="connsiteX0" fmla="*/ 967740 w 967740"/>
              <a:gd name="connsiteY0" fmla="*/ 1287538 h 1287538"/>
              <a:gd name="connsiteX1" fmla="*/ 0 w 967740"/>
              <a:gd name="connsiteY1" fmla="*/ 0 h 1287538"/>
              <a:gd name="connsiteX0" fmla="*/ 967740 w 977439"/>
              <a:gd name="connsiteY0" fmla="*/ 1287538 h 1287538"/>
              <a:gd name="connsiteX1" fmla="*/ 0 w 977439"/>
              <a:gd name="connsiteY1" fmla="*/ 0 h 1287538"/>
              <a:gd name="connsiteX0" fmla="*/ 967740 w 968611"/>
              <a:gd name="connsiteY0" fmla="*/ 1287538 h 1287538"/>
              <a:gd name="connsiteX1" fmla="*/ 0 w 968611"/>
              <a:gd name="connsiteY1" fmla="*/ 0 h 1287538"/>
              <a:gd name="connsiteX0" fmla="*/ 1339215 w 1339643"/>
              <a:gd name="connsiteY0" fmla="*/ 1399963 h 1399963"/>
              <a:gd name="connsiteX1" fmla="*/ 0 w 1339643"/>
              <a:gd name="connsiteY1" fmla="*/ 0 h 1399963"/>
              <a:gd name="connsiteX0" fmla="*/ 1339215 w 1339901"/>
              <a:gd name="connsiteY0" fmla="*/ 1499764 h 1499764"/>
              <a:gd name="connsiteX1" fmla="*/ 0 w 1339901"/>
              <a:gd name="connsiteY1" fmla="*/ 99801 h 1499764"/>
              <a:gd name="connsiteX0" fmla="*/ 1339215 w 1339215"/>
              <a:gd name="connsiteY0" fmla="*/ 1461491 h 1461491"/>
              <a:gd name="connsiteX1" fmla="*/ 0 w 1339215"/>
              <a:gd name="connsiteY1" fmla="*/ 61528 h 1461491"/>
              <a:gd name="connsiteX0" fmla="*/ 1339215 w 1339215"/>
              <a:gd name="connsiteY0" fmla="*/ 1399963 h 1399963"/>
              <a:gd name="connsiteX1" fmla="*/ 0 w 1339215"/>
              <a:gd name="connsiteY1" fmla="*/ 0 h 1399963"/>
              <a:gd name="connsiteX0" fmla="*/ 1339215 w 1339215"/>
              <a:gd name="connsiteY0" fmla="*/ 1399963 h 1399963"/>
              <a:gd name="connsiteX1" fmla="*/ 0 w 1339215"/>
              <a:gd name="connsiteY1" fmla="*/ 0 h 1399963"/>
              <a:gd name="connsiteX0" fmla="*/ 1339215 w 1339215"/>
              <a:gd name="connsiteY0" fmla="*/ 1399963 h 1399963"/>
              <a:gd name="connsiteX1" fmla="*/ 0 w 1339215"/>
              <a:gd name="connsiteY1" fmla="*/ 0 h 1399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39215" h="1399963">
                <a:moveTo>
                  <a:pt x="1339215" y="1399963"/>
                </a:moveTo>
                <a:cubicBezTo>
                  <a:pt x="1273810" y="1154126"/>
                  <a:pt x="1100455" y="29088"/>
                  <a:pt x="0" y="0"/>
                </a:cubicBezTo>
              </a:path>
            </a:pathLst>
          </a:custGeom>
          <a:noFill/>
          <a:ln w="28575">
            <a:solidFill>
              <a:srgbClr val="FFC000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2" name="任意多边形 481"/>
          <p:cNvSpPr/>
          <p:nvPr/>
        </p:nvSpPr>
        <p:spPr bwMode="gray">
          <a:xfrm>
            <a:off x="965945" y="3957601"/>
            <a:ext cx="1786890" cy="1683762"/>
          </a:xfrm>
          <a:custGeom>
            <a:avLst/>
            <a:gdLst>
              <a:gd name="connsiteX0" fmla="*/ 0 w 2316480"/>
              <a:gd name="connsiteY0" fmla="*/ 1087120 h 1087120"/>
              <a:gd name="connsiteX1" fmla="*/ 2316480 w 2316480"/>
              <a:gd name="connsiteY1" fmla="*/ 0 h 1087120"/>
              <a:gd name="connsiteX0" fmla="*/ 0 w 2194560"/>
              <a:gd name="connsiteY0" fmla="*/ 1097280 h 1097280"/>
              <a:gd name="connsiteX1" fmla="*/ 2194560 w 2194560"/>
              <a:gd name="connsiteY1" fmla="*/ 0 h 1097280"/>
              <a:gd name="connsiteX0" fmla="*/ 7726 w 2202286"/>
              <a:gd name="connsiteY0" fmla="*/ 1097280 h 1097280"/>
              <a:gd name="connsiteX1" fmla="*/ 2202286 w 2202286"/>
              <a:gd name="connsiteY1" fmla="*/ 0 h 1097280"/>
              <a:gd name="connsiteX0" fmla="*/ 5581 w 2200141"/>
              <a:gd name="connsiteY0" fmla="*/ 1097280 h 1097280"/>
              <a:gd name="connsiteX1" fmla="*/ 2200141 w 2200141"/>
              <a:gd name="connsiteY1" fmla="*/ 0 h 1097280"/>
              <a:gd name="connsiteX0" fmla="*/ 3293 w 3826628"/>
              <a:gd name="connsiteY0" fmla="*/ 3069047 h 3069047"/>
              <a:gd name="connsiteX1" fmla="*/ 3826628 w 3826628"/>
              <a:gd name="connsiteY1" fmla="*/ 0 h 3069047"/>
              <a:gd name="connsiteX0" fmla="*/ 971707 w 971707"/>
              <a:gd name="connsiteY0" fmla="*/ 1287538 h 1287538"/>
              <a:gd name="connsiteX1" fmla="*/ 3967 w 971707"/>
              <a:gd name="connsiteY1" fmla="*/ 0 h 1287538"/>
              <a:gd name="connsiteX0" fmla="*/ 967740 w 967740"/>
              <a:gd name="connsiteY0" fmla="*/ 1287538 h 1287538"/>
              <a:gd name="connsiteX1" fmla="*/ 0 w 967740"/>
              <a:gd name="connsiteY1" fmla="*/ 0 h 1287538"/>
              <a:gd name="connsiteX0" fmla="*/ 967740 w 977439"/>
              <a:gd name="connsiteY0" fmla="*/ 1287538 h 1287538"/>
              <a:gd name="connsiteX1" fmla="*/ 0 w 977439"/>
              <a:gd name="connsiteY1" fmla="*/ 0 h 1287538"/>
              <a:gd name="connsiteX0" fmla="*/ 967740 w 968611"/>
              <a:gd name="connsiteY0" fmla="*/ 1287538 h 1287538"/>
              <a:gd name="connsiteX1" fmla="*/ 0 w 968611"/>
              <a:gd name="connsiteY1" fmla="*/ 0 h 1287538"/>
              <a:gd name="connsiteX0" fmla="*/ 1339215 w 1339643"/>
              <a:gd name="connsiteY0" fmla="*/ 1399963 h 1399963"/>
              <a:gd name="connsiteX1" fmla="*/ 0 w 1339643"/>
              <a:gd name="connsiteY1" fmla="*/ 0 h 1399963"/>
              <a:gd name="connsiteX0" fmla="*/ 1339215 w 1339901"/>
              <a:gd name="connsiteY0" fmla="*/ 1499764 h 1499764"/>
              <a:gd name="connsiteX1" fmla="*/ 0 w 1339901"/>
              <a:gd name="connsiteY1" fmla="*/ 99801 h 1499764"/>
              <a:gd name="connsiteX0" fmla="*/ 1853565 w 1853886"/>
              <a:gd name="connsiteY0" fmla="*/ 1636202 h 1636202"/>
              <a:gd name="connsiteX1" fmla="*/ 0 w 1853886"/>
              <a:gd name="connsiteY1" fmla="*/ 89222 h 1636202"/>
              <a:gd name="connsiteX0" fmla="*/ 1853565 w 1854140"/>
              <a:gd name="connsiteY0" fmla="*/ 2058476 h 2058476"/>
              <a:gd name="connsiteX1" fmla="*/ 0 w 1854140"/>
              <a:gd name="connsiteY1" fmla="*/ 511496 h 2058476"/>
              <a:gd name="connsiteX0" fmla="*/ 1853565 w 1854140"/>
              <a:gd name="connsiteY0" fmla="*/ 2014735 h 2014735"/>
              <a:gd name="connsiteX1" fmla="*/ 0 w 1854140"/>
              <a:gd name="connsiteY1" fmla="*/ 519643 h 2014735"/>
              <a:gd name="connsiteX0" fmla="*/ 1853565 w 1853802"/>
              <a:gd name="connsiteY0" fmla="*/ 1502541 h 1502541"/>
              <a:gd name="connsiteX1" fmla="*/ 0 w 1853802"/>
              <a:gd name="connsiteY1" fmla="*/ 7449 h 1502541"/>
              <a:gd name="connsiteX0" fmla="*/ 1786890 w 1787140"/>
              <a:gd name="connsiteY0" fmla="*/ 1528226 h 1528227"/>
              <a:gd name="connsiteX1" fmla="*/ 0 w 1787140"/>
              <a:gd name="connsiteY1" fmla="*/ 7190 h 1528227"/>
              <a:gd name="connsiteX0" fmla="*/ 1786890 w 1786890"/>
              <a:gd name="connsiteY0" fmla="*/ 1530303 h 1530303"/>
              <a:gd name="connsiteX1" fmla="*/ 0 w 1786890"/>
              <a:gd name="connsiteY1" fmla="*/ 9267 h 1530303"/>
              <a:gd name="connsiteX0" fmla="*/ 1786890 w 1786890"/>
              <a:gd name="connsiteY0" fmla="*/ 1527358 h 1527358"/>
              <a:gd name="connsiteX1" fmla="*/ 0 w 1786890"/>
              <a:gd name="connsiteY1" fmla="*/ 6322 h 1527358"/>
              <a:gd name="connsiteX0" fmla="*/ 1786890 w 1786890"/>
              <a:gd name="connsiteY0" fmla="*/ 1528749 h 1528749"/>
              <a:gd name="connsiteX1" fmla="*/ 0 w 1786890"/>
              <a:gd name="connsiteY1" fmla="*/ 7713 h 152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86890" h="1528749">
                <a:moveTo>
                  <a:pt x="1786890" y="1528749"/>
                </a:moveTo>
                <a:cubicBezTo>
                  <a:pt x="1435735" y="521880"/>
                  <a:pt x="586105" y="-75624"/>
                  <a:pt x="0" y="7713"/>
                </a:cubicBezTo>
              </a:path>
            </a:pathLst>
          </a:custGeom>
          <a:noFill/>
          <a:ln w="28575">
            <a:solidFill>
              <a:srgbClr val="FFC000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85" name="直接连接符 484"/>
          <p:cNvCxnSpPr>
            <a:stCxn id="277" idx="0"/>
            <a:endCxn id="373" idx="14"/>
          </p:cNvCxnSpPr>
          <p:nvPr/>
        </p:nvCxnSpPr>
        <p:spPr bwMode="gray">
          <a:xfrm>
            <a:off x="1463705" y="4439996"/>
            <a:ext cx="1285312" cy="681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直接连接符 487"/>
          <p:cNvCxnSpPr>
            <a:stCxn id="269" idx="0"/>
            <a:endCxn id="371" idx="2"/>
          </p:cNvCxnSpPr>
          <p:nvPr/>
        </p:nvCxnSpPr>
        <p:spPr bwMode="gray">
          <a:xfrm>
            <a:off x="1463705" y="3946451"/>
            <a:ext cx="1283151" cy="1181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直接连接符 493"/>
          <p:cNvCxnSpPr>
            <a:stCxn id="285" idx="3"/>
            <a:endCxn id="363" idx="2"/>
          </p:cNvCxnSpPr>
          <p:nvPr/>
        </p:nvCxnSpPr>
        <p:spPr bwMode="gray">
          <a:xfrm flipH="1">
            <a:off x="2061134" y="3946451"/>
            <a:ext cx="1297386" cy="1181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接连接符 496"/>
          <p:cNvCxnSpPr>
            <a:stCxn id="293" idx="19"/>
            <a:endCxn id="365" idx="14"/>
          </p:cNvCxnSpPr>
          <p:nvPr/>
        </p:nvCxnSpPr>
        <p:spPr bwMode="gray">
          <a:xfrm flipH="1">
            <a:off x="2063295" y="4439996"/>
            <a:ext cx="1278882" cy="681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圆角矩形 500"/>
          <p:cNvSpPr/>
          <p:nvPr/>
        </p:nvSpPr>
        <p:spPr bwMode="gray">
          <a:xfrm>
            <a:off x="4547766" y="1053490"/>
            <a:ext cx="4142923" cy="5052695"/>
          </a:xfrm>
          <a:prstGeom prst="roundRect">
            <a:avLst>
              <a:gd name="adj" fmla="val 3116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02" name="组合 501"/>
          <p:cNvGrpSpPr>
            <a:grpSpLocks noChangeAspect="1"/>
          </p:cNvGrpSpPr>
          <p:nvPr/>
        </p:nvGrpSpPr>
        <p:grpSpPr bwMode="gray">
          <a:xfrm>
            <a:off x="5287022" y="3799928"/>
            <a:ext cx="307044" cy="299245"/>
            <a:chOff x="4236651" y="6141866"/>
            <a:chExt cx="715711" cy="697535"/>
          </a:xfrm>
        </p:grpSpPr>
        <p:sp>
          <p:nvSpPr>
            <p:cNvPr id="503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04" name="组合 503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505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6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7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8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09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510" name="组合 509"/>
          <p:cNvGrpSpPr>
            <a:grpSpLocks noChangeAspect="1"/>
          </p:cNvGrpSpPr>
          <p:nvPr/>
        </p:nvGrpSpPr>
        <p:grpSpPr bwMode="gray">
          <a:xfrm>
            <a:off x="5287022" y="4293473"/>
            <a:ext cx="307044" cy="299245"/>
            <a:chOff x="4236651" y="6141866"/>
            <a:chExt cx="715711" cy="697535"/>
          </a:xfrm>
        </p:grpSpPr>
        <p:sp>
          <p:nvSpPr>
            <p:cNvPr id="511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12" name="组合 511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513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4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5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6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17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518" name="组合 517"/>
          <p:cNvGrpSpPr>
            <a:grpSpLocks noChangeAspect="1"/>
          </p:cNvGrpSpPr>
          <p:nvPr/>
        </p:nvGrpSpPr>
        <p:grpSpPr bwMode="gray">
          <a:xfrm>
            <a:off x="7455948" y="3799928"/>
            <a:ext cx="307044" cy="299245"/>
            <a:chOff x="4236651" y="6141866"/>
            <a:chExt cx="715711" cy="697535"/>
          </a:xfrm>
        </p:grpSpPr>
        <p:sp>
          <p:nvSpPr>
            <p:cNvPr id="519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20" name="组合 519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521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2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3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4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5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526" name="组合 525"/>
          <p:cNvGrpSpPr>
            <a:grpSpLocks noChangeAspect="1"/>
          </p:cNvGrpSpPr>
          <p:nvPr/>
        </p:nvGrpSpPr>
        <p:grpSpPr bwMode="gray">
          <a:xfrm>
            <a:off x="7455948" y="4293473"/>
            <a:ext cx="307044" cy="299245"/>
            <a:chOff x="4236651" y="6141866"/>
            <a:chExt cx="715711" cy="697535"/>
          </a:xfrm>
        </p:grpSpPr>
        <p:sp>
          <p:nvSpPr>
            <p:cNvPr id="527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28" name="组合 527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529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0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1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2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3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534" name="组合 533"/>
          <p:cNvGrpSpPr>
            <a:grpSpLocks noChangeAspect="1"/>
          </p:cNvGrpSpPr>
          <p:nvPr/>
        </p:nvGrpSpPr>
        <p:grpSpPr bwMode="gray">
          <a:xfrm>
            <a:off x="6023544" y="3155363"/>
            <a:ext cx="307044" cy="299245"/>
            <a:chOff x="4236651" y="6141866"/>
            <a:chExt cx="715711" cy="697535"/>
          </a:xfrm>
        </p:grpSpPr>
        <p:sp>
          <p:nvSpPr>
            <p:cNvPr id="535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36" name="组合 535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537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8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9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40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41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542" name="组合 541"/>
          <p:cNvGrpSpPr>
            <a:grpSpLocks noChangeAspect="1"/>
          </p:cNvGrpSpPr>
          <p:nvPr/>
        </p:nvGrpSpPr>
        <p:grpSpPr bwMode="gray">
          <a:xfrm>
            <a:off x="6709266" y="3155363"/>
            <a:ext cx="307044" cy="299245"/>
            <a:chOff x="4236651" y="6141866"/>
            <a:chExt cx="715711" cy="697535"/>
          </a:xfrm>
        </p:grpSpPr>
        <p:sp>
          <p:nvSpPr>
            <p:cNvPr id="543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44" name="组合 543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545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46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47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48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49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550" name="Freeform 159"/>
          <p:cNvSpPr/>
          <p:nvPr/>
        </p:nvSpPr>
        <p:spPr bwMode="gray">
          <a:xfrm flipH="1">
            <a:off x="4591053" y="3968900"/>
            <a:ext cx="624091" cy="32623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DC1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51" name="直接连接符 550"/>
          <p:cNvCxnSpPr>
            <a:stCxn id="505" idx="0"/>
            <a:endCxn id="535" idx="7"/>
          </p:cNvCxnSpPr>
          <p:nvPr/>
        </p:nvCxnSpPr>
        <p:spPr bwMode="gray">
          <a:xfrm flipV="1">
            <a:off x="5577476" y="3439181"/>
            <a:ext cx="599473" cy="5072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直接连接符 551"/>
          <p:cNvCxnSpPr>
            <a:stCxn id="505" idx="0"/>
            <a:endCxn id="543" idx="7"/>
          </p:cNvCxnSpPr>
          <p:nvPr/>
        </p:nvCxnSpPr>
        <p:spPr bwMode="gray">
          <a:xfrm flipV="1">
            <a:off x="5577476" y="3439181"/>
            <a:ext cx="1285195" cy="5072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直接连接符 552"/>
          <p:cNvCxnSpPr>
            <a:stCxn id="513" idx="0"/>
            <a:endCxn id="535" idx="7"/>
          </p:cNvCxnSpPr>
          <p:nvPr/>
        </p:nvCxnSpPr>
        <p:spPr bwMode="gray">
          <a:xfrm flipV="1">
            <a:off x="5577476" y="3439181"/>
            <a:ext cx="599473" cy="10008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直接连接符 553"/>
          <p:cNvCxnSpPr>
            <a:stCxn id="513" idx="0"/>
            <a:endCxn id="543" idx="7"/>
          </p:cNvCxnSpPr>
          <p:nvPr/>
        </p:nvCxnSpPr>
        <p:spPr bwMode="gray">
          <a:xfrm flipV="1">
            <a:off x="5577476" y="3439181"/>
            <a:ext cx="1285195" cy="10008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直接连接符 554"/>
          <p:cNvCxnSpPr>
            <a:stCxn id="535" idx="7"/>
            <a:endCxn id="521" idx="21"/>
          </p:cNvCxnSpPr>
          <p:nvPr/>
        </p:nvCxnSpPr>
        <p:spPr bwMode="gray">
          <a:xfrm>
            <a:off x="6176949" y="3439181"/>
            <a:ext cx="1278999" cy="5080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直接连接符 555"/>
          <p:cNvCxnSpPr>
            <a:stCxn id="543" idx="7"/>
            <a:endCxn id="529" idx="21"/>
          </p:cNvCxnSpPr>
          <p:nvPr/>
        </p:nvCxnSpPr>
        <p:spPr bwMode="gray">
          <a:xfrm>
            <a:off x="6862671" y="3439181"/>
            <a:ext cx="593277" cy="10015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直接连接符 556"/>
          <p:cNvCxnSpPr>
            <a:stCxn id="535" idx="7"/>
            <a:endCxn id="529" idx="21"/>
          </p:cNvCxnSpPr>
          <p:nvPr/>
        </p:nvCxnSpPr>
        <p:spPr bwMode="gray">
          <a:xfrm>
            <a:off x="6176949" y="3439181"/>
            <a:ext cx="1278999" cy="10015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直接连接符 557"/>
          <p:cNvCxnSpPr>
            <a:stCxn id="543" idx="7"/>
            <a:endCxn id="521" idx="21"/>
          </p:cNvCxnSpPr>
          <p:nvPr/>
        </p:nvCxnSpPr>
        <p:spPr bwMode="gray">
          <a:xfrm>
            <a:off x="6862671" y="3439181"/>
            <a:ext cx="593277" cy="5080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9" name="组合 558"/>
          <p:cNvGrpSpPr>
            <a:grpSpLocks noChangeAspect="1"/>
          </p:cNvGrpSpPr>
          <p:nvPr/>
        </p:nvGrpSpPr>
        <p:grpSpPr bwMode="gray">
          <a:xfrm>
            <a:off x="6023544" y="5121146"/>
            <a:ext cx="307044" cy="299245"/>
            <a:chOff x="4236651" y="6141866"/>
            <a:chExt cx="715711" cy="697535"/>
          </a:xfrm>
        </p:grpSpPr>
        <p:sp>
          <p:nvSpPr>
            <p:cNvPr id="560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61" name="组合 560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562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63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64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65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66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567" name="组合 566"/>
          <p:cNvGrpSpPr>
            <a:grpSpLocks noChangeAspect="1"/>
          </p:cNvGrpSpPr>
          <p:nvPr/>
        </p:nvGrpSpPr>
        <p:grpSpPr bwMode="gray">
          <a:xfrm>
            <a:off x="6709266" y="5121146"/>
            <a:ext cx="307044" cy="299245"/>
            <a:chOff x="4236651" y="6141866"/>
            <a:chExt cx="715711" cy="697535"/>
          </a:xfrm>
        </p:grpSpPr>
        <p:sp>
          <p:nvSpPr>
            <p:cNvPr id="568" name="圆角矩形 14"/>
            <p:cNvSpPr/>
            <p:nvPr/>
          </p:nvSpPr>
          <p:spPr bwMode="gray">
            <a:xfrm>
              <a:off x="4256096" y="6158113"/>
              <a:ext cx="673894" cy="645469"/>
            </a:xfrm>
            <a:custGeom>
              <a:avLst/>
              <a:gdLst>
                <a:gd name="connsiteX0" fmla="*/ 0 w 664369"/>
                <a:gd name="connsiteY0" fmla="*/ 80713 h 484268"/>
                <a:gd name="connsiteX1" fmla="*/ 80713 w 664369"/>
                <a:gd name="connsiteY1" fmla="*/ 0 h 484268"/>
                <a:gd name="connsiteX2" fmla="*/ 583656 w 664369"/>
                <a:gd name="connsiteY2" fmla="*/ 0 h 484268"/>
                <a:gd name="connsiteX3" fmla="*/ 664369 w 664369"/>
                <a:gd name="connsiteY3" fmla="*/ 80713 h 484268"/>
                <a:gd name="connsiteX4" fmla="*/ 664369 w 664369"/>
                <a:gd name="connsiteY4" fmla="*/ 403555 h 484268"/>
                <a:gd name="connsiteX5" fmla="*/ 583656 w 664369"/>
                <a:gd name="connsiteY5" fmla="*/ 484268 h 484268"/>
                <a:gd name="connsiteX6" fmla="*/ 80713 w 664369"/>
                <a:gd name="connsiteY6" fmla="*/ 484268 h 484268"/>
                <a:gd name="connsiteX7" fmla="*/ 0 w 664369"/>
                <a:gd name="connsiteY7" fmla="*/ 403555 h 484268"/>
                <a:gd name="connsiteX8" fmla="*/ 0 w 664369"/>
                <a:gd name="connsiteY8" fmla="*/ 80713 h 484268"/>
                <a:gd name="connsiteX0" fmla="*/ 0 w 664369"/>
                <a:gd name="connsiteY0" fmla="*/ 80713 h 484712"/>
                <a:gd name="connsiteX1" fmla="*/ 80713 w 664369"/>
                <a:gd name="connsiteY1" fmla="*/ 0 h 484712"/>
                <a:gd name="connsiteX2" fmla="*/ 583656 w 664369"/>
                <a:gd name="connsiteY2" fmla="*/ 0 h 484712"/>
                <a:gd name="connsiteX3" fmla="*/ 664369 w 664369"/>
                <a:gd name="connsiteY3" fmla="*/ 80713 h 484712"/>
                <a:gd name="connsiteX4" fmla="*/ 664369 w 664369"/>
                <a:gd name="connsiteY4" fmla="*/ 403555 h 484712"/>
                <a:gd name="connsiteX5" fmla="*/ 583656 w 664369"/>
                <a:gd name="connsiteY5" fmla="*/ 484268 h 484712"/>
                <a:gd name="connsiteX6" fmla="*/ 333375 w 664369"/>
                <a:gd name="connsiteY6" fmla="*/ 484712 h 484712"/>
                <a:gd name="connsiteX7" fmla="*/ 80713 w 664369"/>
                <a:gd name="connsiteY7" fmla="*/ 484268 h 484712"/>
                <a:gd name="connsiteX8" fmla="*/ 0 w 664369"/>
                <a:gd name="connsiteY8" fmla="*/ 403555 h 484712"/>
                <a:gd name="connsiteX9" fmla="*/ 0 w 664369"/>
                <a:gd name="connsiteY9" fmla="*/ 80713 h 484712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83656 w 664369"/>
                <a:gd name="connsiteY5" fmla="*/ 484268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64369"/>
                <a:gd name="connsiteY0" fmla="*/ 80713 h 553768"/>
                <a:gd name="connsiteX1" fmla="*/ 80713 w 664369"/>
                <a:gd name="connsiteY1" fmla="*/ 0 h 553768"/>
                <a:gd name="connsiteX2" fmla="*/ 583656 w 664369"/>
                <a:gd name="connsiteY2" fmla="*/ 0 h 553768"/>
                <a:gd name="connsiteX3" fmla="*/ 664369 w 664369"/>
                <a:gd name="connsiteY3" fmla="*/ 80713 h 553768"/>
                <a:gd name="connsiteX4" fmla="*/ 664369 w 664369"/>
                <a:gd name="connsiteY4" fmla="*/ 403555 h 553768"/>
                <a:gd name="connsiteX5" fmla="*/ 564606 w 664369"/>
                <a:gd name="connsiteY5" fmla="*/ 498556 h 553768"/>
                <a:gd name="connsiteX6" fmla="*/ 338137 w 664369"/>
                <a:gd name="connsiteY6" fmla="*/ 553768 h 553768"/>
                <a:gd name="connsiteX7" fmla="*/ 80713 w 664369"/>
                <a:gd name="connsiteY7" fmla="*/ 484268 h 553768"/>
                <a:gd name="connsiteX8" fmla="*/ 0 w 664369"/>
                <a:gd name="connsiteY8" fmla="*/ 403555 h 553768"/>
                <a:gd name="connsiteX9" fmla="*/ 0 w 664369"/>
                <a:gd name="connsiteY9" fmla="*/ 80713 h 553768"/>
                <a:gd name="connsiteX0" fmla="*/ 0 w 671513"/>
                <a:gd name="connsiteY0" fmla="*/ 80713 h 553768"/>
                <a:gd name="connsiteX1" fmla="*/ 80713 w 671513"/>
                <a:gd name="connsiteY1" fmla="*/ 0 h 553768"/>
                <a:gd name="connsiteX2" fmla="*/ 583656 w 671513"/>
                <a:gd name="connsiteY2" fmla="*/ 0 h 553768"/>
                <a:gd name="connsiteX3" fmla="*/ 671513 w 671513"/>
                <a:gd name="connsiteY3" fmla="*/ 80713 h 553768"/>
                <a:gd name="connsiteX4" fmla="*/ 664369 w 671513"/>
                <a:gd name="connsiteY4" fmla="*/ 403555 h 553768"/>
                <a:gd name="connsiteX5" fmla="*/ 564606 w 671513"/>
                <a:gd name="connsiteY5" fmla="*/ 498556 h 553768"/>
                <a:gd name="connsiteX6" fmla="*/ 338137 w 671513"/>
                <a:gd name="connsiteY6" fmla="*/ 553768 h 553768"/>
                <a:gd name="connsiteX7" fmla="*/ 80713 w 671513"/>
                <a:gd name="connsiteY7" fmla="*/ 484268 h 553768"/>
                <a:gd name="connsiteX8" fmla="*/ 0 w 671513"/>
                <a:gd name="connsiteY8" fmla="*/ 403555 h 553768"/>
                <a:gd name="connsiteX9" fmla="*/ 0 w 671513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96411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8657"/>
                <a:gd name="connsiteY0" fmla="*/ 80713 h 553768"/>
                <a:gd name="connsiteX1" fmla="*/ 80713 w 678657"/>
                <a:gd name="connsiteY1" fmla="*/ 0 h 553768"/>
                <a:gd name="connsiteX2" fmla="*/ 583656 w 678657"/>
                <a:gd name="connsiteY2" fmla="*/ 0 h 553768"/>
                <a:gd name="connsiteX3" fmla="*/ 671513 w 678657"/>
                <a:gd name="connsiteY3" fmla="*/ 80713 h 553768"/>
                <a:gd name="connsiteX4" fmla="*/ 678657 w 678657"/>
                <a:gd name="connsiteY4" fmla="*/ 377361 h 553768"/>
                <a:gd name="connsiteX5" fmla="*/ 564606 w 678657"/>
                <a:gd name="connsiteY5" fmla="*/ 498556 h 553768"/>
                <a:gd name="connsiteX6" fmla="*/ 338137 w 678657"/>
                <a:gd name="connsiteY6" fmla="*/ 553768 h 553768"/>
                <a:gd name="connsiteX7" fmla="*/ 80713 w 678657"/>
                <a:gd name="connsiteY7" fmla="*/ 484268 h 553768"/>
                <a:gd name="connsiteX8" fmla="*/ 0 w 678657"/>
                <a:gd name="connsiteY8" fmla="*/ 403555 h 553768"/>
                <a:gd name="connsiteX9" fmla="*/ 0 w 678657"/>
                <a:gd name="connsiteY9" fmla="*/ 80713 h 553768"/>
                <a:gd name="connsiteX0" fmla="*/ 0 w 673894"/>
                <a:gd name="connsiteY0" fmla="*/ 80713 h 553768"/>
                <a:gd name="connsiteX1" fmla="*/ 80713 w 673894"/>
                <a:gd name="connsiteY1" fmla="*/ 0 h 553768"/>
                <a:gd name="connsiteX2" fmla="*/ 583656 w 673894"/>
                <a:gd name="connsiteY2" fmla="*/ 0 h 553768"/>
                <a:gd name="connsiteX3" fmla="*/ 671513 w 673894"/>
                <a:gd name="connsiteY3" fmla="*/ 80713 h 553768"/>
                <a:gd name="connsiteX4" fmla="*/ 673894 w 673894"/>
                <a:gd name="connsiteY4" fmla="*/ 379742 h 553768"/>
                <a:gd name="connsiteX5" fmla="*/ 564606 w 673894"/>
                <a:gd name="connsiteY5" fmla="*/ 498556 h 553768"/>
                <a:gd name="connsiteX6" fmla="*/ 338137 w 673894"/>
                <a:gd name="connsiteY6" fmla="*/ 553768 h 553768"/>
                <a:gd name="connsiteX7" fmla="*/ 80713 w 673894"/>
                <a:gd name="connsiteY7" fmla="*/ 484268 h 553768"/>
                <a:gd name="connsiteX8" fmla="*/ 0 w 673894"/>
                <a:gd name="connsiteY8" fmla="*/ 403555 h 553768"/>
                <a:gd name="connsiteX9" fmla="*/ 0 w 673894"/>
                <a:gd name="connsiteY9" fmla="*/ 80713 h 553768"/>
                <a:gd name="connsiteX0" fmla="*/ 0 w 673894"/>
                <a:gd name="connsiteY0" fmla="*/ 81776 h 554831"/>
                <a:gd name="connsiteX1" fmla="*/ 80713 w 673894"/>
                <a:gd name="connsiteY1" fmla="*/ 1063 h 554831"/>
                <a:gd name="connsiteX2" fmla="*/ 326230 w 673894"/>
                <a:gd name="connsiteY2" fmla="*/ 0 h 554831"/>
                <a:gd name="connsiteX3" fmla="*/ 583656 w 673894"/>
                <a:gd name="connsiteY3" fmla="*/ 1063 h 554831"/>
                <a:gd name="connsiteX4" fmla="*/ 671513 w 673894"/>
                <a:gd name="connsiteY4" fmla="*/ 81776 h 554831"/>
                <a:gd name="connsiteX5" fmla="*/ 673894 w 673894"/>
                <a:gd name="connsiteY5" fmla="*/ 380805 h 554831"/>
                <a:gd name="connsiteX6" fmla="*/ 564606 w 673894"/>
                <a:gd name="connsiteY6" fmla="*/ 499619 h 554831"/>
                <a:gd name="connsiteX7" fmla="*/ 338137 w 673894"/>
                <a:gd name="connsiteY7" fmla="*/ 554831 h 554831"/>
                <a:gd name="connsiteX8" fmla="*/ 80713 w 673894"/>
                <a:gd name="connsiteY8" fmla="*/ 485331 h 554831"/>
                <a:gd name="connsiteX9" fmla="*/ 0 w 673894"/>
                <a:gd name="connsiteY9" fmla="*/ 404618 h 554831"/>
                <a:gd name="connsiteX10" fmla="*/ 0 w 673894"/>
                <a:gd name="connsiteY10" fmla="*/ 81776 h 554831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0 h 638175"/>
                <a:gd name="connsiteX1" fmla="*/ 80713 w 673894"/>
                <a:gd name="connsiteY1" fmla="*/ 84407 h 638175"/>
                <a:gd name="connsiteX2" fmla="*/ 333374 w 673894"/>
                <a:gd name="connsiteY2" fmla="*/ 0 h 638175"/>
                <a:gd name="connsiteX3" fmla="*/ 583656 w 673894"/>
                <a:gd name="connsiteY3" fmla="*/ 84407 h 638175"/>
                <a:gd name="connsiteX4" fmla="*/ 671513 w 673894"/>
                <a:gd name="connsiteY4" fmla="*/ 165120 h 638175"/>
                <a:gd name="connsiteX5" fmla="*/ 673894 w 673894"/>
                <a:gd name="connsiteY5" fmla="*/ 464149 h 638175"/>
                <a:gd name="connsiteX6" fmla="*/ 564606 w 673894"/>
                <a:gd name="connsiteY6" fmla="*/ 582963 h 638175"/>
                <a:gd name="connsiteX7" fmla="*/ 338137 w 673894"/>
                <a:gd name="connsiteY7" fmla="*/ 638175 h 638175"/>
                <a:gd name="connsiteX8" fmla="*/ 80713 w 673894"/>
                <a:gd name="connsiteY8" fmla="*/ 568675 h 638175"/>
                <a:gd name="connsiteX9" fmla="*/ 0 w 673894"/>
                <a:gd name="connsiteY9" fmla="*/ 487962 h 638175"/>
                <a:gd name="connsiteX10" fmla="*/ 0 w 673894"/>
                <a:gd name="connsiteY10" fmla="*/ 165120 h 638175"/>
                <a:gd name="connsiteX0" fmla="*/ 0 w 673894"/>
                <a:gd name="connsiteY0" fmla="*/ 165122 h 638177"/>
                <a:gd name="connsiteX1" fmla="*/ 80713 w 673894"/>
                <a:gd name="connsiteY1" fmla="*/ 84409 h 638177"/>
                <a:gd name="connsiteX2" fmla="*/ 333374 w 673894"/>
                <a:gd name="connsiteY2" fmla="*/ 2 h 638177"/>
                <a:gd name="connsiteX3" fmla="*/ 583656 w 673894"/>
                <a:gd name="connsiteY3" fmla="*/ 84409 h 638177"/>
                <a:gd name="connsiteX4" fmla="*/ 671513 w 673894"/>
                <a:gd name="connsiteY4" fmla="*/ 165122 h 638177"/>
                <a:gd name="connsiteX5" fmla="*/ 673894 w 673894"/>
                <a:gd name="connsiteY5" fmla="*/ 464151 h 638177"/>
                <a:gd name="connsiteX6" fmla="*/ 564606 w 673894"/>
                <a:gd name="connsiteY6" fmla="*/ 582965 h 638177"/>
                <a:gd name="connsiteX7" fmla="*/ 338137 w 673894"/>
                <a:gd name="connsiteY7" fmla="*/ 638177 h 638177"/>
                <a:gd name="connsiteX8" fmla="*/ 80713 w 673894"/>
                <a:gd name="connsiteY8" fmla="*/ 568677 h 638177"/>
                <a:gd name="connsiteX9" fmla="*/ 0 w 673894"/>
                <a:gd name="connsiteY9" fmla="*/ 487964 h 638177"/>
                <a:gd name="connsiteX10" fmla="*/ 0 w 673894"/>
                <a:gd name="connsiteY10" fmla="*/ 165122 h 638177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80713 w 673894"/>
                <a:gd name="connsiteY1" fmla="*/ 84417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37863 w 673894"/>
                <a:gd name="connsiteY1" fmla="*/ 39174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65130 h 638185"/>
                <a:gd name="connsiteX1" fmla="*/ 123575 w 673894"/>
                <a:gd name="connsiteY1" fmla="*/ 36792 h 638185"/>
                <a:gd name="connsiteX2" fmla="*/ 333374 w 673894"/>
                <a:gd name="connsiteY2" fmla="*/ 10 h 638185"/>
                <a:gd name="connsiteX3" fmla="*/ 536031 w 673894"/>
                <a:gd name="connsiteY3" fmla="*/ 41555 h 638185"/>
                <a:gd name="connsiteX4" fmla="*/ 671513 w 673894"/>
                <a:gd name="connsiteY4" fmla="*/ 165130 h 638185"/>
                <a:gd name="connsiteX5" fmla="*/ 673894 w 673894"/>
                <a:gd name="connsiteY5" fmla="*/ 464159 h 638185"/>
                <a:gd name="connsiteX6" fmla="*/ 564606 w 673894"/>
                <a:gd name="connsiteY6" fmla="*/ 582973 h 638185"/>
                <a:gd name="connsiteX7" fmla="*/ 338137 w 673894"/>
                <a:gd name="connsiteY7" fmla="*/ 638185 h 638185"/>
                <a:gd name="connsiteX8" fmla="*/ 80713 w 673894"/>
                <a:gd name="connsiteY8" fmla="*/ 568685 h 638185"/>
                <a:gd name="connsiteX9" fmla="*/ 0 w 673894"/>
                <a:gd name="connsiteY9" fmla="*/ 487972 h 638185"/>
                <a:gd name="connsiteX10" fmla="*/ 0 w 673894"/>
                <a:gd name="connsiteY10" fmla="*/ 165130 h 638185"/>
                <a:gd name="connsiteX0" fmla="*/ 0 w 673894"/>
                <a:gd name="connsiteY0" fmla="*/ 172270 h 645325"/>
                <a:gd name="connsiteX1" fmla="*/ 123575 w 673894"/>
                <a:gd name="connsiteY1" fmla="*/ 43932 h 645325"/>
                <a:gd name="connsiteX2" fmla="*/ 333374 w 673894"/>
                <a:gd name="connsiteY2" fmla="*/ 6 h 645325"/>
                <a:gd name="connsiteX3" fmla="*/ 536031 w 673894"/>
                <a:gd name="connsiteY3" fmla="*/ 48695 h 645325"/>
                <a:gd name="connsiteX4" fmla="*/ 671513 w 673894"/>
                <a:gd name="connsiteY4" fmla="*/ 172270 h 645325"/>
                <a:gd name="connsiteX5" fmla="*/ 673894 w 673894"/>
                <a:gd name="connsiteY5" fmla="*/ 471299 h 645325"/>
                <a:gd name="connsiteX6" fmla="*/ 564606 w 673894"/>
                <a:gd name="connsiteY6" fmla="*/ 590113 h 645325"/>
                <a:gd name="connsiteX7" fmla="*/ 338137 w 673894"/>
                <a:gd name="connsiteY7" fmla="*/ 645325 h 645325"/>
                <a:gd name="connsiteX8" fmla="*/ 80713 w 673894"/>
                <a:gd name="connsiteY8" fmla="*/ 575825 h 645325"/>
                <a:gd name="connsiteX9" fmla="*/ 0 w 673894"/>
                <a:gd name="connsiteY9" fmla="*/ 495112 h 645325"/>
                <a:gd name="connsiteX10" fmla="*/ 0 w 673894"/>
                <a:gd name="connsiteY10" fmla="*/ 172270 h 645325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0 w 673894"/>
                <a:gd name="connsiteY9" fmla="*/ 495113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80713 w 673894"/>
                <a:gd name="connsiteY8" fmla="*/ 575826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326"/>
                <a:gd name="connsiteX1" fmla="*/ 123575 w 673894"/>
                <a:gd name="connsiteY1" fmla="*/ 43933 h 645326"/>
                <a:gd name="connsiteX2" fmla="*/ 333374 w 673894"/>
                <a:gd name="connsiteY2" fmla="*/ 7 h 645326"/>
                <a:gd name="connsiteX3" fmla="*/ 550319 w 673894"/>
                <a:gd name="connsiteY3" fmla="*/ 46315 h 645326"/>
                <a:gd name="connsiteX4" fmla="*/ 671513 w 673894"/>
                <a:gd name="connsiteY4" fmla="*/ 172271 h 645326"/>
                <a:gd name="connsiteX5" fmla="*/ 673894 w 673894"/>
                <a:gd name="connsiteY5" fmla="*/ 471300 h 645326"/>
                <a:gd name="connsiteX6" fmla="*/ 564606 w 673894"/>
                <a:gd name="connsiteY6" fmla="*/ 590114 h 645326"/>
                <a:gd name="connsiteX7" fmla="*/ 338137 w 673894"/>
                <a:gd name="connsiteY7" fmla="*/ 645326 h 645326"/>
                <a:gd name="connsiteX8" fmla="*/ 116432 w 673894"/>
                <a:gd name="connsiteY8" fmla="*/ 587732 h 645326"/>
                <a:gd name="connsiteX9" fmla="*/ 2381 w 673894"/>
                <a:gd name="connsiteY9" fmla="*/ 471301 h 645326"/>
                <a:gd name="connsiteX10" fmla="*/ 0 w 673894"/>
                <a:gd name="connsiteY10" fmla="*/ 172271 h 645326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  <a:gd name="connsiteX0" fmla="*/ 0 w 673894"/>
                <a:gd name="connsiteY0" fmla="*/ 172271 h 645469"/>
                <a:gd name="connsiteX1" fmla="*/ 123575 w 673894"/>
                <a:gd name="connsiteY1" fmla="*/ 43933 h 645469"/>
                <a:gd name="connsiteX2" fmla="*/ 333374 w 673894"/>
                <a:gd name="connsiteY2" fmla="*/ 7 h 645469"/>
                <a:gd name="connsiteX3" fmla="*/ 550319 w 673894"/>
                <a:gd name="connsiteY3" fmla="*/ 46315 h 645469"/>
                <a:gd name="connsiteX4" fmla="*/ 671513 w 673894"/>
                <a:gd name="connsiteY4" fmla="*/ 172271 h 645469"/>
                <a:gd name="connsiteX5" fmla="*/ 673894 w 673894"/>
                <a:gd name="connsiteY5" fmla="*/ 471300 h 645469"/>
                <a:gd name="connsiteX6" fmla="*/ 564606 w 673894"/>
                <a:gd name="connsiteY6" fmla="*/ 590114 h 645469"/>
                <a:gd name="connsiteX7" fmla="*/ 338137 w 673894"/>
                <a:gd name="connsiteY7" fmla="*/ 645326 h 645469"/>
                <a:gd name="connsiteX8" fmla="*/ 116432 w 673894"/>
                <a:gd name="connsiteY8" fmla="*/ 587732 h 645469"/>
                <a:gd name="connsiteX9" fmla="*/ 2381 w 673894"/>
                <a:gd name="connsiteY9" fmla="*/ 471301 h 645469"/>
                <a:gd name="connsiteX10" fmla="*/ 0 w 673894"/>
                <a:gd name="connsiteY10" fmla="*/ 172271 h 64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73894" h="645469">
                  <a:moveTo>
                    <a:pt x="0" y="172271"/>
                  </a:moveTo>
                  <a:cubicBezTo>
                    <a:pt x="0" y="127694"/>
                    <a:pt x="57566" y="79652"/>
                    <a:pt x="123575" y="43933"/>
                  </a:cubicBezTo>
                  <a:cubicBezTo>
                    <a:pt x="191127" y="8653"/>
                    <a:pt x="227723" y="4330"/>
                    <a:pt x="333374" y="7"/>
                  </a:cubicBezTo>
                  <a:cubicBezTo>
                    <a:pt x="414420" y="-432"/>
                    <a:pt x="466892" y="18179"/>
                    <a:pt x="550319" y="46315"/>
                  </a:cubicBezTo>
                  <a:cubicBezTo>
                    <a:pt x="644902" y="96321"/>
                    <a:pt x="671513" y="127694"/>
                    <a:pt x="671513" y="172271"/>
                  </a:cubicBezTo>
                  <a:cubicBezTo>
                    <a:pt x="672307" y="277504"/>
                    <a:pt x="673100" y="366067"/>
                    <a:pt x="673894" y="471300"/>
                  </a:cubicBezTo>
                  <a:cubicBezTo>
                    <a:pt x="673894" y="511115"/>
                    <a:pt x="609183" y="571064"/>
                    <a:pt x="564606" y="590114"/>
                  </a:cubicBezTo>
                  <a:cubicBezTo>
                    <a:pt x="443872" y="646618"/>
                    <a:pt x="416008" y="645972"/>
                    <a:pt x="338137" y="645326"/>
                  </a:cubicBezTo>
                  <a:cubicBezTo>
                    <a:pt x="271379" y="647559"/>
                    <a:pt x="185571" y="623599"/>
                    <a:pt x="116432" y="587732"/>
                  </a:cubicBezTo>
                  <a:cubicBezTo>
                    <a:pt x="62330" y="554395"/>
                    <a:pt x="2381" y="515878"/>
                    <a:pt x="2381" y="471301"/>
                  </a:cubicBezTo>
                  <a:cubicBezTo>
                    <a:pt x="1587" y="371624"/>
                    <a:pt x="794" y="271948"/>
                    <a:pt x="0" y="172271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69" name="组合 568"/>
            <p:cNvGrpSpPr/>
            <p:nvPr/>
          </p:nvGrpSpPr>
          <p:grpSpPr bwMode="gray">
            <a:xfrm>
              <a:off x="4236651" y="6141866"/>
              <a:ext cx="715711" cy="697535"/>
              <a:chOff x="6853241" y="830259"/>
              <a:chExt cx="536574" cy="523875"/>
            </a:xfrm>
            <a:solidFill>
              <a:schemeClr val="bg1">
                <a:lumMod val="50000"/>
              </a:schemeClr>
            </a:solidFill>
          </p:grpSpPr>
          <p:sp>
            <p:nvSpPr>
              <p:cNvPr id="570" name="Freeform 77"/>
              <p:cNvSpPr>
                <a:spLocks noEditPoints="1"/>
              </p:cNvSpPr>
              <p:nvPr/>
            </p:nvSpPr>
            <p:spPr bwMode="gray">
              <a:xfrm>
                <a:off x="6853241" y="830259"/>
                <a:ext cx="536574" cy="523875"/>
              </a:xfrm>
              <a:custGeom>
                <a:avLst/>
                <a:gdLst>
                  <a:gd name="T0" fmla="*/ 1173 w 1240"/>
                  <a:gd name="T1" fmla="*/ 591 h 1207"/>
                  <a:gd name="T2" fmla="*/ 1173 w 1240"/>
                  <a:gd name="T3" fmla="*/ 591 h 1207"/>
                  <a:gd name="T4" fmla="*/ 620 w 1240"/>
                  <a:gd name="T5" fmla="*/ 870 h 1207"/>
                  <a:gd name="T6" fmla="*/ 66 w 1240"/>
                  <a:gd name="T7" fmla="*/ 591 h 1207"/>
                  <a:gd name="T8" fmla="*/ 66 w 1240"/>
                  <a:gd name="T9" fmla="*/ 501 h 1207"/>
                  <a:gd name="T10" fmla="*/ 620 w 1240"/>
                  <a:gd name="T11" fmla="*/ 689 h 1207"/>
                  <a:gd name="T12" fmla="*/ 1173 w 1240"/>
                  <a:gd name="T13" fmla="*/ 501 h 1207"/>
                  <a:gd name="T14" fmla="*/ 1173 w 1240"/>
                  <a:gd name="T15" fmla="*/ 591 h 1207"/>
                  <a:gd name="T16" fmla="*/ 620 w 1240"/>
                  <a:gd name="T17" fmla="*/ 65 h 1207"/>
                  <a:gd name="T18" fmla="*/ 620 w 1240"/>
                  <a:gd name="T19" fmla="*/ 65 h 1207"/>
                  <a:gd name="T20" fmla="*/ 1173 w 1240"/>
                  <a:gd name="T21" fmla="*/ 344 h 1207"/>
                  <a:gd name="T22" fmla="*/ 620 w 1240"/>
                  <a:gd name="T23" fmla="*/ 622 h 1207"/>
                  <a:gd name="T24" fmla="*/ 66 w 1240"/>
                  <a:gd name="T25" fmla="*/ 344 h 1207"/>
                  <a:gd name="T26" fmla="*/ 620 w 1240"/>
                  <a:gd name="T27" fmla="*/ 65 h 1207"/>
                  <a:gd name="T28" fmla="*/ 620 w 1240"/>
                  <a:gd name="T29" fmla="*/ 0 h 1207"/>
                  <a:gd name="T30" fmla="*/ 620 w 1240"/>
                  <a:gd name="T31" fmla="*/ 0 h 1207"/>
                  <a:gd name="T32" fmla="*/ 0 w 1240"/>
                  <a:gd name="T33" fmla="*/ 344 h 1207"/>
                  <a:gd name="T34" fmla="*/ 0 w 1240"/>
                  <a:gd name="T35" fmla="*/ 356 h 1207"/>
                  <a:gd name="T36" fmla="*/ 0 w 1240"/>
                  <a:gd name="T37" fmla="*/ 361 h 1207"/>
                  <a:gd name="T38" fmla="*/ 0 w 1240"/>
                  <a:gd name="T39" fmla="*/ 591 h 1207"/>
                  <a:gd name="T40" fmla="*/ 0 w 1240"/>
                  <a:gd name="T41" fmla="*/ 593 h 1207"/>
                  <a:gd name="T42" fmla="*/ 0 w 1240"/>
                  <a:gd name="T43" fmla="*/ 594 h 1207"/>
                  <a:gd name="T44" fmla="*/ 0 w 1240"/>
                  <a:gd name="T45" fmla="*/ 824 h 1207"/>
                  <a:gd name="T46" fmla="*/ 442 w 1240"/>
                  <a:gd name="T47" fmla="*/ 1155 h 1207"/>
                  <a:gd name="T48" fmla="*/ 509 w 1240"/>
                  <a:gd name="T49" fmla="*/ 1207 h 1207"/>
                  <a:gd name="T50" fmla="*/ 579 w 1240"/>
                  <a:gd name="T51" fmla="*/ 1138 h 1207"/>
                  <a:gd name="T52" fmla="*/ 509 w 1240"/>
                  <a:gd name="T53" fmla="*/ 1069 h 1207"/>
                  <a:gd name="T54" fmla="*/ 459 w 1240"/>
                  <a:gd name="T55" fmla="*/ 1090 h 1207"/>
                  <a:gd name="T56" fmla="*/ 66 w 1240"/>
                  <a:gd name="T57" fmla="*/ 824 h 1207"/>
                  <a:gd name="T58" fmla="*/ 66 w 1240"/>
                  <a:gd name="T59" fmla="*/ 749 h 1207"/>
                  <a:gd name="T60" fmla="*/ 620 w 1240"/>
                  <a:gd name="T61" fmla="*/ 936 h 1207"/>
                  <a:gd name="T62" fmla="*/ 1173 w 1240"/>
                  <a:gd name="T63" fmla="*/ 750 h 1207"/>
                  <a:gd name="T64" fmla="*/ 1173 w 1240"/>
                  <a:gd name="T65" fmla="*/ 824 h 1207"/>
                  <a:gd name="T66" fmla="*/ 773 w 1240"/>
                  <a:gd name="T67" fmla="*/ 1091 h 1207"/>
                  <a:gd name="T68" fmla="*/ 722 w 1240"/>
                  <a:gd name="T69" fmla="*/ 1069 h 1207"/>
                  <a:gd name="T70" fmla="*/ 653 w 1240"/>
                  <a:gd name="T71" fmla="*/ 1138 h 1207"/>
                  <a:gd name="T72" fmla="*/ 722 w 1240"/>
                  <a:gd name="T73" fmla="*/ 1207 h 1207"/>
                  <a:gd name="T74" fmla="*/ 789 w 1240"/>
                  <a:gd name="T75" fmla="*/ 1156 h 1207"/>
                  <a:gd name="T76" fmla="*/ 1240 w 1240"/>
                  <a:gd name="T77" fmla="*/ 824 h 1207"/>
                  <a:gd name="T78" fmla="*/ 1240 w 1240"/>
                  <a:gd name="T79" fmla="*/ 361 h 1207"/>
                  <a:gd name="T80" fmla="*/ 1239 w 1240"/>
                  <a:gd name="T81" fmla="*/ 361 h 1207"/>
                  <a:gd name="T82" fmla="*/ 1240 w 1240"/>
                  <a:gd name="T83" fmla="*/ 344 h 1207"/>
                  <a:gd name="T84" fmla="*/ 620 w 1240"/>
                  <a:gd name="T85" fmla="*/ 0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240" h="1207">
                    <a:moveTo>
                      <a:pt x="1173" y="591"/>
                    </a:moveTo>
                    <a:lnTo>
                      <a:pt x="1173" y="591"/>
                    </a:lnTo>
                    <a:cubicBezTo>
                      <a:pt x="1173" y="742"/>
                      <a:pt x="920" y="870"/>
                      <a:pt x="620" y="870"/>
                    </a:cubicBezTo>
                    <a:cubicBezTo>
                      <a:pt x="320" y="870"/>
                      <a:pt x="66" y="742"/>
                      <a:pt x="66" y="591"/>
                    </a:cubicBezTo>
                    <a:lnTo>
                      <a:pt x="66" y="501"/>
                    </a:lnTo>
                    <a:cubicBezTo>
                      <a:pt x="168" y="613"/>
                      <a:pt x="375" y="689"/>
                      <a:pt x="620" y="689"/>
                    </a:cubicBezTo>
                    <a:cubicBezTo>
                      <a:pt x="865" y="689"/>
                      <a:pt x="1072" y="613"/>
                      <a:pt x="1173" y="501"/>
                    </a:cubicBezTo>
                    <a:lnTo>
                      <a:pt x="1173" y="591"/>
                    </a:lnTo>
                    <a:close/>
                    <a:moveTo>
                      <a:pt x="620" y="65"/>
                    </a:moveTo>
                    <a:lnTo>
                      <a:pt x="620" y="65"/>
                    </a:lnTo>
                    <a:cubicBezTo>
                      <a:pt x="920" y="65"/>
                      <a:pt x="1173" y="193"/>
                      <a:pt x="1173" y="344"/>
                    </a:cubicBezTo>
                    <a:cubicBezTo>
                      <a:pt x="1173" y="494"/>
                      <a:pt x="920" y="622"/>
                      <a:pt x="620" y="622"/>
                    </a:cubicBezTo>
                    <a:cubicBezTo>
                      <a:pt x="320" y="622"/>
                      <a:pt x="66" y="494"/>
                      <a:pt x="66" y="344"/>
                    </a:cubicBezTo>
                    <a:cubicBezTo>
                      <a:pt x="66" y="193"/>
                      <a:pt x="320" y="65"/>
                      <a:pt x="620" y="65"/>
                    </a:cubicBezTo>
                    <a:close/>
                    <a:moveTo>
                      <a:pt x="620" y="0"/>
                    </a:moveTo>
                    <a:lnTo>
                      <a:pt x="620" y="0"/>
                    </a:lnTo>
                    <a:cubicBezTo>
                      <a:pt x="272" y="0"/>
                      <a:pt x="0" y="150"/>
                      <a:pt x="0" y="344"/>
                    </a:cubicBezTo>
                    <a:cubicBezTo>
                      <a:pt x="0" y="348"/>
                      <a:pt x="0" y="352"/>
                      <a:pt x="0" y="356"/>
                    </a:cubicBezTo>
                    <a:cubicBezTo>
                      <a:pt x="0" y="358"/>
                      <a:pt x="0" y="359"/>
                      <a:pt x="0" y="361"/>
                    </a:cubicBezTo>
                    <a:lnTo>
                      <a:pt x="0" y="591"/>
                    </a:lnTo>
                    <a:cubicBezTo>
                      <a:pt x="0" y="592"/>
                      <a:pt x="0" y="593"/>
                      <a:pt x="0" y="593"/>
                    </a:cubicBezTo>
                    <a:cubicBezTo>
                      <a:pt x="0" y="593"/>
                      <a:pt x="0" y="594"/>
                      <a:pt x="0" y="594"/>
                    </a:cubicBezTo>
                    <a:lnTo>
                      <a:pt x="0" y="824"/>
                    </a:lnTo>
                    <a:cubicBezTo>
                      <a:pt x="0" y="979"/>
                      <a:pt x="182" y="1112"/>
                      <a:pt x="442" y="1155"/>
                    </a:cubicBezTo>
                    <a:cubicBezTo>
                      <a:pt x="450" y="1185"/>
                      <a:pt x="477" y="1207"/>
                      <a:pt x="509" y="1207"/>
                    </a:cubicBezTo>
                    <a:cubicBezTo>
                      <a:pt x="548" y="1207"/>
                      <a:pt x="579" y="1176"/>
                      <a:pt x="579" y="1138"/>
                    </a:cubicBezTo>
                    <a:cubicBezTo>
                      <a:pt x="579" y="1100"/>
                      <a:pt x="548" y="1069"/>
                      <a:pt x="509" y="1069"/>
                    </a:cubicBezTo>
                    <a:cubicBezTo>
                      <a:pt x="490" y="1069"/>
                      <a:pt x="472" y="1077"/>
                      <a:pt x="459" y="1090"/>
                    </a:cubicBezTo>
                    <a:cubicBezTo>
                      <a:pt x="231" y="1054"/>
                      <a:pt x="66" y="945"/>
                      <a:pt x="66" y="824"/>
                    </a:cubicBezTo>
                    <a:lnTo>
                      <a:pt x="66" y="749"/>
                    </a:lnTo>
                    <a:cubicBezTo>
                      <a:pt x="168" y="861"/>
                      <a:pt x="375" y="936"/>
                      <a:pt x="620" y="936"/>
                    </a:cubicBezTo>
                    <a:cubicBezTo>
                      <a:pt x="865" y="936"/>
                      <a:pt x="1072" y="861"/>
                      <a:pt x="1173" y="750"/>
                    </a:cubicBezTo>
                    <a:lnTo>
                      <a:pt x="1173" y="824"/>
                    </a:lnTo>
                    <a:cubicBezTo>
                      <a:pt x="1173" y="947"/>
                      <a:pt x="1005" y="1057"/>
                      <a:pt x="773" y="1091"/>
                    </a:cubicBezTo>
                    <a:cubicBezTo>
                      <a:pt x="761" y="1077"/>
                      <a:pt x="743" y="1069"/>
                      <a:pt x="722" y="1069"/>
                    </a:cubicBezTo>
                    <a:cubicBezTo>
                      <a:pt x="684" y="1069"/>
                      <a:pt x="653" y="1100"/>
                      <a:pt x="653" y="1138"/>
                    </a:cubicBezTo>
                    <a:cubicBezTo>
                      <a:pt x="653" y="1176"/>
                      <a:pt x="684" y="1207"/>
                      <a:pt x="722" y="1207"/>
                    </a:cubicBezTo>
                    <a:cubicBezTo>
                      <a:pt x="754" y="1207"/>
                      <a:pt x="781" y="1186"/>
                      <a:pt x="789" y="1156"/>
                    </a:cubicBezTo>
                    <a:cubicBezTo>
                      <a:pt x="1054" y="1115"/>
                      <a:pt x="1240" y="981"/>
                      <a:pt x="1240" y="824"/>
                    </a:cubicBezTo>
                    <a:lnTo>
                      <a:pt x="1240" y="361"/>
                    </a:lnTo>
                    <a:lnTo>
                      <a:pt x="1239" y="361"/>
                    </a:lnTo>
                    <a:cubicBezTo>
                      <a:pt x="1240" y="355"/>
                      <a:pt x="1240" y="349"/>
                      <a:pt x="1240" y="344"/>
                    </a:cubicBezTo>
                    <a:cubicBezTo>
                      <a:pt x="1240" y="150"/>
                      <a:pt x="968" y="0"/>
                      <a:pt x="6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71" name="Freeform 78"/>
              <p:cNvSpPr>
                <a:spLocks/>
              </p:cNvSpPr>
              <p:nvPr/>
            </p:nvSpPr>
            <p:spPr bwMode="gray">
              <a:xfrm>
                <a:off x="7043738" y="995363"/>
                <a:ext cx="152400" cy="87313"/>
              </a:xfrm>
              <a:custGeom>
                <a:avLst/>
                <a:gdLst>
                  <a:gd name="T0" fmla="*/ 307 w 350"/>
                  <a:gd name="T1" fmla="*/ 73 h 202"/>
                  <a:gd name="T2" fmla="*/ 307 w 350"/>
                  <a:gd name="T3" fmla="*/ 73 h 202"/>
                  <a:gd name="T4" fmla="*/ 202 w 350"/>
                  <a:gd name="T5" fmla="*/ 130 h 202"/>
                  <a:gd name="T6" fmla="*/ 202 w 350"/>
                  <a:gd name="T7" fmla="*/ 53 h 202"/>
                  <a:gd name="T8" fmla="*/ 258 w 350"/>
                  <a:gd name="T9" fmla="*/ 53 h 202"/>
                  <a:gd name="T10" fmla="*/ 258 w 350"/>
                  <a:gd name="T11" fmla="*/ 0 h 202"/>
                  <a:gd name="T12" fmla="*/ 175 w 350"/>
                  <a:gd name="T13" fmla="*/ 0 h 202"/>
                  <a:gd name="T14" fmla="*/ 148 w 350"/>
                  <a:gd name="T15" fmla="*/ 26 h 202"/>
                  <a:gd name="T16" fmla="*/ 148 w 350"/>
                  <a:gd name="T17" fmla="*/ 130 h 202"/>
                  <a:gd name="T18" fmla="*/ 43 w 350"/>
                  <a:gd name="T19" fmla="*/ 73 h 202"/>
                  <a:gd name="T20" fmla="*/ 7 w 350"/>
                  <a:gd name="T21" fmla="*/ 84 h 202"/>
                  <a:gd name="T22" fmla="*/ 17 w 350"/>
                  <a:gd name="T23" fmla="*/ 120 h 202"/>
                  <a:gd name="T24" fmla="*/ 161 w 350"/>
                  <a:gd name="T25" fmla="*/ 198 h 202"/>
                  <a:gd name="T26" fmla="*/ 161 w 350"/>
                  <a:gd name="T27" fmla="*/ 198 h 202"/>
                  <a:gd name="T28" fmla="*/ 162 w 350"/>
                  <a:gd name="T29" fmla="*/ 199 h 202"/>
                  <a:gd name="T30" fmla="*/ 163 w 350"/>
                  <a:gd name="T31" fmla="*/ 199 h 202"/>
                  <a:gd name="T32" fmla="*/ 167 w 350"/>
                  <a:gd name="T33" fmla="*/ 201 h 202"/>
                  <a:gd name="T34" fmla="*/ 168 w 350"/>
                  <a:gd name="T35" fmla="*/ 201 h 202"/>
                  <a:gd name="T36" fmla="*/ 169 w 350"/>
                  <a:gd name="T37" fmla="*/ 201 h 202"/>
                  <a:gd name="T38" fmla="*/ 175 w 350"/>
                  <a:gd name="T39" fmla="*/ 202 h 202"/>
                  <a:gd name="T40" fmla="*/ 175 w 350"/>
                  <a:gd name="T41" fmla="*/ 202 h 202"/>
                  <a:gd name="T42" fmla="*/ 175 w 350"/>
                  <a:gd name="T43" fmla="*/ 202 h 202"/>
                  <a:gd name="T44" fmla="*/ 175 w 350"/>
                  <a:gd name="T45" fmla="*/ 202 h 202"/>
                  <a:gd name="T46" fmla="*/ 181 w 350"/>
                  <a:gd name="T47" fmla="*/ 201 h 202"/>
                  <a:gd name="T48" fmla="*/ 182 w 350"/>
                  <a:gd name="T49" fmla="*/ 201 h 202"/>
                  <a:gd name="T50" fmla="*/ 183 w 350"/>
                  <a:gd name="T51" fmla="*/ 201 h 202"/>
                  <a:gd name="T52" fmla="*/ 187 w 350"/>
                  <a:gd name="T53" fmla="*/ 199 h 202"/>
                  <a:gd name="T54" fmla="*/ 188 w 350"/>
                  <a:gd name="T55" fmla="*/ 199 h 202"/>
                  <a:gd name="T56" fmla="*/ 333 w 350"/>
                  <a:gd name="T57" fmla="*/ 120 h 202"/>
                  <a:gd name="T58" fmla="*/ 343 w 350"/>
                  <a:gd name="T59" fmla="*/ 84 h 202"/>
                  <a:gd name="T60" fmla="*/ 307 w 350"/>
                  <a:gd name="T61" fmla="*/ 73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50" h="202">
                    <a:moveTo>
                      <a:pt x="307" y="73"/>
                    </a:moveTo>
                    <a:lnTo>
                      <a:pt x="307" y="73"/>
                    </a:lnTo>
                    <a:lnTo>
                      <a:pt x="202" y="130"/>
                    </a:lnTo>
                    <a:lnTo>
                      <a:pt x="202" y="53"/>
                    </a:lnTo>
                    <a:lnTo>
                      <a:pt x="258" y="53"/>
                    </a:lnTo>
                    <a:lnTo>
                      <a:pt x="258" y="0"/>
                    </a:lnTo>
                    <a:lnTo>
                      <a:pt x="175" y="0"/>
                    </a:lnTo>
                    <a:cubicBezTo>
                      <a:pt x="160" y="0"/>
                      <a:pt x="148" y="12"/>
                      <a:pt x="148" y="26"/>
                    </a:cubicBezTo>
                    <a:lnTo>
                      <a:pt x="148" y="130"/>
                    </a:lnTo>
                    <a:lnTo>
                      <a:pt x="43" y="73"/>
                    </a:lnTo>
                    <a:cubicBezTo>
                      <a:pt x="30" y="66"/>
                      <a:pt x="14" y="71"/>
                      <a:pt x="7" y="84"/>
                    </a:cubicBezTo>
                    <a:cubicBezTo>
                      <a:pt x="0" y="96"/>
                      <a:pt x="4" y="113"/>
                      <a:pt x="17" y="120"/>
                    </a:cubicBezTo>
                    <a:lnTo>
                      <a:pt x="161" y="198"/>
                    </a:lnTo>
                    <a:cubicBezTo>
                      <a:pt x="161" y="198"/>
                      <a:pt x="161" y="198"/>
                      <a:pt x="161" y="198"/>
                    </a:cubicBezTo>
                    <a:lnTo>
                      <a:pt x="162" y="199"/>
                    </a:lnTo>
                    <a:cubicBezTo>
                      <a:pt x="162" y="199"/>
                      <a:pt x="163" y="199"/>
                      <a:pt x="163" y="199"/>
                    </a:cubicBezTo>
                    <a:cubicBezTo>
                      <a:pt x="164" y="200"/>
                      <a:pt x="166" y="200"/>
                      <a:pt x="167" y="201"/>
                    </a:cubicBezTo>
                    <a:cubicBezTo>
                      <a:pt x="167" y="201"/>
                      <a:pt x="168" y="201"/>
                      <a:pt x="168" y="201"/>
                    </a:cubicBezTo>
                    <a:cubicBezTo>
                      <a:pt x="168" y="201"/>
                      <a:pt x="169" y="201"/>
                      <a:pt x="169" y="201"/>
                    </a:cubicBezTo>
                    <a:cubicBezTo>
                      <a:pt x="171" y="202"/>
                      <a:pt x="173" y="202"/>
                      <a:pt x="175" y="202"/>
                    </a:cubicBezTo>
                    <a:cubicBezTo>
                      <a:pt x="175" y="202"/>
                      <a:pt x="175" y="202"/>
                      <a:pt x="175" y="202"/>
                    </a:cubicBezTo>
                    <a:lnTo>
                      <a:pt x="175" y="202"/>
                    </a:lnTo>
                    <a:lnTo>
                      <a:pt x="175" y="202"/>
                    </a:lnTo>
                    <a:cubicBezTo>
                      <a:pt x="177" y="202"/>
                      <a:pt x="179" y="202"/>
                      <a:pt x="181" y="201"/>
                    </a:cubicBezTo>
                    <a:cubicBezTo>
                      <a:pt x="181" y="201"/>
                      <a:pt x="181" y="201"/>
                      <a:pt x="182" y="201"/>
                    </a:cubicBezTo>
                    <a:cubicBezTo>
                      <a:pt x="182" y="201"/>
                      <a:pt x="182" y="201"/>
                      <a:pt x="183" y="201"/>
                    </a:cubicBezTo>
                    <a:cubicBezTo>
                      <a:pt x="184" y="200"/>
                      <a:pt x="186" y="200"/>
                      <a:pt x="187" y="199"/>
                    </a:cubicBezTo>
                    <a:cubicBezTo>
                      <a:pt x="187" y="199"/>
                      <a:pt x="187" y="199"/>
                      <a:pt x="188" y="199"/>
                    </a:cubicBezTo>
                    <a:lnTo>
                      <a:pt x="333" y="120"/>
                    </a:lnTo>
                    <a:cubicBezTo>
                      <a:pt x="345" y="113"/>
                      <a:pt x="350" y="96"/>
                      <a:pt x="343" y="84"/>
                    </a:cubicBezTo>
                    <a:cubicBezTo>
                      <a:pt x="336" y="71"/>
                      <a:pt x="320" y="66"/>
                      <a:pt x="307" y="7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72" name="Freeform 79"/>
              <p:cNvSpPr>
                <a:spLocks/>
              </p:cNvSpPr>
              <p:nvPr/>
            </p:nvSpPr>
            <p:spPr bwMode="gray">
              <a:xfrm>
                <a:off x="7043738" y="873126"/>
                <a:ext cx="150812" cy="87313"/>
              </a:xfrm>
              <a:custGeom>
                <a:avLst/>
                <a:gdLst>
                  <a:gd name="T0" fmla="*/ 30 w 351"/>
                  <a:gd name="T1" fmla="*/ 133 h 201"/>
                  <a:gd name="T2" fmla="*/ 30 w 351"/>
                  <a:gd name="T3" fmla="*/ 133 h 201"/>
                  <a:gd name="T4" fmla="*/ 43 w 351"/>
                  <a:gd name="T5" fmla="*/ 130 h 201"/>
                  <a:gd name="T6" fmla="*/ 148 w 351"/>
                  <a:gd name="T7" fmla="*/ 72 h 201"/>
                  <a:gd name="T8" fmla="*/ 148 w 351"/>
                  <a:gd name="T9" fmla="*/ 147 h 201"/>
                  <a:gd name="T10" fmla="*/ 92 w 351"/>
                  <a:gd name="T11" fmla="*/ 147 h 201"/>
                  <a:gd name="T12" fmla="*/ 92 w 351"/>
                  <a:gd name="T13" fmla="*/ 201 h 201"/>
                  <a:gd name="T14" fmla="*/ 175 w 351"/>
                  <a:gd name="T15" fmla="*/ 201 h 201"/>
                  <a:gd name="T16" fmla="*/ 202 w 351"/>
                  <a:gd name="T17" fmla="*/ 174 h 201"/>
                  <a:gd name="T18" fmla="*/ 202 w 351"/>
                  <a:gd name="T19" fmla="*/ 72 h 201"/>
                  <a:gd name="T20" fmla="*/ 307 w 351"/>
                  <a:gd name="T21" fmla="*/ 130 h 201"/>
                  <a:gd name="T22" fmla="*/ 320 w 351"/>
                  <a:gd name="T23" fmla="*/ 133 h 201"/>
                  <a:gd name="T24" fmla="*/ 343 w 351"/>
                  <a:gd name="T25" fmla="*/ 119 h 201"/>
                  <a:gd name="T26" fmla="*/ 333 w 351"/>
                  <a:gd name="T27" fmla="*/ 83 h 201"/>
                  <a:gd name="T28" fmla="*/ 188 w 351"/>
                  <a:gd name="T29" fmla="*/ 4 h 201"/>
                  <a:gd name="T30" fmla="*/ 188 w 351"/>
                  <a:gd name="T31" fmla="*/ 4 h 201"/>
                  <a:gd name="T32" fmla="*/ 187 w 351"/>
                  <a:gd name="T33" fmla="*/ 3 h 201"/>
                  <a:gd name="T34" fmla="*/ 184 w 351"/>
                  <a:gd name="T35" fmla="*/ 2 h 201"/>
                  <a:gd name="T36" fmla="*/ 183 w 351"/>
                  <a:gd name="T37" fmla="*/ 2 h 201"/>
                  <a:gd name="T38" fmla="*/ 182 w 351"/>
                  <a:gd name="T39" fmla="*/ 1 h 201"/>
                  <a:gd name="T40" fmla="*/ 179 w 351"/>
                  <a:gd name="T41" fmla="*/ 1 h 201"/>
                  <a:gd name="T42" fmla="*/ 178 w 351"/>
                  <a:gd name="T43" fmla="*/ 1 h 201"/>
                  <a:gd name="T44" fmla="*/ 176 w 351"/>
                  <a:gd name="T45" fmla="*/ 1 h 201"/>
                  <a:gd name="T46" fmla="*/ 175 w 351"/>
                  <a:gd name="T47" fmla="*/ 0 h 201"/>
                  <a:gd name="T48" fmla="*/ 174 w 351"/>
                  <a:gd name="T49" fmla="*/ 1 h 201"/>
                  <a:gd name="T50" fmla="*/ 173 w 351"/>
                  <a:gd name="T51" fmla="*/ 1 h 201"/>
                  <a:gd name="T52" fmla="*/ 171 w 351"/>
                  <a:gd name="T53" fmla="*/ 1 h 201"/>
                  <a:gd name="T54" fmla="*/ 169 w 351"/>
                  <a:gd name="T55" fmla="*/ 1 h 201"/>
                  <a:gd name="T56" fmla="*/ 168 w 351"/>
                  <a:gd name="T57" fmla="*/ 2 h 201"/>
                  <a:gd name="T58" fmla="*/ 166 w 351"/>
                  <a:gd name="T59" fmla="*/ 2 h 201"/>
                  <a:gd name="T60" fmla="*/ 164 w 351"/>
                  <a:gd name="T61" fmla="*/ 3 h 201"/>
                  <a:gd name="T62" fmla="*/ 163 w 351"/>
                  <a:gd name="T63" fmla="*/ 4 h 201"/>
                  <a:gd name="T64" fmla="*/ 162 w 351"/>
                  <a:gd name="T65" fmla="*/ 4 h 201"/>
                  <a:gd name="T66" fmla="*/ 17 w 351"/>
                  <a:gd name="T67" fmla="*/ 83 h 201"/>
                  <a:gd name="T68" fmla="*/ 7 w 351"/>
                  <a:gd name="T69" fmla="*/ 119 h 201"/>
                  <a:gd name="T70" fmla="*/ 30 w 351"/>
                  <a:gd name="T71" fmla="*/ 13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51" h="201">
                    <a:moveTo>
                      <a:pt x="30" y="133"/>
                    </a:moveTo>
                    <a:lnTo>
                      <a:pt x="30" y="133"/>
                    </a:lnTo>
                    <a:cubicBezTo>
                      <a:pt x="35" y="133"/>
                      <a:pt x="39" y="132"/>
                      <a:pt x="43" y="130"/>
                    </a:cubicBezTo>
                    <a:lnTo>
                      <a:pt x="148" y="72"/>
                    </a:lnTo>
                    <a:lnTo>
                      <a:pt x="148" y="147"/>
                    </a:lnTo>
                    <a:lnTo>
                      <a:pt x="92" y="147"/>
                    </a:lnTo>
                    <a:lnTo>
                      <a:pt x="92" y="201"/>
                    </a:lnTo>
                    <a:lnTo>
                      <a:pt x="175" y="201"/>
                    </a:lnTo>
                    <a:cubicBezTo>
                      <a:pt x="190" y="201"/>
                      <a:pt x="202" y="189"/>
                      <a:pt x="202" y="174"/>
                    </a:cubicBezTo>
                    <a:lnTo>
                      <a:pt x="202" y="72"/>
                    </a:lnTo>
                    <a:lnTo>
                      <a:pt x="307" y="130"/>
                    </a:lnTo>
                    <a:cubicBezTo>
                      <a:pt x="311" y="132"/>
                      <a:pt x="316" y="133"/>
                      <a:pt x="320" y="133"/>
                    </a:cubicBezTo>
                    <a:cubicBezTo>
                      <a:pt x="329" y="133"/>
                      <a:pt x="339" y="128"/>
                      <a:pt x="343" y="119"/>
                    </a:cubicBezTo>
                    <a:cubicBezTo>
                      <a:pt x="351" y="106"/>
                      <a:pt x="346" y="90"/>
                      <a:pt x="333" y="83"/>
                    </a:cubicBezTo>
                    <a:lnTo>
                      <a:pt x="188" y="4"/>
                    </a:lnTo>
                    <a:cubicBezTo>
                      <a:pt x="188" y="4"/>
                      <a:pt x="188" y="4"/>
                      <a:pt x="188" y="4"/>
                    </a:cubicBezTo>
                    <a:cubicBezTo>
                      <a:pt x="187" y="3"/>
                      <a:pt x="187" y="3"/>
                      <a:pt x="187" y="3"/>
                    </a:cubicBezTo>
                    <a:cubicBezTo>
                      <a:pt x="186" y="3"/>
                      <a:pt x="185" y="2"/>
                      <a:pt x="184" y="2"/>
                    </a:cubicBezTo>
                    <a:cubicBezTo>
                      <a:pt x="184" y="2"/>
                      <a:pt x="183" y="2"/>
                      <a:pt x="183" y="2"/>
                    </a:cubicBezTo>
                    <a:cubicBezTo>
                      <a:pt x="182" y="1"/>
                      <a:pt x="182" y="1"/>
                      <a:pt x="182" y="1"/>
                    </a:cubicBezTo>
                    <a:cubicBezTo>
                      <a:pt x="181" y="1"/>
                      <a:pt x="180" y="1"/>
                      <a:pt x="179" y="1"/>
                    </a:cubicBezTo>
                    <a:cubicBezTo>
                      <a:pt x="179" y="1"/>
                      <a:pt x="178" y="1"/>
                      <a:pt x="178" y="1"/>
                    </a:cubicBezTo>
                    <a:cubicBezTo>
                      <a:pt x="177" y="1"/>
                      <a:pt x="177" y="1"/>
                      <a:pt x="176" y="1"/>
                    </a:cubicBezTo>
                    <a:cubicBezTo>
                      <a:pt x="176" y="1"/>
                      <a:pt x="176" y="0"/>
                      <a:pt x="175" y="0"/>
                    </a:cubicBezTo>
                    <a:cubicBezTo>
                      <a:pt x="175" y="0"/>
                      <a:pt x="174" y="1"/>
                      <a:pt x="174" y="1"/>
                    </a:cubicBezTo>
                    <a:cubicBezTo>
                      <a:pt x="174" y="1"/>
                      <a:pt x="173" y="1"/>
                      <a:pt x="173" y="1"/>
                    </a:cubicBezTo>
                    <a:cubicBezTo>
                      <a:pt x="172" y="1"/>
                      <a:pt x="172" y="1"/>
                      <a:pt x="171" y="1"/>
                    </a:cubicBezTo>
                    <a:cubicBezTo>
                      <a:pt x="170" y="1"/>
                      <a:pt x="169" y="1"/>
                      <a:pt x="169" y="1"/>
                    </a:cubicBezTo>
                    <a:cubicBezTo>
                      <a:pt x="168" y="1"/>
                      <a:pt x="168" y="1"/>
                      <a:pt x="168" y="2"/>
                    </a:cubicBezTo>
                    <a:cubicBezTo>
                      <a:pt x="167" y="2"/>
                      <a:pt x="167" y="2"/>
                      <a:pt x="166" y="2"/>
                    </a:cubicBezTo>
                    <a:cubicBezTo>
                      <a:pt x="165" y="2"/>
                      <a:pt x="165" y="3"/>
                      <a:pt x="164" y="3"/>
                    </a:cubicBezTo>
                    <a:cubicBezTo>
                      <a:pt x="163" y="3"/>
                      <a:pt x="163" y="3"/>
                      <a:pt x="163" y="4"/>
                    </a:cubicBezTo>
                    <a:cubicBezTo>
                      <a:pt x="163" y="4"/>
                      <a:pt x="162" y="4"/>
                      <a:pt x="162" y="4"/>
                    </a:cubicBezTo>
                    <a:lnTo>
                      <a:pt x="17" y="83"/>
                    </a:lnTo>
                    <a:cubicBezTo>
                      <a:pt x="5" y="90"/>
                      <a:pt x="0" y="106"/>
                      <a:pt x="7" y="119"/>
                    </a:cubicBezTo>
                    <a:cubicBezTo>
                      <a:pt x="12" y="128"/>
                      <a:pt x="21" y="133"/>
                      <a:pt x="30" y="13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73" name="Freeform 80"/>
              <p:cNvSpPr>
                <a:spLocks/>
              </p:cNvSpPr>
              <p:nvPr/>
            </p:nvSpPr>
            <p:spPr bwMode="gray">
              <a:xfrm>
                <a:off x="6938963" y="930276"/>
                <a:ext cx="139700" cy="93663"/>
              </a:xfrm>
              <a:custGeom>
                <a:avLst/>
                <a:gdLst>
                  <a:gd name="T0" fmla="*/ 0 w 324"/>
                  <a:gd name="T1" fmla="*/ 111 h 217"/>
                  <a:gd name="T2" fmla="*/ 0 w 324"/>
                  <a:gd name="T3" fmla="*/ 111 h 217"/>
                  <a:gd name="T4" fmla="*/ 0 w 324"/>
                  <a:gd name="T5" fmla="*/ 113 h 217"/>
                  <a:gd name="T6" fmla="*/ 0 w 324"/>
                  <a:gd name="T7" fmla="*/ 114 h 217"/>
                  <a:gd name="T8" fmla="*/ 1 w 324"/>
                  <a:gd name="T9" fmla="*/ 117 h 217"/>
                  <a:gd name="T10" fmla="*/ 1 w 324"/>
                  <a:gd name="T11" fmla="*/ 118 h 217"/>
                  <a:gd name="T12" fmla="*/ 2 w 324"/>
                  <a:gd name="T13" fmla="*/ 119 h 217"/>
                  <a:gd name="T14" fmla="*/ 2 w 324"/>
                  <a:gd name="T15" fmla="*/ 121 h 217"/>
                  <a:gd name="T16" fmla="*/ 3 w 324"/>
                  <a:gd name="T17" fmla="*/ 123 h 217"/>
                  <a:gd name="T18" fmla="*/ 3 w 324"/>
                  <a:gd name="T19" fmla="*/ 123 h 217"/>
                  <a:gd name="T20" fmla="*/ 4 w 324"/>
                  <a:gd name="T21" fmla="*/ 124 h 217"/>
                  <a:gd name="T22" fmla="*/ 5 w 324"/>
                  <a:gd name="T23" fmla="*/ 126 h 217"/>
                  <a:gd name="T24" fmla="*/ 7 w 324"/>
                  <a:gd name="T25" fmla="*/ 128 h 217"/>
                  <a:gd name="T26" fmla="*/ 8 w 324"/>
                  <a:gd name="T27" fmla="*/ 129 h 217"/>
                  <a:gd name="T28" fmla="*/ 8 w 324"/>
                  <a:gd name="T29" fmla="*/ 129 h 217"/>
                  <a:gd name="T30" fmla="*/ 8 w 324"/>
                  <a:gd name="T31" fmla="*/ 130 h 217"/>
                  <a:gd name="T32" fmla="*/ 10 w 324"/>
                  <a:gd name="T33" fmla="*/ 131 h 217"/>
                  <a:gd name="T34" fmla="*/ 13 w 324"/>
                  <a:gd name="T35" fmla="*/ 133 h 217"/>
                  <a:gd name="T36" fmla="*/ 13 w 324"/>
                  <a:gd name="T37" fmla="*/ 133 h 217"/>
                  <a:gd name="T38" fmla="*/ 14 w 324"/>
                  <a:gd name="T39" fmla="*/ 134 h 217"/>
                  <a:gd name="T40" fmla="*/ 157 w 324"/>
                  <a:gd name="T41" fmla="*/ 213 h 217"/>
                  <a:gd name="T42" fmla="*/ 170 w 324"/>
                  <a:gd name="T43" fmla="*/ 217 h 217"/>
                  <a:gd name="T44" fmla="*/ 193 w 324"/>
                  <a:gd name="T45" fmla="*/ 203 h 217"/>
                  <a:gd name="T46" fmla="*/ 183 w 324"/>
                  <a:gd name="T47" fmla="*/ 167 h 217"/>
                  <a:gd name="T48" fmla="*/ 129 w 324"/>
                  <a:gd name="T49" fmla="*/ 137 h 217"/>
                  <a:gd name="T50" fmla="*/ 271 w 324"/>
                  <a:gd name="T51" fmla="*/ 137 h 217"/>
                  <a:gd name="T52" fmla="*/ 271 w 324"/>
                  <a:gd name="T53" fmla="*/ 176 h 217"/>
                  <a:gd name="T54" fmla="*/ 324 w 324"/>
                  <a:gd name="T55" fmla="*/ 176 h 217"/>
                  <a:gd name="T56" fmla="*/ 324 w 324"/>
                  <a:gd name="T57" fmla="*/ 110 h 217"/>
                  <a:gd name="T58" fmla="*/ 297 w 324"/>
                  <a:gd name="T59" fmla="*/ 84 h 217"/>
                  <a:gd name="T60" fmla="*/ 129 w 324"/>
                  <a:gd name="T61" fmla="*/ 84 h 217"/>
                  <a:gd name="T62" fmla="*/ 183 w 324"/>
                  <a:gd name="T63" fmla="*/ 54 h 217"/>
                  <a:gd name="T64" fmla="*/ 193 w 324"/>
                  <a:gd name="T65" fmla="*/ 17 h 217"/>
                  <a:gd name="T66" fmla="*/ 157 w 324"/>
                  <a:gd name="T67" fmla="*/ 7 h 217"/>
                  <a:gd name="T68" fmla="*/ 14 w 324"/>
                  <a:gd name="T69" fmla="*/ 87 h 217"/>
                  <a:gd name="T70" fmla="*/ 13 w 324"/>
                  <a:gd name="T71" fmla="*/ 88 h 217"/>
                  <a:gd name="T72" fmla="*/ 11 w 324"/>
                  <a:gd name="T73" fmla="*/ 89 h 217"/>
                  <a:gd name="T74" fmla="*/ 10 w 324"/>
                  <a:gd name="T75" fmla="*/ 90 h 217"/>
                  <a:gd name="T76" fmla="*/ 9 w 324"/>
                  <a:gd name="T77" fmla="*/ 91 h 217"/>
                  <a:gd name="T78" fmla="*/ 7 w 324"/>
                  <a:gd name="T79" fmla="*/ 92 h 217"/>
                  <a:gd name="T80" fmla="*/ 6 w 324"/>
                  <a:gd name="T81" fmla="*/ 93 h 217"/>
                  <a:gd name="T82" fmla="*/ 5 w 324"/>
                  <a:gd name="T83" fmla="*/ 95 h 217"/>
                  <a:gd name="T84" fmla="*/ 4 w 324"/>
                  <a:gd name="T85" fmla="*/ 96 h 217"/>
                  <a:gd name="T86" fmla="*/ 3 w 324"/>
                  <a:gd name="T87" fmla="*/ 97 h 217"/>
                  <a:gd name="T88" fmla="*/ 3 w 324"/>
                  <a:gd name="T89" fmla="*/ 98 h 217"/>
                  <a:gd name="T90" fmla="*/ 3 w 324"/>
                  <a:gd name="T91" fmla="*/ 99 h 217"/>
                  <a:gd name="T92" fmla="*/ 2 w 324"/>
                  <a:gd name="T93" fmla="*/ 101 h 217"/>
                  <a:gd name="T94" fmla="*/ 1 w 324"/>
                  <a:gd name="T95" fmla="*/ 103 h 217"/>
                  <a:gd name="T96" fmla="*/ 1 w 324"/>
                  <a:gd name="T97" fmla="*/ 104 h 217"/>
                  <a:gd name="T98" fmla="*/ 0 w 324"/>
                  <a:gd name="T99" fmla="*/ 106 h 217"/>
                  <a:gd name="T100" fmla="*/ 0 w 324"/>
                  <a:gd name="T101" fmla="*/ 108 h 217"/>
                  <a:gd name="T102" fmla="*/ 0 w 324"/>
                  <a:gd name="T103" fmla="*/ 109 h 217"/>
                  <a:gd name="T104" fmla="*/ 0 w 324"/>
                  <a:gd name="T105" fmla="*/ 110 h 217"/>
                  <a:gd name="T106" fmla="*/ 0 w 324"/>
                  <a:gd name="T107" fmla="*/ 111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0" y="111"/>
                    </a:moveTo>
                    <a:lnTo>
                      <a:pt x="0" y="111"/>
                    </a:lnTo>
                    <a:cubicBezTo>
                      <a:pt x="0" y="112"/>
                      <a:pt x="0" y="112"/>
                      <a:pt x="0" y="113"/>
                    </a:cubicBezTo>
                    <a:cubicBezTo>
                      <a:pt x="0" y="113"/>
                      <a:pt x="0" y="114"/>
                      <a:pt x="0" y="114"/>
                    </a:cubicBezTo>
                    <a:cubicBezTo>
                      <a:pt x="0" y="115"/>
                      <a:pt x="1" y="116"/>
                      <a:pt x="1" y="117"/>
                    </a:cubicBezTo>
                    <a:cubicBezTo>
                      <a:pt x="1" y="117"/>
                      <a:pt x="1" y="117"/>
                      <a:pt x="1" y="118"/>
                    </a:cubicBezTo>
                    <a:cubicBezTo>
                      <a:pt x="1" y="118"/>
                      <a:pt x="1" y="119"/>
                      <a:pt x="2" y="119"/>
                    </a:cubicBezTo>
                    <a:cubicBezTo>
                      <a:pt x="2" y="120"/>
                      <a:pt x="2" y="121"/>
                      <a:pt x="2" y="121"/>
                    </a:cubicBezTo>
                    <a:cubicBezTo>
                      <a:pt x="3" y="122"/>
                      <a:pt x="3" y="122"/>
                      <a:pt x="3" y="123"/>
                    </a:cubicBezTo>
                    <a:cubicBezTo>
                      <a:pt x="3" y="123"/>
                      <a:pt x="3" y="123"/>
                      <a:pt x="3" y="123"/>
                    </a:cubicBezTo>
                    <a:cubicBezTo>
                      <a:pt x="3" y="123"/>
                      <a:pt x="4" y="124"/>
                      <a:pt x="4" y="124"/>
                    </a:cubicBezTo>
                    <a:cubicBezTo>
                      <a:pt x="4" y="125"/>
                      <a:pt x="5" y="125"/>
                      <a:pt x="5" y="126"/>
                    </a:cubicBezTo>
                    <a:cubicBezTo>
                      <a:pt x="6" y="127"/>
                      <a:pt x="6" y="127"/>
                      <a:pt x="7" y="128"/>
                    </a:cubicBezTo>
                    <a:cubicBezTo>
                      <a:pt x="7" y="128"/>
                      <a:pt x="7" y="129"/>
                      <a:pt x="8" y="129"/>
                    </a:cubicBezTo>
                    <a:cubicBezTo>
                      <a:pt x="8" y="129"/>
                      <a:pt x="8" y="129"/>
                      <a:pt x="8" y="129"/>
                    </a:cubicBezTo>
                    <a:cubicBezTo>
                      <a:pt x="8" y="129"/>
                      <a:pt x="8" y="129"/>
                      <a:pt x="8" y="130"/>
                    </a:cubicBezTo>
                    <a:cubicBezTo>
                      <a:pt x="9" y="130"/>
                      <a:pt x="10" y="131"/>
                      <a:pt x="10" y="131"/>
                    </a:cubicBezTo>
                    <a:cubicBezTo>
                      <a:pt x="11" y="132"/>
                      <a:pt x="12" y="132"/>
                      <a:pt x="13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4" y="133"/>
                      <a:pt x="14" y="134"/>
                      <a:pt x="14" y="134"/>
                    </a:cubicBezTo>
                    <a:lnTo>
                      <a:pt x="157" y="213"/>
                    </a:lnTo>
                    <a:cubicBezTo>
                      <a:pt x="161" y="216"/>
                      <a:pt x="166" y="217"/>
                      <a:pt x="170" y="217"/>
                    </a:cubicBezTo>
                    <a:cubicBezTo>
                      <a:pt x="179" y="217"/>
                      <a:pt x="189" y="212"/>
                      <a:pt x="193" y="203"/>
                    </a:cubicBezTo>
                    <a:cubicBezTo>
                      <a:pt x="201" y="190"/>
                      <a:pt x="196" y="174"/>
                      <a:pt x="183" y="167"/>
                    </a:cubicBezTo>
                    <a:lnTo>
                      <a:pt x="129" y="137"/>
                    </a:lnTo>
                    <a:lnTo>
                      <a:pt x="271" y="137"/>
                    </a:lnTo>
                    <a:lnTo>
                      <a:pt x="271" y="176"/>
                    </a:lnTo>
                    <a:lnTo>
                      <a:pt x="324" y="176"/>
                    </a:lnTo>
                    <a:lnTo>
                      <a:pt x="324" y="110"/>
                    </a:lnTo>
                    <a:cubicBezTo>
                      <a:pt x="324" y="96"/>
                      <a:pt x="312" y="84"/>
                      <a:pt x="297" y="84"/>
                    </a:cubicBezTo>
                    <a:lnTo>
                      <a:pt x="129" y="84"/>
                    </a:lnTo>
                    <a:lnTo>
                      <a:pt x="183" y="54"/>
                    </a:lnTo>
                    <a:cubicBezTo>
                      <a:pt x="196" y="47"/>
                      <a:pt x="201" y="30"/>
                      <a:pt x="193" y="17"/>
                    </a:cubicBezTo>
                    <a:cubicBezTo>
                      <a:pt x="186" y="5"/>
                      <a:pt x="170" y="0"/>
                      <a:pt x="157" y="7"/>
                    </a:cubicBezTo>
                    <a:lnTo>
                      <a:pt x="14" y="87"/>
                    </a:lnTo>
                    <a:cubicBezTo>
                      <a:pt x="13" y="87"/>
                      <a:pt x="13" y="87"/>
                      <a:pt x="13" y="88"/>
                    </a:cubicBezTo>
                    <a:cubicBezTo>
                      <a:pt x="12" y="88"/>
                      <a:pt x="12" y="88"/>
                      <a:pt x="11" y="89"/>
                    </a:cubicBezTo>
                    <a:cubicBezTo>
                      <a:pt x="11" y="89"/>
                      <a:pt x="10" y="89"/>
                      <a:pt x="10" y="90"/>
                    </a:cubicBezTo>
                    <a:cubicBezTo>
                      <a:pt x="9" y="90"/>
                      <a:pt x="9" y="90"/>
                      <a:pt x="9" y="91"/>
                    </a:cubicBezTo>
                    <a:cubicBezTo>
                      <a:pt x="8" y="91"/>
                      <a:pt x="8" y="92"/>
                      <a:pt x="7" y="92"/>
                    </a:cubicBezTo>
                    <a:cubicBezTo>
                      <a:pt x="7" y="93"/>
                      <a:pt x="6" y="93"/>
                      <a:pt x="6" y="93"/>
                    </a:cubicBezTo>
                    <a:cubicBezTo>
                      <a:pt x="6" y="94"/>
                      <a:pt x="5" y="94"/>
                      <a:pt x="5" y="95"/>
                    </a:cubicBezTo>
                    <a:cubicBezTo>
                      <a:pt x="5" y="95"/>
                      <a:pt x="4" y="96"/>
                      <a:pt x="4" y="96"/>
                    </a:cubicBezTo>
                    <a:cubicBezTo>
                      <a:pt x="4" y="97"/>
                      <a:pt x="3" y="97"/>
                      <a:pt x="3" y="97"/>
                    </a:cubicBezTo>
                    <a:cubicBezTo>
                      <a:pt x="3" y="97"/>
                      <a:pt x="3" y="98"/>
                      <a:pt x="3" y="98"/>
                    </a:cubicBezTo>
                    <a:cubicBezTo>
                      <a:pt x="3" y="98"/>
                      <a:pt x="3" y="99"/>
                      <a:pt x="3" y="99"/>
                    </a:cubicBezTo>
                    <a:cubicBezTo>
                      <a:pt x="2" y="100"/>
                      <a:pt x="2" y="100"/>
                      <a:pt x="2" y="101"/>
                    </a:cubicBezTo>
                    <a:cubicBezTo>
                      <a:pt x="1" y="102"/>
                      <a:pt x="1" y="102"/>
                      <a:pt x="1" y="103"/>
                    </a:cubicBezTo>
                    <a:cubicBezTo>
                      <a:pt x="1" y="103"/>
                      <a:pt x="1" y="103"/>
                      <a:pt x="1" y="104"/>
                    </a:cubicBezTo>
                    <a:cubicBezTo>
                      <a:pt x="1" y="105"/>
                      <a:pt x="0" y="105"/>
                      <a:pt x="0" y="106"/>
                    </a:cubicBezTo>
                    <a:cubicBezTo>
                      <a:pt x="0" y="107"/>
                      <a:pt x="0" y="107"/>
                      <a:pt x="0" y="108"/>
                    </a:cubicBezTo>
                    <a:cubicBezTo>
                      <a:pt x="0" y="108"/>
                      <a:pt x="0" y="109"/>
                      <a:pt x="0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0" y="111"/>
                      <a:pt x="0" y="111"/>
                      <a:pt x="0" y="11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74" name="Freeform 81"/>
              <p:cNvSpPr>
                <a:spLocks/>
              </p:cNvSpPr>
              <p:nvPr/>
            </p:nvSpPr>
            <p:spPr bwMode="gray">
              <a:xfrm>
                <a:off x="7159625" y="930276"/>
                <a:ext cx="141287" cy="93663"/>
              </a:xfrm>
              <a:custGeom>
                <a:avLst/>
                <a:gdLst>
                  <a:gd name="T0" fmla="*/ 141 w 324"/>
                  <a:gd name="T1" fmla="*/ 54 h 217"/>
                  <a:gd name="T2" fmla="*/ 141 w 324"/>
                  <a:gd name="T3" fmla="*/ 54 h 217"/>
                  <a:gd name="T4" fmla="*/ 195 w 324"/>
                  <a:gd name="T5" fmla="*/ 84 h 217"/>
                  <a:gd name="T6" fmla="*/ 54 w 324"/>
                  <a:gd name="T7" fmla="*/ 84 h 217"/>
                  <a:gd name="T8" fmla="*/ 54 w 324"/>
                  <a:gd name="T9" fmla="*/ 43 h 217"/>
                  <a:gd name="T10" fmla="*/ 0 w 324"/>
                  <a:gd name="T11" fmla="*/ 43 h 217"/>
                  <a:gd name="T12" fmla="*/ 0 w 324"/>
                  <a:gd name="T13" fmla="*/ 110 h 217"/>
                  <a:gd name="T14" fmla="*/ 27 w 324"/>
                  <a:gd name="T15" fmla="*/ 137 h 217"/>
                  <a:gd name="T16" fmla="*/ 195 w 324"/>
                  <a:gd name="T17" fmla="*/ 137 h 217"/>
                  <a:gd name="T18" fmla="*/ 141 w 324"/>
                  <a:gd name="T19" fmla="*/ 167 h 217"/>
                  <a:gd name="T20" fmla="*/ 131 w 324"/>
                  <a:gd name="T21" fmla="*/ 203 h 217"/>
                  <a:gd name="T22" fmla="*/ 154 w 324"/>
                  <a:gd name="T23" fmla="*/ 217 h 217"/>
                  <a:gd name="T24" fmla="*/ 167 w 324"/>
                  <a:gd name="T25" fmla="*/ 213 h 217"/>
                  <a:gd name="T26" fmla="*/ 310 w 324"/>
                  <a:gd name="T27" fmla="*/ 134 h 217"/>
                  <a:gd name="T28" fmla="*/ 311 w 324"/>
                  <a:gd name="T29" fmla="*/ 133 h 217"/>
                  <a:gd name="T30" fmla="*/ 311 w 324"/>
                  <a:gd name="T31" fmla="*/ 133 h 217"/>
                  <a:gd name="T32" fmla="*/ 314 w 324"/>
                  <a:gd name="T33" fmla="*/ 131 h 217"/>
                  <a:gd name="T34" fmla="*/ 316 w 324"/>
                  <a:gd name="T35" fmla="*/ 130 h 217"/>
                  <a:gd name="T36" fmla="*/ 316 w 324"/>
                  <a:gd name="T37" fmla="*/ 129 h 217"/>
                  <a:gd name="T38" fmla="*/ 317 w 324"/>
                  <a:gd name="T39" fmla="*/ 129 h 217"/>
                  <a:gd name="T40" fmla="*/ 317 w 324"/>
                  <a:gd name="T41" fmla="*/ 128 h 217"/>
                  <a:gd name="T42" fmla="*/ 319 w 324"/>
                  <a:gd name="T43" fmla="*/ 126 h 217"/>
                  <a:gd name="T44" fmla="*/ 320 w 324"/>
                  <a:gd name="T45" fmla="*/ 124 h 217"/>
                  <a:gd name="T46" fmla="*/ 321 w 324"/>
                  <a:gd name="T47" fmla="*/ 123 h 217"/>
                  <a:gd name="T48" fmla="*/ 321 w 324"/>
                  <a:gd name="T49" fmla="*/ 123 h 217"/>
                  <a:gd name="T50" fmla="*/ 322 w 324"/>
                  <a:gd name="T51" fmla="*/ 122 h 217"/>
                  <a:gd name="T52" fmla="*/ 322 w 324"/>
                  <a:gd name="T53" fmla="*/ 119 h 217"/>
                  <a:gd name="T54" fmla="*/ 323 w 324"/>
                  <a:gd name="T55" fmla="*/ 118 h 217"/>
                  <a:gd name="T56" fmla="*/ 323 w 324"/>
                  <a:gd name="T57" fmla="*/ 117 h 217"/>
                  <a:gd name="T58" fmla="*/ 324 w 324"/>
                  <a:gd name="T59" fmla="*/ 115 h 217"/>
                  <a:gd name="T60" fmla="*/ 324 w 324"/>
                  <a:gd name="T61" fmla="*/ 113 h 217"/>
                  <a:gd name="T62" fmla="*/ 324 w 324"/>
                  <a:gd name="T63" fmla="*/ 111 h 217"/>
                  <a:gd name="T64" fmla="*/ 324 w 324"/>
                  <a:gd name="T65" fmla="*/ 110 h 217"/>
                  <a:gd name="T66" fmla="*/ 324 w 324"/>
                  <a:gd name="T67" fmla="*/ 109 h 217"/>
                  <a:gd name="T68" fmla="*/ 324 w 324"/>
                  <a:gd name="T69" fmla="*/ 108 h 217"/>
                  <a:gd name="T70" fmla="*/ 324 w 324"/>
                  <a:gd name="T71" fmla="*/ 106 h 217"/>
                  <a:gd name="T72" fmla="*/ 323 w 324"/>
                  <a:gd name="T73" fmla="*/ 104 h 217"/>
                  <a:gd name="T74" fmla="*/ 323 w 324"/>
                  <a:gd name="T75" fmla="*/ 103 h 217"/>
                  <a:gd name="T76" fmla="*/ 322 w 324"/>
                  <a:gd name="T77" fmla="*/ 101 h 217"/>
                  <a:gd name="T78" fmla="*/ 322 w 324"/>
                  <a:gd name="T79" fmla="*/ 99 h 217"/>
                  <a:gd name="T80" fmla="*/ 321 w 324"/>
                  <a:gd name="T81" fmla="*/ 98 h 217"/>
                  <a:gd name="T82" fmla="*/ 321 w 324"/>
                  <a:gd name="T83" fmla="*/ 97 h 217"/>
                  <a:gd name="T84" fmla="*/ 320 w 324"/>
                  <a:gd name="T85" fmla="*/ 96 h 217"/>
                  <a:gd name="T86" fmla="*/ 319 w 324"/>
                  <a:gd name="T87" fmla="*/ 95 h 217"/>
                  <a:gd name="T88" fmla="*/ 318 w 324"/>
                  <a:gd name="T89" fmla="*/ 93 h 217"/>
                  <a:gd name="T90" fmla="*/ 317 w 324"/>
                  <a:gd name="T91" fmla="*/ 92 h 217"/>
                  <a:gd name="T92" fmla="*/ 316 w 324"/>
                  <a:gd name="T93" fmla="*/ 91 h 217"/>
                  <a:gd name="T94" fmla="*/ 314 w 324"/>
                  <a:gd name="T95" fmla="*/ 90 h 217"/>
                  <a:gd name="T96" fmla="*/ 313 w 324"/>
                  <a:gd name="T97" fmla="*/ 89 h 217"/>
                  <a:gd name="T98" fmla="*/ 311 w 324"/>
                  <a:gd name="T99" fmla="*/ 88 h 217"/>
                  <a:gd name="T100" fmla="*/ 310 w 324"/>
                  <a:gd name="T101" fmla="*/ 87 h 217"/>
                  <a:gd name="T102" fmla="*/ 167 w 324"/>
                  <a:gd name="T103" fmla="*/ 7 h 217"/>
                  <a:gd name="T104" fmla="*/ 131 w 324"/>
                  <a:gd name="T105" fmla="*/ 18 h 217"/>
                  <a:gd name="T106" fmla="*/ 141 w 324"/>
                  <a:gd name="T107" fmla="*/ 54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4" h="217">
                    <a:moveTo>
                      <a:pt x="141" y="54"/>
                    </a:moveTo>
                    <a:lnTo>
                      <a:pt x="141" y="54"/>
                    </a:lnTo>
                    <a:lnTo>
                      <a:pt x="195" y="84"/>
                    </a:lnTo>
                    <a:lnTo>
                      <a:pt x="54" y="84"/>
                    </a:lnTo>
                    <a:lnTo>
                      <a:pt x="54" y="43"/>
                    </a:lnTo>
                    <a:lnTo>
                      <a:pt x="0" y="43"/>
                    </a:lnTo>
                    <a:lnTo>
                      <a:pt x="0" y="110"/>
                    </a:lnTo>
                    <a:cubicBezTo>
                      <a:pt x="0" y="125"/>
                      <a:pt x="12" y="137"/>
                      <a:pt x="27" y="137"/>
                    </a:cubicBezTo>
                    <a:lnTo>
                      <a:pt x="195" y="137"/>
                    </a:lnTo>
                    <a:lnTo>
                      <a:pt x="141" y="167"/>
                    </a:lnTo>
                    <a:cubicBezTo>
                      <a:pt x="128" y="174"/>
                      <a:pt x="124" y="190"/>
                      <a:pt x="131" y="203"/>
                    </a:cubicBezTo>
                    <a:cubicBezTo>
                      <a:pt x="136" y="212"/>
                      <a:pt x="145" y="217"/>
                      <a:pt x="154" y="217"/>
                    </a:cubicBezTo>
                    <a:cubicBezTo>
                      <a:pt x="158" y="217"/>
                      <a:pt x="163" y="216"/>
                      <a:pt x="167" y="213"/>
                    </a:cubicBezTo>
                    <a:lnTo>
                      <a:pt x="310" y="134"/>
                    </a:lnTo>
                    <a:cubicBezTo>
                      <a:pt x="311" y="134"/>
                      <a:pt x="311" y="134"/>
                      <a:pt x="311" y="133"/>
                    </a:cubicBezTo>
                    <a:cubicBezTo>
                      <a:pt x="311" y="133"/>
                      <a:pt x="311" y="133"/>
                      <a:pt x="311" y="133"/>
                    </a:cubicBezTo>
                    <a:cubicBezTo>
                      <a:pt x="312" y="133"/>
                      <a:pt x="313" y="132"/>
                      <a:pt x="314" y="131"/>
                    </a:cubicBezTo>
                    <a:cubicBezTo>
                      <a:pt x="314" y="131"/>
                      <a:pt x="315" y="130"/>
                      <a:pt x="316" y="130"/>
                    </a:cubicBezTo>
                    <a:cubicBezTo>
                      <a:pt x="316" y="130"/>
                      <a:pt x="316" y="129"/>
                      <a:pt x="316" y="129"/>
                    </a:cubicBezTo>
                    <a:cubicBezTo>
                      <a:pt x="316" y="129"/>
                      <a:pt x="317" y="129"/>
                      <a:pt x="317" y="129"/>
                    </a:cubicBezTo>
                    <a:cubicBezTo>
                      <a:pt x="317" y="129"/>
                      <a:pt x="317" y="128"/>
                      <a:pt x="317" y="128"/>
                    </a:cubicBezTo>
                    <a:cubicBezTo>
                      <a:pt x="318" y="127"/>
                      <a:pt x="319" y="127"/>
                      <a:pt x="319" y="126"/>
                    </a:cubicBezTo>
                    <a:cubicBezTo>
                      <a:pt x="320" y="125"/>
                      <a:pt x="320" y="125"/>
                      <a:pt x="320" y="124"/>
                    </a:cubicBezTo>
                    <a:cubicBezTo>
                      <a:pt x="320" y="124"/>
                      <a:pt x="321" y="124"/>
                      <a:pt x="321" y="123"/>
                    </a:cubicBezTo>
                    <a:cubicBezTo>
                      <a:pt x="321" y="123"/>
                      <a:pt x="321" y="123"/>
                      <a:pt x="321" y="123"/>
                    </a:cubicBezTo>
                    <a:cubicBezTo>
                      <a:pt x="321" y="122"/>
                      <a:pt x="321" y="122"/>
                      <a:pt x="322" y="122"/>
                    </a:cubicBezTo>
                    <a:cubicBezTo>
                      <a:pt x="322" y="121"/>
                      <a:pt x="322" y="120"/>
                      <a:pt x="322" y="119"/>
                    </a:cubicBezTo>
                    <a:cubicBezTo>
                      <a:pt x="323" y="119"/>
                      <a:pt x="323" y="118"/>
                      <a:pt x="323" y="118"/>
                    </a:cubicBezTo>
                    <a:cubicBezTo>
                      <a:pt x="323" y="118"/>
                      <a:pt x="323" y="117"/>
                      <a:pt x="323" y="117"/>
                    </a:cubicBezTo>
                    <a:cubicBezTo>
                      <a:pt x="324" y="116"/>
                      <a:pt x="324" y="115"/>
                      <a:pt x="324" y="115"/>
                    </a:cubicBezTo>
                    <a:cubicBezTo>
                      <a:pt x="324" y="114"/>
                      <a:pt x="324" y="113"/>
                      <a:pt x="324" y="113"/>
                    </a:cubicBezTo>
                    <a:cubicBezTo>
                      <a:pt x="324" y="112"/>
                      <a:pt x="324" y="112"/>
                      <a:pt x="324" y="111"/>
                    </a:cubicBezTo>
                    <a:cubicBezTo>
                      <a:pt x="324" y="111"/>
                      <a:pt x="324" y="111"/>
                      <a:pt x="324" y="110"/>
                    </a:cubicBezTo>
                    <a:cubicBezTo>
                      <a:pt x="324" y="110"/>
                      <a:pt x="324" y="110"/>
                      <a:pt x="324" y="109"/>
                    </a:cubicBezTo>
                    <a:cubicBezTo>
                      <a:pt x="324" y="109"/>
                      <a:pt x="324" y="108"/>
                      <a:pt x="324" y="108"/>
                    </a:cubicBezTo>
                    <a:cubicBezTo>
                      <a:pt x="324" y="107"/>
                      <a:pt x="324" y="107"/>
                      <a:pt x="324" y="106"/>
                    </a:cubicBezTo>
                    <a:cubicBezTo>
                      <a:pt x="324" y="105"/>
                      <a:pt x="324" y="105"/>
                      <a:pt x="323" y="104"/>
                    </a:cubicBezTo>
                    <a:cubicBezTo>
                      <a:pt x="323" y="104"/>
                      <a:pt x="323" y="103"/>
                      <a:pt x="323" y="103"/>
                    </a:cubicBezTo>
                    <a:cubicBezTo>
                      <a:pt x="323" y="102"/>
                      <a:pt x="323" y="102"/>
                      <a:pt x="322" y="101"/>
                    </a:cubicBezTo>
                    <a:cubicBezTo>
                      <a:pt x="322" y="100"/>
                      <a:pt x="322" y="100"/>
                      <a:pt x="322" y="99"/>
                    </a:cubicBezTo>
                    <a:cubicBezTo>
                      <a:pt x="321" y="99"/>
                      <a:pt x="321" y="98"/>
                      <a:pt x="321" y="98"/>
                    </a:cubicBezTo>
                    <a:cubicBezTo>
                      <a:pt x="321" y="98"/>
                      <a:pt x="321" y="97"/>
                      <a:pt x="321" y="97"/>
                    </a:cubicBezTo>
                    <a:cubicBezTo>
                      <a:pt x="321" y="97"/>
                      <a:pt x="320" y="97"/>
                      <a:pt x="320" y="96"/>
                    </a:cubicBezTo>
                    <a:cubicBezTo>
                      <a:pt x="320" y="96"/>
                      <a:pt x="319" y="95"/>
                      <a:pt x="319" y="95"/>
                    </a:cubicBezTo>
                    <a:cubicBezTo>
                      <a:pt x="319" y="94"/>
                      <a:pt x="318" y="94"/>
                      <a:pt x="318" y="93"/>
                    </a:cubicBezTo>
                    <a:cubicBezTo>
                      <a:pt x="318" y="93"/>
                      <a:pt x="317" y="93"/>
                      <a:pt x="317" y="92"/>
                    </a:cubicBezTo>
                    <a:cubicBezTo>
                      <a:pt x="317" y="92"/>
                      <a:pt x="316" y="91"/>
                      <a:pt x="316" y="91"/>
                    </a:cubicBezTo>
                    <a:cubicBezTo>
                      <a:pt x="315" y="90"/>
                      <a:pt x="315" y="90"/>
                      <a:pt x="314" y="90"/>
                    </a:cubicBezTo>
                    <a:cubicBezTo>
                      <a:pt x="314" y="89"/>
                      <a:pt x="314" y="89"/>
                      <a:pt x="313" y="89"/>
                    </a:cubicBezTo>
                    <a:cubicBezTo>
                      <a:pt x="313" y="88"/>
                      <a:pt x="312" y="88"/>
                      <a:pt x="311" y="88"/>
                    </a:cubicBezTo>
                    <a:cubicBezTo>
                      <a:pt x="311" y="87"/>
                      <a:pt x="311" y="87"/>
                      <a:pt x="310" y="87"/>
                    </a:cubicBezTo>
                    <a:lnTo>
                      <a:pt x="167" y="7"/>
                    </a:lnTo>
                    <a:cubicBezTo>
                      <a:pt x="154" y="0"/>
                      <a:pt x="138" y="5"/>
                      <a:pt x="131" y="18"/>
                    </a:cubicBezTo>
                    <a:cubicBezTo>
                      <a:pt x="124" y="30"/>
                      <a:pt x="128" y="47"/>
                      <a:pt x="141" y="54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608447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40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cxnSp>
        <p:nvCxnSpPr>
          <p:cNvPr id="575" name="直接连接符 574"/>
          <p:cNvCxnSpPr>
            <a:stCxn id="513" idx="0"/>
            <a:endCxn id="560" idx="2"/>
          </p:cNvCxnSpPr>
          <p:nvPr/>
        </p:nvCxnSpPr>
        <p:spPr bwMode="gray">
          <a:xfrm>
            <a:off x="5577476" y="4439996"/>
            <a:ext cx="597429" cy="6881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直接连接符 575"/>
          <p:cNvCxnSpPr>
            <a:stCxn id="505" idx="6"/>
            <a:endCxn id="562" idx="8"/>
          </p:cNvCxnSpPr>
          <p:nvPr/>
        </p:nvCxnSpPr>
        <p:spPr bwMode="gray">
          <a:xfrm>
            <a:off x="5577476" y="3924138"/>
            <a:ext cx="599590" cy="12131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直接连接符 576"/>
          <p:cNvCxnSpPr>
            <a:stCxn id="529" idx="19"/>
            <a:endCxn id="570" idx="14"/>
          </p:cNvCxnSpPr>
          <p:nvPr/>
        </p:nvCxnSpPr>
        <p:spPr bwMode="gray">
          <a:xfrm flipH="1">
            <a:off x="6862788" y="4439996"/>
            <a:ext cx="593160" cy="681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直接连接符 577"/>
          <p:cNvCxnSpPr>
            <a:stCxn id="521" idx="19"/>
            <a:endCxn id="570" idx="14"/>
          </p:cNvCxnSpPr>
          <p:nvPr/>
        </p:nvCxnSpPr>
        <p:spPr bwMode="gray">
          <a:xfrm flipH="1">
            <a:off x="6862788" y="3946451"/>
            <a:ext cx="593160" cy="11746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直接连接符 578"/>
          <p:cNvCxnSpPr>
            <a:stCxn id="535" idx="7"/>
            <a:endCxn id="562" idx="14"/>
          </p:cNvCxnSpPr>
          <p:nvPr/>
        </p:nvCxnSpPr>
        <p:spPr bwMode="gray">
          <a:xfrm>
            <a:off x="6176949" y="3439181"/>
            <a:ext cx="117" cy="16819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直接连接符 579"/>
          <p:cNvCxnSpPr>
            <a:stCxn id="543" idx="7"/>
            <a:endCxn id="570" idx="14"/>
          </p:cNvCxnSpPr>
          <p:nvPr/>
        </p:nvCxnSpPr>
        <p:spPr bwMode="gray">
          <a:xfrm>
            <a:off x="6862671" y="3439181"/>
            <a:ext cx="117" cy="16819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直接连接符 580"/>
          <p:cNvCxnSpPr>
            <a:stCxn id="535" idx="7"/>
            <a:endCxn id="570" idx="14"/>
          </p:cNvCxnSpPr>
          <p:nvPr/>
        </p:nvCxnSpPr>
        <p:spPr bwMode="gray">
          <a:xfrm>
            <a:off x="6176949" y="3439181"/>
            <a:ext cx="685839" cy="16819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直接连接符 581"/>
          <p:cNvCxnSpPr>
            <a:stCxn id="543" idx="7"/>
            <a:endCxn id="560" idx="2"/>
          </p:cNvCxnSpPr>
          <p:nvPr/>
        </p:nvCxnSpPr>
        <p:spPr bwMode="gray">
          <a:xfrm flipH="1">
            <a:off x="6174905" y="3439181"/>
            <a:ext cx="687766" cy="16889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3" name="Freeform 159"/>
          <p:cNvSpPr/>
          <p:nvPr/>
        </p:nvSpPr>
        <p:spPr bwMode="gray">
          <a:xfrm flipH="1">
            <a:off x="6224910" y="2676159"/>
            <a:ext cx="624091" cy="32623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en-US" altLang="zh-CN" sz="1200" b="1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DC2</a:t>
            </a:r>
            <a:endParaRPr lang="en-US" sz="1200" b="1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4" name="Freeform 159"/>
          <p:cNvSpPr/>
          <p:nvPr/>
        </p:nvSpPr>
        <p:spPr bwMode="gray">
          <a:xfrm flipH="1">
            <a:off x="7787311" y="3968900"/>
            <a:ext cx="624091" cy="326230"/>
          </a:xfrm>
          <a:custGeom>
            <a:avLst/>
            <a:gdLst>
              <a:gd name="connsiteX0" fmla="*/ 2693983 w 4431601"/>
              <a:gd name="connsiteY0" fmla="*/ 0 h 2316519"/>
              <a:gd name="connsiteX1" fmla="*/ 1918242 w 4431601"/>
              <a:gd name="connsiteY1" fmla="*/ 324162 h 2316519"/>
              <a:gd name="connsiteX2" fmla="*/ 1859647 w 4431601"/>
              <a:gd name="connsiteY2" fmla="*/ 395807 h 2316519"/>
              <a:gd name="connsiteX3" fmla="*/ 1815580 w 4431601"/>
              <a:gd name="connsiteY3" fmla="*/ 362462 h 2316519"/>
              <a:gd name="connsiteX4" fmla="*/ 1347603 w 4431601"/>
              <a:gd name="connsiteY4" fmla="*/ 231362 h 2316519"/>
              <a:gd name="connsiteX5" fmla="*/ 527605 w 4431601"/>
              <a:gd name="connsiteY5" fmla="*/ 844290 h 2316519"/>
              <a:gd name="connsiteX6" fmla="*/ 523639 w 4431601"/>
              <a:gd name="connsiteY6" fmla="*/ 880372 h 2316519"/>
              <a:gd name="connsiteX7" fmla="*/ 444716 w 4431601"/>
              <a:gd name="connsiteY7" fmla="*/ 905088 h 2316519"/>
              <a:gd name="connsiteX8" fmla="*/ 0 w 4431601"/>
              <a:gd name="connsiteY8" fmla="*/ 1581940 h 2316519"/>
              <a:gd name="connsiteX9" fmla="*/ 653694 w 4431601"/>
              <a:gd name="connsiteY9" fmla="*/ 2312727 h 2316519"/>
              <a:gd name="connsiteX10" fmla="*/ 653931 w 4431601"/>
              <a:gd name="connsiteY10" fmla="*/ 2312739 h 2316519"/>
              <a:gd name="connsiteX11" fmla="*/ 653931 w 4431601"/>
              <a:gd name="connsiteY11" fmla="*/ 2316518 h 2316519"/>
              <a:gd name="connsiteX12" fmla="*/ 728123 w 4431601"/>
              <a:gd name="connsiteY12" fmla="*/ 2316518 h 2316519"/>
              <a:gd name="connsiteX13" fmla="*/ 728142 w 4431601"/>
              <a:gd name="connsiteY13" fmla="*/ 2316519 h 2316519"/>
              <a:gd name="connsiteX14" fmla="*/ 728162 w 4431601"/>
              <a:gd name="connsiteY14" fmla="*/ 2316518 h 2316519"/>
              <a:gd name="connsiteX15" fmla="*/ 3745239 w 4431601"/>
              <a:gd name="connsiteY15" fmla="*/ 2316518 h 2316519"/>
              <a:gd name="connsiteX16" fmla="*/ 3745249 w 4431601"/>
              <a:gd name="connsiteY16" fmla="*/ 2316519 h 2316519"/>
              <a:gd name="connsiteX17" fmla="*/ 3745259 w 4431601"/>
              <a:gd name="connsiteY17" fmla="*/ 2316518 h 2316519"/>
              <a:gd name="connsiteX18" fmla="*/ 3788771 w 4431601"/>
              <a:gd name="connsiteY18" fmla="*/ 2316518 h 2316519"/>
              <a:gd name="connsiteX19" fmla="*/ 3788771 w 4431601"/>
              <a:gd name="connsiteY19" fmla="*/ 2312093 h 2316519"/>
              <a:gd name="connsiteX20" fmla="*/ 3883573 w 4431601"/>
              <a:gd name="connsiteY20" fmla="*/ 2302452 h 2316519"/>
              <a:gd name="connsiteX21" fmla="*/ 4431601 w 4431601"/>
              <a:gd name="connsiteY21" fmla="*/ 1624103 h 2316519"/>
              <a:gd name="connsiteX22" fmla="*/ 3883573 w 4431601"/>
              <a:gd name="connsiteY22" fmla="*/ 945754 h 2316519"/>
              <a:gd name="connsiteX23" fmla="*/ 3773844 w 4431601"/>
              <a:gd name="connsiteY23" fmla="*/ 934595 h 2316519"/>
              <a:gd name="connsiteX24" fmla="*/ 3768759 w 4431601"/>
              <a:gd name="connsiteY24" fmla="*/ 883707 h 2316519"/>
              <a:gd name="connsiteX25" fmla="*/ 2693983 w 4431601"/>
              <a:gd name="connsiteY25" fmla="*/ 0 h 231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431601" h="2316519">
                <a:moveTo>
                  <a:pt x="2693983" y="0"/>
                </a:moveTo>
                <a:cubicBezTo>
                  <a:pt x="2391037" y="0"/>
                  <a:pt x="2116771" y="123878"/>
                  <a:pt x="1918242" y="324162"/>
                </a:cubicBezTo>
                <a:lnTo>
                  <a:pt x="1859647" y="395807"/>
                </a:lnTo>
                <a:lnTo>
                  <a:pt x="1815580" y="362462"/>
                </a:lnTo>
                <a:cubicBezTo>
                  <a:pt x="1681993" y="279692"/>
                  <a:pt x="1520952" y="231362"/>
                  <a:pt x="1347603" y="231362"/>
                </a:cubicBezTo>
                <a:cubicBezTo>
                  <a:pt x="943122" y="231362"/>
                  <a:pt x="605652" y="494493"/>
                  <a:pt x="527605" y="844290"/>
                </a:cubicBezTo>
                <a:lnTo>
                  <a:pt x="523639" y="880372"/>
                </a:lnTo>
                <a:lnTo>
                  <a:pt x="444716" y="905088"/>
                </a:lnTo>
                <a:cubicBezTo>
                  <a:pt x="183375" y="1016603"/>
                  <a:pt x="0" y="1277667"/>
                  <a:pt x="0" y="1581940"/>
                </a:cubicBezTo>
                <a:cubicBezTo>
                  <a:pt x="0" y="1962281"/>
                  <a:pt x="286523" y="2275109"/>
                  <a:pt x="653694" y="2312727"/>
                </a:cubicBezTo>
                <a:lnTo>
                  <a:pt x="653931" y="2312739"/>
                </a:lnTo>
                <a:lnTo>
                  <a:pt x="653931" y="2316518"/>
                </a:lnTo>
                <a:lnTo>
                  <a:pt x="728123" y="2316518"/>
                </a:lnTo>
                <a:lnTo>
                  <a:pt x="728142" y="2316519"/>
                </a:lnTo>
                <a:lnTo>
                  <a:pt x="728162" y="2316518"/>
                </a:lnTo>
                <a:lnTo>
                  <a:pt x="3745239" y="2316518"/>
                </a:lnTo>
                <a:lnTo>
                  <a:pt x="3745249" y="2316519"/>
                </a:lnTo>
                <a:lnTo>
                  <a:pt x="3745259" y="2316518"/>
                </a:lnTo>
                <a:lnTo>
                  <a:pt x="3788771" y="2316518"/>
                </a:lnTo>
                <a:lnTo>
                  <a:pt x="3788771" y="2312093"/>
                </a:lnTo>
                <a:lnTo>
                  <a:pt x="3883573" y="2302452"/>
                </a:lnTo>
                <a:cubicBezTo>
                  <a:pt x="4196332" y="2237887"/>
                  <a:pt x="4431601" y="1958713"/>
                  <a:pt x="4431601" y="1624103"/>
                </a:cubicBezTo>
                <a:cubicBezTo>
                  <a:pt x="4431601" y="1289493"/>
                  <a:pt x="4196332" y="1010319"/>
                  <a:pt x="3883573" y="945754"/>
                </a:cubicBezTo>
                <a:lnTo>
                  <a:pt x="3773844" y="934595"/>
                </a:lnTo>
                <a:lnTo>
                  <a:pt x="3768759" y="883707"/>
                </a:lnTo>
                <a:cubicBezTo>
                  <a:pt x="3666462" y="379376"/>
                  <a:pt x="3224139" y="0"/>
                  <a:pt x="2693983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108000" rtlCol="0" anchor="ctr">
            <a:noAutofit/>
          </a:bodyPr>
          <a:lstStyle/>
          <a:p>
            <a:pPr algn="ctr"/>
            <a:r>
              <a:rPr lang="en-US" altLang="zh-CN" sz="1200" b="1" dirty="0" smtClean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DC3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5" name="圆柱形 584"/>
          <p:cNvSpPr/>
          <p:nvPr/>
        </p:nvSpPr>
        <p:spPr bwMode="gray">
          <a:xfrm>
            <a:off x="4851167" y="3386362"/>
            <a:ext cx="178532" cy="516402"/>
          </a:xfrm>
          <a:prstGeom prst="can">
            <a:avLst/>
          </a:prstGeom>
          <a:solidFill>
            <a:schemeClr val="bg1">
              <a:lumMod val="6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6" name="圆柱形 585"/>
          <p:cNvSpPr/>
          <p:nvPr/>
        </p:nvSpPr>
        <p:spPr bwMode="gray">
          <a:xfrm>
            <a:off x="4851167" y="3622066"/>
            <a:ext cx="178532" cy="278648"/>
          </a:xfrm>
          <a:prstGeom prst="can">
            <a:avLst>
              <a:gd name="adj" fmla="val 2370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7" name="圆柱形 586"/>
          <p:cNvSpPr/>
          <p:nvPr/>
        </p:nvSpPr>
        <p:spPr bwMode="gray">
          <a:xfrm>
            <a:off x="6116268" y="2393053"/>
            <a:ext cx="178532" cy="516402"/>
          </a:xfrm>
          <a:prstGeom prst="can">
            <a:avLst/>
          </a:prstGeom>
          <a:solidFill>
            <a:schemeClr val="bg1">
              <a:lumMod val="6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8" name="圆柱形 587"/>
          <p:cNvSpPr/>
          <p:nvPr/>
        </p:nvSpPr>
        <p:spPr bwMode="gray">
          <a:xfrm>
            <a:off x="8265305" y="3582771"/>
            <a:ext cx="178532" cy="516402"/>
          </a:xfrm>
          <a:prstGeom prst="can">
            <a:avLst/>
          </a:prstGeom>
          <a:solidFill>
            <a:schemeClr val="bg1">
              <a:lumMod val="6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9" name="圆柱形 588"/>
          <p:cNvSpPr/>
          <p:nvPr/>
        </p:nvSpPr>
        <p:spPr bwMode="gray">
          <a:xfrm>
            <a:off x="6116268" y="2598272"/>
            <a:ext cx="178532" cy="315371"/>
          </a:xfrm>
          <a:prstGeom prst="can">
            <a:avLst>
              <a:gd name="adj" fmla="val 43338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0" name="圆柱形 589"/>
          <p:cNvSpPr/>
          <p:nvPr/>
        </p:nvSpPr>
        <p:spPr bwMode="gray">
          <a:xfrm>
            <a:off x="8265305" y="3806898"/>
            <a:ext cx="178532" cy="294417"/>
          </a:xfrm>
          <a:prstGeom prst="ca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16"/>
            <a:endParaRPr lang="zh-CN" altLang="en-US" sz="120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1" name="文本框 160"/>
          <p:cNvSpPr txBox="1"/>
          <p:nvPr/>
        </p:nvSpPr>
        <p:spPr bwMode="gray">
          <a:xfrm>
            <a:off x="4700689" y="311106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16"/>
            <a:r>
              <a:rPr lang="en-US" altLang="zh-CN" sz="120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45%</a:t>
            </a:r>
            <a:endParaRPr lang="zh-CN" altLang="en-US" sz="1200" dirty="0" err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92" name="文本框 161"/>
          <p:cNvSpPr txBox="1"/>
          <p:nvPr/>
        </p:nvSpPr>
        <p:spPr bwMode="gray">
          <a:xfrm>
            <a:off x="5956909" y="2117756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16"/>
            <a:r>
              <a:rPr lang="en-US" altLang="zh-CN" sz="120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50%</a:t>
            </a:r>
            <a:endParaRPr lang="zh-CN" altLang="en-US" sz="1200" dirty="0" err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93" name="文本框 162"/>
          <p:cNvSpPr txBox="1"/>
          <p:nvPr/>
        </p:nvSpPr>
        <p:spPr bwMode="gray">
          <a:xfrm>
            <a:off x="8127140" y="3305772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16"/>
            <a:r>
              <a:rPr lang="en-US" altLang="zh-CN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47%</a:t>
            </a:r>
            <a:endParaRPr lang="zh-CN" altLang="en-US" sz="1200" dirty="0" err="1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sp>
        <p:nvSpPr>
          <p:cNvPr id="594" name="Freeform 111"/>
          <p:cNvSpPr>
            <a:spLocks noEditPoints="1"/>
          </p:cNvSpPr>
          <p:nvPr/>
        </p:nvSpPr>
        <p:spPr bwMode="gray">
          <a:xfrm>
            <a:off x="5664337" y="5668011"/>
            <a:ext cx="416055" cy="272649"/>
          </a:xfrm>
          <a:custGeom>
            <a:avLst/>
            <a:gdLst>
              <a:gd name="T0" fmla="*/ 2147483646 w 257"/>
              <a:gd name="T1" fmla="*/ 2147483646 h 177"/>
              <a:gd name="T2" fmla="*/ 2147483646 w 257"/>
              <a:gd name="T3" fmla="*/ 2147483646 h 177"/>
              <a:gd name="T4" fmla="*/ 2147483646 w 257"/>
              <a:gd name="T5" fmla="*/ 2147483646 h 177"/>
              <a:gd name="T6" fmla="*/ 2147483646 w 257"/>
              <a:gd name="T7" fmla="*/ 2147483646 h 177"/>
              <a:gd name="T8" fmla="*/ 2147483646 w 257"/>
              <a:gd name="T9" fmla="*/ 2147483646 h 177"/>
              <a:gd name="T10" fmla="*/ 2147483646 w 257"/>
              <a:gd name="T11" fmla="*/ 2147483646 h 177"/>
              <a:gd name="T12" fmla="*/ 2147483646 w 257"/>
              <a:gd name="T13" fmla="*/ 2147483646 h 177"/>
              <a:gd name="T14" fmla="*/ 2147483646 w 257"/>
              <a:gd name="T15" fmla="*/ 2147483646 h 177"/>
              <a:gd name="T16" fmla="*/ 2147483646 w 257"/>
              <a:gd name="T17" fmla="*/ 2147483646 h 177"/>
              <a:gd name="T18" fmla="*/ 2147483646 w 257"/>
              <a:gd name="T19" fmla="*/ 2147483646 h 177"/>
              <a:gd name="T20" fmla="*/ 2147483646 w 257"/>
              <a:gd name="T21" fmla="*/ 0 h 177"/>
              <a:gd name="T22" fmla="*/ 2147483646 w 257"/>
              <a:gd name="T23" fmla="*/ 2147483646 h 177"/>
              <a:gd name="T24" fmla="*/ 2147483646 w 257"/>
              <a:gd name="T25" fmla="*/ 2147483646 h 177"/>
              <a:gd name="T26" fmla="*/ 2147483646 w 257"/>
              <a:gd name="T27" fmla="*/ 2147483646 h 177"/>
              <a:gd name="T28" fmla="*/ 2147483646 w 257"/>
              <a:gd name="T29" fmla="*/ 2147483646 h 177"/>
              <a:gd name="T30" fmla="*/ 2147483646 w 257"/>
              <a:gd name="T31" fmla="*/ 2147483646 h 177"/>
              <a:gd name="T32" fmla="*/ 2147483646 w 257"/>
              <a:gd name="T33" fmla="*/ 2147483646 h 177"/>
              <a:gd name="T34" fmla="*/ 2147483646 w 257"/>
              <a:gd name="T35" fmla="*/ 2147483646 h 177"/>
              <a:gd name="T36" fmla="*/ 2147483646 w 257"/>
              <a:gd name="T37" fmla="*/ 2147483646 h 177"/>
              <a:gd name="T38" fmla="*/ 2147483646 w 257"/>
              <a:gd name="T39" fmla="*/ 2147483646 h 177"/>
              <a:gd name="T40" fmla="*/ 2147483646 w 257"/>
              <a:gd name="T41" fmla="*/ 2147483646 h 177"/>
              <a:gd name="T42" fmla="*/ 2147483646 w 257"/>
              <a:gd name="T43" fmla="*/ 2147483646 h 177"/>
              <a:gd name="T44" fmla="*/ 2147483646 w 257"/>
              <a:gd name="T45" fmla="*/ 2147483646 h 177"/>
              <a:gd name="T46" fmla="*/ 2147483646 w 257"/>
              <a:gd name="T47" fmla="*/ 2147483646 h 177"/>
              <a:gd name="T48" fmla="*/ 2147483646 w 257"/>
              <a:gd name="T49" fmla="*/ 2147483646 h 177"/>
              <a:gd name="T50" fmla="*/ 2147483646 w 257"/>
              <a:gd name="T51" fmla="*/ 2147483646 h 177"/>
              <a:gd name="T52" fmla="*/ 2147483646 w 257"/>
              <a:gd name="T53" fmla="*/ 2147483646 h 177"/>
              <a:gd name="T54" fmla="*/ 2147483646 w 257"/>
              <a:gd name="T55" fmla="*/ 2147483646 h 177"/>
              <a:gd name="T56" fmla="*/ 2147483646 w 257"/>
              <a:gd name="T57" fmla="*/ 2147483646 h 177"/>
              <a:gd name="T58" fmla="*/ 2147483646 w 257"/>
              <a:gd name="T59" fmla="*/ 2147483646 h 177"/>
              <a:gd name="T60" fmla="*/ 2147483646 w 257"/>
              <a:gd name="T61" fmla="*/ 2147483646 h 177"/>
              <a:gd name="T62" fmla="*/ 2147483646 w 257"/>
              <a:gd name="T63" fmla="*/ 2147483646 h 177"/>
              <a:gd name="T64" fmla="*/ 2147483646 w 257"/>
              <a:gd name="T65" fmla="*/ 2147483646 h 177"/>
              <a:gd name="T66" fmla="*/ 2147483646 w 257"/>
              <a:gd name="T67" fmla="*/ 2147483646 h 177"/>
              <a:gd name="T68" fmla="*/ 2147483646 w 257"/>
              <a:gd name="T69" fmla="*/ 2147483646 h 177"/>
              <a:gd name="T70" fmla="*/ 2147483646 w 257"/>
              <a:gd name="T71" fmla="*/ 2147483646 h 177"/>
              <a:gd name="T72" fmla="*/ 2147483646 w 257"/>
              <a:gd name="T73" fmla="*/ 2147483646 h 177"/>
              <a:gd name="T74" fmla="*/ 2147483646 w 257"/>
              <a:gd name="T75" fmla="*/ 2147483646 h 177"/>
              <a:gd name="T76" fmla="*/ 2147483646 w 257"/>
              <a:gd name="T77" fmla="*/ 2147483646 h 177"/>
              <a:gd name="T78" fmla="*/ 2147483646 w 257"/>
              <a:gd name="T79" fmla="*/ 2147483646 h 177"/>
              <a:gd name="T80" fmla="*/ 2147483646 w 257"/>
              <a:gd name="T81" fmla="*/ 2147483646 h 177"/>
              <a:gd name="T82" fmla="*/ 2147483646 w 257"/>
              <a:gd name="T83" fmla="*/ 2147483646 h 177"/>
              <a:gd name="T84" fmla="*/ 2147483646 w 257"/>
              <a:gd name="T85" fmla="*/ 2147483646 h 177"/>
              <a:gd name="T86" fmla="*/ 2147483646 w 257"/>
              <a:gd name="T87" fmla="*/ 2147483646 h 177"/>
              <a:gd name="T88" fmla="*/ 2147483646 w 257"/>
              <a:gd name="T89" fmla="*/ 2147483646 h 17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57"/>
              <a:gd name="T136" fmla="*/ 0 h 177"/>
              <a:gd name="T137" fmla="*/ 257 w 257"/>
              <a:gd name="T138" fmla="*/ 177 h 17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57" h="177">
                <a:moveTo>
                  <a:pt x="246" y="69"/>
                </a:moveTo>
                <a:cubicBezTo>
                  <a:pt x="240" y="69"/>
                  <a:pt x="235" y="74"/>
                  <a:pt x="235" y="80"/>
                </a:cubicBezTo>
                <a:cubicBezTo>
                  <a:pt x="235" y="84"/>
                  <a:pt x="237" y="88"/>
                  <a:pt x="241" y="90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41" y="108"/>
                  <a:pt x="239" y="111"/>
                  <a:pt x="236" y="112"/>
                </a:cubicBezTo>
                <a:cubicBezTo>
                  <a:pt x="137" y="147"/>
                  <a:pt x="137" y="147"/>
                  <a:pt x="137" y="147"/>
                </a:cubicBezTo>
                <a:cubicBezTo>
                  <a:pt x="137" y="147"/>
                  <a:pt x="137" y="146"/>
                  <a:pt x="137" y="145"/>
                </a:cubicBezTo>
                <a:cubicBezTo>
                  <a:pt x="137" y="57"/>
                  <a:pt x="137" y="57"/>
                  <a:pt x="137" y="57"/>
                </a:cubicBezTo>
                <a:cubicBezTo>
                  <a:pt x="137" y="48"/>
                  <a:pt x="130" y="40"/>
                  <a:pt x="120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89" y="29"/>
                  <a:pt x="134" y="13"/>
                  <a:pt x="140" y="11"/>
                </a:cubicBezTo>
                <a:cubicBezTo>
                  <a:pt x="142" y="10"/>
                  <a:pt x="146" y="10"/>
                  <a:pt x="150" y="10"/>
                </a:cubicBezTo>
                <a:cubicBezTo>
                  <a:pt x="233" y="10"/>
                  <a:pt x="233" y="10"/>
                  <a:pt x="233" y="10"/>
                </a:cubicBezTo>
                <a:cubicBezTo>
                  <a:pt x="238" y="10"/>
                  <a:pt x="241" y="13"/>
                  <a:pt x="241" y="17"/>
                </a:cubicBezTo>
                <a:cubicBezTo>
                  <a:pt x="241" y="37"/>
                  <a:pt x="241" y="37"/>
                  <a:pt x="241" y="37"/>
                </a:cubicBezTo>
                <a:cubicBezTo>
                  <a:pt x="237" y="39"/>
                  <a:pt x="235" y="42"/>
                  <a:pt x="235" y="47"/>
                </a:cubicBezTo>
                <a:cubicBezTo>
                  <a:pt x="235" y="53"/>
                  <a:pt x="240" y="58"/>
                  <a:pt x="246" y="58"/>
                </a:cubicBezTo>
                <a:cubicBezTo>
                  <a:pt x="252" y="58"/>
                  <a:pt x="257" y="53"/>
                  <a:pt x="257" y="47"/>
                </a:cubicBezTo>
                <a:cubicBezTo>
                  <a:pt x="257" y="42"/>
                  <a:pt x="254" y="39"/>
                  <a:pt x="251" y="37"/>
                </a:cubicBezTo>
                <a:cubicBezTo>
                  <a:pt x="251" y="17"/>
                  <a:pt x="251" y="17"/>
                  <a:pt x="251" y="17"/>
                </a:cubicBezTo>
                <a:cubicBezTo>
                  <a:pt x="251" y="8"/>
                  <a:pt x="243" y="0"/>
                  <a:pt x="233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5" y="0"/>
                  <a:pt x="140" y="1"/>
                  <a:pt x="137" y="2"/>
                </a:cubicBezTo>
                <a:cubicBezTo>
                  <a:pt x="127" y="5"/>
                  <a:pt x="35" y="38"/>
                  <a:pt x="29" y="40"/>
                </a:cubicBezTo>
                <a:cubicBezTo>
                  <a:pt x="21" y="42"/>
                  <a:pt x="15" y="49"/>
                  <a:pt x="15" y="57"/>
                </a:cubicBezTo>
                <a:cubicBezTo>
                  <a:pt x="15" y="70"/>
                  <a:pt x="15" y="70"/>
                  <a:pt x="15" y="70"/>
                </a:cubicBezTo>
                <a:cubicBezTo>
                  <a:pt x="6" y="79"/>
                  <a:pt x="0" y="91"/>
                  <a:pt x="0" y="105"/>
                </a:cubicBezTo>
                <a:cubicBezTo>
                  <a:pt x="0" y="118"/>
                  <a:pt x="6" y="131"/>
                  <a:pt x="15" y="139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5" y="155"/>
                  <a:pt x="23" y="163"/>
                  <a:pt x="32" y="163"/>
                </a:cubicBezTo>
                <a:cubicBezTo>
                  <a:pt x="120" y="163"/>
                  <a:pt x="120" y="163"/>
                  <a:pt x="120" y="163"/>
                </a:cubicBezTo>
                <a:cubicBezTo>
                  <a:pt x="123" y="163"/>
                  <a:pt x="125" y="162"/>
                  <a:pt x="128" y="161"/>
                </a:cubicBezTo>
                <a:cubicBezTo>
                  <a:pt x="155" y="151"/>
                  <a:pt x="155" y="151"/>
                  <a:pt x="155" y="151"/>
                </a:cubicBezTo>
                <a:cubicBezTo>
                  <a:pt x="182" y="176"/>
                  <a:pt x="182" y="176"/>
                  <a:pt x="182" y="176"/>
                </a:cubicBezTo>
                <a:cubicBezTo>
                  <a:pt x="183" y="177"/>
                  <a:pt x="184" y="177"/>
                  <a:pt x="186" y="177"/>
                </a:cubicBezTo>
                <a:cubicBezTo>
                  <a:pt x="246" y="177"/>
                  <a:pt x="246" y="177"/>
                  <a:pt x="246" y="177"/>
                </a:cubicBezTo>
                <a:cubicBezTo>
                  <a:pt x="248" y="177"/>
                  <a:pt x="251" y="175"/>
                  <a:pt x="251" y="172"/>
                </a:cubicBezTo>
                <a:cubicBezTo>
                  <a:pt x="251" y="158"/>
                  <a:pt x="251" y="158"/>
                  <a:pt x="251" y="158"/>
                </a:cubicBezTo>
                <a:cubicBezTo>
                  <a:pt x="251" y="156"/>
                  <a:pt x="248" y="153"/>
                  <a:pt x="246" y="153"/>
                </a:cubicBezTo>
                <a:cubicBezTo>
                  <a:pt x="207" y="153"/>
                  <a:pt x="207" y="153"/>
                  <a:pt x="207" y="153"/>
                </a:cubicBezTo>
                <a:cubicBezTo>
                  <a:pt x="196" y="137"/>
                  <a:pt x="196" y="137"/>
                  <a:pt x="196" y="137"/>
                </a:cubicBezTo>
                <a:cubicBezTo>
                  <a:pt x="239" y="122"/>
                  <a:pt x="239" y="122"/>
                  <a:pt x="239" y="122"/>
                </a:cubicBezTo>
                <a:cubicBezTo>
                  <a:pt x="246" y="119"/>
                  <a:pt x="251" y="113"/>
                  <a:pt x="251" y="105"/>
                </a:cubicBezTo>
                <a:cubicBezTo>
                  <a:pt x="251" y="90"/>
                  <a:pt x="251" y="90"/>
                  <a:pt x="251" y="90"/>
                </a:cubicBezTo>
                <a:cubicBezTo>
                  <a:pt x="254" y="88"/>
                  <a:pt x="257" y="84"/>
                  <a:pt x="257" y="80"/>
                </a:cubicBezTo>
                <a:cubicBezTo>
                  <a:pt x="257" y="74"/>
                  <a:pt x="252" y="69"/>
                  <a:pt x="246" y="69"/>
                </a:cubicBezTo>
                <a:close/>
                <a:moveTo>
                  <a:pt x="10" y="105"/>
                </a:moveTo>
                <a:cubicBezTo>
                  <a:pt x="10" y="84"/>
                  <a:pt x="26" y="68"/>
                  <a:pt x="47" y="68"/>
                </a:cubicBezTo>
                <a:cubicBezTo>
                  <a:pt x="68" y="68"/>
                  <a:pt x="84" y="82"/>
                  <a:pt x="84" y="102"/>
                </a:cubicBezTo>
                <a:cubicBezTo>
                  <a:pt x="84" y="120"/>
                  <a:pt x="73" y="135"/>
                  <a:pt x="58" y="140"/>
                </a:cubicBezTo>
                <a:cubicBezTo>
                  <a:pt x="52" y="142"/>
                  <a:pt x="52" y="142"/>
                  <a:pt x="52" y="142"/>
                </a:cubicBezTo>
                <a:cubicBezTo>
                  <a:pt x="50" y="142"/>
                  <a:pt x="49" y="142"/>
                  <a:pt x="47" y="142"/>
                </a:cubicBezTo>
                <a:cubicBezTo>
                  <a:pt x="26" y="142"/>
                  <a:pt x="10" y="126"/>
                  <a:pt x="10" y="105"/>
                </a:cubicBezTo>
                <a:close/>
                <a:moveTo>
                  <a:pt x="76" y="61"/>
                </a:moveTo>
                <a:cubicBezTo>
                  <a:pt x="97" y="61"/>
                  <a:pt x="113" y="77"/>
                  <a:pt x="113" y="98"/>
                </a:cubicBezTo>
                <a:cubicBezTo>
                  <a:pt x="113" y="116"/>
                  <a:pt x="100" y="132"/>
                  <a:pt x="82" y="135"/>
                </a:cubicBezTo>
                <a:cubicBezTo>
                  <a:pt x="90" y="126"/>
                  <a:pt x="94" y="115"/>
                  <a:pt x="94" y="102"/>
                </a:cubicBezTo>
                <a:cubicBezTo>
                  <a:pt x="94" y="84"/>
                  <a:pt x="83" y="69"/>
                  <a:pt x="67" y="62"/>
                </a:cubicBezTo>
                <a:cubicBezTo>
                  <a:pt x="68" y="61"/>
                  <a:pt x="68" y="61"/>
                  <a:pt x="68" y="61"/>
                </a:cubicBezTo>
                <a:cubicBezTo>
                  <a:pt x="71" y="61"/>
                  <a:pt x="73" y="61"/>
                  <a:pt x="76" y="61"/>
                </a:cubicBezTo>
                <a:close/>
                <a:moveTo>
                  <a:pt x="32" y="153"/>
                </a:moveTo>
                <a:cubicBezTo>
                  <a:pt x="28" y="153"/>
                  <a:pt x="25" y="150"/>
                  <a:pt x="25" y="146"/>
                </a:cubicBezTo>
                <a:cubicBezTo>
                  <a:pt x="31" y="150"/>
                  <a:pt x="39" y="152"/>
                  <a:pt x="47" y="152"/>
                </a:cubicBezTo>
                <a:cubicBezTo>
                  <a:pt x="49" y="152"/>
                  <a:pt x="51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6" y="151"/>
                  <a:pt x="59" y="151"/>
                  <a:pt x="61" y="150"/>
                </a:cubicBezTo>
                <a:cubicBezTo>
                  <a:pt x="81" y="145"/>
                  <a:pt x="81" y="145"/>
                  <a:pt x="81" y="145"/>
                </a:cubicBezTo>
                <a:cubicBezTo>
                  <a:pt x="105" y="142"/>
                  <a:pt x="123" y="122"/>
                  <a:pt x="123" y="98"/>
                </a:cubicBezTo>
                <a:cubicBezTo>
                  <a:pt x="123" y="72"/>
                  <a:pt x="102" y="51"/>
                  <a:pt x="76" y="51"/>
                </a:cubicBezTo>
                <a:cubicBezTo>
                  <a:pt x="73" y="51"/>
                  <a:pt x="69" y="51"/>
                  <a:pt x="66" y="52"/>
                </a:cubicBezTo>
                <a:cubicBezTo>
                  <a:pt x="66" y="52"/>
                  <a:pt x="66" y="52"/>
                  <a:pt x="66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4" y="52"/>
                  <a:pt x="63" y="53"/>
                </a:cubicBezTo>
                <a:cubicBezTo>
                  <a:pt x="42" y="58"/>
                  <a:pt x="42" y="58"/>
                  <a:pt x="42" y="58"/>
                </a:cubicBezTo>
                <a:cubicBezTo>
                  <a:pt x="36" y="59"/>
                  <a:pt x="30" y="61"/>
                  <a:pt x="25" y="63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3"/>
                  <a:pt x="28" y="50"/>
                  <a:pt x="3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4" y="50"/>
                  <a:pt x="128" y="53"/>
                  <a:pt x="128" y="57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128" y="150"/>
                  <a:pt x="124" y="153"/>
                  <a:pt x="120" y="153"/>
                </a:cubicBezTo>
                <a:lnTo>
                  <a:pt x="32" y="153"/>
                </a:lnTo>
                <a:close/>
                <a:moveTo>
                  <a:pt x="200" y="161"/>
                </a:moveTo>
                <a:cubicBezTo>
                  <a:pt x="201" y="162"/>
                  <a:pt x="202" y="163"/>
                  <a:pt x="204" y="163"/>
                </a:cubicBezTo>
                <a:cubicBezTo>
                  <a:pt x="241" y="163"/>
                  <a:pt x="241" y="163"/>
                  <a:pt x="241" y="163"/>
                </a:cubicBezTo>
                <a:cubicBezTo>
                  <a:pt x="241" y="167"/>
                  <a:pt x="241" y="167"/>
                  <a:pt x="241" y="167"/>
                </a:cubicBezTo>
                <a:cubicBezTo>
                  <a:pt x="188" y="167"/>
                  <a:pt x="188" y="167"/>
                  <a:pt x="188" y="167"/>
                </a:cubicBezTo>
                <a:cubicBezTo>
                  <a:pt x="166" y="147"/>
                  <a:pt x="166" y="147"/>
                  <a:pt x="166" y="147"/>
                </a:cubicBezTo>
                <a:cubicBezTo>
                  <a:pt x="187" y="140"/>
                  <a:pt x="187" y="140"/>
                  <a:pt x="187" y="140"/>
                </a:cubicBezTo>
                <a:lnTo>
                  <a:pt x="200" y="161"/>
                </a:lnTo>
                <a:close/>
              </a:path>
            </a:pathLst>
          </a:custGeom>
          <a:solidFill>
            <a:srgbClr val="59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704" tIns="60852" rIns="121704" bIns="60852"/>
          <a:lstStyle/>
          <a:p>
            <a:endParaRPr lang="zh-CN" altLang="en-US" sz="2139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5" name="Freeform 111"/>
          <p:cNvSpPr>
            <a:spLocks noEditPoints="1"/>
          </p:cNvSpPr>
          <p:nvPr/>
        </p:nvSpPr>
        <p:spPr bwMode="gray">
          <a:xfrm>
            <a:off x="6263563" y="5668011"/>
            <a:ext cx="416055" cy="272649"/>
          </a:xfrm>
          <a:custGeom>
            <a:avLst/>
            <a:gdLst>
              <a:gd name="T0" fmla="*/ 2147483646 w 257"/>
              <a:gd name="T1" fmla="*/ 2147483646 h 177"/>
              <a:gd name="T2" fmla="*/ 2147483646 w 257"/>
              <a:gd name="T3" fmla="*/ 2147483646 h 177"/>
              <a:gd name="T4" fmla="*/ 2147483646 w 257"/>
              <a:gd name="T5" fmla="*/ 2147483646 h 177"/>
              <a:gd name="T6" fmla="*/ 2147483646 w 257"/>
              <a:gd name="T7" fmla="*/ 2147483646 h 177"/>
              <a:gd name="T8" fmla="*/ 2147483646 w 257"/>
              <a:gd name="T9" fmla="*/ 2147483646 h 177"/>
              <a:gd name="T10" fmla="*/ 2147483646 w 257"/>
              <a:gd name="T11" fmla="*/ 2147483646 h 177"/>
              <a:gd name="T12" fmla="*/ 2147483646 w 257"/>
              <a:gd name="T13" fmla="*/ 2147483646 h 177"/>
              <a:gd name="T14" fmla="*/ 2147483646 w 257"/>
              <a:gd name="T15" fmla="*/ 2147483646 h 177"/>
              <a:gd name="T16" fmla="*/ 2147483646 w 257"/>
              <a:gd name="T17" fmla="*/ 2147483646 h 177"/>
              <a:gd name="T18" fmla="*/ 2147483646 w 257"/>
              <a:gd name="T19" fmla="*/ 2147483646 h 177"/>
              <a:gd name="T20" fmla="*/ 2147483646 w 257"/>
              <a:gd name="T21" fmla="*/ 0 h 177"/>
              <a:gd name="T22" fmla="*/ 2147483646 w 257"/>
              <a:gd name="T23" fmla="*/ 2147483646 h 177"/>
              <a:gd name="T24" fmla="*/ 2147483646 w 257"/>
              <a:gd name="T25" fmla="*/ 2147483646 h 177"/>
              <a:gd name="T26" fmla="*/ 2147483646 w 257"/>
              <a:gd name="T27" fmla="*/ 2147483646 h 177"/>
              <a:gd name="T28" fmla="*/ 2147483646 w 257"/>
              <a:gd name="T29" fmla="*/ 2147483646 h 177"/>
              <a:gd name="T30" fmla="*/ 2147483646 w 257"/>
              <a:gd name="T31" fmla="*/ 2147483646 h 177"/>
              <a:gd name="T32" fmla="*/ 2147483646 w 257"/>
              <a:gd name="T33" fmla="*/ 2147483646 h 177"/>
              <a:gd name="T34" fmla="*/ 2147483646 w 257"/>
              <a:gd name="T35" fmla="*/ 2147483646 h 177"/>
              <a:gd name="T36" fmla="*/ 2147483646 w 257"/>
              <a:gd name="T37" fmla="*/ 2147483646 h 177"/>
              <a:gd name="T38" fmla="*/ 2147483646 w 257"/>
              <a:gd name="T39" fmla="*/ 2147483646 h 177"/>
              <a:gd name="T40" fmla="*/ 2147483646 w 257"/>
              <a:gd name="T41" fmla="*/ 2147483646 h 177"/>
              <a:gd name="T42" fmla="*/ 2147483646 w 257"/>
              <a:gd name="T43" fmla="*/ 2147483646 h 177"/>
              <a:gd name="T44" fmla="*/ 2147483646 w 257"/>
              <a:gd name="T45" fmla="*/ 2147483646 h 177"/>
              <a:gd name="T46" fmla="*/ 2147483646 w 257"/>
              <a:gd name="T47" fmla="*/ 2147483646 h 177"/>
              <a:gd name="T48" fmla="*/ 2147483646 w 257"/>
              <a:gd name="T49" fmla="*/ 2147483646 h 177"/>
              <a:gd name="T50" fmla="*/ 2147483646 w 257"/>
              <a:gd name="T51" fmla="*/ 2147483646 h 177"/>
              <a:gd name="T52" fmla="*/ 2147483646 w 257"/>
              <a:gd name="T53" fmla="*/ 2147483646 h 177"/>
              <a:gd name="T54" fmla="*/ 2147483646 w 257"/>
              <a:gd name="T55" fmla="*/ 2147483646 h 177"/>
              <a:gd name="T56" fmla="*/ 2147483646 w 257"/>
              <a:gd name="T57" fmla="*/ 2147483646 h 177"/>
              <a:gd name="T58" fmla="*/ 2147483646 w 257"/>
              <a:gd name="T59" fmla="*/ 2147483646 h 177"/>
              <a:gd name="T60" fmla="*/ 2147483646 w 257"/>
              <a:gd name="T61" fmla="*/ 2147483646 h 177"/>
              <a:gd name="T62" fmla="*/ 2147483646 w 257"/>
              <a:gd name="T63" fmla="*/ 2147483646 h 177"/>
              <a:gd name="T64" fmla="*/ 2147483646 w 257"/>
              <a:gd name="T65" fmla="*/ 2147483646 h 177"/>
              <a:gd name="T66" fmla="*/ 2147483646 w 257"/>
              <a:gd name="T67" fmla="*/ 2147483646 h 177"/>
              <a:gd name="T68" fmla="*/ 2147483646 w 257"/>
              <a:gd name="T69" fmla="*/ 2147483646 h 177"/>
              <a:gd name="T70" fmla="*/ 2147483646 w 257"/>
              <a:gd name="T71" fmla="*/ 2147483646 h 177"/>
              <a:gd name="T72" fmla="*/ 2147483646 w 257"/>
              <a:gd name="T73" fmla="*/ 2147483646 h 177"/>
              <a:gd name="T74" fmla="*/ 2147483646 w 257"/>
              <a:gd name="T75" fmla="*/ 2147483646 h 177"/>
              <a:gd name="T76" fmla="*/ 2147483646 w 257"/>
              <a:gd name="T77" fmla="*/ 2147483646 h 177"/>
              <a:gd name="T78" fmla="*/ 2147483646 w 257"/>
              <a:gd name="T79" fmla="*/ 2147483646 h 177"/>
              <a:gd name="T80" fmla="*/ 2147483646 w 257"/>
              <a:gd name="T81" fmla="*/ 2147483646 h 177"/>
              <a:gd name="T82" fmla="*/ 2147483646 w 257"/>
              <a:gd name="T83" fmla="*/ 2147483646 h 177"/>
              <a:gd name="T84" fmla="*/ 2147483646 w 257"/>
              <a:gd name="T85" fmla="*/ 2147483646 h 177"/>
              <a:gd name="T86" fmla="*/ 2147483646 w 257"/>
              <a:gd name="T87" fmla="*/ 2147483646 h 177"/>
              <a:gd name="T88" fmla="*/ 2147483646 w 257"/>
              <a:gd name="T89" fmla="*/ 2147483646 h 17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57"/>
              <a:gd name="T136" fmla="*/ 0 h 177"/>
              <a:gd name="T137" fmla="*/ 257 w 257"/>
              <a:gd name="T138" fmla="*/ 177 h 17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57" h="177">
                <a:moveTo>
                  <a:pt x="246" y="69"/>
                </a:moveTo>
                <a:cubicBezTo>
                  <a:pt x="240" y="69"/>
                  <a:pt x="235" y="74"/>
                  <a:pt x="235" y="80"/>
                </a:cubicBezTo>
                <a:cubicBezTo>
                  <a:pt x="235" y="84"/>
                  <a:pt x="237" y="88"/>
                  <a:pt x="241" y="90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41" y="108"/>
                  <a:pt x="239" y="111"/>
                  <a:pt x="236" y="112"/>
                </a:cubicBezTo>
                <a:cubicBezTo>
                  <a:pt x="137" y="147"/>
                  <a:pt x="137" y="147"/>
                  <a:pt x="137" y="147"/>
                </a:cubicBezTo>
                <a:cubicBezTo>
                  <a:pt x="137" y="147"/>
                  <a:pt x="137" y="146"/>
                  <a:pt x="137" y="145"/>
                </a:cubicBezTo>
                <a:cubicBezTo>
                  <a:pt x="137" y="57"/>
                  <a:pt x="137" y="57"/>
                  <a:pt x="137" y="57"/>
                </a:cubicBezTo>
                <a:cubicBezTo>
                  <a:pt x="137" y="48"/>
                  <a:pt x="130" y="40"/>
                  <a:pt x="120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89" y="29"/>
                  <a:pt x="134" y="13"/>
                  <a:pt x="140" y="11"/>
                </a:cubicBezTo>
                <a:cubicBezTo>
                  <a:pt x="142" y="10"/>
                  <a:pt x="146" y="10"/>
                  <a:pt x="150" y="10"/>
                </a:cubicBezTo>
                <a:cubicBezTo>
                  <a:pt x="233" y="10"/>
                  <a:pt x="233" y="10"/>
                  <a:pt x="233" y="10"/>
                </a:cubicBezTo>
                <a:cubicBezTo>
                  <a:pt x="238" y="10"/>
                  <a:pt x="241" y="13"/>
                  <a:pt x="241" y="17"/>
                </a:cubicBezTo>
                <a:cubicBezTo>
                  <a:pt x="241" y="37"/>
                  <a:pt x="241" y="37"/>
                  <a:pt x="241" y="37"/>
                </a:cubicBezTo>
                <a:cubicBezTo>
                  <a:pt x="237" y="39"/>
                  <a:pt x="235" y="42"/>
                  <a:pt x="235" y="47"/>
                </a:cubicBezTo>
                <a:cubicBezTo>
                  <a:pt x="235" y="53"/>
                  <a:pt x="240" y="58"/>
                  <a:pt x="246" y="58"/>
                </a:cubicBezTo>
                <a:cubicBezTo>
                  <a:pt x="252" y="58"/>
                  <a:pt x="257" y="53"/>
                  <a:pt x="257" y="47"/>
                </a:cubicBezTo>
                <a:cubicBezTo>
                  <a:pt x="257" y="42"/>
                  <a:pt x="254" y="39"/>
                  <a:pt x="251" y="37"/>
                </a:cubicBezTo>
                <a:cubicBezTo>
                  <a:pt x="251" y="17"/>
                  <a:pt x="251" y="17"/>
                  <a:pt x="251" y="17"/>
                </a:cubicBezTo>
                <a:cubicBezTo>
                  <a:pt x="251" y="8"/>
                  <a:pt x="243" y="0"/>
                  <a:pt x="233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5" y="0"/>
                  <a:pt x="140" y="1"/>
                  <a:pt x="137" y="2"/>
                </a:cubicBezTo>
                <a:cubicBezTo>
                  <a:pt x="127" y="5"/>
                  <a:pt x="35" y="38"/>
                  <a:pt x="29" y="40"/>
                </a:cubicBezTo>
                <a:cubicBezTo>
                  <a:pt x="21" y="42"/>
                  <a:pt x="15" y="49"/>
                  <a:pt x="15" y="57"/>
                </a:cubicBezTo>
                <a:cubicBezTo>
                  <a:pt x="15" y="70"/>
                  <a:pt x="15" y="70"/>
                  <a:pt x="15" y="70"/>
                </a:cubicBezTo>
                <a:cubicBezTo>
                  <a:pt x="6" y="79"/>
                  <a:pt x="0" y="91"/>
                  <a:pt x="0" y="105"/>
                </a:cubicBezTo>
                <a:cubicBezTo>
                  <a:pt x="0" y="118"/>
                  <a:pt x="6" y="131"/>
                  <a:pt x="15" y="139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5" y="155"/>
                  <a:pt x="23" y="163"/>
                  <a:pt x="32" y="163"/>
                </a:cubicBezTo>
                <a:cubicBezTo>
                  <a:pt x="120" y="163"/>
                  <a:pt x="120" y="163"/>
                  <a:pt x="120" y="163"/>
                </a:cubicBezTo>
                <a:cubicBezTo>
                  <a:pt x="123" y="163"/>
                  <a:pt x="125" y="162"/>
                  <a:pt x="128" y="161"/>
                </a:cubicBezTo>
                <a:cubicBezTo>
                  <a:pt x="155" y="151"/>
                  <a:pt x="155" y="151"/>
                  <a:pt x="155" y="151"/>
                </a:cubicBezTo>
                <a:cubicBezTo>
                  <a:pt x="182" y="176"/>
                  <a:pt x="182" y="176"/>
                  <a:pt x="182" y="176"/>
                </a:cubicBezTo>
                <a:cubicBezTo>
                  <a:pt x="183" y="177"/>
                  <a:pt x="184" y="177"/>
                  <a:pt x="186" y="177"/>
                </a:cubicBezTo>
                <a:cubicBezTo>
                  <a:pt x="246" y="177"/>
                  <a:pt x="246" y="177"/>
                  <a:pt x="246" y="177"/>
                </a:cubicBezTo>
                <a:cubicBezTo>
                  <a:pt x="248" y="177"/>
                  <a:pt x="251" y="175"/>
                  <a:pt x="251" y="172"/>
                </a:cubicBezTo>
                <a:cubicBezTo>
                  <a:pt x="251" y="158"/>
                  <a:pt x="251" y="158"/>
                  <a:pt x="251" y="158"/>
                </a:cubicBezTo>
                <a:cubicBezTo>
                  <a:pt x="251" y="156"/>
                  <a:pt x="248" y="153"/>
                  <a:pt x="246" y="153"/>
                </a:cubicBezTo>
                <a:cubicBezTo>
                  <a:pt x="207" y="153"/>
                  <a:pt x="207" y="153"/>
                  <a:pt x="207" y="153"/>
                </a:cubicBezTo>
                <a:cubicBezTo>
                  <a:pt x="196" y="137"/>
                  <a:pt x="196" y="137"/>
                  <a:pt x="196" y="137"/>
                </a:cubicBezTo>
                <a:cubicBezTo>
                  <a:pt x="239" y="122"/>
                  <a:pt x="239" y="122"/>
                  <a:pt x="239" y="122"/>
                </a:cubicBezTo>
                <a:cubicBezTo>
                  <a:pt x="246" y="119"/>
                  <a:pt x="251" y="113"/>
                  <a:pt x="251" y="105"/>
                </a:cubicBezTo>
                <a:cubicBezTo>
                  <a:pt x="251" y="90"/>
                  <a:pt x="251" y="90"/>
                  <a:pt x="251" y="90"/>
                </a:cubicBezTo>
                <a:cubicBezTo>
                  <a:pt x="254" y="88"/>
                  <a:pt x="257" y="84"/>
                  <a:pt x="257" y="80"/>
                </a:cubicBezTo>
                <a:cubicBezTo>
                  <a:pt x="257" y="74"/>
                  <a:pt x="252" y="69"/>
                  <a:pt x="246" y="69"/>
                </a:cubicBezTo>
                <a:close/>
                <a:moveTo>
                  <a:pt x="10" y="105"/>
                </a:moveTo>
                <a:cubicBezTo>
                  <a:pt x="10" y="84"/>
                  <a:pt x="26" y="68"/>
                  <a:pt x="47" y="68"/>
                </a:cubicBezTo>
                <a:cubicBezTo>
                  <a:pt x="68" y="68"/>
                  <a:pt x="84" y="82"/>
                  <a:pt x="84" y="102"/>
                </a:cubicBezTo>
                <a:cubicBezTo>
                  <a:pt x="84" y="120"/>
                  <a:pt x="73" y="135"/>
                  <a:pt x="58" y="140"/>
                </a:cubicBezTo>
                <a:cubicBezTo>
                  <a:pt x="52" y="142"/>
                  <a:pt x="52" y="142"/>
                  <a:pt x="52" y="142"/>
                </a:cubicBezTo>
                <a:cubicBezTo>
                  <a:pt x="50" y="142"/>
                  <a:pt x="49" y="142"/>
                  <a:pt x="47" y="142"/>
                </a:cubicBezTo>
                <a:cubicBezTo>
                  <a:pt x="26" y="142"/>
                  <a:pt x="10" y="126"/>
                  <a:pt x="10" y="105"/>
                </a:cubicBezTo>
                <a:close/>
                <a:moveTo>
                  <a:pt x="76" y="61"/>
                </a:moveTo>
                <a:cubicBezTo>
                  <a:pt x="97" y="61"/>
                  <a:pt x="113" y="77"/>
                  <a:pt x="113" y="98"/>
                </a:cubicBezTo>
                <a:cubicBezTo>
                  <a:pt x="113" y="116"/>
                  <a:pt x="100" y="132"/>
                  <a:pt x="82" y="135"/>
                </a:cubicBezTo>
                <a:cubicBezTo>
                  <a:pt x="90" y="126"/>
                  <a:pt x="94" y="115"/>
                  <a:pt x="94" y="102"/>
                </a:cubicBezTo>
                <a:cubicBezTo>
                  <a:pt x="94" y="84"/>
                  <a:pt x="83" y="69"/>
                  <a:pt x="67" y="62"/>
                </a:cubicBezTo>
                <a:cubicBezTo>
                  <a:pt x="68" y="61"/>
                  <a:pt x="68" y="61"/>
                  <a:pt x="68" y="61"/>
                </a:cubicBezTo>
                <a:cubicBezTo>
                  <a:pt x="71" y="61"/>
                  <a:pt x="73" y="61"/>
                  <a:pt x="76" y="61"/>
                </a:cubicBezTo>
                <a:close/>
                <a:moveTo>
                  <a:pt x="32" y="153"/>
                </a:moveTo>
                <a:cubicBezTo>
                  <a:pt x="28" y="153"/>
                  <a:pt x="25" y="150"/>
                  <a:pt x="25" y="146"/>
                </a:cubicBezTo>
                <a:cubicBezTo>
                  <a:pt x="31" y="150"/>
                  <a:pt x="39" y="152"/>
                  <a:pt x="47" y="152"/>
                </a:cubicBezTo>
                <a:cubicBezTo>
                  <a:pt x="49" y="152"/>
                  <a:pt x="51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6" y="151"/>
                  <a:pt x="59" y="151"/>
                  <a:pt x="61" y="150"/>
                </a:cubicBezTo>
                <a:cubicBezTo>
                  <a:pt x="81" y="145"/>
                  <a:pt x="81" y="145"/>
                  <a:pt x="81" y="145"/>
                </a:cubicBezTo>
                <a:cubicBezTo>
                  <a:pt x="105" y="142"/>
                  <a:pt x="123" y="122"/>
                  <a:pt x="123" y="98"/>
                </a:cubicBezTo>
                <a:cubicBezTo>
                  <a:pt x="123" y="72"/>
                  <a:pt x="102" y="51"/>
                  <a:pt x="76" y="51"/>
                </a:cubicBezTo>
                <a:cubicBezTo>
                  <a:pt x="73" y="51"/>
                  <a:pt x="69" y="51"/>
                  <a:pt x="66" y="52"/>
                </a:cubicBezTo>
                <a:cubicBezTo>
                  <a:pt x="66" y="52"/>
                  <a:pt x="66" y="52"/>
                  <a:pt x="66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4" y="52"/>
                  <a:pt x="63" y="53"/>
                </a:cubicBezTo>
                <a:cubicBezTo>
                  <a:pt x="42" y="58"/>
                  <a:pt x="42" y="58"/>
                  <a:pt x="42" y="58"/>
                </a:cubicBezTo>
                <a:cubicBezTo>
                  <a:pt x="36" y="59"/>
                  <a:pt x="30" y="61"/>
                  <a:pt x="25" y="63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3"/>
                  <a:pt x="28" y="50"/>
                  <a:pt x="3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4" y="50"/>
                  <a:pt x="128" y="53"/>
                  <a:pt x="128" y="57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128" y="150"/>
                  <a:pt x="124" y="153"/>
                  <a:pt x="120" y="153"/>
                </a:cubicBezTo>
                <a:lnTo>
                  <a:pt x="32" y="153"/>
                </a:lnTo>
                <a:close/>
                <a:moveTo>
                  <a:pt x="200" y="161"/>
                </a:moveTo>
                <a:cubicBezTo>
                  <a:pt x="201" y="162"/>
                  <a:pt x="202" y="163"/>
                  <a:pt x="204" y="163"/>
                </a:cubicBezTo>
                <a:cubicBezTo>
                  <a:pt x="241" y="163"/>
                  <a:pt x="241" y="163"/>
                  <a:pt x="241" y="163"/>
                </a:cubicBezTo>
                <a:cubicBezTo>
                  <a:pt x="241" y="167"/>
                  <a:pt x="241" y="167"/>
                  <a:pt x="241" y="167"/>
                </a:cubicBezTo>
                <a:cubicBezTo>
                  <a:pt x="188" y="167"/>
                  <a:pt x="188" y="167"/>
                  <a:pt x="188" y="167"/>
                </a:cubicBezTo>
                <a:cubicBezTo>
                  <a:pt x="166" y="147"/>
                  <a:pt x="166" y="147"/>
                  <a:pt x="166" y="147"/>
                </a:cubicBezTo>
                <a:cubicBezTo>
                  <a:pt x="187" y="140"/>
                  <a:pt x="187" y="140"/>
                  <a:pt x="187" y="140"/>
                </a:cubicBezTo>
                <a:lnTo>
                  <a:pt x="200" y="161"/>
                </a:lnTo>
                <a:close/>
              </a:path>
            </a:pathLst>
          </a:custGeom>
          <a:solidFill>
            <a:srgbClr val="59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704" tIns="60852" rIns="121704" bIns="60852"/>
          <a:lstStyle/>
          <a:p>
            <a:endParaRPr lang="zh-CN" altLang="en-US" sz="2139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6" name="Freeform 111"/>
          <p:cNvSpPr>
            <a:spLocks noEditPoints="1"/>
          </p:cNvSpPr>
          <p:nvPr/>
        </p:nvSpPr>
        <p:spPr bwMode="gray">
          <a:xfrm>
            <a:off x="6862788" y="5668011"/>
            <a:ext cx="416055" cy="272649"/>
          </a:xfrm>
          <a:custGeom>
            <a:avLst/>
            <a:gdLst>
              <a:gd name="T0" fmla="*/ 2147483646 w 257"/>
              <a:gd name="T1" fmla="*/ 2147483646 h 177"/>
              <a:gd name="T2" fmla="*/ 2147483646 w 257"/>
              <a:gd name="T3" fmla="*/ 2147483646 h 177"/>
              <a:gd name="T4" fmla="*/ 2147483646 w 257"/>
              <a:gd name="T5" fmla="*/ 2147483646 h 177"/>
              <a:gd name="T6" fmla="*/ 2147483646 w 257"/>
              <a:gd name="T7" fmla="*/ 2147483646 h 177"/>
              <a:gd name="T8" fmla="*/ 2147483646 w 257"/>
              <a:gd name="T9" fmla="*/ 2147483646 h 177"/>
              <a:gd name="T10" fmla="*/ 2147483646 w 257"/>
              <a:gd name="T11" fmla="*/ 2147483646 h 177"/>
              <a:gd name="T12" fmla="*/ 2147483646 w 257"/>
              <a:gd name="T13" fmla="*/ 2147483646 h 177"/>
              <a:gd name="T14" fmla="*/ 2147483646 w 257"/>
              <a:gd name="T15" fmla="*/ 2147483646 h 177"/>
              <a:gd name="T16" fmla="*/ 2147483646 w 257"/>
              <a:gd name="T17" fmla="*/ 2147483646 h 177"/>
              <a:gd name="T18" fmla="*/ 2147483646 w 257"/>
              <a:gd name="T19" fmla="*/ 2147483646 h 177"/>
              <a:gd name="T20" fmla="*/ 2147483646 w 257"/>
              <a:gd name="T21" fmla="*/ 0 h 177"/>
              <a:gd name="T22" fmla="*/ 2147483646 w 257"/>
              <a:gd name="T23" fmla="*/ 2147483646 h 177"/>
              <a:gd name="T24" fmla="*/ 2147483646 w 257"/>
              <a:gd name="T25" fmla="*/ 2147483646 h 177"/>
              <a:gd name="T26" fmla="*/ 2147483646 w 257"/>
              <a:gd name="T27" fmla="*/ 2147483646 h 177"/>
              <a:gd name="T28" fmla="*/ 2147483646 w 257"/>
              <a:gd name="T29" fmla="*/ 2147483646 h 177"/>
              <a:gd name="T30" fmla="*/ 2147483646 w 257"/>
              <a:gd name="T31" fmla="*/ 2147483646 h 177"/>
              <a:gd name="T32" fmla="*/ 2147483646 w 257"/>
              <a:gd name="T33" fmla="*/ 2147483646 h 177"/>
              <a:gd name="T34" fmla="*/ 2147483646 w 257"/>
              <a:gd name="T35" fmla="*/ 2147483646 h 177"/>
              <a:gd name="T36" fmla="*/ 2147483646 w 257"/>
              <a:gd name="T37" fmla="*/ 2147483646 h 177"/>
              <a:gd name="T38" fmla="*/ 2147483646 w 257"/>
              <a:gd name="T39" fmla="*/ 2147483646 h 177"/>
              <a:gd name="T40" fmla="*/ 2147483646 w 257"/>
              <a:gd name="T41" fmla="*/ 2147483646 h 177"/>
              <a:gd name="T42" fmla="*/ 2147483646 w 257"/>
              <a:gd name="T43" fmla="*/ 2147483646 h 177"/>
              <a:gd name="T44" fmla="*/ 2147483646 w 257"/>
              <a:gd name="T45" fmla="*/ 2147483646 h 177"/>
              <a:gd name="T46" fmla="*/ 2147483646 w 257"/>
              <a:gd name="T47" fmla="*/ 2147483646 h 177"/>
              <a:gd name="T48" fmla="*/ 2147483646 w 257"/>
              <a:gd name="T49" fmla="*/ 2147483646 h 177"/>
              <a:gd name="T50" fmla="*/ 2147483646 w 257"/>
              <a:gd name="T51" fmla="*/ 2147483646 h 177"/>
              <a:gd name="T52" fmla="*/ 2147483646 w 257"/>
              <a:gd name="T53" fmla="*/ 2147483646 h 177"/>
              <a:gd name="T54" fmla="*/ 2147483646 w 257"/>
              <a:gd name="T55" fmla="*/ 2147483646 h 177"/>
              <a:gd name="T56" fmla="*/ 2147483646 w 257"/>
              <a:gd name="T57" fmla="*/ 2147483646 h 177"/>
              <a:gd name="T58" fmla="*/ 2147483646 w 257"/>
              <a:gd name="T59" fmla="*/ 2147483646 h 177"/>
              <a:gd name="T60" fmla="*/ 2147483646 w 257"/>
              <a:gd name="T61" fmla="*/ 2147483646 h 177"/>
              <a:gd name="T62" fmla="*/ 2147483646 w 257"/>
              <a:gd name="T63" fmla="*/ 2147483646 h 177"/>
              <a:gd name="T64" fmla="*/ 2147483646 w 257"/>
              <a:gd name="T65" fmla="*/ 2147483646 h 177"/>
              <a:gd name="T66" fmla="*/ 2147483646 w 257"/>
              <a:gd name="T67" fmla="*/ 2147483646 h 177"/>
              <a:gd name="T68" fmla="*/ 2147483646 w 257"/>
              <a:gd name="T69" fmla="*/ 2147483646 h 177"/>
              <a:gd name="T70" fmla="*/ 2147483646 w 257"/>
              <a:gd name="T71" fmla="*/ 2147483646 h 177"/>
              <a:gd name="T72" fmla="*/ 2147483646 w 257"/>
              <a:gd name="T73" fmla="*/ 2147483646 h 177"/>
              <a:gd name="T74" fmla="*/ 2147483646 w 257"/>
              <a:gd name="T75" fmla="*/ 2147483646 h 177"/>
              <a:gd name="T76" fmla="*/ 2147483646 w 257"/>
              <a:gd name="T77" fmla="*/ 2147483646 h 177"/>
              <a:gd name="T78" fmla="*/ 2147483646 w 257"/>
              <a:gd name="T79" fmla="*/ 2147483646 h 177"/>
              <a:gd name="T80" fmla="*/ 2147483646 w 257"/>
              <a:gd name="T81" fmla="*/ 2147483646 h 177"/>
              <a:gd name="T82" fmla="*/ 2147483646 w 257"/>
              <a:gd name="T83" fmla="*/ 2147483646 h 177"/>
              <a:gd name="T84" fmla="*/ 2147483646 w 257"/>
              <a:gd name="T85" fmla="*/ 2147483646 h 177"/>
              <a:gd name="T86" fmla="*/ 2147483646 w 257"/>
              <a:gd name="T87" fmla="*/ 2147483646 h 177"/>
              <a:gd name="T88" fmla="*/ 2147483646 w 257"/>
              <a:gd name="T89" fmla="*/ 2147483646 h 17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57"/>
              <a:gd name="T136" fmla="*/ 0 h 177"/>
              <a:gd name="T137" fmla="*/ 257 w 257"/>
              <a:gd name="T138" fmla="*/ 177 h 17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57" h="177">
                <a:moveTo>
                  <a:pt x="246" y="69"/>
                </a:moveTo>
                <a:cubicBezTo>
                  <a:pt x="240" y="69"/>
                  <a:pt x="235" y="74"/>
                  <a:pt x="235" y="80"/>
                </a:cubicBezTo>
                <a:cubicBezTo>
                  <a:pt x="235" y="84"/>
                  <a:pt x="237" y="88"/>
                  <a:pt x="241" y="90"/>
                </a:cubicBezTo>
                <a:cubicBezTo>
                  <a:pt x="241" y="105"/>
                  <a:pt x="241" y="105"/>
                  <a:pt x="241" y="105"/>
                </a:cubicBezTo>
                <a:cubicBezTo>
                  <a:pt x="241" y="108"/>
                  <a:pt x="239" y="111"/>
                  <a:pt x="236" y="112"/>
                </a:cubicBezTo>
                <a:cubicBezTo>
                  <a:pt x="137" y="147"/>
                  <a:pt x="137" y="147"/>
                  <a:pt x="137" y="147"/>
                </a:cubicBezTo>
                <a:cubicBezTo>
                  <a:pt x="137" y="147"/>
                  <a:pt x="137" y="146"/>
                  <a:pt x="137" y="145"/>
                </a:cubicBezTo>
                <a:cubicBezTo>
                  <a:pt x="137" y="57"/>
                  <a:pt x="137" y="57"/>
                  <a:pt x="137" y="57"/>
                </a:cubicBezTo>
                <a:cubicBezTo>
                  <a:pt x="137" y="48"/>
                  <a:pt x="130" y="40"/>
                  <a:pt x="120" y="40"/>
                </a:cubicBezTo>
                <a:cubicBezTo>
                  <a:pt x="59" y="40"/>
                  <a:pt x="59" y="40"/>
                  <a:pt x="59" y="40"/>
                </a:cubicBezTo>
                <a:cubicBezTo>
                  <a:pt x="89" y="29"/>
                  <a:pt x="134" y="13"/>
                  <a:pt x="140" y="11"/>
                </a:cubicBezTo>
                <a:cubicBezTo>
                  <a:pt x="142" y="10"/>
                  <a:pt x="146" y="10"/>
                  <a:pt x="150" y="10"/>
                </a:cubicBezTo>
                <a:cubicBezTo>
                  <a:pt x="233" y="10"/>
                  <a:pt x="233" y="10"/>
                  <a:pt x="233" y="10"/>
                </a:cubicBezTo>
                <a:cubicBezTo>
                  <a:pt x="238" y="10"/>
                  <a:pt x="241" y="13"/>
                  <a:pt x="241" y="17"/>
                </a:cubicBezTo>
                <a:cubicBezTo>
                  <a:pt x="241" y="37"/>
                  <a:pt x="241" y="37"/>
                  <a:pt x="241" y="37"/>
                </a:cubicBezTo>
                <a:cubicBezTo>
                  <a:pt x="237" y="39"/>
                  <a:pt x="235" y="42"/>
                  <a:pt x="235" y="47"/>
                </a:cubicBezTo>
                <a:cubicBezTo>
                  <a:pt x="235" y="53"/>
                  <a:pt x="240" y="58"/>
                  <a:pt x="246" y="58"/>
                </a:cubicBezTo>
                <a:cubicBezTo>
                  <a:pt x="252" y="58"/>
                  <a:pt x="257" y="53"/>
                  <a:pt x="257" y="47"/>
                </a:cubicBezTo>
                <a:cubicBezTo>
                  <a:pt x="257" y="42"/>
                  <a:pt x="254" y="39"/>
                  <a:pt x="251" y="37"/>
                </a:cubicBezTo>
                <a:cubicBezTo>
                  <a:pt x="251" y="17"/>
                  <a:pt x="251" y="17"/>
                  <a:pt x="251" y="17"/>
                </a:cubicBezTo>
                <a:cubicBezTo>
                  <a:pt x="251" y="8"/>
                  <a:pt x="243" y="0"/>
                  <a:pt x="233" y="0"/>
                </a:cubicBezTo>
                <a:cubicBezTo>
                  <a:pt x="150" y="0"/>
                  <a:pt x="150" y="0"/>
                  <a:pt x="150" y="0"/>
                </a:cubicBezTo>
                <a:cubicBezTo>
                  <a:pt x="145" y="0"/>
                  <a:pt x="140" y="1"/>
                  <a:pt x="137" y="2"/>
                </a:cubicBezTo>
                <a:cubicBezTo>
                  <a:pt x="127" y="5"/>
                  <a:pt x="35" y="38"/>
                  <a:pt x="29" y="40"/>
                </a:cubicBezTo>
                <a:cubicBezTo>
                  <a:pt x="21" y="42"/>
                  <a:pt x="15" y="49"/>
                  <a:pt x="15" y="57"/>
                </a:cubicBezTo>
                <a:cubicBezTo>
                  <a:pt x="15" y="70"/>
                  <a:pt x="15" y="70"/>
                  <a:pt x="15" y="70"/>
                </a:cubicBezTo>
                <a:cubicBezTo>
                  <a:pt x="6" y="79"/>
                  <a:pt x="0" y="91"/>
                  <a:pt x="0" y="105"/>
                </a:cubicBezTo>
                <a:cubicBezTo>
                  <a:pt x="0" y="118"/>
                  <a:pt x="6" y="131"/>
                  <a:pt x="15" y="139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5" y="155"/>
                  <a:pt x="23" y="163"/>
                  <a:pt x="32" y="163"/>
                </a:cubicBezTo>
                <a:cubicBezTo>
                  <a:pt x="120" y="163"/>
                  <a:pt x="120" y="163"/>
                  <a:pt x="120" y="163"/>
                </a:cubicBezTo>
                <a:cubicBezTo>
                  <a:pt x="123" y="163"/>
                  <a:pt x="125" y="162"/>
                  <a:pt x="128" y="161"/>
                </a:cubicBezTo>
                <a:cubicBezTo>
                  <a:pt x="155" y="151"/>
                  <a:pt x="155" y="151"/>
                  <a:pt x="155" y="151"/>
                </a:cubicBezTo>
                <a:cubicBezTo>
                  <a:pt x="182" y="176"/>
                  <a:pt x="182" y="176"/>
                  <a:pt x="182" y="176"/>
                </a:cubicBezTo>
                <a:cubicBezTo>
                  <a:pt x="183" y="177"/>
                  <a:pt x="184" y="177"/>
                  <a:pt x="186" y="177"/>
                </a:cubicBezTo>
                <a:cubicBezTo>
                  <a:pt x="246" y="177"/>
                  <a:pt x="246" y="177"/>
                  <a:pt x="246" y="177"/>
                </a:cubicBezTo>
                <a:cubicBezTo>
                  <a:pt x="248" y="177"/>
                  <a:pt x="251" y="175"/>
                  <a:pt x="251" y="172"/>
                </a:cubicBezTo>
                <a:cubicBezTo>
                  <a:pt x="251" y="158"/>
                  <a:pt x="251" y="158"/>
                  <a:pt x="251" y="158"/>
                </a:cubicBezTo>
                <a:cubicBezTo>
                  <a:pt x="251" y="156"/>
                  <a:pt x="248" y="153"/>
                  <a:pt x="246" y="153"/>
                </a:cubicBezTo>
                <a:cubicBezTo>
                  <a:pt x="207" y="153"/>
                  <a:pt x="207" y="153"/>
                  <a:pt x="207" y="153"/>
                </a:cubicBezTo>
                <a:cubicBezTo>
                  <a:pt x="196" y="137"/>
                  <a:pt x="196" y="137"/>
                  <a:pt x="196" y="137"/>
                </a:cubicBezTo>
                <a:cubicBezTo>
                  <a:pt x="239" y="122"/>
                  <a:pt x="239" y="122"/>
                  <a:pt x="239" y="122"/>
                </a:cubicBezTo>
                <a:cubicBezTo>
                  <a:pt x="246" y="119"/>
                  <a:pt x="251" y="113"/>
                  <a:pt x="251" y="105"/>
                </a:cubicBezTo>
                <a:cubicBezTo>
                  <a:pt x="251" y="90"/>
                  <a:pt x="251" y="90"/>
                  <a:pt x="251" y="90"/>
                </a:cubicBezTo>
                <a:cubicBezTo>
                  <a:pt x="254" y="88"/>
                  <a:pt x="257" y="84"/>
                  <a:pt x="257" y="80"/>
                </a:cubicBezTo>
                <a:cubicBezTo>
                  <a:pt x="257" y="74"/>
                  <a:pt x="252" y="69"/>
                  <a:pt x="246" y="69"/>
                </a:cubicBezTo>
                <a:close/>
                <a:moveTo>
                  <a:pt x="10" y="105"/>
                </a:moveTo>
                <a:cubicBezTo>
                  <a:pt x="10" y="84"/>
                  <a:pt x="26" y="68"/>
                  <a:pt x="47" y="68"/>
                </a:cubicBezTo>
                <a:cubicBezTo>
                  <a:pt x="68" y="68"/>
                  <a:pt x="84" y="82"/>
                  <a:pt x="84" y="102"/>
                </a:cubicBezTo>
                <a:cubicBezTo>
                  <a:pt x="84" y="120"/>
                  <a:pt x="73" y="135"/>
                  <a:pt x="58" y="140"/>
                </a:cubicBezTo>
                <a:cubicBezTo>
                  <a:pt x="52" y="142"/>
                  <a:pt x="52" y="142"/>
                  <a:pt x="52" y="142"/>
                </a:cubicBezTo>
                <a:cubicBezTo>
                  <a:pt x="50" y="142"/>
                  <a:pt x="49" y="142"/>
                  <a:pt x="47" y="142"/>
                </a:cubicBezTo>
                <a:cubicBezTo>
                  <a:pt x="26" y="142"/>
                  <a:pt x="10" y="126"/>
                  <a:pt x="10" y="105"/>
                </a:cubicBezTo>
                <a:close/>
                <a:moveTo>
                  <a:pt x="76" y="61"/>
                </a:moveTo>
                <a:cubicBezTo>
                  <a:pt x="97" y="61"/>
                  <a:pt x="113" y="77"/>
                  <a:pt x="113" y="98"/>
                </a:cubicBezTo>
                <a:cubicBezTo>
                  <a:pt x="113" y="116"/>
                  <a:pt x="100" y="132"/>
                  <a:pt x="82" y="135"/>
                </a:cubicBezTo>
                <a:cubicBezTo>
                  <a:pt x="90" y="126"/>
                  <a:pt x="94" y="115"/>
                  <a:pt x="94" y="102"/>
                </a:cubicBezTo>
                <a:cubicBezTo>
                  <a:pt x="94" y="84"/>
                  <a:pt x="83" y="69"/>
                  <a:pt x="67" y="62"/>
                </a:cubicBezTo>
                <a:cubicBezTo>
                  <a:pt x="68" y="61"/>
                  <a:pt x="68" y="61"/>
                  <a:pt x="68" y="61"/>
                </a:cubicBezTo>
                <a:cubicBezTo>
                  <a:pt x="71" y="61"/>
                  <a:pt x="73" y="61"/>
                  <a:pt x="76" y="61"/>
                </a:cubicBezTo>
                <a:close/>
                <a:moveTo>
                  <a:pt x="32" y="153"/>
                </a:moveTo>
                <a:cubicBezTo>
                  <a:pt x="28" y="153"/>
                  <a:pt x="25" y="150"/>
                  <a:pt x="25" y="146"/>
                </a:cubicBezTo>
                <a:cubicBezTo>
                  <a:pt x="31" y="150"/>
                  <a:pt x="39" y="152"/>
                  <a:pt x="47" y="152"/>
                </a:cubicBezTo>
                <a:cubicBezTo>
                  <a:pt x="49" y="152"/>
                  <a:pt x="51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3" y="152"/>
                  <a:pt x="53" y="152"/>
                  <a:pt x="53" y="152"/>
                </a:cubicBezTo>
                <a:cubicBezTo>
                  <a:pt x="56" y="151"/>
                  <a:pt x="59" y="151"/>
                  <a:pt x="61" y="150"/>
                </a:cubicBezTo>
                <a:cubicBezTo>
                  <a:pt x="81" y="145"/>
                  <a:pt x="81" y="145"/>
                  <a:pt x="81" y="145"/>
                </a:cubicBezTo>
                <a:cubicBezTo>
                  <a:pt x="105" y="142"/>
                  <a:pt x="123" y="122"/>
                  <a:pt x="123" y="98"/>
                </a:cubicBezTo>
                <a:cubicBezTo>
                  <a:pt x="123" y="72"/>
                  <a:pt x="102" y="51"/>
                  <a:pt x="76" y="51"/>
                </a:cubicBezTo>
                <a:cubicBezTo>
                  <a:pt x="73" y="51"/>
                  <a:pt x="69" y="51"/>
                  <a:pt x="66" y="52"/>
                </a:cubicBezTo>
                <a:cubicBezTo>
                  <a:pt x="66" y="52"/>
                  <a:pt x="66" y="52"/>
                  <a:pt x="66" y="52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2"/>
                  <a:pt x="64" y="52"/>
                  <a:pt x="63" y="53"/>
                </a:cubicBezTo>
                <a:cubicBezTo>
                  <a:pt x="42" y="58"/>
                  <a:pt x="42" y="58"/>
                  <a:pt x="42" y="58"/>
                </a:cubicBezTo>
                <a:cubicBezTo>
                  <a:pt x="36" y="59"/>
                  <a:pt x="30" y="61"/>
                  <a:pt x="25" y="63"/>
                </a:cubicBezTo>
                <a:cubicBezTo>
                  <a:pt x="25" y="57"/>
                  <a:pt x="25" y="57"/>
                  <a:pt x="25" y="57"/>
                </a:cubicBezTo>
                <a:cubicBezTo>
                  <a:pt x="25" y="53"/>
                  <a:pt x="28" y="50"/>
                  <a:pt x="3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4" y="50"/>
                  <a:pt x="128" y="53"/>
                  <a:pt x="128" y="57"/>
                </a:cubicBezTo>
                <a:cubicBezTo>
                  <a:pt x="128" y="145"/>
                  <a:pt x="128" y="145"/>
                  <a:pt x="128" y="145"/>
                </a:cubicBezTo>
                <a:cubicBezTo>
                  <a:pt x="128" y="150"/>
                  <a:pt x="124" y="153"/>
                  <a:pt x="120" y="153"/>
                </a:cubicBezTo>
                <a:lnTo>
                  <a:pt x="32" y="153"/>
                </a:lnTo>
                <a:close/>
                <a:moveTo>
                  <a:pt x="200" y="161"/>
                </a:moveTo>
                <a:cubicBezTo>
                  <a:pt x="201" y="162"/>
                  <a:pt x="202" y="163"/>
                  <a:pt x="204" y="163"/>
                </a:cubicBezTo>
                <a:cubicBezTo>
                  <a:pt x="241" y="163"/>
                  <a:pt x="241" y="163"/>
                  <a:pt x="241" y="163"/>
                </a:cubicBezTo>
                <a:cubicBezTo>
                  <a:pt x="241" y="167"/>
                  <a:pt x="241" y="167"/>
                  <a:pt x="241" y="167"/>
                </a:cubicBezTo>
                <a:cubicBezTo>
                  <a:pt x="188" y="167"/>
                  <a:pt x="188" y="167"/>
                  <a:pt x="188" y="167"/>
                </a:cubicBezTo>
                <a:cubicBezTo>
                  <a:pt x="166" y="147"/>
                  <a:pt x="166" y="147"/>
                  <a:pt x="166" y="147"/>
                </a:cubicBezTo>
                <a:cubicBezTo>
                  <a:pt x="187" y="140"/>
                  <a:pt x="187" y="140"/>
                  <a:pt x="187" y="140"/>
                </a:cubicBezTo>
                <a:lnTo>
                  <a:pt x="200" y="161"/>
                </a:lnTo>
                <a:close/>
              </a:path>
            </a:pathLst>
          </a:custGeom>
          <a:solidFill>
            <a:srgbClr val="59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1704" tIns="60852" rIns="121704" bIns="60852"/>
          <a:lstStyle/>
          <a:p>
            <a:endParaRPr lang="zh-CN" altLang="en-US" sz="2139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7" name="任意多边形 596"/>
          <p:cNvSpPr/>
          <p:nvPr/>
        </p:nvSpPr>
        <p:spPr bwMode="gray">
          <a:xfrm>
            <a:off x="5185016" y="4194698"/>
            <a:ext cx="968611" cy="1418092"/>
          </a:xfrm>
          <a:custGeom>
            <a:avLst/>
            <a:gdLst>
              <a:gd name="connsiteX0" fmla="*/ 0 w 2316480"/>
              <a:gd name="connsiteY0" fmla="*/ 1087120 h 1087120"/>
              <a:gd name="connsiteX1" fmla="*/ 2316480 w 2316480"/>
              <a:gd name="connsiteY1" fmla="*/ 0 h 1087120"/>
              <a:gd name="connsiteX0" fmla="*/ 0 w 2194560"/>
              <a:gd name="connsiteY0" fmla="*/ 1097280 h 1097280"/>
              <a:gd name="connsiteX1" fmla="*/ 2194560 w 2194560"/>
              <a:gd name="connsiteY1" fmla="*/ 0 h 1097280"/>
              <a:gd name="connsiteX0" fmla="*/ 7726 w 2202286"/>
              <a:gd name="connsiteY0" fmla="*/ 1097280 h 1097280"/>
              <a:gd name="connsiteX1" fmla="*/ 2202286 w 2202286"/>
              <a:gd name="connsiteY1" fmla="*/ 0 h 1097280"/>
              <a:gd name="connsiteX0" fmla="*/ 5581 w 2200141"/>
              <a:gd name="connsiteY0" fmla="*/ 1097280 h 1097280"/>
              <a:gd name="connsiteX1" fmla="*/ 2200141 w 2200141"/>
              <a:gd name="connsiteY1" fmla="*/ 0 h 1097280"/>
              <a:gd name="connsiteX0" fmla="*/ 3293 w 3826628"/>
              <a:gd name="connsiteY0" fmla="*/ 3069047 h 3069047"/>
              <a:gd name="connsiteX1" fmla="*/ 3826628 w 3826628"/>
              <a:gd name="connsiteY1" fmla="*/ 0 h 3069047"/>
              <a:gd name="connsiteX0" fmla="*/ 971707 w 971707"/>
              <a:gd name="connsiteY0" fmla="*/ 1287538 h 1287538"/>
              <a:gd name="connsiteX1" fmla="*/ 3967 w 971707"/>
              <a:gd name="connsiteY1" fmla="*/ 0 h 1287538"/>
              <a:gd name="connsiteX0" fmla="*/ 967740 w 967740"/>
              <a:gd name="connsiteY0" fmla="*/ 1287538 h 1287538"/>
              <a:gd name="connsiteX1" fmla="*/ 0 w 967740"/>
              <a:gd name="connsiteY1" fmla="*/ 0 h 1287538"/>
              <a:gd name="connsiteX0" fmla="*/ 967740 w 977439"/>
              <a:gd name="connsiteY0" fmla="*/ 1287538 h 1287538"/>
              <a:gd name="connsiteX1" fmla="*/ 0 w 977439"/>
              <a:gd name="connsiteY1" fmla="*/ 0 h 1287538"/>
              <a:gd name="connsiteX0" fmla="*/ 967740 w 968611"/>
              <a:gd name="connsiteY0" fmla="*/ 1287538 h 1287538"/>
              <a:gd name="connsiteX1" fmla="*/ 0 w 968611"/>
              <a:gd name="connsiteY1" fmla="*/ 0 h 1287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68611" h="1287538">
                <a:moveTo>
                  <a:pt x="967740" y="1287538"/>
                </a:moveTo>
                <a:cubicBezTo>
                  <a:pt x="988060" y="332558"/>
                  <a:pt x="652780" y="20440"/>
                  <a:pt x="0" y="0"/>
                </a:cubicBezTo>
              </a:path>
            </a:pathLst>
          </a:custGeom>
          <a:noFill/>
          <a:ln w="28575">
            <a:solidFill>
              <a:srgbClr val="FFC000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8" name="任意多边形 597"/>
          <p:cNvSpPr/>
          <p:nvPr/>
        </p:nvSpPr>
        <p:spPr bwMode="gray">
          <a:xfrm>
            <a:off x="5605351" y="3089798"/>
            <a:ext cx="1044038" cy="2522992"/>
          </a:xfrm>
          <a:custGeom>
            <a:avLst/>
            <a:gdLst>
              <a:gd name="connsiteX0" fmla="*/ 0 w 2316480"/>
              <a:gd name="connsiteY0" fmla="*/ 1087120 h 1087120"/>
              <a:gd name="connsiteX1" fmla="*/ 2316480 w 2316480"/>
              <a:gd name="connsiteY1" fmla="*/ 0 h 1087120"/>
              <a:gd name="connsiteX0" fmla="*/ 0 w 2194560"/>
              <a:gd name="connsiteY0" fmla="*/ 1097280 h 1097280"/>
              <a:gd name="connsiteX1" fmla="*/ 2194560 w 2194560"/>
              <a:gd name="connsiteY1" fmla="*/ 0 h 1097280"/>
              <a:gd name="connsiteX0" fmla="*/ 7726 w 2202286"/>
              <a:gd name="connsiteY0" fmla="*/ 1097280 h 1097280"/>
              <a:gd name="connsiteX1" fmla="*/ 2202286 w 2202286"/>
              <a:gd name="connsiteY1" fmla="*/ 0 h 1097280"/>
              <a:gd name="connsiteX0" fmla="*/ 5581 w 2200141"/>
              <a:gd name="connsiteY0" fmla="*/ 1097280 h 1097280"/>
              <a:gd name="connsiteX1" fmla="*/ 2200141 w 2200141"/>
              <a:gd name="connsiteY1" fmla="*/ 0 h 1097280"/>
              <a:gd name="connsiteX0" fmla="*/ 3293 w 3826628"/>
              <a:gd name="connsiteY0" fmla="*/ 3069047 h 3069047"/>
              <a:gd name="connsiteX1" fmla="*/ 3826628 w 3826628"/>
              <a:gd name="connsiteY1" fmla="*/ 0 h 3069047"/>
              <a:gd name="connsiteX0" fmla="*/ 971707 w 971707"/>
              <a:gd name="connsiteY0" fmla="*/ 1287538 h 1287538"/>
              <a:gd name="connsiteX1" fmla="*/ 3967 w 971707"/>
              <a:gd name="connsiteY1" fmla="*/ 0 h 1287538"/>
              <a:gd name="connsiteX0" fmla="*/ 967740 w 967740"/>
              <a:gd name="connsiteY0" fmla="*/ 1287538 h 1287538"/>
              <a:gd name="connsiteX1" fmla="*/ 0 w 967740"/>
              <a:gd name="connsiteY1" fmla="*/ 0 h 1287538"/>
              <a:gd name="connsiteX0" fmla="*/ 967740 w 977439"/>
              <a:gd name="connsiteY0" fmla="*/ 1287538 h 1287538"/>
              <a:gd name="connsiteX1" fmla="*/ 0 w 977439"/>
              <a:gd name="connsiteY1" fmla="*/ 0 h 1287538"/>
              <a:gd name="connsiteX0" fmla="*/ 967740 w 968611"/>
              <a:gd name="connsiteY0" fmla="*/ 1287538 h 1287538"/>
              <a:gd name="connsiteX1" fmla="*/ 0 w 968611"/>
              <a:gd name="connsiteY1" fmla="*/ 0 h 1287538"/>
              <a:gd name="connsiteX0" fmla="*/ 1339215 w 1339643"/>
              <a:gd name="connsiteY0" fmla="*/ 1399963 h 1399963"/>
              <a:gd name="connsiteX1" fmla="*/ 0 w 1339643"/>
              <a:gd name="connsiteY1" fmla="*/ 0 h 1399963"/>
              <a:gd name="connsiteX0" fmla="*/ 1339215 w 1339901"/>
              <a:gd name="connsiteY0" fmla="*/ 1499764 h 1499764"/>
              <a:gd name="connsiteX1" fmla="*/ 0 w 1339901"/>
              <a:gd name="connsiteY1" fmla="*/ 99801 h 1499764"/>
              <a:gd name="connsiteX0" fmla="*/ 1339215 w 1339215"/>
              <a:gd name="connsiteY0" fmla="*/ 1461491 h 1461491"/>
              <a:gd name="connsiteX1" fmla="*/ 0 w 1339215"/>
              <a:gd name="connsiteY1" fmla="*/ 61528 h 1461491"/>
              <a:gd name="connsiteX0" fmla="*/ 1339215 w 1339215"/>
              <a:gd name="connsiteY0" fmla="*/ 1399963 h 1399963"/>
              <a:gd name="connsiteX1" fmla="*/ 0 w 1339215"/>
              <a:gd name="connsiteY1" fmla="*/ 0 h 1399963"/>
              <a:gd name="connsiteX0" fmla="*/ 1339215 w 1339215"/>
              <a:gd name="connsiteY0" fmla="*/ 1399963 h 1399963"/>
              <a:gd name="connsiteX1" fmla="*/ 0 w 1339215"/>
              <a:gd name="connsiteY1" fmla="*/ 0 h 1399963"/>
              <a:gd name="connsiteX0" fmla="*/ 1339215 w 1339215"/>
              <a:gd name="connsiteY0" fmla="*/ 1399963 h 1399963"/>
              <a:gd name="connsiteX1" fmla="*/ 0 w 1339215"/>
              <a:gd name="connsiteY1" fmla="*/ 0 h 1399963"/>
              <a:gd name="connsiteX0" fmla="*/ 205740 w 531550"/>
              <a:gd name="connsiteY0" fmla="*/ 2385846 h 2385846"/>
              <a:gd name="connsiteX1" fmla="*/ 0 w 531550"/>
              <a:gd name="connsiteY1" fmla="*/ 0 h 2385846"/>
              <a:gd name="connsiteX0" fmla="*/ 886461 w 886461"/>
              <a:gd name="connsiteY0" fmla="*/ 2385846 h 2385846"/>
              <a:gd name="connsiteX1" fmla="*/ 680721 w 886461"/>
              <a:gd name="connsiteY1" fmla="*/ 0 h 2385846"/>
              <a:gd name="connsiteX0" fmla="*/ 726963 w 919558"/>
              <a:gd name="connsiteY0" fmla="*/ 2385846 h 2385846"/>
              <a:gd name="connsiteX1" fmla="*/ 521223 w 919558"/>
              <a:gd name="connsiteY1" fmla="*/ 0 h 2385846"/>
              <a:gd name="connsiteX0" fmla="*/ 702486 w 896835"/>
              <a:gd name="connsiteY0" fmla="*/ 2290717 h 2290717"/>
              <a:gd name="connsiteX1" fmla="*/ 525321 w 896835"/>
              <a:gd name="connsiteY1" fmla="*/ 0 h 2290717"/>
              <a:gd name="connsiteX0" fmla="*/ 870633 w 1044038"/>
              <a:gd name="connsiteY0" fmla="*/ 2290717 h 2290717"/>
              <a:gd name="connsiteX1" fmla="*/ 693468 w 1044038"/>
              <a:gd name="connsiteY1" fmla="*/ 0 h 2290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44038" h="2290717">
                <a:moveTo>
                  <a:pt x="870633" y="2290717"/>
                </a:moveTo>
                <a:cubicBezTo>
                  <a:pt x="1786303" y="1136830"/>
                  <a:pt x="-1320752" y="1006323"/>
                  <a:pt x="693468" y="0"/>
                </a:cubicBezTo>
              </a:path>
            </a:pathLst>
          </a:custGeom>
          <a:noFill/>
          <a:ln w="28575">
            <a:solidFill>
              <a:srgbClr val="FFC000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9" name="任意多边形 598"/>
          <p:cNvSpPr/>
          <p:nvPr/>
        </p:nvSpPr>
        <p:spPr bwMode="gray">
          <a:xfrm>
            <a:off x="6717002" y="3238202"/>
            <a:ext cx="1134488" cy="2403161"/>
          </a:xfrm>
          <a:custGeom>
            <a:avLst/>
            <a:gdLst>
              <a:gd name="connsiteX0" fmla="*/ 0 w 2316480"/>
              <a:gd name="connsiteY0" fmla="*/ 1087120 h 1087120"/>
              <a:gd name="connsiteX1" fmla="*/ 2316480 w 2316480"/>
              <a:gd name="connsiteY1" fmla="*/ 0 h 1087120"/>
              <a:gd name="connsiteX0" fmla="*/ 0 w 2194560"/>
              <a:gd name="connsiteY0" fmla="*/ 1097280 h 1097280"/>
              <a:gd name="connsiteX1" fmla="*/ 2194560 w 2194560"/>
              <a:gd name="connsiteY1" fmla="*/ 0 h 1097280"/>
              <a:gd name="connsiteX0" fmla="*/ 7726 w 2202286"/>
              <a:gd name="connsiteY0" fmla="*/ 1097280 h 1097280"/>
              <a:gd name="connsiteX1" fmla="*/ 2202286 w 2202286"/>
              <a:gd name="connsiteY1" fmla="*/ 0 h 1097280"/>
              <a:gd name="connsiteX0" fmla="*/ 5581 w 2200141"/>
              <a:gd name="connsiteY0" fmla="*/ 1097280 h 1097280"/>
              <a:gd name="connsiteX1" fmla="*/ 2200141 w 2200141"/>
              <a:gd name="connsiteY1" fmla="*/ 0 h 1097280"/>
              <a:gd name="connsiteX0" fmla="*/ 3293 w 3826628"/>
              <a:gd name="connsiteY0" fmla="*/ 3069047 h 3069047"/>
              <a:gd name="connsiteX1" fmla="*/ 3826628 w 3826628"/>
              <a:gd name="connsiteY1" fmla="*/ 0 h 3069047"/>
              <a:gd name="connsiteX0" fmla="*/ 971707 w 971707"/>
              <a:gd name="connsiteY0" fmla="*/ 1287538 h 1287538"/>
              <a:gd name="connsiteX1" fmla="*/ 3967 w 971707"/>
              <a:gd name="connsiteY1" fmla="*/ 0 h 1287538"/>
              <a:gd name="connsiteX0" fmla="*/ 967740 w 967740"/>
              <a:gd name="connsiteY0" fmla="*/ 1287538 h 1287538"/>
              <a:gd name="connsiteX1" fmla="*/ 0 w 967740"/>
              <a:gd name="connsiteY1" fmla="*/ 0 h 1287538"/>
              <a:gd name="connsiteX0" fmla="*/ 967740 w 977439"/>
              <a:gd name="connsiteY0" fmla="*/ 1287538 h 1287538"/>
              <a:gd name="connsiteX1" fmla="*/ 0 w 977439"/>
              <a:gd name="connsiteY1" fmla="*/ 0 h 1287538"/>
              <a:gd name="connsiteX0" fmla="*/ 967740 w 968611"/>
              <a:gd name="connsiteY0" fmla="*/ 1287538 h 1287538"/>
              <a:gd name="connsiteX1" fmla="*/ 0 w 968611"/>
              <a:gd name="connsiteY1" fmla="*/ 0 h 1287538"/>
              <a:gd name="connsiteX0" fmla="*/ 1339215 w 1339643"/>
              <a:gd name="connsiteY0" fmla="*/ 1399963 h 1399963"/>
              <a:gd name="connsiteX1" fmla="*/ 0 w 1339643"/>
              <a:gd name="connsiteY1" fmla="*/ 0 h 1399963"/>
              <a:gd name="connsiteX0" fmla="*/ 1339215 w 1339901"/>
              <a:gd name="connsiteY0" fmla="*/ 1499764 h 1499764"/>
              <a:gd name="connsiteX1" fmla="*/ 0 w 1339901"/>
              <a:gd name="connsiteY1" fmla="*/ 99801 h 1499764"/>
              <a:gd name="connsiteX0" fmla="*/ 1853565 w 1853886"/>
              <a:gd name="connsiteY0" fmla="*/ 1636202 h 1636202"/>
              <a:gd name="connsiteX1" fmla="*/ 0 w 1853886"/>
              <a:gd name="connsiteY1" fmla="*/ 89222 h 1636202"/>
              <a:gd name="connsiteX0" fmla="*/ 1853565 w 1854140"/>
              <a:gd name="connsiteY0" fmla="*/ 2058476 h 2058476"/>
              <a:gd name="connsiteX1" fmla="*/ 0 w 1854140"/>
              <a:gd name="connsiteY1" fmla="*/ 511496 h 2058476"/>
              <a:gd name="connsiteX0" fmla="*/ 1853565 w 1854140"/>
              <a:gd name="connsiteY0" fmla="*/ 2014735 h 2014735"/>
              <a:gd name="connsiteX1" fmla="*/ 0 w 1854140"/>
              <a:gd name="connsiteY1" fmla="*/ 519643 h 2014735"/>
              <a:gd name="connsiteX0" fmla="*/ 1853565 w 1853802"/>
              <a:gd name="connsiteY0" fmla="*/ 1502541 h 1502541"/>
              <a:gd name="connsiteX1" fmla="*/ 0 w 1853802"/>
              <a:gd name="connsiteY1" fmla="*/ 7449 h 1502541"/>
              <a:gd name="connsiteX0" fmla="*/ 1786890 w 1787140"/>
              <a:gd name="connsiteY0" fmla="*/ 1528226 h 1528227"/>
              <a:gd name="connsiteX1" fmla="*/ 0 w 1787140"/>
              <a:gd name="connsiteY1" fmla="*/ 7190 h 1528227"/>
              <a:gd name="connsiteX0" fmla="*/ 1786890 w 1786890"/>
              <a:gd name="connsiteY0" fmla="*/ 1530303 h 1530303"/>
              <a:gd name="connsiteX1" fmla="*/ 0 w 1786890"/>
              <a:gd name="connsiteY1" fmla="*/ 9267 h 1530303"/>
              <a:gd name="connsiteX0" fmla="*/ 1786890 w 1786890"/>
              <a:gd name="connsiteY0" fmla="*/ 1527358 h 1527358"/>
              <a:gd name="connsiteX1" fmla="*/ 0 w 1786890"/>
              <a:gd name="connsiteY1" fmla="*/ 6322 h 1527358"/>
              <a:gd name="connsiteX0" fmla="*/ 1786890 w 1786890"/>
              <a:gd name="connsiteY0" fmla="*/ 1528749 h 1528749"/>
              <a:gd name="connsiteX1" fmla="*/ 0 w 1786890"/>
              <a:gd name="connsiteY1" fmla="*/ 7713 h 1528749"/>
              <a:gd name="connsiteX0" fmla="*/ 41002 w 1246858"/>
              <a:gd name="connsiteY0" fmla="*/ 1443353 h 1443353"/>
              <a:gd name="connsiteX1" fmla="*/ 1140187 w 1246858"/>
              <a:gd name="connsiteY1" fmla="*/ 8798 h 1443353"/>
              <a:gd name="connsiteX0" fmla="*/ 87181 w 1186366"/>
              <a:gd name="connsiteY0" fmla="*/ 1520236 h 1520236"/>
              <a:gd name="connsiteX1" fmla="*/ 1186366 w 1186366"/>
              <a:gd name="connsiteY1" fmla="*/ 85681 h 1520236"/>
              <a:gd name="connsiteX0" fmla="*/ 200193 w 1299378"/>
              <a:gd name="connsiteY0" fmla="*/ 2214328 h 2214328"/>
              <a:gd name="connsiteX1" fmla="*/ 1299378 w 1299378"/>
              <a:gd name="connsiteY1" fmla="*/ 779773 h 2214328"/>
              <a:gd name="connsiteX0" fmla="*/ 115536 w 1214721"/>
              <a:gd name="connsiteY0" fmla="*/ 2210033 h 2210033"/>
              <a:gd name="connsiteX1" fmla="*/ 1214721 w 1214721"/>
              <a:gd name="connsiteY1" fmla="*/ 775478 h 2210033"/>
              <a:gd name="connsiteX0" fmla="*/ 149603 w 1134488"/>
              <a:gd name="connsiteY0" fmla="*/ 2181918 h 2181918"/>
              <a:gd name="connsiteX1" fmla="*/ 1134488 w 1134488"/>
              <a:gd name="connsiteY1" fmla="*/ 781955 h 2181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4488" h="2181918">
                <a:moveTo>
                  <a:pt x="149603" y="2181918"/>
                </a:moveTo>
                <a:cubicBezTo>
                  <a:pt x="-11052" y="1200993"/>
                  <a:pt x="-346332" y="-1247203"/>
                  <a:pt x="1134488" y="781955"/>
                </a:cubicBezTo>
              </a:path>
            </a:pathLst>
          </a:custGeom>
          <a:noFill/>
          <a:ln w="28575">
            <a:solidFill>
              <a:srgbClr val="FFC000"/>
            </a:solidFill>
            <a:prstDash val="solid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00" name="直接连接符 599"/>
          <p:cNvCxnSpPr>
            <a:stCxn id="513" idx="0"/>
            <a:endCxn id="570" idx="14"/>
          </p:cNvCxnSpPr>
          <p:nvPr/>
        </p:nvCxnSpPr>
        <p:spPr bwMode="gray">
          <a:xfrm>
            <a:off x="5577476" y="4439996"/>
            <a:ext cx="1285312" cy="681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直接连接符 600"/>
          <p:cNvCxnSpPr>
            <a:stCxn id="505" idx="0"/>
            <a:endCxn id="568" idx="2"/>
          </p:cNvCxnSpPr>
          <p:nvPr/>
        </p:nvCxnSpPr>
        <p:spPr bwMode="gray">
          <a:xfrm>
            <a:off x="5577476" y="3946451"/>
            <a:ext cx="1283151" cy="1181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直接连接符 601"/>
          <p:cNvCxnSpPr>
            <a:stCxn id="521" idx="3"/>
            <a:endCxn id="560" idx="2"/>
          </p:cNvCxnSpPr>
          <p:nvPr/>
        </p:nvCxnSpPr>
        <p:spPr bwMode="gray">
          <a:xfrm flipH="1">
            <a:off x="6174905" y="3946451"/>
            <a:ext cx="1297386" cy="11816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直接连接符 602"/>
          <p:cNvCxnSpPr>
            <a:stCxn id="529" idx="19"/>
            <a:endCxn id="562" idx="14"/>
          </p:cNvCxnSpPr>
          <p:nvPr/>
        </p:nvCxnSpPr>
        <p:spPr bwMode="gray">
          <a:xfrm flipH="1">
            <a:off x="6177066" y="4439996"/>
            <a:ext cx="1278882" cy="6811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直接箭头连接符 605"/>
          <p:cNvCxnSpPr/>
          <p:nvPr/>
        </p:nvCxnSpPr>
        <p:spPr bwMode="gray">
          <a:xfrm flipV="1">
            <a:off x="7785529" y="2343812"/>
            <a:ext cx="0" cy="49546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6" name="组合 615"/>
          <p:cNvGrpSpPr/>
          <p:nvPr/>
        </p:nvGrpSpPr>
        <p:grpSpPr bwMode="gray">
          <a:xfrm>
            <a:off x="8895589" y="1765123"/>
            <a:ext cx="2583078" cy="1531794"/>
            <a:chOff x="5603305" y="1462078"/>
            <a:chExt cx="3286908" cy="1948965"/>
          </a:xfrm>
        </p:grpSpPr>
        <p:grpSp>
          <p:nvGrpSpPr>
            <p:cNvPr id="617" name="组合 616"/>
            <p:cNvGrpSpPr/>
            <p:nvPr/>
          </p:nvGrpSpPr>
          <p:grpSpPr bwMode="gray">
            <a:xfrm>
              <a:off x="6150013" y="1891815"/>
              <a:ext cx="1131100" cy="1131100"/>
              <a:chOff x="6150013" y="1891815"/>
              <a:chExt cx="1131100" cy="1131100"/>
            </a:xfrm>
          </p:grpSpPr>
          <p:grpSp>
            <p:nvGrpSpPr>
              <p:cNvPr id="634" name="组合 633"/>
              <p:cNvGrpSpPr/>
              <p:nvPr/>
            </p:nvGrpSpPr>
            <p:grpSpPr bwMode="gray">
              <a:xfrm>
                <a:off x="6150013" y="1891815"/>
                <a:ext cx="1131100" cy="1131100"/>
                <a:chOff x="6005763" y="1892655"/>
                <a:chExt cx="1131100" cy="1131100"/>
              </a:xfrm>
            </p:grpSpPr>
            <p:sp>
              <p:nvSpPr>
                <p:cNvPr id="638" name="椭圆 637"/>
                <p:cNvSpPr/>
                <p:nvPr/>
              </p:nvSpPr>
              <p:spPr bwMode="gray">
                <a:xfrm>
                  <a:off x="6005763" y="1892655"/>
                  <a:ext cx="1131100" cy="1131100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65000"/>
                        <a:alpha val="15000"/>
                      </a:schemeClr>
                    </a:gs>
                    <a:gs pos="50000">
                      <a:schemeClr val="bg1">
                        <a:lumMod val="75000"/>
                        <a:alpha val="0"/>
                      </a:schemeClr>
                    </a:gs>
                    <a:gs pos="100000">
                      <a:schemeClr val="bg1">
                        <a:lumMod val="65000"/>
                        <a:alpha val="20000"/>
                      </a:schemeClr>
                    </a:gs>
                  </a:gsLst>
                  <a:lin ang="27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16"/>
                  <a:endParaRPr lang="zh-CN" altLang="en-US" sz="24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639" name="椭圆 638"/>
                <p:cNvSpPr/>
                <p:nvPr/>
              </p:nvSpPr>
              <p:spPr bwMode="gray">
                <a:xfrm>
                  <a:off x="6063910" y="1950802"/>
                  <a:ext cx="1014806" cy="1014806"/>
                </a:xfrm>
                <a:prstGeom prst="ellipse">
                  <a:avLst/>
                </a:prstGeom>
                <a:gradFill>
                  <a:gsLst>
                    <a:gs pos="33000">
                      <a:schemeClr val="bg1">
                        <a:lumMod val="85000"/>
                        <a:alpha val="0"/>
                      </a:schemeClr>
                    </a:gs>
                    <a:gs pos="100000">
                      <a:schemeClr val="bg1">
                        <a:lumMod val="65000"/>
                        <a:alpha val="20000"/>
                      </a:schemeClr>
                    </a:gs>
                  </a:gsLst>
                  <a:lin ang="108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16"/>
                  <a:endParaRPr lang="zh-CN" altLang="en-US" sz="24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640" name="椭圆 639"/>
                <p:cNvSpPr/>
                <p:nvPr/>
              </p:nvSpPr>
              <p:spPr bwMode="gray">
                <a:xfrm>
                  <a:off x="6150013" y="2036905"/>
                  <a:ext cx="842600" cy="842600"/>
                </a:xfrm>
                <a:prstGeom prst="ellipse">
                  <a:avLst/>
                </a:prstGeom>
                <a:gradFill flip="none" rotWithShape="1">
                  <a:gsLst>
                    <a:gs pos="33000">
                      <a:schemeClr val="bg1">
                        <a:lumMod val="85000"/>
                        <a:alpha val="0"/>
                      </a:schemeClr>
                    </a:gs>
                    <a:gs pos="100000">
                      <a:schemeClr val="bg1">
                        <a:lumMod val="65000"/>
                        <a:alpha val="50000"/>
                      </a:schemeClr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16"/>
                  <a:endParaRPr lang="zh-CN" altLang="en-US" sz="24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635" name="椭圆 634"/>
              <p:cNvSpPr/>
              <p:nvPr/>
            </p:nvSpPr>
            <p:spPr bwMode="gray">
              <a:xfrm>
                <a:off x="6696715" y="1955804"/>
                <a:ext cx="64423" cy="6442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16"/>
                <a:endParaRPr lang="zh-CN" altLang="en-US" sz="240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36" name="椭圆 635"/>
              <p:cNvSpPr/>
              <p:nvPr/>
            </p:nvSpPr>
            <p:spPr bwMode="gray">
              <a:xfrm>
                <a:off x="6210779" y="2420486"/>
                <a:ext cx="64423" cy="6442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16"/>
                <a:endParaRPr lang="zh-CN" altLang="en-US" sz="240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37" name="椭圆 636"/>
              <p:cNvSpPr/>
              <p:nvPr/>
            </p:nvSpPr>
            <p:spPr bwMode="gray">
              <a:xfrm>
                <a:off x="6696714" y="2922801"/>
                <a:ext cx="64423" cy="6442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16"/>
                <a:endParaRPr lang="zh-CN" altLang="en-US" sz="240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618" name="文本框 179"/>
            <p:cNvSpPr txBox="1"/>
            <p:nvPr/>
          </p:nvSpPr>
          <p:spPr bwMode="gray">
            <a:xfrm>
              <a:off x="5893771" y="3049773"/>
              <a:ext cx="1643585" cy="352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16"/>
              <a:r>
                <a:rPr lang="zh-CN" altLang="en-US" sz="12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算力</a:t>
              </a:r>
              <a:endPara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19" name="文本框 180"/>
            <p:cNvSpPr txBox="1"/>
            <p:nvPr/>
          </p:nvSpPr>
          <p:spPr bwMode="gray">
            <a:xfrm>
              <a:off x="6415615" y="1462078"/>
              <a:ext cx="626623" cy="352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16"/>
              <a:r>
                <a:rPr lang="zh-CN" altLang="en-US" sz="12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成本</a:t>
              </a:r>
              <a:endPara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20" name="文本框 181"/>
            <p:cNvSpPr txBox="1"/>
            <p:nvPr/>
          </p:nvSpPr>
          <p:spPr bwMode="gray">
            <a:xfrm>
              <a:off x="5603305" y="2328764"/>
              <a:ext cx="626623" cy="352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16"/>
              <a:r>
                <a:rPr lang="zh-CN" altLang="en-US" sz="12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存储</a:t>
              </a:r>
              <a:endPara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grpSp>
          <p:nvGrpSpPr>
            <p:cNvPr id="621" name="组合 620"/>
            <p:cNvGrpSpPr/>
            <p:nvPr/>
          </p:nvGrpSpPr>
          <p:grpSpPr bwMode="gray">
            <a:xfrm rot="10800000">
              <a:off x="7023239" y="1891815"/>
              <a:ext cx="1131100" cy="1131100"/>
              <a:chOff x="6150013" y="1891815"/>
              <a:chExt cx="1131100" cy="1131100"/>
            </a:xfrm>
          </p:grpSpPr>
          <p:grpSp>
            <p:nvGrpSpPr>
              <p:cNvPr id="627" name="组合 626"/>
              <p:cNvGrpSpPr/>
              <p:nvPr/>
            </p:nvGrpSpPr>
            <p:grpSpPr bwMode="gray">
              <a:xfrm>
                <a:off x="6150013" y="1891815"/>
                <a:ext cx="1131100" cy="1131100"/>
                <a:chOff x="6005763" y="1892655"/>
                <a:chExt cx="1131100" cy="1131100"/>
              </a:xfrm>
            </p:grpSpPr>
            <p:sp>
              <p:nvSpPr>
                <p:cNvPr id="631" name="椭圆 630"/>
                <p:cNvSpPr/>
                <p:nvPr/>
              </p:nvSpPr>
              <p:spPr bwMode="gray">
                <a:xfrm>
                  <a:off x="6005763" y="1892655"/>
                  <a:ext cx="1131100" cy="1131100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65000"/>
                        <a:alpha val="15000"/>
                      </a:schemeClr>
                    </a:gs>
                    <a:gs pos="50000">
                      <a:schemeClr val="bg1">
                        <a:lumMod val="75000"/>
                        <a:alpha val="0"/>
                      </a:schemeClr>
                    </a:gs>
                    <a:gs pos="100000">
                      <a:schemeClr val="bg1">
                        <a:lumMod val="65000"/>
                        <a:alpha val="20000"/>
                      </a:schemeClr>
                    </a:gs>
                  </a:gsLst>
                  <a:lin ang="27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16"/>
                  <a:endParaRPr lang="zh-CN" altLang="en-US" sz="24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632" name="椭圆 631"/>
                <p:cNvSpPr/>
                <p:nvPr/>
              </p:nvSpPr>
              <p:spPr bwMode="gray">
                <a:xfrm>
                  <a:off x="6063910" y="1950802"/>
                  <a:ext cx="1014806" cy="1014806"/>
                </a:xfrm>
                <a:prstGeom prst="ellipse">
                  <a:avLst/>
                </a:prstGeom>
                <a:gradFill>
                  <a:gsLst>
                    <a:gs pos="33000">
                      <a:schemeClr val="bg1">
                        <a:lumMod val="85000"/>
                        <a:alpha val="0"/>
                      </a:schemeClr>
                    </a:gs>
                    <a:gs pos="100000">
                      <a:schemeClr val="bg1">
                        <a:lumMod val="65000"/>
                        <a:alpha val="20000"/>
                      </a:schemeClr>
                    </a:gs>
                  </a:gsLst>
                  <a:lin ang="108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16"/>
                  <a:endParaRPr lang="zh-CN" altLang="en-US" sz="24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633" name="椭圆 632"/>
                <p:cNvSpPr/>
                <p:nvPr/>
              </p:nvSpPr>
              <p:spPr bwMode="gray">
                <a:xfrm>
                  <a:off x="6150013" y="2036905"/>
                  <a:ext cx="842600" cy="842600"/>
                </a:xfrm>
                <a:prstGeom prst="ellipse">
                  <a:avLst/>
                </a:prstGeom>
                <a:gradFill flip="none" rotWithShape="1">
                  <a:gsLst>
                    <a:gs pos="33000">
                      <a:schemeClr val="bg1">
                        <a:lumMod val="85000"/>
                        <a:alpha val="0"/>
                      </a:schemeClr>
                    </a:gs>
                    <a:gs pos="100000">
                      <a:schemeClr val="bg1">
                        <a:lumMod val="65000"/>
                        <a:alpha val="50000"/>
                      </a:schemeClr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4416"/>
                  <a:endParaRPr lang="zh-CN" altLang="en-US" sz="2400">
                    <a:solidFill>
                      <a:prstClr val="black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628" name="椭圆 627"/>
              <p:cNvSpPr/>
              <p:nvPr/>
            </p:nvSpPr>
            <p:spPr bwMode="gray">
              <a:xfrm>
                <a:off x="6696715" y="1955804"/>
                <a:ext cx="64423" cy="6442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16"/>
                <a:endParaRPr lang="zh-CN" altLang="en-US" sz="240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29" name="椭圆 628"/>
              <p:cNvSpPr/>
              <p:nvPr/>
            </p:nvSpPr>
            <p:spPr bwMode="gray">
              <a:xfrm>
                <a:off x="6210779" y="2420486"/>
                <a:ext cx="64423" cy="6442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16"/>
                <a:endParaRPr lang="zh-CN" altLang="en-US" sz="240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630" name="椭圆 629"/>
              <p:cNvSpPr/>
              <p:nvPr/>
            </p:nvSpPr>
            <p:spPr bwMode="gray">
              <a:xfrm>
                <a:off x="6696714" y="2922801"/>
                <a:ext cx="64423" cy="6442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16"/>
                <a:endParaRPr lang="zh-CN" altLang="en-US" sz="240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622" name="文本框 191"/>
            <p:cNvSpPr txBox="1"/>
            <p:nvPr/>
          </p:nvSpPr>
          <p:spPr bwMode="gray">
            <a:xfrm>
              <a:off x="6469077" y="2163102"/>
              <a:ext cx="457030" cy="5483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914416"/>
              <a:r>
                <a:rPr lang="zh-CN" altLang="en-US" sz="14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云</a:t>
              </a:r>
              <a:endParaRPr lang="en-US" altLang="zh-CN" sz="14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  <a:p>
              <a:pPr algn="ctr" defTabSz="914416"/>
              <a:r>
                <a:rPr lang="zh-CN" altLang="en-US" sz="14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因子</a:t>
              </a:r>
              <a:endParaRPr lang="en-US" altLang="zh-CN" sz="14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23" name="文本框 192"/>
            <p:cNvSpPr txBox="1"/>
            <p:nvPr/>
          </p:nvSpPr>
          <p:spPr bwMode="gray">
            <a:xfrm>
              <a:off x="7366319" y="2138484"/>
              <a:ext cx="457030" cy="54836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 defTabSz="914416"/>
              <a:r>
                <a:rPr lang="zh-CN" altLang="en-US" sz="14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网</a:t>
              </a:r>
              <a:endParaRPr lang="en-US" altLang="zh-CN" sz="14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  <a:p>
              <a:pPr algn="ctr" defTabSz="914416"/>
              <a:r>
                <a:rPr lang="zh-CN" altLang="en-US" sz="14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因子</a:t>
              </a:r>
              <a:endParaRPr lang="en-US" altLang="zh-CN" sz="14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24" name="文本框 193"/>
            <p:cNvSpPr txBox="1"/>
            <p:nvPr/>
          </p:nvSpPr>
          <p:spPr bwMode="gray">
            <a:xfrm>
              <a:off x="7279135" y="1480110"/>
              <a:ext cx="626623" cy="352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16"/>
              <a:r>
                <a:rPr lang="zh-CN" altLang="en-US" sz="12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带宽</a:t>
              </a:r>
              <a:endPara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25" name="文本框 194"/>
            <p:cNvSpPr txBox="1"/>
            <p:nvPr/>
          </p:nvSpPr>
          <p:spPr bwMode="gray">
            <a:xfrm>
              <a:off x="8067771" y="2318549"/>
              <a:ext cx="822442" cy="352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16"/>
              <a:r>
                <a:rPr lang="zh-CN" altLang="en-US" sz="12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可靠性</a:t>
              </a:r>
              <a:endPara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  <p:sp>
          <p:nvSpPr>
            <p:cNvPr id="626" name="文本框 195"/>
            <p:cNvSpPr txBox="1"/>
            <p:nvPr/>
          </p:nvSpPr>
          <p:spPr bwMode="gray">
            <a:xfrm>
              <a:off x="7263764" y="3058606"/>
              <a:ext cx="626623" cy="352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16"/>
              <a:r>
                <a:rPr lang="zh-CN" altLang="en-US" sz="1200" b="1" dirty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Arial" panose="020B0604020202020204" pitchFamily="34" charset="0"/>
                  <a:sym typeface="Huawei Sans" panose="020C0503030203020204" pitchFamily="34" charset="0"/>
                </a:rPr>
                <a:t>时延</a:t>
              </a:r>
              <a:endParaRPr lang="en-US" altLang="zh-CN" sz="1200" b="1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endParaRPr>
            </a:p>
          </p:txBody>
        </p:sp>
      </p:grpSp>
      <p:grpSp>
        <p:nvGrpSpPr>
          <p:cNvPr id="641" name="组合 640"/>
          <p:cNvGrpSpPr/>
          <p:nvPr/>
        </p:nvGrpSpPr>
        <p:grpSpPr bwMode="gray">
          <a:xfrm>
            <a:off x="4187030" y="1840871"/>
            <a:ext cx="509593" cy="192967"/>
            <a:chOff x="3984654" y="3481778"/>
            <a:chExt cx="299782" cy="113518"/>
          </a:xfrm>
        </p:grpSpPr>
        <p:sp>
          <p:nvSpPr>
            <p:cNvPr id="642" name="燕尾形 641"/>
            <p:cNvSpPr>
              <a:spLocks noChangeAspect="1"/>
            </p:cNvSpPr>
            <p:nvPr/>
          </p:nvSpPr>
          <p:spPr bwMode="gray">
            <a:xfrm>
              <a:off x="3984654" y="3506499"/>
              <a:ext cx="64077" cy="64077"/>
            </a:xfrm>
            <a:prstGeom prst="chevron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3" name="燕尾形 642"/>
            <p:cNvSpPr>
              <a:spLocks noChangeAspect="1"/>
            </p:cNvSpPr>
            <p:nvPr/>
          </p:nvSpPr>
          <p:spPr bwMode="gray">
            <a:xfrm>
              <a:off x="4043391" y="3506499"/>
              <a:ext cx="64077" cy="64077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4" name="燕尾形 643"/>
            <p:cNvSpPr>
              <a:spLocks noChangeAspect="1"/>
            </p:cNvSpPr>
            <p:nvPr/>
          </p:nvSpPr>
          <p:spPr bwMode="gray">
            <a:xfrm>
              <a:off x="4102128" y="3506499"/>
              <a:ext cx="64077" cy="64077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5" name="燕尾形 644"/>
            <p:cNvSpPr>
              <a:spLocks noChangeAspect="1"/>
            </p:cNvSpPr>
            <p:nvPr/>
          </p:nvSpPr>
          <p:spPr bwMode="gray">
            <a:xfrm>
              <a:off x="4136145" y="3481778"/>
              <a:ext cx="113518" cy="113518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46" name="燕尾形 645"/>
            <p:cNvSpPr>
              <a:spLocks noChangeAspect="1"/>
            </p:cNvSpPr>
            <p:nvPr/>
          </p:nvSpPr>
          <p:spPr bwMode="gray">
            <a:xfrm>
              <a:off x="4233712" y="3506499"/>
              <a:ext cx="50724" cy="64077"/>
            </a:xfrm>
            <a:prstGeom prst="chevron">
              <a:avLst>
                <a:gd name="adj" fmla="val 68209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48" name="矩形 647"/>
          <p:cNvSpPr/>
          <p:nvPr/>
        </p:nvSpPr>
        <p:spPr bwMode="gray">
          <a:xfrm>
            <a:off x="8818625" y="3572175"/>
            <a:ext cx="293046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82563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智能云图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算法结合云、网双因子。</a:t>
            </a:r>
            <a:endParaRPr lang="en-US" altLang="zh-CN" sz="1400" dirty="0" smtClean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82563" indent="-182563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结合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业务情况，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根据云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的不同负载情况做负载分担，基于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SDN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技术智能地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调度业务访问到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最合适的</a:t>
            </a:r>
            <a:r>
              <a:rPr lang="zh-CN" altLang="en-US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云。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9" name="椭圆 648"/>
          <p:cNvSpPr>
            <a:spLocks noChangeAspect="1"/>
          </p:cNvSpPr>
          <p:nvPr/>
        </p:nvSpPr>
        <p:spPr bwMode="gray">
          <a:xfrm>
            <a:off x="7371562" y="5058461"/>
            <a:ext cx="189332" cy="189332"/>
          </a:xfrm>
          <a:prstGeom prst="ellipse">
            <a:avLst/>
          </a:prstGeom>
          <a:solidFill>
            <a:srgbClr val="D3394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0" name="矩形 649"/>
          <p:cNvSpPr/>
          <p:nvPr/>
        </p:nvSpPr>
        <p:spPr bwMode="gray">
          <a:xfrm>
            <a:off x="7556224" y="4990388"/>
            <a:ext cx="10265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根据网因子调优流量</a:t>
            </a:r>
            <a:endParaRPr lang="zh-CN" altLang="en-US" sz="120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1" name="椭圆 650"/>
          <p:cNvSpPr>
            <a:spLocks noChangeAspect="1"/>
          </p:cNvSpPr>
          <p:nvPr/>
        </p:nvSpPr>
        <p:spPr bwMode="gray">
          <a:xfrm>
            <a:off x="4918716" y="2608854"/>
            <a:ext cx="189332" cy="189332"/>
          </a:xfrm>
          <a:prstGeom prst="ellipse">
            <a:avLst/>
          </a:prstGeom>
          <a:solidFill>
            <a:srgbClr val="D3394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kumimoji="0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52" name="矩形 651"/>
          <p:cNvSpPr/>
          <p:nvPr/>
        </p:nvSpPr>
        <p:spPr bwMode="gray">
          <a:xfrm>
            <a:off x="4723201" y="2093053"/>
            <a:ext cx="10265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根据云因子引导入云</a:t>
            </a:r>
          </a:p>
        </p:txBody>
      </p:sp>
    </p:spTree>
    <p:extLst>
      <p:ext uri="{BB962C8B-B14F-4D97-AF65-F5344CB8AC3E}">
        <p14:creationId xmlns:p14="http://schemas.microsoft.com/office/powerpoint/2010/main" val="330787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err="1">
                <a:sym typeface="Huawei Sans" panose="020C0503030203020204" pitchFamily="34" charset="0"/>
              </a:rPr>
              <a:t>iMaster</a:t>
            </a:r>
            <a:r>
              <a:rPr lang="en-US" altLang="zh-CN" dirty="0">
                <a:sym typeface="Huawei Sans" panose="020C0503030203020204" pitchFamily="34" charset="0"/>
              </a:rPr>
              <a:t> </a:t>
            </a:r>
            <a:r>
              <a:rPr lang="en-US" altLang="zh-CN" dirty="0" smtClean="0">
                <a:sym typeface="Huawei Sans" panose="020C0503030203020204" pitchFamily="34" charset="0"/>
              </a:rPr>
              <a:t>NCE-IP</a:t>
            </a:r>
            <a:r>
              <a:rPr lang="zh-CN" altLang="en-US" dirty="0" smtClean="0">
                <a:sym typeface="Huawei Sans" panose="020C0503030203020204" pitchFamily="34" charset="0"/>
              </a:rPr>
              <a:t>架构及关键组件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 bwMode="gray">
          <a:xfrm>
            <a:off x="6096001" y="1409700"/>
            <a:ext cx="5653086" cy="4229100"/>
          </a:xfrm>
        </p:spPr>
        <p:txBody>
          <a:bodyPr wrap="square" lIns="0" rIns="72000"/>
          <a:lstStyle/>
          <a:p>
            <a:pPr marL="72000" indent="0" fontAlgn="auto">
              <a:buNone/>
            </a:pPr>
            <a:r>
              <a:rPr lang="en-US" altLang="zh-CN" sz="1600" dirty="0">
                <a:sym typeface="Huawei Sans" panose="020C0503030203020204" pitchFamily="34" charset="0"/>
              </a:rPr>
              <a:t>NCE</a:t>
            </a:r>
            <a:r>
              <a:rPr lang="zh-CN" altLang="en-US" sz="1600" dirty="0">
                <a:sym typeface="Huawei Sans" panose="020C0503030203020204" pitchFamily="34" charset="0"/>
              </a:rPr>
              <a:t>基于云化架构</a:t>
            </a:r>
            <a:r>
              <a:rPr lang="zh-CN" altLang="en-US" sz="1600" dirty="0" smtClean="0">
                <a:sym typeface="Huawei Sans" panose="020C0503030203020204" pitchFamily="34" charset="0"/>
              </a:rPr>
              <a:t>，支持</a:t>
            </a:r>
            <a:r>
              <a:rPr lang="zh-CN" altLang="en-US" sz="1600" dirty="0">
                <a:sym typeface="Huawei Sans" panose="020C0503030203020204" pitchFamily="34" charset="0"/>
              </a:rPr>
              <a:t>分布式虚拟化部署。从整体架构上包括公共业务、</a:t>
            </a:r>
            <a:r>
              <a:rPr lang="zh-CN" altLang="en-US" sz="1600" dirty="0" smtClean="0">
                <a:sym typeface="Huawei Sans" panose="020C0503030203020204" pitchFamily="34" charset="0"/>
              </a:rPr>
              <a:t>管理控制</a:t>
            </a:r>
            <a:r>
              <a:rPr lang="zh-CN" altLang="en-US" sz="1600" dirty="0">
                <a:sym typeface="Huawei Sans" panose="020C0503030203020204" pitchFamily="34" charset="0"/>
              </a:rPr>
              <a:t>与分析、场景化</a:t>
            </a:r>
            <a:r>
              <a:rPr lang="en-US" altLang="zh-CN" sz="1600" dirty="0">
                <a:sym typeface="Huawei Sans" panose="020C0503030203020204" pitchFamily="34" charset="0"/>
              </a:rPr>
              <a:t>APP</a:t>
            </a:r>
            <a:r>
              <a:rPr lang="zh-CN" altLang="en-US" sz="1600" dirty="0">
                <a:sym typeface="Huawei Sans" panose="020C0503030203020204" pitchFamily="34" charset="0"/>
              </a:rPr>
              <a:t>以及南北向开放等几大模块</a:t>
            </a:r>
            <a:r>
              <a:rPr lang="zh-CN" altLang="en-US" sz="1600" dirty="0" smtClean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1" fontAlgn="auto"/>
            <a:r>
              <a:rPr lang="zh-CN" altLang="en-US" sz="1400" dirty="0">
                <a:sym typeface="Huawei Sans" panose="020C0503030203020204" pitchFamily="34" charset="0"/>
              </a:rPr>
              <a:t>公共业务模块：提供告警、日志等基础网络服务以及容灾</a:t>
            </a:r>
            <a:r>
              <a:rPr lang="zh-CN" altLang="en-US" sz="1400" dirty="0" smtClean="0">
                <a:sym typeface="Huawei Sans" panose="020C0503030203020204" pitchFamily="34" charset="0"/>
              </a:rPr>
              <a:t>备份</a:t>
            </a:r>
            <a:r>
              <a:rPr lang="zh-CN" altLang="en-US" sz="1400" dirty="0">
                <a:sym typeface="Huawei Sans" panose="020C0503030203020204" pitchFamily="34" charset="0"/>
              </a:rPr>
              <a:t>等产品工程能力。</a:t>
            </a:r>
          </a:p>
          <a:p>
            <a:pPr lvl="1" fontAlgn="auto"/>
            <a:r>
              <a:rPr lang="zh-CN" altLang="en-US" sz="1400" dirty="0" smtClean="0">
                <a:sym typeface="Huawei Sans" panose="020C0503030203020204" pitchFamily="34" charset="0"/>
              </a:rPr>
              <a:t>管理控制</a:t>
            </a:r>
            <a:r>
              <a:rPr lang="zh-CN" altLang="en-US" sz="1400" dirty="0">
                <a:sym typeface="Huawei Sans" panose="020C0503030203020204" pitchFamily="34" charset="0"/>
              </a:rPr>
              <a:t>分析模块：分模块提供网络拓扑、</a:t>
            </a:r>
            <a:r>
              <a:rPr lang="en-US" altLang="zh-CN" sz="1400" dirty="0">
                <a:sym typeface="Huawei Sans" panose="020C0503030203020204" pitchFamily="34" charset="0"/>
              </a:rPr>
              <a:t>L2/L3 VPN </a:t>
            </a:r>
            <a:r>
              <a:rPr lang="zh-CN" altLang="en-US" sz="1400" dirty="0">
                <a:sym typeface="Huawei Sans" panose="020C0503030203020204" pitchFamily="34" charset="0"/>
              </a:rPr>
              <a:t>、算路及调优、诊断及预测等能力</a:t>
            </a:r>
            <a:r>
              <a:rPr lang="zh-CN" altLang="en-US" sz="1400" dirty="0" smtClean="0">
                <a:sym typeface="Huawei Sans" panose="020C0503030203020204" pitchFamily="34" charset="0"/>
              </a:rPr>
              <a:t>。</a:t>
            </a:r>
            <a:endParaRPr lang="zh-CN" altLang="en-US" sz="1400" dirty="0">
              <a:sym typeface="Huawei Sans" panose="020C0503030203020204" pitchFamily="34" charset="0"/>
            </a:endParaRPr>
          </a:p>
          <a:p>
            <a:pPr lvl="1" fontAlgn="auto"/>
            <a:r>
              <a:rPr lang="zh-CN" altLang="en-US" sz="1400" dirty="0">
                <a:sym typeface="Huawei Sans" panose="020C0503030203020204" pitchFamily="34" charset="0"/>
              </a:rPr>
              <a:t>场景化</a:t>
            </a:r>
            <a:r>
              <a:rPr lang="en-US" altLang="zh-CN" sz="1400" dirty="0">
                <a:sym typeface="Huawei Sans" panose="020C0503030203020204" pitchFamily="34" charset="0"/>
              </a:rPr>
              <a:t>APP</a:t>
            </a:r>
            <a:r>
              <a:rPr lang="zh-CN" altLang="en-US" sz="1400" dirty="0">
                <a:sym typeface="Huawei Sans" panose="020C0503030203020204" pitchFamily="34" charset="0"/>
              </a:rPr>
              <a:t>模块：面向不同商业场景，提供敏捷专线等端到端业务能力。</a:t>
            </a:r>
          </a:p>
          <a:p>
            <a:pPr lvl="1" fontAlgn="auto"/>
            <a:r>
              <a:rPr lang="zh-CN" altLang="en-US" sz="1400" dirty="0" smtClean="0">
                <a:sym typeface="Huawei Sans" panose="020C0503030203020204" pitchFamily="34" charset="0"/>
              </a:rPr>
              <a:t>南北</a:t>
            </a:r>
            <a:r>
              <a:rPr lang="zh-CN" altLang="en-US" sz="1400" dirty="0">
                <a:sym typeface="Huawei Sans" panose="020C0503030203020204" pitchFamily="34" charset="0"/>
              </a:rPr>
              <a:t>向开放模块：提供北向</a:t>
            </a:r>
            <a:r>
              <a:rPr lang="en-US" altLang="zh-CN" sz="1400" dirty="0">
                <a:sym typeface="Huawei Sans" panose="020C0503030203020204" pitchFamily="34" charset="0"/>
              </a:rPr>
              <a:t>API</a:t>
            </a:r>
            <a:r>
              <a:rPr lang="zh-CN" altLang="en-US" sz="1400" dirty="0">
                <a:sym typeface="Huawei Sans" panose="020C0503030203020204" pitchFamily="34" charset="0"/>
              </a:rPr>
              <a:t>和南向接口实现与三方</a:t>
            </a:r>
            <a:r>
              <a:rPr lang="zh-CN" altLang="en-US" sz="1400" dirty="0" smtClean="0">
                <a:sym typeface="Huawei Sans" panose="020C0503030203020204" pitchFamily="34" charset="0"/>
              </a:rPr>
              <a:t>应用或</a:t>
            </a:r>
            <a:r>
              <a:rPr lang="zh-CN" altLang="en-US" sz="1400" dirty="0">
                <a:sym typeface="Huawei Sans" panose="020C0503030203020204" pitchFamily="34" charset="0"/>
              </a:rPr>
              <a:t>其他管控系统及设备的快速对接与集成。</a:t>
            </a:r>
          </a:p>
        </p:txBody>
      </p:sp>
      <p:sp>
        <p:nvSpPr>
          <p:cNvPr id="5" name="Freeform 3"/>
          <p:cNvSpPr/>
          <p:nvPr/>
        </p:nvSpPr>
        <p:spPr bwMode="gray">
          <a:xfrm>
            <a:off x="498579" y="1516212"/>
            <a:ext cx="4482437" cy="392400"/>
          </a:xfrm>
          <a:custGeom>
            <a:avLst/>
            <a:gdLst>
              <a:gd name="connsiteX0" fmla="*/ 3189973 w 3189973"/>
              <a:gd name="connsiteY0" fmla="*/ 228003 h 228003"/>
              <a:gd name="connsiteX1" fmla="*/ 0 w 3189973"/>
              <a:gd name="connsiteY1" fmla="*/ 228003 h 228003"/>
              <a:gd name="connsiteX2" fmla="*/ 0 w 3189973"/>
              <a:gd name="connsiteY2" fmla="*/ 0 h 228003"/>
              <a:gd name="connsiteX3" fmla="*/ 3189973 w 3189973"/>
              <a:gd name="connsiteY3" fmla="*/ 0 h 228003"/>
              <a:gd name="connsiteX4" fmla="*/ 3189973 w 3189973"/>
              <a:gd name="connsiteY4" fmla="*/ 228003 h 2280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189973" h="228003">
                <a:moveTo>
                  <a:pt x="3189973" y="228003"/>
                </a:moveTo>
                <a:lnTo>
                  <a:pt x="0" y="228003"/>
                </a:lnTo>
                <a:lnTo>
                  <a:pt x="0" y="0"/>
                </a:lnTo>
                <a:lnTo>
                  <a:pt x="3189973" y="0"/>
                </a:lnTo>
                <a:lnTo>
                  <a:pt x="3189973" y="228003"/>
                </a:lnTo>
              </a:path>
            </a:pathLst>
          </a:custGeom>
          <a:solidFill>
            <a:srgbClr val="BEE9E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Freeform 3"/>
          <p:cNvSpPr/>
          <p:nvPr/>
        </p:nvSpPr>
        <p:spPr bwMode="gray">
          <a:xfrm>
            <a:off x="514318" y="4926441"/>
            <a:ext cx="5503433" cy="484905"/>
          </a:xfrm>
          <a:custGeom>
            <a:avLst/>
            <a:gdLst>
              <a:gd name="connsiteX0" fmla="*/ 3888003 w 3960000"/>
              <a:gd name="connsiteY0" fmla="*/ 228003 h 228003"/>
              <a:gd name="connsiteX1" fmla="*/ 72008 w 3960000"/>
              <a:gd name="connsiteY1" fmla="*/ 228003 h 228003"/>
              <a:gd name="connsiteX2" fmla="*/ 0 w 3960000"/>
              <a:gd name="connsiteY2" fmla="*/ 156007 h 228003"/>
              <a:gd name="connsiteX3" fmla="*/ 0 w 3960000"/>
              <a:gd name="connsiteY3" fmla="*/ 0 h 228003"/>
              <a:gd name="connsiteX4" fmla="*/ 3959999 w 3960000"/>
              <a:gd name="connsiteY4" fmla="*/ 0 h 228003"/>
              <a:gd name="connsiteX5" fmla="*/ 3959999 w 3960000"/>
              <a:gd name="connsiteY5" fmla="*/ 156007 h 228003"/>
              <a:gd name="connsiteX6" fmla="*/ 3888003 w 3960000"/>
              <a:gd name="connsiteY6" fmla="*/ 228003 h 2280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  <a:cxn ang="5">
                <a:pos x="connsiteX5" y="connsiteY5"/>
              </a:cxn>
              <a:cxn ang="6">
                <a:pos x="connsiteX6" y="connsiteY6"/>
              </a:cxn>
            </a:cxnLst>
            <a:rect l="l" t="t" r="r" b="b"/>
            <a:pathLst>
              <a:path w="3960000" h="228003">
                <a:moveTo>
                  <a:pt x="3888003" y="228003"/>
                </a:moveTo>
                <a:lnTo>
                  <a:pt x="72008" y="228003"/>
                </a:lnTo>
                <a:cubicBezTo>
                  <a:pt x="32232" y="228003"/>
                  <a:pt x="0" y="195770"/>
                  <a:pt x="0" y="156007"/>
                </a:cubicBezTo>
                <a:lnTo>
                  <a:pt x="0" y="0"/>
                </a:lnTo>
                <a:lnTo>
                  <a:pt x="3959999" y="0"/>
                </a:lnTo>
                <a:lnTo>
                  <a:pt x="3959999" y="156007"/>
                </a:lnTo>
                <a:cubicBezTo>
                  <a:pt x="3959999" y="195770"/>
                  <a:pt x="3927767" y="228003"/>
                  <a:pt x="3888003" y="228003"/>
                </a:cubicBezTo>
              </a:path>
            </a:pathLst>
          </a:custGeom>
          <a:solidFill>
            <a:srgbClr val="BEE9E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Freeform 3"/>
          <p:cNvSpPr/>
          <p:nvPr/>
        </p:nvSpPr>
        <p:spPr bwMode="gray">
          <a:xfrm>
            <a:off x="498580" y="4362143"/>
            <a:ext cx="5514302" cy="390597"/>
          </a:xfrm>
          <a:custGeom>
            <a:avLst/>
            <a:gdLst>
              <a:gd name="connsiteX0" fmla="*/ 3959999 w 3959999"/>
              <a:gd name="connsiteY0" fmla="*/ 228003 h 228003"/>
              <a:gd name="connsiteX1" fmla="*/ 0 w 3959999"/>
              <a:gd name="connsiteY1" fmla="*/ 228003 h 228003"/>
              <a:gd name="connsiteX2" fmla="*/ 0 w 3959999"/>
              <a:gd name="connsiteY2" fmla="*/ 0 h 228003"/>
              <a:gd name="connsiteX3" fmla="*/ 3959999 w 3959999"/>
              <a:gd name="connsiteY3" fmla="*/ 0 h 228003"/>
              <a:gd name="connsiteX4" fmla="*/ 3959999 w 3959999"/>
              <a:gd name="connsiteY4" fmla="*/ 228003 h 2280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959999" h="228003">
                <a:moveTo>
                  <a:pt x="3959999" y="228003"/>
                </a:moveTo>
                <a:lnTo>
                  <a:pt x="0" y="228003"/>
                </a:lnTo>
                <a:lnTo>
                  <a:pt x="0" y="0"/>
                </a:lnTo>
                <a:lnTo>
                  <a:pt x="3959999" y="0"/>
                </a:lnTo>
                <a:lnTo>
                  <a:pt x="3959999" y="228003"/>
                </a:lnTo>
              </a:path>
            </a:pathLst>
          </a:custGeom>
          <a:solidFill>
            <a:srgbClr val="BEE9E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Freeform 3"/>
          <p:cNvSpPr/>
          <p:nvPr/>
        </p:nvSpPr>
        <p:spPr bwMode="gray">
          <a:xfrm>
            <a:off x="4981016" y="1516212"/>
            <a:ext cx="1031865" cy="392400"/>
          </a:xfrm>
          <a:custGeom>
            <a:avLst/>
            <a:gdLst>
              <a:gd name="connsiteX0" fmla="*/ 770026 w 770026"/>
              <a:gd name="connsiteY0" fmla="*/ 228003 h 228003"/>
              <a:gd name="connsiteX1" fmla="*/ 0 w 770026"/>
              <a:gd name="connsiteY1" fmla="*/ 228003 h 228003"/>
              <a:gd name="connsiteX2" fmla="*/ 0 w 770026"/>
              <a:gd name="connsiteY2" fmla="*/ 0 h 228003"/>
              <a:gd name="connsiteX3" fmla="*/ 770026 w 770026"/>
              <a:gd name="connsiteY3" fmla="*/ 0 h 228003"/>
              <a:gd name="connsiteX4" fmla="*/ 770026 w 770026"/>
              <a:gd name="connsiteY4" fmla="*/ 228003 h 2280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770026" h="228003">
                <a:moveTo>
                  <a:pt x="770026" y="228003"/>
                </a:moveTo>
                <a:lnTo>
                  <a:pt x="0" y="228003"/>
                </a:lnTo>
                <a:lnTo>
                  <a:pt x="0" y="0"/>
                </a:lnTo>
                <a:lnTo>
                  <a:pt x="770026" y="0"/>
                </a:lnTo>
                <a:lnTo>
                  <a:pt x="770026" y="228003"/>
                </a:lnTo>
              </a:path>
            </a:pathLst>
          </a:custGeom>
          <a:solidFill>
            <a:srgbClr val="94DA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1" name="Freeform 3"/>
          <p:cNvSpPr/>
          <p:nvPr/>
        </p:nvSpPr>
        <p:spPr bwMode="gray">
          <a:xfrm>
            <a:off x="498580" y="1986155"/>
            <a:ext cx="5514302" cy="392400"/>
          </a:xfrm>
          <a:custGeom>
            <a:avLst/>
            <a:gdLst>
              <a:gd name="connsiteX0" fmla="*/ 3959999 w 3959999"/>
              <a:gd name="connsiteY0" fmla="*/ 228003 h 228003"/>
              <a:gd name="connsiteX1" fmla="*/ 0 w 3959999"/>
              <a:gd name="connsiteY1" fmla="*/ 228003 h 228003"/>
              <a:gd name="connsiteX2" fmla="*/ 0 w 3959999"/>
              <a:gd name="connsiteY2" fmla="*/ 0 h 228003"/>
              <a:gd name="connsiteX3" fmla="*/ 3959999 w 3959999"/>
              <a:gd name="connsiteY3" fmla="*/ 0 h 228003"/>
              <a:gd name="connsiteX4" fmla="*/ 3959999 w 3959999"/>
              <a:gd name="connsiteY4" fmla="*/ 228003 h 228003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3959999" h="228003">
                <a:moveTo>
                  <a:pt x="3959999" y="228003"/>
                </a:moveTo>
                <a:lnTo>
                  <a:pt x="0" y="228003"/>
                </a:lnTo>
                <a:lnTo>
                  <a:pt x="0" y="0"/>
                </a:lnTo>
                <a:lnTo>
                  <a:pt x="3959999" y="0"/>
                </a:lnTo>
                <a:lnTo>
                  <a:pt x="3959999" y="228003"/>
                </a:lnTo>
              </a:path>
            </a:pathLst>
          </a:custGeom>
          <a:solidFill>
            <a:srgbClr val="BEE9EE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8" name="TextBox 1"/>
          <p:cNvSpPr txBox="1"/>
          <p:nvPr/>
        </p:nvSpPr>
        <p:spPr bwMode="gray">
          <a:xfrm>
            <a:off x="1036155" y="5231235"/>
            <a:ext cx="702115" cy="16158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NETCONF</a:t>
            </a:r>
          </a:p>
        </p:txBody>
      </p:sp>
      <p:sp>
        <p:nvSpPr>
          <p:cNvPr id="49" name="TextBox 1"/>
          <p:cNvSpPr txBox="1"/>
          <p:nvPr/>
        </p:nvSpPr>
        <p:spPr bwMode="gray">
          <a:xfrm>
            <a:off x="1803515" y="5231235"/>
            <a:ext cx="437620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Telnet</a:t>
            </a:r>
          </a:p>
        </p:txBody>
      </p:sp>
      <p:sp>
        <p:nvSpPr>
          <p:cNvPr id="50" name="TextBox 1"/>
          <p:cNvSpPr txBox="1"/>
          <p:nvPr/>
        </p:nvSpPr>
        <p:spPr bwMode="gray">
          <a:xfrm>
            <a:off x="2535184" y="5231235"/>
            <a:ext cx="429605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SNMP</a:t>
            </a:r>
          </a:p>
        </p:txBody>
      </p:sp>
      <p:sp>
        <p:nvSpPr>
          <p:cNvPr id="51" name="TextBox 1"/>
          <p:cNvSpPr txBox="1"/>
          <p:nvPr/>
        </p:nvSpPr>
        <p:spPr bwMode="gray">
          <a:xfrm>
            <a:off x="3213317" y="5231235"/>
            <a:ext cx="520976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BGP_LS</a:t>
            </a:r>
          </a:p>
        </p:txBody>
      </p:sp>
      <p:sp>
        <p:nvSpPr>
          <p:cNvPr id="52" name="TextBox 1"/>
          <p:cNvSpPr txBox="1"/>
          <p:nvPr/>
        </p:nvSpPr>
        <p:spPr bwMode="gray">
          <a:xfrm>
            <a:off x="3998523" y="5231235"/>
            <a:ext cx="355867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PCEP</a:t>
            </a:r>
          </a:p>
        </p:txBody>
      </p:sp>
      <p:sp>
        <p:nvSpPr>
          <p:cNvPr id="53" name="TextBox 1"/>
          <p:cNvSpPr txBox="1"/>
          <p:nvPr/>
        </p:nvSpPr>
        <p:spPr bwMode="gray">
          <a:xfrm>
            <a:off x="4680819" y="5231235"/>
            <a:ext cx="256480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FTP</a:t>
            </a:r>
          </a:p>
        </p:txBody>
      </p:sp>
      <p:sp>
        <p:nvSpPr>
          <p:cNvPr id="54" name="TextBox 1"/>
          <p:cNvSpPr txBox="1"/>
          <p:nvPr/>
        </p:nvSpPr>
        <p:spPr bwMode="gray">
          <a:xfrm>
            <a:off x="5248194" y="5231235"/>
            <a:ext cx="702115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Telemetry</a:t>
            </a:r>
          </a:p>
        </p:txBody>
      </p:sp>
      <p:sp>
        <p:nvSpPr>
          <p:cNvPr id="55" name="TextBox 1"/>
          <p:cNvSpPr txBox="1"/>
          <p:nvPr/>
        </p:nvSpPr>
        <p:spPr bwMode="gray">
          <a:xfrm>
            <a:off x="530058" y="5003493"/>
            <a:ext cx="718145" cy="18049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zh-CN" altLang="en-US" sz="1400" b="1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南向接口</a:t>
            </a:r>
            <a:endParaRPr lang="en-US" altLang="zh-CN" sz="1400" b="1" dirty="0" smtClean="0">
              <a:solidFill>
                <a:srgbClr val="231F2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itchFamily="18" charset="0"/>
              <a:sym typeface="Huawei Sans" panose="020C0503030203020204" pitchFamily="34" charset="0"/>
            </a:endParaRPr>
          </a:p>
        </p:txBody>
      </p:sp>
      <p:sp>
        <p:nvSpPr>
          <p:cNvPr id="56" name="TextBox 1"/>
          <p:cNvSpPr txBox="1"/>
          <p:nvPr/>
        </p:nvSpPr>
        <p:spPr bwMode="gray">
          <a:xfrm>
            <a:off x="1730906" y="4544040"/>
            <a:ext cx="615553" cy="16401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8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基础服务</a:t>
            </a:r>
          </a:p>
        </p:txBody>
      </p:sp>
      <p:sp>
        <p:nvSpPr>
          <p:cNvPr id="57" name="TextBox 1"/>
          <p:cNvSpPr txBox="1"/>
          <p:nvPr/>
        </p:nvSpPr>
        <p:spPr bwMode="gray">
          <a:xfrm>
            <a:off x="3372700" y="4544040"/>
            <a:ext cx="615553" cy="16401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8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公共服务</a:t>
            </a:r>
          </a:p>
        </p:txBody>
      </p:sp>
      <p:sp>
        <p:nvSpPr>
          <p:cNvPr id="58" name="TextBox 1"/>
          <p:cNvSpPr txBox="1"/>
          <p:nvPr/>
        </p:nvSpPr>
        <p:spPr bwMode="gray">
          <a:xfrm>
            <a:off x="5032341" y="4544040"/>
            <a:ext cx="615553" cy="164019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8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产品工程</a:t>
            </a:r>
          </a:p>
        </p:txBody>
      </p:sp>
      <p:sp>
        <p:nvSpPr>
          <p:cNvPr id="59" name="TextBox 1"/>
          <p:cNvSpPr txBox="1"/>
          <p:nvPr/>
        </p:nvSpPr>
        <p:spPr bwMode="gray">
          <a:xfrm>
            <a:off x="529595" y="4453973"/>
            <a:ext cx="1077218" cy="170881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800"/>
              </a:lnSpc>
              <a:tabLst/>
            </a:pPr>
            <a:r>
              <a:rPr lang="en-US" altLang="zh-CN" sz="1400" b="1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统一云化平台</a:t>
            </a:r>
          </a:p>
        </p:txBody>
      </p:sp>
      <p:sp>
        <p:nvSpPr>
          <p:cNvPr id="60" name="TextBox 1"/>
          <p:cNvSpPr txBox="1"/>
          <p:nvPr/>
        </p:nvSpPr>
        <p:spPr bwMode="gray">
          <a:xfrm>
            <a:off x="2506908" y="1678759"/>
            <a:ext cx="940963" cy="173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zh-CN" altLang="en-US" sz="1200" dirty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增值应用</a:t>
            </a:r>
            <a:r>
              <a:rPr lang="en-US" altLang="zh-CN" sz="1200" dirty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APP </a:t>
            </a:r>
            <a:endParaRPr lang="en-US" altLang="zh-CN" sz="1200" dirty="0" smtClean="0">
              <a:solidFill>
                <a:srgbClr val="231F2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itchFamily="18" charset="0"/>
              <a:sym typeface="Huawei Sans" panose="020C0503030203020204" pitchFamily="34" charset="0"/>
            </a:endParaRPr>
          </a:p>
        </p:txBody>
      </p:sp>
      <p:sp>
        <p:nvSpPr>
          <p:cNvPr id="61" name="TextBox 1"/>
          <p:cNvSpPr txBox="1"/>
          <p:nvPr/>
        </p:nvSpPr>
        <p:spPr bwMode="gray">
          <a:xfrm>
            <a:off x="3572491" y="1683568"/>
            <a:ext cx="1200650" cy="16401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rtlCol="0">
            <a:spAutoFit/>
          </a:bodyPr>
          <a:lstStyle/>
          <a:p>
            <a:pPr>
              <a:lnSpc>
                <a:spcPts val="800"/>
              </a:lnSpc>
              <a:tabLst/>
            </a:pPr>
            <a:r>
              <a:rPr lang="zh-CN" altLang="en-US" sz="1200" dirty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移动承载应用</a:t>
            </a:r>
            <a:r>
              <a:rPr lang="en-US" altLang="zh-CN" sz="1200" dirty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APP</a:t>
            </a:r>
          </a:p>
        </p:txBody>
      </p:sp>
      <p:sp>
        <p:nvSpPr>
          <p:cNvPr id="62" name="TextBox 1"/>
          <p:cNvSpPr txBox="1"/>
          <p:nvPr/>
        </p:nvSpPr>
        <p:spPr bwMode="gray">
          <a:xfrm>
            <a:off x="588788" y="1602628"/>
            <a:ext cx="338234" cy="17703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400" b="1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APP</a:t>
            </a:r>
          </a:p>
        </p:txBody>
      </p:sp>
      <p:sp>
        <p:nvSpPr>
          <p:cNvPr id="63" name="TextBox 1"/>
          <p:cNvSpPr txBox="1"/>
          <p:nvPr/>
        </p:nvSpPr>
        <p:spPr bwMode="gray">
          <a:xfrm>
            <a:off x="5130852" y="1665733"/>
            <a:ext cx="724557" cy="161583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统一Portal</a:t>
            </a:r>
          </a:p>
        </p:txBody>
      </p:sp>
      <p:sp>
        <p:nvSpPr>
          <p:cNvPr id="92" name="TextBox 1"/>
          <p:cNvSpPr txBox="1"/>
          <p:nvPr/>
        </p:nvSpPr>
        <p:spPr bwMode="gray">
          <a:xfrm>
            <a:off x="1481073" y="2165366"/>
            <a:ext cx="484107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Restful</a:t>
            </a:r>
          </a:p>
        </p:txBody>
      </p:sp>
      <p:sp>
        <p:nvSpPr>
          <p:cNvPr id="90" name="TextBox 1"/>
          <p:cNvSpPr txBox="1"/>
          <p:nvPr/>
        </p:nvSpPr>
        <p:spPr bwMode="gray">
          <a:xfrm>
            <a:off x="2474953" y="2165366"/>
            <a:ext cx="429605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SNMP</a:t>
            </a:r>
          </a:p>
        </p:txBody>
      </p:sp>
      <p:sp>
        <p:nvSpPr>
          <p:cNvPr id="88" name="TextBox 1"/>
          <p:cNvSpPr txBox="1"/>
          <p:nvPr/>
        </p:nvSpPr>
        <p:spPr bwMode="gray">
          <a:xfrm>
            <a:off x="3504543" y="2165366"/>
            <a:ext cx="310983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XML</a:t>
            </a:r>
          </a:p>
        </p:txBody>
      </p:sp>
      <p:sp>
        <p:nvSpPr>
          <p:cNvPr id="86" name="TextBox 1"/>
          <p:cNvSpPr txBox="1"/>
          <p:nvPr/>
        </p:nvSpPr>
        <p:spPr bwMode="gray">
          <a:xfrm>
            <a:off x="4444893" y="2165338"/>
            <a:ext cx="413575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Corba</a:t>
            </a:r>
          </a:p>
        </p:txBody>
      </p:sp>
      <p:sp>
        <p:nvSpPr>
          <p:cNvPr id="84" name="TextBox 1"/>
          <p:cNvSpPr txBox="1"/>
          <p:nvPr/>
        </p:nvSpPr>
        <p:spPr bwMode="gray">
          <a:xfrm>
            <a:off x="5492330" y="2165366"/>
            <a:ext cx="256480" cy="170624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200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FTP</a:t>
            </a:r>
          </a:p>
        </p:txBody>
      </p:sp>
      <p:sp>
        <p:nvSpPr>
          <p:cNvPr id="69" name="TextBox 1"/>
          <p:cNvSpPr txBox="1"/>
          <p:nvPr/>
        </p:nvSpPr>
        <p:spPr bwMode="gray">
          <a:xfrm>
            <a:off x="507836" y="2068115"/>
            <a:ext cx="838371" cy="177036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900"/>
              </a:lnSpc>
              <a:tabLst/>
            </a:pPr>
            <a:r>
              <a:rPr lang="en-US" altLang="zh-CN" sz="1400" b="1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OPEN</a:t>
            </a:r>
            <a:r>
              <a:rPr lang="en-US" altLang="zh-CN" sz="1400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Times New Roman" pitchFamily="18" charset="0"/>
                <a:sym typeface="Huawei Sans" panose="020C0503030203020204" pitchFamily="34" charset="0"/>
              </a:rPr>
              <a:t> </a:t>
            </a:r>
            <a:r>
              <a:rPr lang="en-US" altLang="zh-CN" sz="1400" b="1" dirty="0" smtClean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API</a:t>
            </a:r>
          </a:p>
        </p:txBody>
      </p:sp>
      <p:sp>
        <p:nvSpPr>
          <p:cNvPr id="82" name="TextBox 1"/>
          <p:cNvSpPr txBox="1"/>
          <p:nvPr/>
        </p:nvSpPr>
        <p:spPr bwMode="gray">
          <a:xfrm>
            <a:off x="1315077" y="1678759"/>
            <a:ext cx="940963" cy="17363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 algn="ctr">
              <a:lnSpc>
                <a:spcPts val="900"/>
              </a:lnSpc>
              <a:tabLst/>
            </a:pPr>
            <a:r>
              <a:rPr lang="zh-CN" altLang="en-US" sz="1200" dirty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基础应用</a:t>
            </a:r>
            <a:r>
              <a:rPr lang="en-US" altLang="zh-CN" sz="1200" dirty="0">
                <a:solidFill>
                  <a:srgbClr val="231F2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APP </a:t>
            </a:r>
            <a:endParaRPr lang="en-US" altLang="zh-CN" sz="1200" dirty="0" smtClean="0">
              <a:solidFill>
                <a:srgbClr val="231F2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itchFamily="18" charset="0"/>
              <a:sym typeface="Huawei Sans" panose="020C0503030203020204" pitchFamily="34" charset="0"/>
            </a:endParaRPr>
          </a:p>
        </p:txBody>
      </p:sp>
      <p:sp>
        <p:nvSpPr>
          <p:cNvPr id="83" name="矩形 82"/>
          <p:cNvSpPr/>
          <p:nvPr/>
        </p:nvSpPr>
        <p:spPr bwMode="gray">
          <a:xfrm>
            <a:off x="1577365" y="3378244"/>
            <a:ext cx="922901" cy="292282"/>
          </a:xfrm>
          <a:prstGeom prst="rect">
            <a:avLst/>
          </a:prstGeom>
          <a:solidFill>
            <a:srgbClr val="81C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流量调优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矩形 84"/>
          <p:cNvSpPr/>
          <p:nvPr/>
        </p:nvSpPr>
        <p:spPr bwMode="gray">
          <a:xfrm>
            <a:off x="514319" y="3375121"/>
            <a:ext cx="984454" cy="294823"/>
          </a:xfrm>
          <a:prstGeom prst="rect">
            <a:avLst/>
          </a:prstGeom>
          <a:solidFill>
            <a:srgbClr val="81C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业务管理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矩形 86"/>
          <p:cNvSpPr/>
          <p:nvPr/>
        </p:nvSpPr>
        <p:spPr bwMode="gray">
          <a:xfrm>
            <a:off x="498581" y="2952410"/>
            <a:ext cx="1000192" cy="291841"/>
          </a:xfrm>
          <a:prstGeom prst="rect">
            <a:avLst/>
          </a:prstGeom>
          <a:solidFill>
            <a:srgbClr val="81C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网元管理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514319" y="3797830"/>
            <a:ext cx="984453" cy="311667"/>
          </a:xfrm>
          <a:prstGeom prst="rect">
            <a:avLst/>
          </a:prstGeom>
          <a:solidFill>
            <a:srgbClr val="81C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分片管理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1577365" y="2952410"/>
            <a:ext cx="922901" cy="292282"/>
          </a:xfrm>
          <a:prstGeom prst="rect">
            <a:avLst/>
          </a:prstGeom>
          <a:solidFill>
            <a:srgbClr val="81C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集中算路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矩形 94"/>
          <p:cNvSpPr/>
          <p:nvPr/>
        </p:nvSpPr>
        <p:spPr bwMode="gray">
          <a:xfrm>
            <a:off x="1577365" y="3804078"/>
            <a:ext cx="1313072" cy="305420"/>
          </a:xfrm>
          <a:prstGeom prst="rect">
            <a:avLst/>
          </a:prstGeom>
          <a:solidFill>
            <a:srgbClr val="81C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南向编程框架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6" name="矩形 95"/>
          <p:cNvSpPr/>
          <p:nvPr/>
        </p:nvSpPr>
        <p:spPr bwMode="gray">
          <a:xfrm>
            <a:off x="498579" y="2497016"/>
            <a:ext cx="3005964" cy="368641"/>
          </a:xfrm>
          <a:prstGeom prst="rect">
            <a:avLst/>
          </a:prstGeom>
          <a:solidFill>
            <a:srgbClr val="62B2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800"/>
              </a:lnSpc>
              <a:tabLst/>
            </a:pPr>
            <a:r>
              <a:rPr lang="zh-CN" altLang="en-US" sz="1400" b="1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管理与控制</a:t>
            </a:r>
            <a:endParaRPr lang="en-US" altLang="zh-CN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itchFamily="18" charset="0"/>
              <a:sym typeface="Huawei Sans" panose="020C0503030203020204" pitchFamily="34" charset="0"/>
            </a:endParaRPr>
          </a:p>
        </p:txBody>
      </p:sp>
      <p:sp>
        <p:nvSpPr>
          <p:cNvPr id="97" name="矩形 96"/>
          <p:cNvSpPr/>
          <p:nvPr/>
        </p:nvSpPr>
        <p:spPr bwMode="gray">
          <a:xfrm>
            <a:off x="2572937" y="2952410"/>
            <a:ext cx="922901" cy="292282"/>
          </a:xfrm>
          <a:prstGeom prst="rect">
            <a:avLst/>
          </a:prstGeom>
          <a:solidFill>
            <a:srgbClr val="81C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BGP-LS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8" name="矩形 97"/>
          <p:cNvSpPr/>
          <p:nvPr/>
        </p:nvSpPr>
        <p:spPr bwMode="gray">
          <a:xfrm>
            <a:off x="2572937" y="3378244"/>
            <a:ext cx="922901" cy="292282"/>
          </a:xfrm>
          <a:prstGeom prst="rect">
            <a:avLst/>
          </a:prstGeom>
          <a:solidFill>
            <a:srgbClr val="81C1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PCEP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9" name="矩形 98"/>
          <p:cNvSpPr/>
          <p:nvPr/>
        </p:nvSpPr>
        <p:spPr bwMode="gray">
          <a:xfrm>
            <a:off x="3556801" y="2497016"/>
            <a:ext cx="2456080" cy="368641"/>
          </a:xfrm>
          <a:prstGeom prst="rect">
            <a:avLst/>
          </a:prstGeom>
          <a:solidFill>
            <a:srgbClr val="FCC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800"/>
              </a:lnSpc>
              <a:tabLst/>
            </a:pPr>
            <a:r>
              <a:rPr lang="zh-CN" altLang="en-US" sz="1400" b="1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微软雅黑" pitchFamily="18" charset="0"/>
                <a:sym typeface="Huawei Sans" panose="020C0503030203020204" pitchFamily="34" charset="0"/>
              </a:rPr>
              <a:t>分析</a:t>
            </a:r>
            <a:endParaRPr lang="en-US" altLang="zh-CN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微软雅黑" pitchFamily="18" charset="0"/>
              <a:sym typeface="Huawei Sans" panose="020C0503030203020204" pitchFamily="34" charset="0"/>
            </a:endParaRPr>
          </a:p>
        </p:txBody>
      </p:sp>
      <p:sp>
        <p:nvSpPr>
          <p:cNvPr id="100" name="矩形 99"/>
          <p:cNvSpPr/>
          <p:nvPr/>
        </p:nvSpPr>
        <p:spPr bwMode="gray">
          <a:xfrm>
            <a:off x="3586714" y="2952410"/>
            <a:ext cx="922901" cy="292282"/>
          </a:xfrm>
          <a:prstGeom prst="rect">
            <a:avLst/>
          </a:prstGeom>
          <a:solidFill>
            <a:srgbClr val="FDD3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异常检测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1" name="矩形 100"/>
          <p:cNvSpPr/>
          <p:nvPr/>
        </p:nvSpPr>
        <p:spPr bwMode="gray">
          <a:xfrm>
            <a:off x="5089980" y="2960784"/>
            <a:ext cx="922901" cy="292282"/>
          </a:xfrm>
          <a:prstGeom prst="rect">
            <a:avLst/>
          </a:prstGeom>
          <a:solidFill>
            <a:srgbClr val="FDD3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故障诊断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3586714" y="3392854"/>
            <a:ext cx="922901" cy="292282"/>
          </a:xfrm>
          <a:prstGeom prst="rect">
            <a:avLst/>
          </a:prstGeom>
          <a:solidFill>
            <a:srgbClr val="FDD3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SLA</a:t>
            </a:r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监控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5094850" y="3404484"/>
            <a:ext cx="922901" cy="292282"/>
          </a:xfrm>
          <a:prstGeom prst="rect">
            <a:avLst/>
          </a:prstGeom>
          <a:solidFill>
            <a:srgbClr val="FDD3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性能分析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4" name="矩形 103"/>
          <p:cNvSpPr/>
          <p:nvPr/>
        </p:nvSpPr>
        <p:spPr bwMode="gray">
          <a:xfrm>
            <a:off x="3572491" y="3787714"/>
            <a:ext cx="2440390" cy="261960"/>
          </a:xfrm>
          <a:prstGeom prst="rect">
            <a:avLst/>
          </a:prstGeom>
          <a:solidFill>
            <a:srgbClr val="FDD3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大数据引擎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24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 smtClean="0"/>
              <a:t>CloudWAN</a:t>
            </a:r>
            <a:r>
              <a:rPr lang="zh-CN" altLang="en-US" dirty="0" smtClean="0"/>
              <a:t>实现网络</a:t>
            </a:r>
            <a:r>
              <a:rPr lang="zh-CN" altLang="en-US" dirty="0"/>
              <a:t>开放可编程</a:t>
            </a:r>
          </a:p>
        </p:txBody>
      </p:sp>
      <p:sp>
        <p:nvSpPr>
          <p:cNvPr id="4" name="文本占位符 2">
            <a:extLst>
              <a:ext uri="{FF2B5EF4-FFF2-40B4-BE49-F238E27FC236}">
                <a16:creationId xmlns="" xmlns:a16="http://schemas.microsoft.com/office/drawing/2014/main" id="{E50F7154-B7AF-4371-B688-0804C0E59D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43933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 smtClean="0">
                <a:latin typeface="+mn-lt"/>
                <a:ea typeface="+mn-ea"/>
              </a:rPr>
              <a:t>用户</a:t>
            </a:r>
            <a:r>
              <a:rPr lang="zh-CN" altLang="en-US" sz="1600" dirty="0">
                <a:latin typeface="+mn-lt"/>
                <a:ea typeface="+mn-ea"/>
              </a:rPr>
              <a:t>可通过</a:t>
            </a:r>
            <a:r>
              <a:rPr lang="en-US" altLang="zh-CN" sz="1600" dirty="0">
                <a:latin typeface="+mn-lt"/>
                <a:ea typeface="+mn-ea"/>
              </a:rPr>
              <a:t>YANG</a:t>
            </a:r>
            <a:r>
              <a:rPr lang="zh-CN" altLang="en-US" sz="1600" dirty="0">
                <a:latin typeface="+mn-lt"/>
                <a:ea typeface="+mn-ea"/>
              </a:rPr>
              <a:t>模型自定义业务，满足场景化的网络需求。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D3B32BE-E4CB-477A-9BCC-C03755E5A507}"/>
              </a:ext>
            </a:extLst>
          </p:cNvPr>
          <p:cNvSpPr/>
          <p:nvPr/>
        </p:nvSpPr>
        <p:spPr bwMode="gray">
          <a:xfrm>
            <a:off x="8050066" y="2008195"/>
            <a:ext cx="3454991" cy="1695443"/>
          </a:xfrm>
          <a:prstGeom prst="rect">
            <a:avLst/>
          </a:prstGeom>
          <a:solidFill>
            <a:srgbClr val="C5EFF7"/>
          </a:solidFill>
          <a:ln>
            <a:solidFill>
              <a:srgbClr val="00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endParaRPr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C07B1B43-3816-48E6-899D-5DE6478F8EDF}"/>
              </a:ext>
            </a:extLst>
          </p:cNvPr>
          <p:cNvSpPr/>
          <p:nvPr/>
        </p:nvSpPr>
        <p:spPr bwMode="gray">
          <a:xfrm>
            <a:off x="4173362" y="2027989"/>
            <a:ext cx="3454991" cy="1629844"/>
          </a:xfrm>
          <a:prstGeom prst="rect">
            <a:avLst/>
          </a:prstGeom>
          <a:solidFill>
            <a:srgbClr val="C5EFF7"/>
          </a:solidFill>
          <a:ln>
            <a:solidFill>
              <a:srgbClr val="00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endParaRPr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4E5F83E9-F07F-43C2-A340-C1D0AB00C461}"/>
              </a:ext>
            </a:extLst>
          </p:cNvPr>
          <p:cNvSpPr/>
          <p:nvPr/>
        </p:nvSpPr>
        <p:spPr bwMode="gray">
          <a:xfrm>
            <a:off x="579656" y="2031368"/>
            <a:ext cx="3454991" cy="1629844"/>
          </a:xfrm>
          <a:prstGeom prst="rect">
            <a:avLst/>
          </a:prstGeom>
          <a:solidFill>
            <a:srgbClr val="C5EFF7"/>
          </a:solidFill>
          <a:ln>
            <a:solidFill>
              <a:srgbClr val="00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endParaRPr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42E11E57-3BEB-4EAC-9255-B817F756AC11}"/>
              </a:ext>
            </a:extLst>
          </p:cNvPr>
          <p:cNvSpPr/>
          <p:nvPr/>
        </p:nvSpPr>
        <p:spPr bwMode="gray">
          <a:xfrm>
            <a:off x="940194" y="1569911"/>
            <a:ext cx="2637155" cy="323165"/>
          </a:xfrm>
          <a:prstGeom prst="rect">
            <a:avLst/>
          </a:prstGeom>
          <a:solidFill>
            <a:srgbClr val="30B5C5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</a:rPr>
              <a:t>跨厂商设备管理场景</a:t>
            </a:r>
            <a:endParaRPr lang="en-US" altLang="zh-CN" sz="1500" b="1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6A04E711-5276-4629-B189-8A7847F2A737}"/>
              </a:ext>
            </a:extLst>
          </p:cNvPr>
          <p:cNvSpPr/>
          <p:nvPr/>
        </p:nvSpPr>
        <p:spPr bwMode="gray">
          <a:xfrm>
            <a:off x="4716024" y="1564797"/>
            <a:ext cx="2293058" cy="323165"/>
          </a:xfrm>
          <a:prstGeom prst="rect">
            <a:avLst/>
          </a:prstGeom>
          <a:solidFill>
            <a:srgbClr val="30B5C5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</a:rPr>
              <a:t>跨厂家</a:t>
            </a:r>
            <a:r>
              <a:rPr lang="zh-CN" altLang="en-US" sz="1500" b="1">
                <a:solidFill>
                  <a:schemeClr val="bg1"/>
                </a:solidFill>
              </a:rPr>
              <a:t>网络管理场景</a:t>
            </a:r>
            <a:endParaRPr lang="en-US" altLang="zh-CN" sz="1500" b="1" dirty="0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48ECFBBB-B756-4B34-B5B7-B36152029A6E}"/>
              </a:ext>
            </a:extLst>
          </p:cNvPr>
          <p:cNvSpPr/>
          <p:nvPr/>
        </p:nvSpPr>
        <p:spPr bwMode="gray">
          <a:xfrm>
            <a:off x="8802639" y="1575597"/>
            <a:ext cx="2293058" cy="323165"/>
          </a:xfrm>
          <a:prstGeom prst="rect">
            <a:avLst/>
          </a:prstGeom>
          <a:solidFill>
            <a:srgbClr val="30B5C5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500" b="1" dirty="0">
                <a:solidFill>
                  <a:schemeClr val="bg1"/>
                </a:solidFill>
              </a:rPr>
              <a:t>网络变更</a:t>
            </a:r>
            <a:r>
              <a:rPr lang="zh-CN" altLang="en-US" sz="1500" b="1">
                <a:solidFill>
                  <a:schemeClr val="bg1"/>
                </a:solidFill>
              </a:rPr>
              <a:t>场景 </a:t>
            </a:r>
            <a:endParaRPr lang="en-US" altLang="zh-CN" sz="1500" b="1" dirty="0">
              <a:solidFill>
                <a:schemeClr val="bg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="" xmlns:a16="http://schemas.microsoft.com/office/drawing/2014/main" id="{0CA54ECC-241A-4C0A-8DA0-86982489BA96}"/>
              </a:ext>
            </a:extLst>
          </p:cNvPr>
          <p:cNvCxnSpPr>
            <a:cxnSpLocks/>
            <a:stCxn id="18" idx="0"/>
            <a:endCxn id="111" idx="2"/>
          </p:cNvCxnSpPr>
          <p:nvPr/>
        </p:nvCxnSpPr>
        <p:spPr bwMode="gray">
          <a:xfrm flipV="1">
            <a:off x="9874122" y="2378855"/>
            <a:ext cx="0" cy="265868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0E973074-A5DC-49FB-A542-83E9A677D80E}"/>
              </a:ext>
            </a:extLst>
          </p:cNvPr>
          <p:cNvSpPr txBox="1"/>
          <p:nvPr/>
        </p:nvSpPr>
        <p:spPr bwMode="gray">
          <a:xfrm>
            <a:off x="10011268" y="2348715"/>
            <a:ext cx="86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1D1D1A"/>
                </a:solidFill>
              </a:rPr>
              <a:t>意图</a:t>
            </a:r>
            <a:r>
              <a:rPr lang="en-US" altLang="zh-CN" sz="1400" dirty="0">
                <a:solidFill>
                  <a:srgbClr val="1D1D1A"/>
                </a:solidFill>
              </a:rPr>
              <a:t>API</a:t>
            </a:r>
            <a:endParaRPr lang="zh-CN" altLang="en-US" sz="1400" dirty="0">
              <a:solidFill>
                <a:srgbClr val="1D1D1A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="" xmlns:a16="http://schemas.microsoft.com/office/drawing/2014/main" id="{6C4F958C-FD01-4902-A0C0-BA858BF83C60}"/>
              </a:ext>
            </a:extLst>
          </p:cNvPr>
          <p:cNvCxnSpPr>
            <a:cxnSpLocks/>
            <a:stCxn id="15" idx="2"/>
            <a:endCxn id="68" idx="52"/>
          </p:cNvCxnSpPr>
          <p:nvPr/>
        </p:nvCxnSpPr>
        <p:spPr bwMode="gray">
          <a:xfrm flipH="1">
            <a:off x="8660993" y="3660083"/>
            <a:ext cx="1213129" cy="764556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="" xmlns:a16="http://schemas.microsoft.com/office/drawing/2014/main" id="{CB10CA96-D6BD-4A03-9BF6-AB6810A1F60C}"/>
              </a:ext>
            </a:extLst>
          </p:cNvPr>
          <p:cNvCxnSpPr>
            <a:cxnSpLocks/>
            <a:stCxn id="15" idx="2"/>
            <a:endCxn id="31" idx="4"/>
          </p:cNvCxnSpPr>
          <p:nvPr/>
        </p:nvCxnSpPr>
        <p:spPr bwMode="gray">
          <a:xfrm flipH="1">
            <a:off x="9644572" y="3660083"/>
            <a:ext cx="229550" cy="702624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454EE191-FB48-4D46-A1C7-B1BAA6A47715}"/>
              </a:ext>
            </a:extLst>
          </p:cNvPr>
          <p:cNvSpPr/>
          <p:nvPr/>
        </p:nvSpPr>
        <p:spPr bwMode="gray">
          <a:xfrm>
            <a:off x="8808720" y="3313078"/>
            <a:ext cx="2130804" cy="34700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altLang="zh-CN" sz="1400" dirty="0">
                <a:solidFill>
                  <a:srgbClr val="1D1D1A"/>
                </a:solidFill>
              </a:rPr>
              <a:t>NCE-IP</a:t>
            </a:r>
            <a:endParaRPr lang="zh-CN" altLang="en-US" sz="1400" dirty="0">
              <a:solidFill>
                <a:srgbClr val="1D1D1A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63ACB376-F052-4E4E-A2EB-73ED52B10366}"/>
              </a:ext>
            </a:extLst>
          </p:cNvPr>
          <p:cNvSpPr/>
          <p:nvPr/>
        </p:nvSpPr>
        <p:spPr bwMode="gray">
          <a:xfrm>
            <a:off x="10119576" y="3360090"/>
            <a:ext cx="631851" cy="244383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altLang="zh-CN" sz="1200" dirty="0">
                <a:solidFill>
                  <a:srgbClr val="1D1D1A"/>
                </a:solidFill>
              </a:rPr>
              <a:t>AOC</a:t>
            </a:r>
            <a:endParaRPr lang="zh-CN" altLang="en-US" sz="1200" dirty="0">
              <a:solidFill>
                <a:srgbClr val="1D1D1A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="" xmlns:a16="http://schemas.microsoft.com/office/drawing/2014/main" id="{B7A52822-3505-48DA-AB10-02A4199B09D8}"/>
              </a:ext>
            </a:extLst>
          </p:cNvPr>
          <p:cNvCxnSpPr>
            <a:cxnSpLocks/>
            <a:stCxn id="15" idx="2"/>
            <a:endCxn id="80" idx="6"/>
          </p:cNvCxnSpPr>
          <p:nvPr/>
        </p:nvCxnSpPr>
        <p:spPr bwMode="gray">
          <a:xfrm>
            <a:off x="9874122" y="3660083"/>
            <a:ext cx="693257" cy="506948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D45044C1-FB35-4F9E-89F5-C70CF355A071}"/>
              </a:ext>
            </a:extLst>
          </p:cNvPr>
          <p:cNvSpPr/>
          <p:nvPr/>
        </p:nvSpPr>
        <p:spPr bwMode="gray">
          <a:xfrm>
            <a:off x="8808720" y="2644723"/>
            <a:ext cx="2130804" cy="3470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altLang="zh-CN" sz="1400" dirty="0" smtClean="0">
                <a:solidFill>
                  <a:srgbClr val="1D1D1A"/>
                </a:solidFill>
              </a:rPr>
              <a:t>ISPA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="" xmlns:a16="http://schemas.microsoft.com/office/drawing/2014/main" id="{98B97E23-C42C-460B-AC43-7EADC3055BD7}"/>
              </a:ext>
            </a:extLst>
          </p:cNvPr>
          <p:cNvCxnSpPr>
            <a:cxnSpLocks/>
            <a:stCxn id="15" idx="0"/>
            <a:endCxn id="18" idx="2"/>
          </p:cNvCxnSpPr>
          <p:nvPr/>
        </p:nvCxnSpPr>
        <p:spPr bwMode="gray">
          <a:xfrm flipV="1">
            <a:off x="9874122" y="2991728"/>
            <a:ext cx="0" cy="321350"/>
          </a:xfrm>
          <a:prstGeom prst="straightConnector1">
            <a:avLst/>
          </a:prstGeom>
          <a:ln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="" xmlns:a16="http://schemas.microsoft.com/office/drawing/2014/main" id="{AB148EFD-ED02-43B3-B603-26C664C8557E}"/>
              </a:ext>
            </a:extLst>
          </p:cNvPr>
          <p:cNvSpPr txBox="1"/>
          <p:nvPr/>
        </p:nvSpPr>
        <p:spPr bwMode="gray">
          <a:xfrm>
            <a:off x="9993021" y="2996296"/>
            <a:ext cx="860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1D1D1A"/>
                </a:solidFill>
              </a:rPr>
              <a:t>原子</a:t>
            </a:r>
            <a:r>
              <a:rPr lang="en-US" altLang="zh-CN" sz="1400" dirty="0">
                <a:solidFill>
                  <a:srgbClr val="1D1D1A"/>
                </a:solidFill>
              </a:rPr>
              <a:t>API</a:t>
            </a:r>
            <a:endParaRPr lang="zh-CN" altLang="en-US" sz="1400" dirty="0">
              <a:solidFill>
                <a:srgbClr val="1D1D1A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="" xmlns:a16="http://schemas.microsoft.com/office/drawing/2014/main" id="{E9C7F774-A181-40FD-8E12-9D30788F8F9A}"/>
              </a:ext>
            </a:extLst>
          </p:cNvPr>
          <p:cNvSpPr txBox="1"/>
          <p:nvPr/>
        </p:nvSpPr>
        <p:spPr bwMode="gray">
          <a:xfrm>
            <a:off x="9982488" y="3720343"/>
            <a:ext cx="1721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30B5C5"/>
                </a:solidFill>
              </a:rPr>
              <a:t>网络变更批量处理</a:t>
            </a:r>
          </a:p>
        </p:txBody>
      </p:sp>
      <p:sp>
        <p:nvSpPr>
          <p:cNvPr id="23" name="Freeform 85">
            <a:extLst>
              <a:ext uri="{FF2B5EF4-FFF2-40B4-BE49-F238E27FC236}">
                <a16:creationId xmlns="" xmlns:a16="http://schemas.microsoft.com/office/drawing/2014/main" id="{04973A27-7272-4D7D-B5ED-5A5EE2CFD159}"/>
              </a:ext>
            </a:extLst>
          </p:cNvPr>
          <p:cNvSpPr>
            <a:spLocks/>
          </p:cNvSpPr>
          <p:nvPr/>
        </p:nvSpPr>
        <p:spPr bwMode="gray">
          <a:xfrm>
            <a:off x="8555072" y="4746819"/>
            <a:ext cx="67704" cy="26673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" name="Freeform 86">
            <a:extLst>
              <a:ext uri="{FF2B5EF4-FFF2-40B4-BE49-F238E27FC236}">
                <a16:creationId xmlns="" xmlns:a16="http://schemas.microsoft.com/office/drawing/2014/main" id="{BD8C9576-D65E-4C99-BB0A-52EB354EA6D8}"/>
              </a:ext>
            </a:extLst>
          </p:cNvPr>
          <p:cNvSpPr>
            <a:spLocks/>
          </p:cNvSpPr>
          <p:nvPr/>
        </p:nvSpPr>
        <p:spPr bwMode="gray">
          <a:xfrm>
            <a:off x="8555072" y="4710144"/>
            <a:ext cx="66999" cy="26196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5" name="Freeform 87">
            <a:extLst>
              <a:ext uri="{FF2B5EF4-FFF2-40B4-BE49-F238E27FC236}">
                <a16:creationId xmlns="" xmlns:a16="http://schemas.microsoft.com/office/drawing/2014/main" id="{1952F171-0CE5-41A2-8FC5-A6F2EA2A5DAE}"/>
              </a:ext>
            </a:extLst>
          </p:cNvPr>
          <p:cNvSpPr>
            <a:spLocks/>
          </p:cNvSpPr>
          <p:nvPr/>
        </p:nvSpPr>
        <p:spPr bwMode="gray">
          <a:xfrm>
            <a:off x="8508526" y="4727290"/>
            <a:ext cx="62062" cy="2810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6" name="Freeform 88">
            <a:extLst>
              <a:ext uri="{FF2B5EF4-FFF2-40B4-BE49-F238E27FC236}">
                <a16:creationId xmlns="" xmlns:a16="http://schemas.microsoft.com/office/drawing/2014/main" id="{5C757C37-8FC5-47B5-A6A2-B5442FF6CBFA}"/>
              </a:ext>
            </a:extLst>
          </p:cNvPr>
          <p:cNvSpPr>
            <a:spLocks/>
          </p:cNvSpPr>
          <p:nvPr/>
        </p:nvSpPr>
        <p:spPr bwMode="gray">
          <a:xfrm>
            <a:off x="8606556" y="4727290"/>
            <a:ext cx="62767" cy="2810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7" name="Freeform 89">
            <a:extLst>
              <a:ext uri="{FF2B5EF4-FFF2-40B4-BE49-F238E27FC236}">
                <a16:creationId xmlns="" xmlns:a16="http://schemas.microsoft.com/office/drawing/2014/main" id="{0581A84D-DD19-4A4A-BD50-EAAABC2F19FD}"/>
              </a:ext>
            </a:extLst>
          </p:cNvPr>
          <p:cNvSpPr>
            <a:spLocks noEditPoints="1"/>
          </p:cNvSpPr>
          <p:nvPr/>
        </p:nvSpPr>
        <p:spPr bwMode="gray">
          <a:xfrm>
            <a:off x="8470442" y="4696808"/>
            <a:ext cx="238374" cy="187660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8" name="Freeform 85">
            <a:extLst>
              <a:ext uri="{FF2B5EF4-FFF2-40B4-BE49-F238E27FC236}">
                <a16:creationId xmlns="" xmlns:a16="http://schemas.microsoft.com/office/drawing/2014/main" id="{7DF1BA74-9969-4601-A6B9-C8380E395ED7}"/>
              </a:ext>
            </a:extLst>
          </p:cNvPr>
          <p:cNvSpPr>
            <a:spLocks/>
          </p:cNvSpPr>
          <p:nvPr/>
        </p:nvSpPr>
        <p:spPr bwMode="gray">
          <a:xfrm>
            <a:off x="9582628" y="4376641"/>
            <a:ext cx="67704" cy="26673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9" name="Freeform 86">
            <a:extLst>
              <a:ext uri="{FF2B5EF4-FFF2-40B4-BE49-F238E27FC236}">
                <a16:creationId xmlns="" xmlns:a16="http://schemas.microsoft.com/office/drawing/2014/main" id="{58657B2E-0644-4200-895B-A00F472BC7D0}"/>
              </a:ext>
            </a:extLst>
          </p:cNvPr>
          <p:cNvSpPr>
            <a:spLocks/>
          </p:cNvSpPr>
          <p:nvPr/>
        </p:nvSpPr>
        <p:spPr bwMode="gray">
          <a:xfrm>
            <a:off x="9582628" y="4339966"/>
            <a:ext cx="66999" cy="26196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30" name="Freeform 87">
            <a:extLst>
              <a:ext uri="{FF2B5EF4-FFF2-40B4-BE49-F238E27FC236}">
                <a16:creationId xmlns="" xmlns:a16="http://schemas.microsoft.com/office/drawing/2014/main" id="{9E4238A3-1BCB-4397-827C-9735809284C9}"/>
              </a:ext>
            </a:extLst>
          </p:cNvPr>
          <p:cNvSpPr>
            <a:spLocks/>
          </p:cNvSpPr>
          <p:nvPr/>
        </p:nvSpPr>
        <p:spPr bwMode="gray">
          <a:xfrm>
            <a:off x="9536082" y="4357113"/>
            <a:ext cx="62062" cy="2810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31" name="Freeform 88">
            <a:extLst>
              <a:ext uri="{FF2B5EF4-FFF2-40B4-BE49-F238E27FC236}">
                <a16:creationId xmlns="" xmlns:a16="http://schemas.microsoft.com/office/drawing/2014/main" id="{13F2BA91-B7B8-4AF1-A6BC-C93FD3FE9E3E}"/>
              </a:ext>
            </a:extLst>
          </p:cNvPr>
          <p:cNvSpPr>
            <a:spLocks/>
          </p:cNvSpPr>
          <p:nvPr/>
        </p:nvSpPr>
        <p:spPr bwMode="gray">
          <a:xfrm>
            <a:off x="9634111" y="4357113"/>
            <a:ext cx="62767" cy="2810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32" name="Freeform 89">
            <a:extLst>
              <a:ext uri="{FF2B5EF4-FFF2-40B4-BE49-F238E27FC236}">
                <a16:creationId xmlns="" xmlns:a16="http://schemas.microsoft.com/office/drawing/2014/main" id="{BBC1197E-0C01-4E55-9A90-DEDAB4439E38}"/>
              </a:ext>
            </a:extLst>
          </p:cNvPr>
          <p:cNvSpPr>
            <a:spLocks noEditPoints="1"/>
          </p:cNvSpPr>
          <p:nvPr/>
        </p:nvSpPr>
        <p:spPr bwMode="gray">
          <a:xfrm>
            <a:off x="9497998" y="4326630"/>
            <a:ext cx="238374" cy="187660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33" name="Freeform 85">
            <a:extLst>
              <a:ext uri="{FF2B5EF4-FFF2-40B4-BE49-F238E27FC236}">
                <a16:creationId xmlns="" xmlns:a16="http://schemas.microsoft.com/office/drawing/2014/main" id="{E8DB7F9A-4699-40C3-93F1-6AAA80832537}"/>
              </a:ext>
            </a:extLst>
          </p:cNvPr>
          <p:cNvSpPr>
            <a:spLocks/>
          </p:cNvSpPr>
          <p:nvPr/>
        </p:nvSpPr>
        <p:spPr bwMode="gray">
          <a:xfrm>
            <a:off x="9582628" y="4749352"/>
            <a:ext cx="67704" cy="26673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34" name="Freeform 86">
            <a:extLst>
              <a:ext uri="{FF2B5EF4-FFF2-40B4-BE49-F238E27FC236}">
                <a16:creationId xmlns="" xmlns:a16="http://schemas.microsoft.com/office/drawing/2014/main" id="{2D25548B-D0E9-4EC0-88D7-58A1AD83352A}"/>
              </a:ext>
            </a:extLst>
          </p:cNvPr>
          <p:cNvSpPr>
            <a:spLocks/>
          </p:cNvSpPr>
          <p:nvPr/>
        </p:nvSpPr>
        <p:spPr bwMode="gray">
          <a:xfrm>
            <a:off x="9582628" y="4712678"/>
            <a:ext cx="66999" cy="26196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35" name="Freeform 87">
            <a:extLst>
              <a:ext uri="{FF2B5EF4-FFF2-40B4-BE49-F238E27FC236}">
                <a16:creationId xmlns="" xmlns:a16="http://schemas.microsoft.com/office/drawing/2014/main" id="{2697D86C-813A-484E-B40E-F3ACECFDEB80}"/>
              </a:ext>
            </a:extLst>
          </p:cNvPr>
          <p:cNvSpPr>
            <a:spLocks/>
          </p:cNvSpPr>
          <p:nvPr/>
        </p:nvSpPr>
        <p:spPr bwMode="gray">
          <a:xfrm>
            <a:off x="9536082" y="4729824"/>
            <a:ext cx="62062" cy="2810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36" name="Freeform 88">
            <a:extLst>
              <a:ext uri="{FF2B5EF4-FFF2-40B4-BE49-F238E27FC236}">
                <a16:creationId xmlns="" xmlns:a16="http://schemas.microsoft.com/office/drawing/2014/main" id="{1C20BDE9-33D0-4833-9E08-D08A5F3EDE7D}"/>
              </a:ext>
            </a:extLst>
          </p:cNvPr>
          <p:cNvSpPr>
            <a:spLocks/>
          </p:cNvSpPr>
          <p:nvPr/>
        </p:nvSpPr>
        <p:spPr bwMode="gray">
          <a:xfrm>
            <a:off x="9634111" y="4729824"/>
            <a:ext cx="62767" cy="2810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37" name="Freeform 89">
            <a:extLst>
              <a:ext uri="{FF2B5EF4-FFF2-40B4-BE49-F238E27FC236}">
                <a16:creationId xmlns="" xmlns:a16="http://schemas.microsoft.com/office/drawing/2014/main" id="{C0D34637-B503-4C3F-A20B-10E94D9D6667}"/>
              </a:ext>
            </a:extLst>
          </p:cNvPr>
          <p:cNvSpPr>
            <a:spLocks noEditPoints="1"/>
          </p:cNvSpPr>
          <p:nvPr/>
        </p:nvSpPr>
        <p:spPr bwMode="gray">
          <a:xfrm>
            <a:off x="9497998" y="4699341"/>
            <a:ext cx="238374" cy="187660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="" xmlns:a16="http://schemas.microsoft.com/office/drawing/2014/main" id="{C2451BA1-4698-450F-9F6E-562BC7830C1D}"/>
              </a:ext>
            </a:extLst>
          </p:cNvPr>
          <p:cNvCxnSpPr>
            <a:endCxn id="109" idx="51"/>
          </p:cNvCxnSpPr>
          <p:nvPr/>
        </p:nvCxnSpPr>
        <p:spPr bwMode="gray">
          <a:xfrm flipV="1">
            <a:off x="8677956" y="4304747"/>
            <a:ext cx="323379" cy="16222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直接连接符 38">
            <a:extLst>
              <a:ext uri="{FF2B5EF4-FFF2-40B4-BE49-F238E27FC236}">
                <a16:creationId xmlns="" xmlns:a16="http://schemas.microsoft.com/office/drawing/2014/main" id="{19BB42E8-57EE-4C4A-9468-EE5DB782385C}"/>
              </a:ext>
            </a:extLst>
          </p:cNvPr>
          <p:cNvCxnSpPr>
            <a:stCxn id="27" idx="3"/>
          </p:cNvCxnSpPr>
          <p:nvPr/>
        </p:nvCxnSpPr>
        <p:spPr bwMode="gray">
          <a:xfrm>
            <a:off x="8695937" y="4803838"/>
            <a:ext cx="309452" cy="13961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连接符 39">
            <a:extLst>
              <a:ext uri="{FF2B5EF4-FFF2-40B4-BE49-F238E27FC236}">
                <a16:creationId xmlns="" xmlns:a16="http://schemas.microsoft.com/office/drawing/2014/main" id="{9B2F2F14-8BD7-408C-B661-948708CD6B82}"/>
              </a:ext>
            </a:extLst>
          </p:cNvPr>
          <p:cNvCxnSpPr>
            <a:stCxn id="34" idx="3"/>
            <a:endCxn id="32" idx="27"/>
          </p:cNvCxnSpPr>
          <p:nvPr/>
        </p:nvCxnSpPr>
        <p:spPr bwMode="gray">
          <a:xfrm flipH="1" flipV="1">
            <a:off x="9610072" y="4505140"/>
            <a:ext cx="996" cy="21696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1" name="组合 40">
            <a:extLst>
              <a:ext uri="{FF2B5EF4-FFF2-40B4-BE49-F238E27FC236}">
                <a16:creationId xmlns="" xmlns:a16="http://schemas.microsoft.com/office/drawing/2014/main" id="{D357024A-DC69-4828-9F6A-261DB86A1182}"/>
              </a:ext>
            </a:extLst>
          </p:cNvPr>
          <p:cNvGrpSpPr/>
          <p:nvPr/>
        </p:nvGrpSpPr>
        <p:grpSpPr bwMode="gray">
          <a:xfrm>
            <a:off x="9001335" y="4227383"/>
            <a:ext cx="505296" cy="258459"/>
            <a:chOff x="8919135" y="3122338"/>
            <a:chExt cx="505296" cy="258459"/>
          </a:xfrm>
        </p:grpSpPr>
        <p:sp>
          <p:nvSpPr>
            <p:cNvPr id="105" name="Freeform 85">
              <a:extLst>
                <a:ext uri="{FF2B5EF4-FFF2-40B4-BE49-F238E27FC236}">
                  <a16:creationId xmlns="" xmlns:a16="http://schemas.microsoft.com/office/drawing/2014/main" id="{FF4CC534-56B6-4A6B-90F6-8769B85AC92C}"/>
                </a:ext>
              </a:extLst>
            </p:cNvPr>
            <p:cNvSpPr>
              <a:spLocks/>
            </p:cNvSpPr>
            <p:nvPr/>
          </p:nvSpPr>
          <p:spPr bwMode="gray">
            <a:xfrm>
              <a:off x="9003765" y="3172349"/>
              <a:ext cx="67704" cy="26673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06" name="Freeform 86">
              <a:extLst>
                <a:ext uri="{FF2B5EF4-FFF2-40B4-BE49-F238E27FC236}">
                  <a16:creationId xmlns="" xmlns:a16="http://schemas.microsoft.com/office/drawing/2014/main" id="{F2D12EF1-E253-4607-8304-F839C4709CE3}"/>
                </a:ext>
              </a:extLst>
            </p:cNvPr>
            <p:cNvSpPr>
              <a:spLocks/>
            </p:cNvSpPr>
            <p:nvPr/>
          </p:nvSpPr>
          <p:spPr bwMode="gray">
            <a:xfrm>
              <a:off x="9003765" y="3135674"/>
              <a:ext cx="66999" cy="26196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07" name="Freeform 87">
              <a:extLst>
                <a:ext uri="{FF2B5EF4-FFF2-40B4-BE49-F238E27FC236}">
                  <a16:creationId xmlns="" xmlns:a16="http://schemas.microsoft.com/office/drawing/2014/main" id="{2C260AF3-6773-4F46-AB98-993724C55F85}"/>
                </a:ext>
              </a:extLst>
            </p:cNvPr>
            <p:cNvSpPr>
              <a:spLocks/>
            </p:cNvSpPr>
            <p:nvPr/>
          </p:nvSpPr>
          <p:spPr bwMode="gray">
            <a:xfrm>
              <a:off x="8957218" y="3152820"/>
              <a:ext cx="62062" cy="28102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08" name="Freeform 88">
              <a:extLst>
                <a:ext uri="{FF2B5EF4-FFF2-40B4-BE49-F238E27FC236}">
                  <a16:creationId xmlns="" xmlns:a16="http://schemas.microsoft.com/office/drawing/2014/main" id="{5BA0B56F-E137-46D5-ACBF-A9D811D8ABF7}"/>
                </a:ext>
              </a:extLst>
            </p:cNvPr>
            <p:cNvSpPr>
              <a:spLocks/>
            </p:cNvSpPr>
            <p:nvPr/>
          </p:nvSpPr>
          <p:spPr bwMode="gray">
            <a:xfrm>
              <a:off x="9055248" y="3152820"/>
              <a:ext cx="62767" cy="28102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09" name="Freeform 89">
              <a:extLst>
                <a:ext uri="{FF2B5EF4-FFF2-40B4-BE49-F238E27FC236}">
                  <a16:creationId xmlns="" xmlns:a16="http://schemas.microsoft.com/office/drawing/2014/main" id="{6DD65188-9E71-4B22-A060-3DD7B75F14E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919135" y="3122338"/>
              <a:ext cx="238374" cy="187660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cxnSp>
          <p:nvCxnSpPr>
            <p:cNvPr id="110" name="直接连接符 109">
              <a:extLst>
                <a:ext uri="{FF2B5EF4-FFF2-40B4-BE49-F238E27FC236}">
                  <a16:creationId xmlns="" xmlns:a16="http://schemas.microsoft.com/office/drawing/2014/main" id="{90833E37-9667-4A81-B2D7-032BB8386AC9}"/>
                </a:ext>
              </a:extLst>
            </p:cNvPr>
            <p:cNvCxnSpPr>
              <a:stCxn id="32" idx="51"/>
              <a:endCxn id="109" idx="3"/>
            </p:cNvCxnSpPr>
            <p:nvPr/>
          </p:nvCxnSpPr>
          <p:spPr bwMode="gray">
            <a:xfrm flipH="1" flipV="1">
              <a:off x="9144629" y="3229367"/>
              <a:ext cx="279802" cy="15143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42" name="直接连接符 41">
            <a:extLst>
              <a:ext uri="{FF2B5EF4-FFF2-40B4-BE49-F238E27FC236}">
                <a16:creationId xmlns="" xmlns:a16="http://schemas.microsoft.com/office/drawing/2014/main" id="{ED5AD670-3D0A-4254-A306-9A2C046AC429}"/>
              </a:ext>
            </a:extLst>
          </p:cNvPr>
          <p:cNvCxnSpPr>
            <a:stCxn id="27" idx="46"/>
          </p:cNvCxnSpPr>
          <p:nvPr/>
        </p:nvCxnSpPr>
        <p:spPr bwMode="gray">
          <a:xfrm flipV="1">
            <a:off x="8589629" y="4519368"/>
            <a:ext cx="7112" cy="17744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3" name="组合 42">
            <a:extLst>
              <a:ext uri="{FF2B5EF4-FFF2-40B4-BE49-F238E27FC236}">
                <a16:creationId xmlns="" xmlns:a16="http://schemas.microsoft.com/office/drawing/2014/main" id="{EE86D684-33E7-4F19-B8DB-B3046CE2235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926638" y="4312340"/>
            <a:ext cx="238374" cy="187660"/>
            <a:chOff x="7875588" y="733425"/>
            <a:chExt cx="536574" cy="625476"/>
          </a:xfrm>
          <a:solidFill>
            <a:srgbClr val="3C3C3B"/>
          </a:solidFill>
        </p:grpSpPr>
        <p:sp>
          <p:nvSpPr>
            <p:cNvPr id="100" name="Freeform 85">
              <a:extLst>
                <a:ext uri="{FF2B5EF4-FFF2-40B4-BE49-F238E27FC236}">
                  <a16:creationId xmlns="" xmlns:a16="http://schemas.microsoft.com/office/drawing/2014/main" id="{ED0958DF-5402-47DC-84D1-287AF407E429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01" name="Freeform 86">
              <a:extLst>
                <a:ext uri="{FF2B5EF4-FFF2-40B4-BE49-F238E27FC236}">
                  <a16:creationId xmlns="" xmlns:a16="http://schemas.microsoft.com/office/drawing/2014/main" id="{83DDD537-B138-4686-96B5-E02DCA20B76F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02" name="Freeform 87">
              <a:extLst>
                <a:ext uri="{FF2B5EF4-FFF2-40B4-BE49-F238E27FC236}">
                  <a16:creationId xmlns="" xmlns:a16="http://schemas.microsoft.com/office/drawing/2014/main" id="{E81FA06A-B34A-4E0C-9606-3A7A087B4669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03" name="Freeform 88">
              <a:extLst>
                <a:ext uri="{FF2B5EF4-FFF2-40B4-BE49-F238E27FC236}">
                  <a16:creationId xmlns="" xmlns:a16="http://schemas.microsoft.com/office/drawing/2014/main" id="{D718D3C5-C23B-4E1E-A9AF-28E463AF86B4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04" name="Freeform 89">
              <a:extLst>
                <a:ext uri="{FF2B5EF4-FFF2-40B4-BE49-F238E27FC236}">
                  <a16:creationId xmlns="" xmlns:a16="http://schemas.microsoft.com/office/drawing/2014/main" id="{F9517D6F-F57E-4412-AE17-4ECAAC285C7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="" xmlns:a16="http://schemas.microsoft.com/office/drawing/2014/main" id="{EB190FFF-11E0-42E5-AEE1-521577DA230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9926638" y="4681631"/>
            <a:ext cx="238374" cy="192657"/>
            <a:chOff x="7875588" y="777875"/>
            <a:chExt cx="536574" cy="642133"/>
          </a:xfrm>
          <a:solidFill>
            <a:srgbClr val="3C3C3B"/>
          </a:solidFill>
        </p:grpSpPr>
        <p:sp>
          <p:nvSpPr>
            <p:cNvPr id="95" name="Freeform 85">
              <a:extLst>
                <a:ext uri="{FF2B5EF4-FFF2-40B4-BE49-F238E27FC236}">
                  <a16:creationId xmlns="" xmlns:a16="http://schemas.microsoft.com/office/drawing/2014/main" id="{2009CAE5-86DF-49E3-8286-EC5FEE521DE6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96" name="Freeform 86">
              <a:extLst>
                <a:ext uri="{FF2B5EF4-FFF2-40B4-BE49-F238E27FC236}">
                  <a16:creationId xmlns="" xmlns:a16="http://schemas.microsoft.com/office/drawing/2014/main" id="{F07C0CE8-D54D-4624-9263-BF004F4FB51B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97" name="Freeform 87">
              <a:extLst>
                <a:ext uri="{FF2B5EF4-FFF2-40B4-BE49-F238E27FC236}">
                  <a16:creationId xmlns="" xmlns:a16="http://schemas.microsoft.com/office/drawing/2014/main" id="{7840BDCE-57A3-48E7-81C2-F2F589487314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98" name="Freeform 88">
              <a:extLst>
                <a:ext uri="{FF2B5EF4-FFF2-40B4-BE49-F238E27FC236}">
                  <a16:creationId xmlns="" xmlns:a16="http://schemas.microsoft.com/office/drawing/2014/main" id="{8844DEC8-6D6F-4E04-9AB8-1E7BFF0739B0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99" name="Freeform 89">
              <a:extLst>
                <a:ext uri="{FF2B5EF4-FFF2-40B4-BE49-F238E27FC236}">
                  <a16:creationId xmlns="" xmlns:a16="http://schemas.microsoft.com/office/drawing/2014/main" id="{A7E7CFE4-5FE9-4A82-83AC-09EA36DB7A4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94532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="" xmlns:a16="http://schemas.microsoft.com/office/drawing/2014/main" id="{B2F95E9F-FF1D-433D-8B73-792CC5B9B236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954194" y="4298115"/>
            <a:ext cx="238374" cy="187660"/>
            <a:chOff x="7875588" y="733425"/>
            <a:chExt cx="536574" cy="625476"/>
          </a:xfrm>
          <a:solidFill>
            <a:srgbClr val="3C3C3B"/>
          </a:solidFill>
        </p:grpSpPr>
        <p:sp>
          <p:nvSpPr>
            <p:cNvPr id="90" name="Freeform 85">
              <a:extLst>
                <a:ext uri="{FF2B5EF4-FFF2-40B4-BE49-F238E27FC236}">
                  <a16:creationId xmlns="" xmlns:a16="http://schemas.microsoft.com/office/drawing/2014/main" id="{F0EECD7E-BFF4-4922-8FD6-6E86E31D946A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91" name="Freeform 86">
              <a:extLst>
                <a:ext uri="{FF2B5EF4-FFF2-40B4-BE49-F238E27FC236}">
                  <a16:creationId xmlns="" xmlns:a16="http://schemas.microsoft.com/office/drawing/2014/main" id="{DEDC114E-2A95-4223-B156-3BDAAB68CDBC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92" name="Freeform 87">
              <a:extLst>
                <a:ext uri="{FF2B5EF4-FFF2-40B4-BE49-F238E27FC236}">
                  <a16:creationId xmlns="" xmlns:a16="http://schemas.microsoft.com/office/drawing/2014/main" id="{30F697BC-1F72-45EB-90C2-243C1E35ED17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93" name="Freeform 88">
              <a:extLst>
                <a:ext uri="{FF2B5EF4-FFF2-40B4-BE49-F238E27FC236}">
                  <a16:creationId xmlns="" xmlns:a16="http://schemas.microsoft.com/office/drawing/2014/main" id="{6D7CCE44-2209-44C5-9AA2-29711D58AFF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94" name="Freeform 89">
              <a:extLst>
                <a:ext uri="{FF2B5EF4-FFF2-40B4-BE49-F238E27FC236}">
                  <a16:creationId xmlns="" xmlns:a16="http://schemas.microsoft.com/office/drawing/2014/main" id="{2300714D-0497-4BAF-956F-30F2B640337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="" xmlns:a16="http://schemas.microsoft.com/office/drawing/2014/main" id="{32485434-1AEB-4CA7-99F5-FCA4B10375BF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954194" y="4670827"/>
            <a:ext cx="238374" cy="187660"/>
            <a:chOff x="7875588" y="733425"/>
            <a:chExt cx="536574" cy="625476"/>
          </a:xfrm>
          <a:solidFill>
            <a:srgbClr val="3C3C3B"/>
          </a:solidFill>
        </p:grpSpPr>
        <p:sp>
          <p:nvSpPr>
            <p:cNvPr id="85" name="Freeform 85">
              <a:extLst>
                <a:ext uri="{FF2B5EF4-FFF2-40B4-BE49-F238E27FC236}">
                  <a16:creationId xmlns="" xmlns:a16="http://schemas.microsoft.com/office/drawing/2014/main" id="{7F0F77D5-15D0-4054-8040-DF688466669C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86" name="Freeform 86">
              <a:extLst>
                <a:ext uri="{FF2B5EF4-FFF2-40B4-BE49-F238E27FC236}">
                  <a16:creationId xmlns="" xmlns:a16="http://schemas.microsoft.com/office/drawing/2014/main" id="{A026AC4B-22E9-42C9-94EA-7BB85CBC610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87" name="Freeform 87">
              <a:extLst>
                <a:ext uri="{FF2B5EF4-FFF2-40B4-BE49-F238E27FC236}">
                  <a16:creationId xmlns="" xmlns:a16="http://schemas.microsoft.com/office/drawing/2014/main" id="{7793F390-EE7F-4FC6-B4C4-4A7820093F67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88" name="Freeform 88">
              <a:extLst>
                <a:ext uri="{FF2B5EF4-FFF2-40B4-BE49-F238E27FC236}">
                  <a16:creationId xmlns="" xmlns:a16="http://schemas.microsoft.com/office/drawing/2014/main" id="{F980A259-E6DF-4F51-B0F1-C6DEC27FC476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89" name="Freeform 89">
              <a:extLst>
                <a:ext uri="{FF2B5EF4-FFF2-40B4-BE49-F238E27FC236}">
                  <a16:creationId xmlns="" xmlns:a16="http://schemas.microsoft.com/office/drawing/2014/main" id="{9ED02D10-2A84-41F6-B83C-7892A7835F6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cxnSp>
        <p:nvCxnSpPr>
          <p:cNvPr id="47" name="直接连接符 46">
            <a:extLst>
              <a:ext uri="{FF2B5EF4-FFF2-40B4-BE49-F238E27FC236}">
                <a16:creationId xmlns="" xmlns:a16="http://schemas.microsoft.com/office/drawing/2014/main" id="{55AF0DF1-DA6C-4AD7-A5FF-73F48FA633AC}"/>
              </a:ext>
            </a:extLst>
          </p:cNvPr>
          <p:cNvCxnSpPr>
            <a:stCxn id="103" idx="35"/>
            <a:endCxn id="84" idx="51"/>
          </p:cNvCxnSpPr>
          <p:nvPr/>
        </p:nvCxnSpPr>
        <p:spPr bwMode="gray">
          <a:xfrm flipV="1">
            <a:off x="10125518" y="4194385"/>
            <a:ext cx="323379" cy="16222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直接连接符 47">
            <a:extLst>
              <a:ext uri="{FF2B5EF4-FFF2-40B4-BE49-F238E27FC236}">
                <a16:creationId xmlns="" xmlns:a16="http://schemas.microsoft.com/office/drawing/2014/main" id="{3235F5BE-E8A6-4C15-8B5C-E423817D63CE}"/>
              </a:ext>
            </a:extLst>
          </p:cNvPr>
          <p:cNvCxnSpPr>
            <a:endCxn id="89" idx="5"/>
          </p:cNvCxnSpPr>
          <p:nvPr/>
        </p:nvCxnSpPr>
        <p:spPr bwMode="gray">
          <a:xfrm flipV="1">
            <a:off x="10646152" y="4777855"/>
            <a:ext cx="320729" cy="14249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49" name="组合 48">
            <a:extLst>
              <a:ext uri="{FF2B5EF4-FFF2-40B4-BE49-F238E27FC236}">
                <a16:creationId xmlns="" xmlns:a16="http://schemas.microsoft.com/office/drawing/2014/main" id="{3E2D1777-8C8C-455E-871F-1176D408B2B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448897" y="4117020"/>
            <a:ext cx="238374" cy="187660"/>
            <a:chOff x="7875588" y="733425"/>
            <a:chExt cx="536574" cy="625476"/>
          </a:xfrm>
          <a:solidFill>
            <a:srgbClr val="3C3C3B"/>
          </a:solidFill>
        </p:grpSpPr>
        <p:sp>
          <p:nvSpPr>
            <p:cNvPr id="80" name="Freeform 85">
              <a:extLst>
                <a:ext uri="{FF2B5EF4-FFF2-40B4-BE49-F238E27FC236}">
                  <a16:creationId xmlns="" xmlns:a16="http://schemas.microsoft.com/office/drawing/2014/main" id="{F68478C4-7DBD-4504-8B42-0BA1749F59E8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81" name="Freeform 86">
              <a:extLst>
                <a:ext uri="{FF2B5EF4-FFF2-40B4-BE49-F238E27FC236}">
                  <a16:creationId xmlns="" xmlns:a16="http://schemas.microsoft.com/office/drawing/2014/main" id="{AAE76635-C04B-4A6A-A2B1-BD8FA943D029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82" name="Freeform 87">
              <a:extLst>
                <a:ext uri="{FF2B5EF4-FFF2-40B4-BE49-F238E27FC236}">
                  <a16:creationId xmlns="" xmlns:a16="http://schemas.microsoft.com/office/drawing/2014/main" id="{74EC8E8B-82D7-4EEA-A733-25DEDD036FA2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83" name="Freeform 88">
              <a:extLst>
                <a:ext uri="{FF2B5EF4-FFF2-40B4-BE49-F238E27FC236}">
                  <a16:creationId xmlns="" xmlns:a16="http://schemas.microsoft.com/office/drawing/2014/main" id="{DC766687-F518-4893-A5EB-D82610DA06F9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84" name="Freeform 89">
              <a:extLst>
                <a:ext uri="{FF2B5EF4-FFF2-40B4-BE49-F238E27FC236}">
                  <a16:creationId xmlns="" xmlns:a16="http://schemas.microsoft.com/office/drawing/2014/main" id="{F77085F3-DE1E-4069-A4EC-82C02BF5C67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="" xmlns:a16="http://schemas.microsoft.com/office/drawing/2014/main" id="{7F056549-9902-4E81-B262-015DD3C24CAA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455244" y="4869980"/>
            <a:ext cx="238374" cy="187660"/>
            <a:chOff x="7889874" y="733425"/>
            <a:chExt cx="536574" cy="625476"/>
          </a:xfrm>
          <a:solidFill>
            <a:srgbClr val="3C3C3B"/>
          </a:solidFill>
        </p:grpSpPr>
        <p:sp>
          <p:nvSpPr>
            <p:cNvPr id="75" name="Freeform 85">
              <a:extLst>
                <a:ext uri="{FF2B5EF4-FFF2-40B4-BE49-F238E27FC236}">
                  <a16:creationId xmlns="" xmlns:a16="http://schemas.microsoft.com/office/drawing/2014/main" id="{03E31677-58C2-44C1-BD8A-B31C05880509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76" name="Freeform 86">
              <a:extLst>
                <a:ext uri="{FF2B5EF4-FFF2-40B4-BE49-F238E27FC236}">
                  <a16:creationId xmlns="" xmlns:a16="http://schemas.microsoft.com/office/drawing/2014/main" id="{80B0E9F3-5F94-4BAC-B57C-BE99E82D97DF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77" name="Freeform 87">
              <a:extLst>
                <a:ext uri="{FF2B5EF4-FFF2-40B4-BE49-F238E27FC236}">
                  <a16:creationId xmlns="" xmlns:a16="http://schemas.microsoft.com/office/drawing/2014/main" id="{07D4C386-D62E-4831-84BE-9CD560000C7B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78" name="Freeform 88">
              <a:extLst>
                <a:ext uri="{FF2B5EF4-FFF2-40B4-BE49-F238E27FC236}">
                  <a16:creationId xmlns="" xmlns:a16="http://schemas.microsoft.com/office/drawing/2014/main" id="{352226AD-95B9-42D3-B946-18AAFD24E0AA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79" name="Freeform 89">
              <a:extLst>
                <a:ext uri="{FF2B5EF4-FFF2-40B4-BE49-F238E27FC236}">
                  <a16:creationId xmlns="" xmlns:a16="http://schemas.microsoft.com/office/drawing/2014/main" id="{F4290A01-2676-4BD7-A834-84B63953ED1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89874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cxnSp>
        <p:nvCxnSpPr>
          <p:cNvPr id="51" name="直接连接符 50">
            <a:extLst>
              <a:ext uri="{FF2B5EF4-FFF2-40B4-BE49-F238E27FC236}">
                <a16:creationId xmlns="" xmlns:a16="http://schemas.microsoft.com/office/drawing/2014/main" id="{4CC387EE-0E60-464D-B90A-71D3495CBD1A}"/>
              </a:ext>
            </a:extLst>
          </p:cNvPr>
          <p:cNvCxnSpPr>
            <a:stCxn id="99" idx="3"/>
            <a:endCxn id="79" idx="22"/>
          </p:cNvCxnSpPr>
          <p:nvPr/>
        </p:nvCxnSpPr>
        <p:spPr bwMode="gray">
          <a:xfrm>
            <a:off x="10152132" y="4793657"/>
            <a:ext cx="315799" cy="12127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连接符 51">
            <a:extLst>
              <a:ext uri="{FF2B5EF4-FFF2-40B4-BE49-F238E27FC236}">
                <a16:creationId xmlns="" xmlns:a16="http://schemas.microsoft.com/office/drawing/2014/main" id="{F4BD2359-C36D-4883-9259-1136C8834B4E}"/>
              </a:ext>
            </a:extLst>
          </p:cNvPr>
          <p:cNvCxnSpPr>
            <a:stCxn id="86" idx="3"/>
            <a:endCxn id="94" idx="27"/>
          </p:cNvCxnSpPr>
          <p:nvPr/>
        </p:nvCxnSpPr>
        <p:spPr bwMode="gray">
          <a:xfrm flipH="1" flipV="1">
            <a:off x="11066268" y="4476626"/>
            <a:ext cx="996" cy="21696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" name="直接连接符 52">
            <a:extLst>
              <a:ext uri="{FF2B5EF4-FFF2-40B4-BE49-F238E27FC236}">
                <a16:creationId xmlns="" xmlns:a16="http://schemas.microsoft.com/office/drawing/2014/main" id="{696E9510-08F1-47BB-B091-EAA81A5816CC}"/>
              </a:ext>
            </a:extLst>
          </p:cNvPr>
          <p:cNvCxnSpPr>
            <a:stCxn id="94" idx="51"/>
            <a:endCxn id="84" idx="3"/>
          </p:cNvCxnSpPr>
          <p:nvPr/>
        </p:nvCxnSpPr>
        <p:spPr bwMode="gray">
          <a:xfrm flipH="1" flipV="1">
            <a:off x="10674391" y="4224049"/>
            <a:ext cx="279802" cy="15143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直接连接符 53">
            <a:extLst>
              <a:ext uri="{FF2B5EF4-FFF2-40B4-BE49-F238E27FC236}">
                <a16:creationId xmlns="" xmlns:a16="http://schemas.microsoft.com/office/drawing/2014/main" id="{37001274-5C4E-4233-842F-D399CAD67592}"/>
              </a:ext>
            </a:extLst>
          </p:cNvPr>
          <p:cNvCxnSpPr>
            <a:stCxn id="99" idx="46"/>
            <a:endCxn id="104" idx="37"/>
          </p:cNvCxnSpPr>
          <p:nvPr/>
        </p:nvCxnSpPr>
        <p:spPr bwMode="gray">
          <a:xfrm flipV="1">
            <a:off x="10045825" y="4490852"/>
            <a:ext cx="7113" cy="19577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直接连接符 54">
            <a:extLst>
              <a:ext uri="{FF2B5EF4-FFF2-40B4-BE49-F238E27FC236}">
                <a16:creationId xmlns="" xmlns:a16="http://schemas.microsoft.com/office/drawing/2014/main" id="{710DCB09-7F9A-45CF-9C36-081857EDE232}"/>
              </a:ext>
            </a:extLst>
          </p:cNvPr>
          <p:cNvCxnSpPr>
            <a:stCxn id="99" idx="20"/>
            <a:endCxn id="94" idx="51"/>
          </p:cNvCxnSpPr>
          <p:nvPr/>
        </p:nvCxnSpPr>
        <p:spPr bwMode="gray">
          <a:xfrm flipV="1">
            <a:off x="10152132" y="4375480"/>
            <a:ext cx="802061" cy="35610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6" name="直接连接符 55">
            <a:extLst>
              <a:ext uri="{FF2B5EF4-FFF2-40B4-BE49-F238E27FC236}">
                <a16:creationId xmlns="" xmlns:a16="http://schemas.microsoft.com/office/drawing/2014/main" id="{2FC597FA-0FEA-4304-8447-BB4B578A8E37}"/>
              </a:ext>
            </a:extLst>
          </p:cNvPr>
          <p:cNvCxnSpPr>
            <a:stCxn id="104" idx="3"/>
            <a:endCxn id="89" idx="6"/>
          </p:cNvCxnSpPr>
          <p:nvPr/>
        </p:nvCxnSpPr>
        <p:spPr bwMode="gray">
          <a:xfrm>
            <a:off x="10152132" y="4419369"/>
            <a:ext cx="814750" cy="349469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直接连接符 56">
            <a:extLst>
              <a:ext uri="{FF2B5EF4-FFF2-40B4-BE49-F238E27FC236}">
                <a16:creationId xmlns="" xmlns:a16="http://schemas.microsoft.com/office/drawing/2014/main" id="{697286B2-0640-4997-BBB5-28B567A78F57}"/>
              </a:ext>
            </a:extLst>
          </p:cNvPr>
          <p:cNvCxnSpPr>
            <a:stCxn id="79" idx="46"/>
            <a:endCxn id="84" idx="32"/>
          </p:cNvCxnSpPr>
          <p:nvPr/>
        </p:nvCxnSpPr>
        <p:spPr bwMode="gray">
          <a:xfrm flipH="1" flipV="1">
            <a:off x="10568084" y="4269134"/>
            <a:ext cx="6347" cy="60084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直接连接符 57">
            <a:extLst>
              <a:ext uri="{FF2B5EF4-FFF2-40B4-BE49-F238E27FC236}">
                <a16:creationId xmlns="" xmlns:a16="http://schemas.microsoft.com/office/drawing/2014/main" id="{CBD98EC7-2638-4CED-812E-10023162B473}"/>
              </a:ext>
            </a:extLst>
          </p:cNvPr>
          <p:cNvCxnSpPr>
            <a:stCxn id="32" idx="2"/>
            <a:endCxn id="104" idx="54"/>
          </p:cNvCxnSpPr>
          <p:nvPr/>
        </p:nvCxnSpPr>
        <p:spPr bwMode="gray">
          <a:xfrm flipV="1">
            <a:off x="9723492" y="4419761"/>
            <a:ext cx="203146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" name="直接连接符 58">
            <a:extLst>
              <a:ext uri="{FF2B5EF4-FFF2-40B4-BE49-F238E27FC236}">
                <a16:creationId xmlns="" xmlns:a16="http://schemas.microsoft.com/office/drawing/2014/main" id="{232BD59D-DB1D-47EE-952B-33AD2241CC21}"/>
              </a:ext>
            </a:extLst>
          </p:cNvPr>
          <p:cNvCxnSpPr>
            <a:stCxn id="37" idx="2"/>
            <a:endCxn id="99" idx="54"/>
          </p:cNvCxnSpPr>
          <p:nvPr/>
        </p:nvCxnSpPr>
        <p:spPr bwMode="gray">
          <a:xfrm flipV="1">
            <a:off x="9723492" y="4794049"/>
            <a:ext cx="203146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文本框 59">
            <a:extLst>
              <a:ext uri="{FF2B5EF4-FFF2-40B4-BE49-F238E27FC236}">
                <a16:creationId xmlns="" xmlns:a16="http://schemas.microsoft.com/office/drawing/2014/main" id="{D818AED2-042E-4CEF-8650-1A526946B55D}"/>
              </a:ext>
            </a:extLst>
          </p:cNvPr>
          <p:cNvSpPr txBox="1"/>
          <p:nvPr/>
        </p:nvSpPr>
        <p:spPr bwMode="gray">
          <a:xfrm>
            <a:off x="9021760" y="4446788"/>
            <a:ext cx="31418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en-US" altLang="zh-CN" sz="1400" kern="0" dirty="0">
                <a:solidFill>
                  <a:srgbClr val="000000"/>
                </a:solidFill>
              </a:rPr>
              <a:t>AS1</a:t>
            </a:r>
            <a:endParaRPr kumimoji="1"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="" xmlns:a16="http://schemas.microsoft.com/office/drawing/2014/main" id="{D30DC217-3325-41B4-89BE-5C96FB5DCA00}"/>
              </a:ext>
            </a:extLst>
          </p:cNvPr>
          <p:cNvSpPr txBox="1"/>
          <p:nvPr/>
        </p:nvSpPr>
        <p:spPr bwMode="gray">
          <a:xfrm>
            <a:off x="10682962" y="4473326"/>
            <a:ext cx="31418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kumimoji="1" lang="en-US" altLang="zh-CN" sz="1400" kern="0" dirty="0">
                <a:solidFill>
                  <a:srgbClr val="000000"/>
                </a:solidFill>
              </a:rPr>
              <a:t>AS2</a:t>
            </a:r>
            <a:endParaRPr kumimoji="1" lang="zh-CN" altLang="en-US" sz="1400" kern="0" dirty="0">
              <a:solidFill>
                <a:srgbClr val="000000"/>
              </a:solidFill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B92EFBB1-D339-4EEA-8A51-294835258E31}"/>
              </a:ext>
            </a:extLst>
          </p:cNvPr>
          <p:cNvGrpSpPr/>
          <p:nvPr/>
        </p:nvGrpSpPr>
        <p:grpSpPr bwMode="gray">
          <a:xfrm>
            <a:off x="9013498" y="4862902"/>
            <a:ext cx="238374" cy="187660"/>
            <a:chOff x="8549275" y="3826011"/>
            <a:chExt cx="238374" cy="187660"/>
          </a:xfrm>
        </p:grpSpPr>
        <p:sp>
          <p:nvSpPr>
            <p:cNvPr id="70" name="Freeform 85">
              <a:extLst>
                <a:ext uri="{FF2B5EF4-FFF2-40B4-BE49-F238E27FC236}">
                  <a16:creationId xmlns="" xmlns:a16="http://schemas.microsoft.com/office/drawing/2014/main" id="{C6A6E3F4-491E-440F-A4E2-408B67EF23AE}"/>
                </a:ext>
              </a:extLst>
            </p:cNvPr>
            <p:cNvSpPr>
              <a:spLocks/>
            </p:cNvSpPr>
            <p:nvPr/>
          </p:nvSpPr>
          <p:spPr bwMode="gray">
            <a:xfrm>
              <a:off x="8633905" y="3876022"/>
              <a:ext cx="67704" cy="26673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71" name="Freeform 86">
              <a:extLst>
                <a:ext uri="{FF2B5EF4-FFF2-40B4-BE49-F238E27FC236}">
                  <a16:creationId xmlns="" xmlns:a16="http://schemas.microsoft.com/office/drawing/2014/main" id="{5AFBB0C0-4C3B-4190-A829-523FFA766D78}"/>
                </a:ext>
              </a:extLst>
            </p:cNvPr>
            <p:cNvSpPr>
              <a:spLocks/>
            </p:cNvSpPr>
            <p:nvPr/>
          </p:nvSpPr>
          <p:spPr bwMode="gray">
            <a:xfrm>
              <a:off x="8633905" y="3839347"/>
              <a:ext cx="66999" cy="26196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72" name="Freeform 87">
              <a:extLst>
                <a:ext uri="{FF2B5EF4-FFF2-40B4-BE49-F238E27FC236}">
                  <a16:creationId xmlns="" xmlns:a16="http://schemas.microsoft.com/office/drawing/2014/main" id="{2B6D3B29-0ECF-4E75-9417-039B4B15B598}"/>
                </a:ext>
              </a:extLst>
            </p:cNvPr>
            <p:cNvSpPr>
              <a:spLocks/>
            </p:cNvSpPr>
            <p:nvPr/>
          </p:nvSpPr>
          <p:spPr bwMode="gray">
            <a:xfrm>
              <a:off x="8587359" y="3856493"/>
              <a:ext cx="62062" cy="28102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73" name="Freeform 88">
              <a:extLst>
                <a:ext uri="{FF2B5EF4-FFF2-40B4-BE49-F238E27FC236}">
                  <a16:creationId xmlns="" xmlns:a16="http://schemas.microsoft.com/office/drawing/2014/main" id="{44A0199D-F005-4540-86CE-DA6368FEB447}"/>
                </a:ext>
              </a:extLst>
            </p:cNvPr>
            <p:cNvSpPr>
              <a:spLocks/>
            </p:cNvSpPr>
            <p:nvPr/>
          </p:nvSpPr>
          <p:spPr bwMode="gray">
            <a:xfrm>
              <a:off x="8685389" y="3856493"/>
              <a:ext cx="62767" cy="28102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74" name="Freeform 89">
              <a:extLst>
                <a:ext uri="{FF2B5EF4-FFF2-40B4-BE49-F238E27FC236}">
                  <a16:creationId xmlns="" xmlns:a16="http://schemas.microsoft.com/office/drawing/2014/main" id="{4CC88D9A-E46A-4579-ADEF-8B42089D464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549275" y="3826011"/>
              <a:ext cx="238374" cy="187660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cxnSp>
        <p:nvCxnSpPr>
          <p:cNvPr id="63" name="直接连接符 62">
            <a:extLst>
              <a:ext uri="{FF2B5EF4-FFF2-40B4-BE49-F238E27FC236}">
                <a16:creationId xmlns="" xmlns:a16="http://schemas.microsoft.com/office/drawing/2014/main" id="{D54B6BC5-4A0F-486B-8C10-8675BC88669C}"/>
              </a:ext>
            </a:extLst>
          </p:cNvPr>
          <p:cNvCxnSpPr/>
          <p:nvPr/>
        </p:nvCxnSpPr>
        <p:spPr bwMode="gray">
          <a:xfrm flipV="1">
            <a:off x="9207142" y="4809903"/>
            <a:ext cx="281331" cy="15395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" name="组合 63">
            <a:extLst>
              <a:ext uri="{FF2B5EF4-FFF2-40B4-BE49-F238E27FC236}">
                <a16:creationId xmlns="" xmlns:a16="http://schemas.microsoft.com/office/drawing/2014/main" id="{B073887E-1E3B-4E5F-B68E-D50F7130C19D}"/>
              </a:ext>
            </a:extLst>
          </p:cNvPr>
          <p:cNvGrpSpPr/>
          <p:nvPr/>
        </p:nvGrpSpPr>
        <p:grpSpPr bwMode="gray">
          <a:xfrm>
            <a:off x="8499501" y="4391945"/>
            <a:ext cx="238374" cy="187660"/>
            <a:chOff x="8549275" y="3826011"/>
            <a:chExt cx="238374" cy="187660"/>
          </a:xfrm>
        </p:grpSpPr>
        <p:sp>
          <p:nvSpPr>
            <p:cNvPr id="65" name="Freeform 85">
              <a:extLst>
                <a:ext uri="{FF2B5EF4-FFF2-40B4-BE49-F238E27FC236}">
                  <a16:creationId xmlns="" xmlns:a16="http://schemas.microsoft.com/office/drawing/2014/main" id="{EAAB190E-6632-4041-B1D2-1FFDA1BCA536}"/>
                </a:ext>
              </a:extLst>
            </p:cNvPr>
            <p:cNvSpPr>
              <a:spLocks/>
            </p:cNvSpPr>
            <p:nvPr/>
          </p:nvSpPr>
          <p:spPr bwMode="gray">
            <a:xfrm>
              <a:off x="8633905" y="3876022"/>
              <a:ext cx="67704" cy="26673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66" name="Freeform 86">
              <a:extLst>
                <a:ext uri="{FF2B5EF4-FFF2-40B4-BE49-F238E27FC236}">
                  <a16:creationId xmlns="" xmlns:a16="http://schemas.microsoft.com/office/drawing/2014/main" id="{3F623BA3-F64F-46DD-93CE-6C61796F1BEA}"/>
                </a:ext>
              </a:extLst>
            </p:cNvPr>
            <p:cNvSpPr>
              <a:spLocks/>
            </p:cNvSpPr>
            <p:nvPr/>
          </p:nvSpPr>
          <p:spPr bwMode="gray">
            <a:xfrm>
              <a:off x="8633905" y="3839347"/>
              <a:ext cx="66999" cy="26196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67" name="Freeform 87">
              <a:extLst>
                <a:ext uri="{FF2B5EF4-FFF2-40B4-BE49-F238E27FC236}">
                  <a16:creationId xmlns="" xmlns:a16="http://schemas.microsoft.com/office/drawing/2014/main" id="{BFECDFDD-715E-44C7-9A16-6866C96E105A}"/>
                </a:ext>
              </a:extLst>
            </p:cNvPr>
            <p:cNvSpPr>
              <a:spLocks/>
            </p:cNvSpPr>
            <p:nvPr/>
          </p:nvSpPr>
          <p:spPr bwMode="gray">
            <a:xfrm>
              <a:off x="8587359" y="3856493"/>
              <a:ext cx="62062" cy="28102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68" name="Freeform 88">
              <a:extLst>
                <a:ext uri="{FF2B5EF4-FFF2-40B4-BE49-F238E27FC236}">
                  <a16:creationId xmlns="" xmlns:a16="http://schemas.microsoft.com/office/drawing/2014/main" id="{0F646399-FC70-4245-B0E1-A06813C49196}"/>
                </a:ext>
              </a:extLst>
            </p:cNvPr>
            <p:cNvSpPr>
              <a:spLocks/>
            </p:cNvSpPr>
            <p:nvPr/>
          </p:nvSpPr>
          <p:spPr bwMode="gray">
            <a:xfrm>
              <a:off x="8685389" y="3856493"/>
              <a:ext cx="62767" cy="28102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69" name="Freeform 89">
              <a:extLst>
                <a:ext uri="{FF2B5EF4-FFF2-40B4-BE49-F238E27FC236}">
                  <a16:creationId xmlns="" xmlns:a16="http://schemas.microsoft.com/office/drawing/2014/main" id="{0CE9F333-771C-4EB3-A8E3-A8156C2254F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8549275" y="3826011"/>
              <a:ext cx="238374" cy="187660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solidFill>
              <a:srgbClr val="3C3C3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sp>
        <p:nvSpPr>
          <p:cNvPr id="111" name="矩形 110">
            <a:extLst>
              <a:ext uri="{FF2B5EF4-FFF2-40B4-BE49-F238E27FC236}">
                <a16:creationId xmlns="" xmlns:a16="http://schemas.microsoft.com/office/drawing/2014/main" id="{5D2010F8-EFAA-4089-B236-9649A9847D6F}"/>
              </a:ext>
            </a:extLst>
          </p:cNvPr>
          <p:cNvSpPr/>
          <p:nvPr/>
        </p:nvSpPr>
        <p:spPr bwMode="gray">
          <a:xfrm>
            <a:off x="8808720" y="2031850"/>
            <a:ext cx="2130803" cy="347005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</a:pPr>
            <a:r>
              <a:rPr lang="en-US" altLang="zh-CN" sz="1400" dirty="0">
                <a:solidFill>
                  <a:srgbClr val="1D1D1A"/>
                </a:solidFill>
              </a:rPr>
              <a:t>OSS</a:t>
            </a:r>
            <a:endParaRPr lang="zh-CN" altLang="en-US" sz="1400" dirty="0">
              <a:solidFill>
                <a:srgbClr val="00B0F0"/>
              </a:solidFill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="" xmlns:a16="http://schemas.microsoft.com/office/drawing/2014/main" id="{2311F8C8-9007-4D65-9AE7-3B556CFEEFD5}"/>
              </a:ext>
            </a:extLst>
          </p:cNvPr>
          <p:cNvSpPr txBox="1"/>
          <p:nvPr/>
        </p:nvSpPr>
        <p:spPr bwMode="gray">
          <a:xfrm>
            <a:off x="7957226" y="5014661"/>
            <a:ext cx="3874361" cy="12583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400" b="1" kern="0" dirty="0">
                <a:solidFill>
                  <a:srgbClr val="1D1D1A"/>
                </a:solidFill>
              </a:rPr>
              <a:t>业务诉求：</a:t>
            </a:r>
            <a:r>
              <a:rPr lang="zh-CN" altLang="en-US" sz="1400" kern="0" dirty="0">
                <a:solidFill>
                  <a:srgbClr val="1D1D1A"/>
                </a:solidFill>
              </a:rPr>
              <a:t>网络变更</a:t>
            </a:r>
            <a:r>
              <a:rPr lang="en-US" altLang="zh-CN" sz="1400" kern="0" dirty="0">
                <a:solidFill>
                  <a:srgbClr val="1D1D1A"/>
                </a:solidFill>
              </a:rPr>
              <a:t>/</a:t>
            </a:r>
            <a:r>
              <a:rPr lang="zh-CN" altLang="en-US" sz="1400" kern="0" dirty="0">
                <a:solidFill>
                  <a:srgbClr val="1D1D1A"/>
                </a:solidFill>
              </a:rPr>
              <a:t>运维自编排</a:t>
            </a:r>
            <a:endParaRPr lang="en-US" altLang="zh-CN" sz="1400" kern="0" dirty="0">
              <a:solidFill>
                <a:srgbClr val="1D1D1A"/>
              </a:solidFill>
            </a:endParaRPr>
          </a:p>
          <a:p>
            <a:pPr defTabSz="914478">
              <a:lnSpc>
                <a:spcPct val="150000"/>
              </a:lnSpc>
              <a:defRPr/>
            </a:pPr>
            <a:r>
              <a:rPr lang="zh-CN" altLang="en-US" sz="1400" b="1" kern="0" dirty="0">
                <a:solidFill>
                  <a:srgbClr val="1D1D1A"/>
                </a:solidFill>
              </a:rPr>
              <a:t>典型场景：</a:t>
            </a:r>
            <a:r>
              <a:rPr lang="zh-CN" altLang="en-US" sz="1400" dirty="0">
                <a:solidFill>
                  <a:srgbClr val="1D1D1A"/>
                </a:solidFill>
              </a:rPr>
              <a:t>自定义流程、</a:t>
            </a:r>
            <a:r>
              <a:rPr lang="zh-CN" altLang="en-US" sz="1400" dirty="0" smtClean="0">
                <a:solidFill>
                  <a:srgbClr val="1D1D1A"/>
                </a:solidFill>
              </a:rPr>
              <a:t>批量地修改</a:t>
            </a:r>
            <a:r>
              <a:rPr lang="zh-CN" altLang="en-US" sz="1400" dirty="0">
                <a:solidFill>
                  <a:srgbClr val="1D1D1A"/>
                </a:solidFill>
              </a:rPr>
              <a:t>网络参数</a:t>
            </a:r>
            <a:endParaRPr lang="en-US" altLang="zh-CN" sz="1400" kern="0" dirty="0">
              <a:solidFill>
                <a:srgbClr val="1D1D1A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="" xmlns:a16="http://schemas.microsoft.com/office/drawing/2014/main" id="{3F67A916-6239-418D-B5B3-602662A8A066}"/>
              </a:ext>
            </a:extLst>
          </p:cNvPr>
          <p:cNvSpPr/>
          <p:nvPr/>
        </p:nvSpPr>
        <p:spPr bwMode="gray">
          <a:xfrm>
            <a:off x="7881353" y="1939478"/>
            <a:ext cx="3841486" cy="4261297"/>
          </a:xfrm>
          <a:prstGeom prst="rect">
            <a:avLst/>
          </a:prstGeom>
          <a:noFill/>
          <a:ln>
            <a:solidFill>
              <a:srgbClr val="15151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</a:endParaRPr>
          </a:p>
        </p:txBody>
      </p:sp>
      <p:grpSp>
        <p:nvGrpSpPr>
          <p:cNvPr id="114" name="组合 113">
            <a:extLst>
              <a:ext uri="{FF2B5EF4-FFF2-40B4-BE49-F238E27FC236}">
                <a16:creationId xmlns="" xmlns:a16="http://schemas.microsoft.com/office/drawing/2014/main" id="{4ECC8F07-1E71-4BBD-803E-B8176FF6FE75}"/>
              </a:ext>
            </a:extLst>
          </p:cNvPr>
          <p:cNvGrpSpPr/>
          <p:nvPr/>
        </p:nvGrpSpPr>
        <p:grpSpPr bwMode="gray">
          <a:xfrm>
            <a:off x="2007101" y="2629228"/>
            <a:ext cx="1704177" cy="259903"/>
            <a:chOff x="8979086" y="2313371"/>
            <a:chExt cx="954016" cy="236170"/>
          </a:xfrm>
        </p:grpSpPr>
        <p:pic>
          <p:nvPicPr>
            <p:cNvPr id="115" name="Picture 4" descr="C:\Users\Administrator\Desktop\得分.png">
              <a:extLst>
                <a:ext uri="{FF2B5EF4-FFF2-40B4-BE49-F238E27FC236}">
                  <a16:creationId xmlns="" xmlns:a16="http://schemas.microsoft.com/office/drawing/2014/main" id="{A30DEA91-EDBC-44B8-A3E6-C287B1C65D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9016966" y="2315981"/>
              <a:ext cx="900000" cy="2309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6" name="Rounded Rectangle 5">
              <a:extLst>
                <a:ext uri="{FF2B5EF4-FFF2-40B4-BE49-F238E27FC236}">
                  <a16:creationId xmlns="" xmlns:a16="http://schemas.microsoft.com/office/drawing/2014/main" id="{C2DA1009-FFA7-4E02-BB32-9247BFECC576}"/>
                </a:ext>
              </a:extLst>
            </p:cNvPr>
            <p:cNvSpPr/>
            <p:nvPr/>
          </p:nvSpPr>
          <p:spPr bwMode="gray">
            <a:xfrm>
              <a:off x="8979086" y="2313371"/>
              <a:ext cx="954016" cy="236170"/>
            </a:xfrm>
            <a:prstGeom prst="round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 defTabSz="1219272">
                <a:defRPr/>
              </a:pPr>
              <a:r>
                <a:rPr lang="zh-CN" altLang="en-US" sz="1400" kern="0" dirty="0">
                  <a:solidFill>
                    <a:srgbClr val="1D1D1A"/>
                  </a:solidFill>
                </a:rPr>
                <a:t>业务模型</a:t>
              </a:r>
              <a:r>
                <a:rPr lang="en-US" altLang="zh-CN" sz="1400" kern="0" dirty="0">
                  <a:solidFill>
                    <a:srgbClr val="1D1D1A"/>
                  </a:solidFill>
                </a:rPr>
                <a:t>/</a:t>
              </a:r>
              <a:r>
                <a:rPr lang="zh-CN" altLang="en-US" sz="1400" kern="0" dirty="0">
                  <a:solidFill>
                    <a:srgbClr val="1D1D1A"/>
                  </a:solidFill>
                </a:rPr>
                <a:t>业务包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="" xmlns:a16="http://schemas.microsoft.com/office/drawing/2014/main" id="{E7141D43-5E6A-4A91-81BF-32F1A409C069}"/>
              </a:ext>
            </a:extLst>
          </p:cNvPr>
          <p:cNvGrpSpPr/>
          <p:nvPr/>
        </p:nvGrpSpPr>
        <p:grpSpPr bwMode="gray">
          <a:xfrm>
            <a:off x="1631687" y="3182513"/>
            <a:ext cx="2315878" cy="380569"/>
            <a:chOff x="1217699" y="2610036"/>
            <a:chExt cx="2489414" cy="352237"/>
          </a:xfrm>
        </p:grpSpPr>
        <p:sp>
          <p:nvSpPr>
            <p:cNvPr id="118" name="圆角矩形 224">
              <a:extLst>
                <a:ext uri="{FF2B5EF4-FFF2-40B4-BE49-F238E27FC236}">
                  <a16:creationId xmlns="" xmlns:a16="http://schemas.microsoft.com/office/drawing/2014/main" id="{0BACDE0E-AC3C-4E2D-90A2-AB213FDC2E63}"/>
                </a:ext>
              </a:extLst>
            </p:cNvPr>
            <p:cNvSpPr/>
            <p:nvPr/>
          </p:nvSpPr>
          <p:spPr bwMode="gray">
            <a:xfrm>
              <a:off x="1217699" y="2622926"/>
              <a:ext cx="747898" cy="339347"/>
            </a:xfrm>
            <a:prstGeom prst="roundRect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1D1D1A"/>
                  </a:solidFill>
                </a:rPr>
                <a:t>HW </a:t>
              </a:r>
            </a:p>
            <a:p>
              <a:pPr algn="ctr"/>
              <a:r>
                <a:rPr lang="zh-CN" altLang="en-US" sz="1200" dirty="0">
                  <a:solidFill>
                    <a:srgbClr val="1D1D1A"/>
                  </a:solidFill>
                </a:rPr>
                <a:t>驱动包</a:t>
              </a:r>
            </a:p>
          </p:txBody>
        </p:sp>
        <p:sp>
          <p:nvSpPr>
            <p:cNvPr id="119" name="圆角矩形 225">
              <a:extLst>
                <a:ext uri="{FF2B5EF4-FFF2-40B4-BE49-F238E27FC236}">
                  <a16:creationId xmlns="" xmlns:a16="http://schemas.microsoft.com/office/drawing/2014/main" id="{82BC2153-9B26-40F0-A1CE-958C18D2B6F6}"/>
                </a:ext>
              </a:extLst>
            </p:cNvPr>
            <p:cNvSpPr/>
            <p:nvPr/>
          </p:nvSpPr>
          <p:spPr bwMode="gray">
            <a:xfrm>
              <a:off x="2964531" y="2622926"/>
              <a:ext cx="742582" cy="339347"/>
            </a:xfrm>
            <a:prstGeom prst="roundRect">
              <a:avLst/>
            </a:prstGeom>
            <a:solidFill>
              <a:srgbClr val="FFDAB6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1D1D1A"/>
                  </a:solidFill>
                </a:rPr>
                <a:t>三方</a:t>
              </a:r>
              <a:r>
                <a:rPr lang="en-US" altLang="zh-CN" sz="1200" dirty="0">
                  <a:solidFill>
                    <a:srgbClr val="1D1D1A"/>
                  </a:solidFill>
                </a:rPr>
                <a:t> </a:t>
              </a:r>
            </a:p>
            <a:p>
              <a:pPr algn="ctr"/>
              <a:r>
                <a:rPr lang="zh-CN" altLang="en-US" sz="1200" dirty="0">
                  <a:solidFill>
                    <a:srgbClr val="1D1D1A"/>
                  </a:solidFill>
                </a:rPr>
                <a:t>驱动包</a:t>
              </a:r>
            </a:p>
          </p:txBody>
        </p:sp>
        <p:sp>
          <p:nvSpPr>
            <p:cNvPr id="120" name="圆角矩形 226">
              <a:extLst>
                <a:ext uri="{FF2B5EF4-FFF2-40B4-BE49-F238E27FC236}">
                  <a16:creationId xmlns="" xmlns:a16="http://schemas.microsoft.com/office/drawing/2014/main" id="{CB04B72A-7D00-46D5-8B48-DE5481C42C8E}"/>
                </a:ext>
              </a:extLst>
            </p:cNvPr>
            <p:cNvSpPr/>
            <p:nvPr/>
          </p:nvSpPr>
          <p:spPr bwMode="gray">
            <a:xfrm>
              <a:off x="2004538" y="2622926"/>
              <a:ext cx="738908" cy="339347"/>
            </a:xfrm>
            <a:prstGeom prst="roundRect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rgbClr val="1D1D1A"/>
                  </a:solidFill>
                </a:rPr>
                <a:t>HW </a:t>
              </a:r>
            </a:p>
            <a:p>
              <a:pPr algn="ctr"/>
              <a:r>
                <a:rPr lang="zh-CN" altLang="en-US" sz="1200" dirty="0">
                  <a:solidFill>
                    <a:srgbClr val="1D1D1A"/>
                  </a:solidFill>
                </a:rPr>
                <a:t>驱动包</a:t>
              </a:r>
            </a:p>
          </p:txBody>
        </p:sp>
        <p:sp>
          <p:nvSpPr>
            <p:cNvPr id="121" name="圆角矩形 227">
              <a:extLst>
                <a:ext uri="{FF2B5EF4-FFF2-40B4-BE49-F238E27FC236}">
                  <a16:creationId xmlns="" xmlns:a16="http://schemas.microsoft.com/office/drawing/2014/main" id="{ABBB7951-FE7C-4585-8004-EA416E0AAD83}"/>
                </a:ext>
              </a:extLst>
            </p:cNvPr>
            <p:cNvSpPr/>
            <p:nvPr/>
          </p:nvSpPr>
          <p:spPr bwMode="gray">
            <a:xfrm>
              <a:off x="2666670" y="2610036"/>
              <a:ext cx="764236" cy="339347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200" dirty="0">
                  <a:solidFill>
                    <a:srgbClr val="1D1D1A"/>
                  </a:solidFill>
                </a:rPr>
                <a:t>….</a:t>
              </a:r>
              <a:endParaRPr lang="zh-CN" altLang="en-US" sz="1200" dirty="0">
                <a:solidFill>
                  <a:srgbClr val="1D1D1A"/>
                </a:solidFill>
              </a:endParaRPr>
            </a:p>
          </p:txBody>
        </p:sp>
      </p:grpSp>
      <p:sp>
        <p:nvSpPr>
          <p:cNvPr id="122" name="矩形 121">
            <a:extLst>
              <a:ext uri="{FF2B5EF4-FFF2-40B4-BE49-F238E27FC236}">
                <a16:creationId xmlns="" xmlns:a16="http://schemas.microsoft.com/office/drawing/2014/main" id="{C92A6AA7-A15A-4856-9620-FE0287EF80E9}"/>
              </a:ext>
            </a:extLst>
          </p:cNvPr>
          <p:cNvSpPr/>
          <p:nvPr/>
        </p:nvSpPr>
        <p:spPr bwMode="gray">
          <a:xfrm>
            <a:off x="439403" y="1938502"/>
            <a:ext cx="7343741" cy="4261297"/>
          </a:xfrm>
          <a:prstGeom prst="rect">
            <a:avLst/>
          </a:prstGeom>
          <a:noFill/>
          <a:ln>
            <a:solidFill>
              <a:srgbClr val="15151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</a:endParaRPr>
          </a:p>
        </p:txBody>
      </p:sp>
      <p:sp>
        <p:nvSpPr>
          <p:cNvPr id="123" name="Freeform 85">
            <a:extLst>
              <a:ext uri="{FF2B5EF4-FFF2-40B4-BE49-F238E27FC236}">
                <a16:creationId xmlns="" xmlns:a16="http://schemas.microsoft.com/office/drawing/2014/main" id="{180A2590-7D4D-47AF-8F09-275CBD08C853}"/>
              </a:ext>
            </a:extLst>
          </p:cNvPr>
          <p:cNvSpPr>
            <a:spLocks/>
          </p:cNvSpPr>
          <p:nvPr/>
        </p:nvSpPr>
        <p:spPr bwMode="gray">
          <a:xfrm>
            <a:off x="1432414" y="4285654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FFCC99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24" name="Freeform 86">
            <a:extLst>
              <a:ext uri="{FF2B5EF4-FFF2-40B4-BE49-F238E27FC236}">
                <a16:creationId xmlns="" xmlns:a16="http://schemas.microsoft.com/office/drawing/2014/main" id="{6A396161-8B88-4BFE-BDBE-6EEF739877D6}"/>
              </a:ext>
            </a:extLst>
          </p:cNvPr>
          <p:cNvSpPr>
            <a:spLocks/>
          </p:cNvSpPr>
          <p:nvPr/>
        </p:nvSpPr>
        <p:spPr bwMode="gray">
          <a:xfrm>
            <a:off x="1432414" y="4246030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FFCC99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25" name="Freeform 87">
            <a:extLst>
              <a:ext uri="{FF2B5EF4-FFF2-40B4-BE49-F238E27FC236}">
                <a16:creationId xmlns="" xmlns:a16="http://schemas.microsoft.com/office/drawing/2014/main" id="{1E8FBF7C-1CC5-4FEC-9800-E7AA69D5768B}"/>
              </a:ext>
            </a:extLst>
          </p:cNvPr>
          <p:cNvSpPr>
            <a:spLocks/>
          </p:cNvSpPr>
          <p:nvPr/>
        </p:nvSpPr>
        <p:spPr bwMode="gray">
          <a:xfrm>
            <a:off x="1391586" y="4264555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FFCC99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26" name="Freeform 88">
            <a:extLst>
              <a:ext uri="{FF2B5EF4-FFF2-40B4-BE49-F238E27FC236}">
                <a16:creationId xmlns="" xmlns:a16="http://schemas.microsoft.com/office/drawing/2014/main" id="{2CE247F9-AD67-4E79-A9B0-3CA463F0CD7E}"/>
              </a:ext>
            </a:extLst>
          </p:cNvPr>
          <p:cNvSpPr>
            <a:spLocks/>
          </p:cNvSpPr>
          <p:nvPr/>
        </p:nvSpPr>
        <p:spPr bwMode="gray">
          <a:xfrm>
            <a:off x="1477574" y="4264555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FFCC99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27" name="Freeform 89">
            <a:extLst>
              <a:ext uri="{FF2B5EF4-FFF2-40B4-BE49-F238E27FC236}">
                <a16:creationId xmlns="" xmlns:a16="http://schemas.microsoft.com/office/drawing/2014/main" id="{8D00C3D6-E9C9-462E-B694-961D391BE265}"/>
              </a:ext>
            </a:extLst>
          </p:cNvPr>
          <p:cNvSpPr>
            <a:spLocks noEditPoints="1"/>
          </p:cNvSpPr>
          <p:nvPr/>
        </p:nvSpPr>
        <p:spPr bwMode="gray">
          <a:xfrm>
            <a:off x="1358180" y="4231620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FFCC99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28" name="Freeform 85">
            <a:extLst>
              <a:ext uri="{FF2B5EF4-FFF2-40B4-BE49-F238E27FC236}">
                <a16:creationId xmlns="" xmlns:a16="http://schemas.microsoft.com/office/drawing/2014/main" id="{344B79CA-9973-4CC0-A96B-D2801D3950D1}"/>
              </a:ext>
            </a:extLst>
          </p:cNvPr>
          <p:cNvSpPr>
            <a:spLocks/>
          </p:cNvSpPr>
          <p:nvPr/>
        </p:nvSpPr>
        <p:spPr bwMode="gray">
          <a:xfrm>
            <a:off x="1432414" y="4670239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29" name="Freeform 86">
            <a:extLst>
              <a:ext uri="{FF2B5EF4-FFF2-40B4-BE49-F238E27FC236}">
                <a16:creationId xmlns="" xmlns:a16="http://schemas.microsoft.com/office/drawing/2014/main" id="{7CC8CD19-9314-4702-A6B5-05DA1903596A}"/>
              </a:ext>
            </a:extLst>
          </p:cNvPr>
          <p:cNvSpPr>
            <a:spLocks/>
          </p:cNvSpPr>
          <p:nvPr/>
        </p:nvSpPr>
        <p:spPr bwMode="gray">
          <a:xfrm>
            <a:off x="1432414" y="4630614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0" name="Freeform 87">
            <a:extLst>
              <a:ext uri="{FF2B5EF4-FFF2-40B4-BE49-F238E27FC236}">
                <a16:creationId xmlns="" xmlns:a16="http://schemas.microsoft.com/office/drawing/2014/main" id="{B6CA84FE-CB51-4D08-9D3A-3B6920606696}"/>
              </a:ext>
            </a:extLst>
          </p:cNvPr>
          <p:cNvSpPr>
            <a:spLocks/>
          </p:cNvSpPr>
          <p:nvPr/>
        </p:nvSpPr>
        <p:spPr bwMode="gray">
          <a:xfrm>
            <a:off x="1391586" y="4649139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1" name="Freeform 88">
            <a:extLst>
              <a:ext uri="{FF2B5EF4-FFF2-40B4-BE49-F238E27FC236}">
                <a16:creationId xmlns="" xmlns:a16="http://schemas.microsoft.com/office/drawing/2014/main" id="{A83D0B57-80C7-417C-BA78-16A16B84BFD2}"/>
              </a:ext>
            </a:extLst>
          </p:cNvPr>
          <p:cNvSpPr>
            <a:spLocks/>
          </p:cNvSpPr>
          <p:nvPr/>
        </p:nvSpPr>
        <p:spPr bwMode="gray">
          <a:xfrm>
            <a:off x="1477574" y="4649139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2" name="Freeform 89">
            <a:extLst>
              <a:ext uri="{FF2B5EF4-FFF2-40B4-BE49-F238E27FC236}">
                <a16:creationId xmlns="" xmlns:a16="http://schemas.microsoft.com/office/drawing/2014/main" id="{D30F45FC-2460-4C4C-96DA-A663A24409D5}"/>
              </a:ext>
            </a:extLst>
          </p:cNvPr>
          <p:cNvSpPr>
            <a:spLocks noEditPoints="1"/>
          </p:cNvSpPr>
          <p:nvPr/>
        </p:nvSpPr>
        <p:spPr bwMode="gray">
          <a:xfrm>
            <a:off x="1358180" y="4616205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3" name="Freeform 85">
            <a:extLst>
              <a:ext uri="{FF2B5EF4-FFF2-40B4-BE49-F238E27FC236}">
                <a16:creationId xmlns="" xmlns:a16="http://schemas.microsoft.com/office/drawing/2014/main" id="{43D60675-424B-459B-8626-1B70AB85FDC0}"/>
              </a:ext>
            </a:extLst>
          </p:cNvPr>
          <p:cNvSpPr>
            <a:spLocks/>
          </p:cNvSpPr>
          <p:nvPr/>
        </p:nvSpPr>
        <p:spPr bwMode="gray">
          <a:xfrm>
            <a:off x="2333745" y="4270286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4" name="Freeform 86">
            <a:extLst>
              <a:ext uri="{FF2B5EF4-FFF2-40B4-BE49-F238E27FC236}">
                <a16:creationId xmlns="" xmlns:a16="http://schemas.microsoft.com/office/drawing/2014/main" id="{4A399B18-94F1-456E-92C1-FD5F76038229}"/>
              </a:ext>
            </a:extLst>
          </p:cNvPr>
          <p:cNvSpPr>
            <a:spLocks/>
          </p:cNvSpPr>
          <p:nvPr/>
        </p:nvSpPr>
        <p:spPr bwMode="gray">
          <a:xfrm>
            <a:off x="2333745" y="4230661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5" name="Freeform 87">
            <a:extLst>
              <a:ext uri="{FF2B5EF4-FFF2-40B4-BE49-F238E27FC236}">
                <a16:creationId xmlns="" xmlns:a16="http://schemas.microsoft.com/office/drawing/2014/main" id="{C1A11888-AD51-4633-B57C-D1CE02B15C43}"/>
              </a:ext>
            </a:extLst>
          </p:cNvPr>
          <p:cNvSpPr>
            <a:spLocks/>
          </p:cNvSpPr>
          <p:nvPr/>
        </p:nvSpPr>
        <p:spPr bwMode="gray">
          <a:xfrm>
            <a:off x="2292917" y="4249187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6" name="Freeform 88">
            <a:extLst>
              <a:ext uri="{FF2B5EF4-FFF2-40B4-BE49-F238E27FC236}">
                <a16:creationId xmlns="" xmlns:a16="http://schemas.microsoft.com/office/drawing/2014/main" id="{BF6A4599-FF7E-4FBF-BF57-A2436B79BA1D}"/>
              </a:ext>
            </a:extLst>
          </p:cNvPr>
          <p:cNvSpPr>
            <a:spLocks/>
          </p:cNvSpPr>
          <p:nvPr/>
        </p:nvSpPr>
        <p:spPr bwMode="gray">
          <a:xfrm>
            <a:off x="2378904" y="4249187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7" name="Freeform 89">
            <a:extLst>
              <a:ext uri="{FF2B5EF4-FFF2-40B4-BE49-F238E27FC236}">
                <a16:creationId xmlns="" xmlns:a16="http://schemas.microsoft.com/office/drawing/2014/main" id="{3919C500-2816-4046-895F-75D8D653B42A}"/>
              </a:ext>
            </a:extLst>
          </p:cNvPr>
          <p:cNvSpPr>
            <a:spLocks noEditPoints="1"/>
          </p:cNvSpPr>
          <p:nvPr/>
        </p:nvSpPr>
        <p:spPr bwMode="gray">
          <a:xfrm>
            <a:off x="2259511" y="4216252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8" name="Freeform 85">
            <a:extLst>
              <a:ext uri="{FF2B5EF4-FFF2-40B4-BE49-F238E27FC236}">
                <a16:creationId xmlns="" xmlns:a16="http://schemas.microsoft.com/office/drawing/2014/main" id="{08444AFC-D896-4D9A-8C57-65835C185B67}"/>
              </a:ext>
            </a:extLst>
          </p:cNvPr>
          <p:cNvSpPr>
            <a:spLocks/>
          </p:cNvSpPr>
          <p:nvPr/>
        </p:nvSpPr>
        <p:spPr bwMode="gray">
          <a:xfrm>
            <a:off x="2333745" y="4672975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39" name="Freeform 86">
            <a:extLst>
              <a:ext uri="{FF2B5EF4-FFF2-40B4-BE49-F238E27FC236}">
                <a16:creationId xmlns="" xmlns:a16="http://schemas.microsoft.com/office/drawing/2014/main" id="{001427C4-6945-4E03-AAB9-405898A8D0AF}"/>
              </a:ext>
            </a:extLst>
          </p:cNvPr>
          <p:cNvSpPr>
            <a:spLocks/>
          </p:cNvSpPr>
          <p:nvPr/>
        </p:nvSpPr>
        <p:spPr bwMode="gray">
          <a:xfrm>
            <a:off x="2333745" y="4633352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40" name="Freeform 87">
            <a:extLst>
              <a:ext uri="{FF2B5EF4-FFF2-40B4-BE49-F238E27FC236}">
                <a16:creationId xmlns="" xmlns:a16="http://schemas.microsoft.com/office/drawing/2014/main" id="{FA953A9C-5023-48AC-8DB4-C89C5F199FA4}"/>
              </a:ext>
            </a:extLst>
          </p:cNvPr>
          <p:cNvSpPr>
            <a:spLocks/>
          </p:cNvSpPr>
          <p:nvPr/>
        </p:nvSpPr>
        <p:spPr bwMode="gray">
          <a:xfrm>
            <a:off x="2292917" y="4651877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41" name="Freeform 88">
            <a:extLst>
              <a:ext uri="{FF2B5EF4-FFF2-40B4-BE49-F238E27FC236}">
                <a16:creationId xmlns="" xmlns:a16="http://schemas.microsoft.com/office/drawing/2014/main" id="{9849E0C3-6136-42B5-9DA8-79E45AA418D1}"/>
              </a:ext>
            </a:extLst>
          </p:cNvPr>
          <p:cNvSpPr>
            <a:spLocks/>
          </p:cNvSpPr>
          <p:nvPr/>
        </p:nvSpPr>
        <p:spPr bwMode="gray">
          <a:xfrm>
            <a:off x="2378904" y="4651877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42" name="Freeform 89">
            <a:extLst>
              <a:ext uri="{FF2B5EF4-FFF2-40B4-BE49-F238E27FC236}">
                <a16:creationId xmlns="" xmlns:a16="http://schemas.microsoft.com/office/drawing/2014/main" id="{643F06E9-1945-4EC6-B6B9-4AD78D232387}"/>
              </a:ext>
            </a:extLst>
          </p:cNvPr>
          <p:cNvSpPr>
            <a:spLocks noEditPoints="1"/>
          </p:cNvSpPr>
          <p:nvPr/>
        </p:nvSpPr>
        <p:spPr bwMode="gray">
          <a:xfrm>
            <a:off x="2259511" y="4618942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cxnSp>
        <p:nvCxnSpPr>
          <p:cNvPr id="143" name="直接连接符 142">
            <a:extLst>
              <a:ext uri="{FF2B5EF4-FFF2-40B4-BE49-F238E27FC236}">
                <a16:creationId xmlns="" xmlns:a16="http://schemas.microsoft.com/office/drawing/2014/main" id="{72338150-1923-4250-94DB-8829F51FC133}"/>
              </a:ext>
            </a:extLst>
          </p:cNvPr>
          <p:cNvCxnSpPr>
            <a:stCxn id="126" idx="35"/>
            <a:endCxn id="149" idx="51"/>
          </p:cNvCxnSpPr>
          <p:nvPr/>
        </p:nvCxnSpPr>
        <p:spPr bwMode="gray">
          <a:xfrm flipV="1">
            <a:off x="1532631" y="4104177"/>
            <a:ext cx="283655" cy="17527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>
            <a:extLst>
              <a:ext uri="{FF2B5EF4-FFF2-40B4-BE49-F238E27FC236}">
                <a16:creationId xmlns="" xmlns:a16="http://schemas.microsoft.com/office/drawing/2014/main" id="{9065309F-21DF-45BD-AEFB-09D18D7195C7}"/>
              </a:ext>
            </a:extLst>
          </p:cNvPr>
          <p:cNvCxnSpPr>
            <a:endCxn id="142" idx="5"/>
          </p:cNvCxnSpPr>
          <p:nvPr/>
        </p:nvCxnSpPr>
        <p:spPr bwMode="gray">
          <a:xfrm flipV="1">
            <a:off x="1989309" y="4734579"/>
            <a:ext cx="281331" cy="15395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5" name="Freeform 85">
            <a:extLst>
              <a:ext uri="{FF2B5EF4-FFF2-40B4-BE49-F238E27FC236}">
                <a16:creationId xmlns="" xmlns:a16="http://schemas.microsoft.com/office/drawing/2014/main" id="{828AC63C-A0AC-4DC5-8080-E4C0B1BA2492}"/>
              </a:ext>
            </a:extLst>
          </p:cNvPr>
          <p:cNvSpPr>
            <a:spLocks/>
          </p:cNvSpPr>
          <p:nvPr/>
        </p:nvSpPr>
        <p:spPr bwMode="gray">
          <a:xfrm>
            <a:off x="1890520" y="4074624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46" name="Freeform 86">
            <a:extLst>
              <a:ext uri="{FF2B5EF4-FFF2-40B4-BE49-F238E27FC236}">
                <a16:creationId xmlns="" xmlns:a16="http://schemas.microsoft.com/office/drawing/2014/main" id="{7F4410FD-6369-4799-886D-DB51264C9873}"/>
              </a:ext>
            </a:extLst>
          </p:cNvPr>
          <p:cNvSpPr>
            <a:spLocks/>
          </p:cNvSpPr>
          <p:nvPr/>
        </p:nvSpPr>
        <p:spPr bwMode="gray">
          <a:xfrm>
            <a:off x="1890520" y="4034999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47" name="Freeform 87">
            <a:extLst>
              <a:ext uri="{FF2B5EF4-FFF2-40B4-BE49-F238E27FC236}">
                <a16:creationId xmlns="" xmlns:a16="http://schemas.microsoft.com/office/drawing/2014/main" id="{C11B3DF9-1A1A-44F7-8325-9B52D8027517}"/>
              </a:ext>
            </a:extLst>
          </p:cNvPr>
          <p:cNvSpPr>
            <a:spLocks/>
          </p:cNvSpPr>
          <p:nvPr/>
        </p:nvSpPr>
        <p:spPr bwMode="gray">
          <a:xfrm>
            <a:off x="1849691" y="4053524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48" name="Freeform 88">
            <a:extLst>
              <a:ext uri="{FF2B5EF4-FFF2-40B4-BE49-F238E27FC236}">
                <a16:creationId xmlns="" xmlns:a16="http://schemas.microsoft.com/office/drawing/2014/main" id="{D2574C14-49F0-466E-BCEE-935395753A46}"/>
              </a:ext>
            </a:extLst>
          </p:cNvPr>
          <p:cNvSpPr>
            <a:spLocks/>
          </p:cNvSpPr>
          <p:nvPr/>
        </p:nvSpPr>
        <p:spPr bwMode="gray">
          <a:xfrm>
            <a:off x="1935679" y="4053524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149" name="Freeform 89">
            <a:extLst>
              <a:ext uri="{FF2B5EF4-FFF2-40B4-BE49-F238E27FC236}">
                <a16:creationId xmlns="" xmlns:a16="http://schemas.microsoft.com/office/drawing/2014/main" id="{DFECD063-90D4-40E9-8AAC-AAEF27DC1EE0}"/>
              </a:ext>
            </a:extLst>
          </p:cNvPr>
          <p:cNvSpPr>
            <a:spLocks noEditPoints="1"/>
          </p:cNvSpPr>
          <p:nvPr/>
        </p:nvSpPr>
        <p:spPr bwMode="gray">
          <a:xfrm>
            <a:off x="1816286" y="4020591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grpSp>
        <p:nvGrpSpPr>
          <p:cNvPr id="150" name="组合 149">
            <a:extLst>
              <a:ext uri="{FF2B5EF4-FFF2-40B4-BE49-F238E27FC236}">
                <a16:creationId xmlns="" xmlns:a16="http://schemas.microsoft.com/office/drawing/2014/main" id="{C11313B7-26F4-4349-BBF7-CAE7752FFEA3}"/>
              </a:ext>
            </a:extLst>
          </p:cNvPr>
          <p:cNvGrpSpPr/>
          <p:nvPr/>
        </p:nvGrpSpPr>
        <p:grpSpPr bwMode="gray">
          <a:xfrm>
            <a:off x="1816286" y="4834115"/>
            <a:ext cx="209092" cy="202754"/>
            <a:chOff x="1569958" y="4289109"/>
            <a:chExt cx="209092" cy="202754"/>
          </a:xfrm>
        </p:grpSpPr>
        <p:sp>
          <p:nvSpPr>
            <p:cNvPr id="151" name="Freeform 85">
              <a:extLst>
                <a:ext uri="{FF2B5EF4-FFF2-40B4-BE49-F238E27FC236}">
                  <a16:creationId xmlns="" xmlns:a16="http://schemas.microsoft.com/office/drawing/2014/main" id="{E445BF7E-9F3D-4037-80F9-2D1EF8172DE0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4192" y="4343142"/>
              <a:ext cx="59387" cy="28818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52" name="Freeform 86">
              <a:extLst>
                <a:ext uri="{FF2B5EF4-FFF2-40B4-BE49-F238E27FC236}">
                  <a16:creationId xmlns="" xmlns:a16="http://schemas.microsoft.com/office/drawing/2014/main" id="{1759A11B-BD16-4551-84D0-C43751E5B208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4192" y="4303517"/>
              <a:ext cx="58769" cy="2830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53" name="Freeform 87">
              <a:extLst>
                <a:ext uri="{FF2B5EF4-FFF2-40B4-BE49-F238E27FC236}">
                  <a16:creationId xmlns="" xmlns:a16="http://schemas.microsoft.com/office/drawing/2014/main" id="{9B812C28-A38B-45EB-B8E1-2D6762AD0F66}"/>
                </a:ext>
              </a:extLst>
            </p:cNvPr>
            <p:cNvSpPr>
              <a:spLocks/>
            </p:cNvSpPr>
            <p:nvPr/>
          </p:nvSpPr>
          <p:spPr bwMode="gray">
            <a:xfrm>
              <a:off x="1603363" y="4322044"/>
              <a:ext cx="54438" cy="30362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54" name="Freeform 88">
              <a:extLst>
                <a:ext uri="{FF2B5EF4-FFF2-40B4-BE49-F238E27FC236}">
                  <a16:creationId xmlns="" xmlns:a16="http://schemas.microsoft.com/office/drawing/2014/main" id="{ECD3BE28-585D-4939-94FA-0C074E69CACE}"/>
                </a:ext>
              </a:extLst>
            </p:cNvPr>
            <p:cNvSpPr>
              <a:spLocks/>
            </p:cNvSpPr>
            <p:nvPr/>
          </p:nvSpPr>
          <p:spPr bwMode="gray">
            <a:xfrm>
              <a:off x="1689351" y="4322044"/>
              <a:ext cx="55057" cy="30362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55" name="Freeform 89">
              <a:extLst>
                <a:ext uri="{FF2B5EF4-FFF2-40B4-BE49-F238E27FC236}">
                  <a16:creationId xmlns="" xmlns:a16="http://schemas.microsoft.com/office/drawing/2014/main" id="{062FDC19-B4B3-4F1D-9FEE-4C1AE1F9AD02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569958" y="4289109"/>
              <a:ext cx="209092" cy="202754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cxnSp>
        <p:nvCxnSpPr>
          <p:cNvPr id="156" name="直接连接符 155">
            <a:extLst>
              <a:ext uri="{FF2B5EF4-FFF2-40B4-BE49-F238E27FC236}">
                <a16:creationId xmlns="" xmlns:a16="http://schemas.microsoft.com/office/drawing/2014/main" id="{D04E3859-76AC-4C02-954F-83139B017F25}"/>
              </a:ext>
            </a:extLst>
          </p:cNvPr>
          <p:cNvCxnSpPr>
            <a:stCxn id="132" idx="3"/>
          </p:cNvCxnSpPr>
          <p:nvPr/>
        </p:nvCxnSpPr>
        <p:spPr bwMode="gray">
          <a:xfrm>
            <a:off x="1555975" y="4731844"/>
            <a:ext cx="271439" cy="15084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7" name="直接连接符 156">
            <a:extLst>
              <a:ext uri="{FF2B5EF4-FFF2-40B4-BE49-F238E27FC236}">
                <a16:creationId xmlns="" xmlns:a16="http://schemas.microsoft.com/office/drawing/2014/main" id="{F04B1022-A5C6-45B4-92DE-C40DE37BA6FF}"/>
              </a:ext>
            </a:extLst>
          </p:cNvPr>
          <p:cNvCxnSpPr>
            <a:stCxn id="139" idx="3"/>
            <a:endCxn id="137" idx="27"/>
          </p:cNvCxnSpPr>
          <p:nvPr/>
        </p:nvCxnSpPr>
        <p:spPr bwMode="gray">
          <a:xfrm flipH="1" flipV="1">
            <a:off x="2357818" y="4409120"/>
            <a:ext cx="874" cy="23441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8" name="直接连接符 157">
            <a:extLst>
              <a:ext uri="{FF2B5EF4-FFF2-40B4-BE49-F238E27FC236}">
                <a16:creationId xmlns="" xmlns:a16="http://schemas.microsoft.com/office/drawing/2014/main" id="{CDAEED01-4771-4B1C-8A91-308DCE2CA5D5}"/>
              </a:ext>
            </a:extLst>
          </p:cNvPr>
          <p:cNvCxnSpPr>
            <a:stCxn id="137" idx="51"/>
            <a:endCxn id="149" idx="3"/>
          </p:cNvCxnSpPr>
          <p:nvPr/>
        </p:nvCxnSpPr>
        <p:spPr bwMode="gray">
          <a:xfrm flipH="1" flipV="1">
            <a:off x="2014080" y="4136228"/>
            <a:ext cx="245431" cy="16361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9" name="直接连接符 158">
            <a:extLst>
              <a:ext uri="{FF2B5EF4-FFF2-40B4-BE49-F238E27FC236}">
                <a16:creationId xmlns="" xmlns:a16="http://schemas.microsoft.com/office/drawing/2014/main" id="{F1BB8267-0A2E-455E-BEDB-0DCEED5B4A5B}"/>
              </a:ext>
            </a:extLst>
          </p:cNvPr>
          <p:cNvCxnSpPr>
            <a:stCxn id="132" idx="46"/>
            <a:endCxn id="127" idx="37"/>
          </p:cNvCxnSpPr>
          <p:nvPr/>
        </p:nvCxnSpPr>
        <p:spPr bwMode="gray">
          <a:xfrm flipV="1">
            <a:off x="1462726" y="4424493"/>
            <a:ext cx="6238" cy="19171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0" name="组合 159">
            <a:extLst>
              <a:ext uri="{FF2B5EF4-FFF2-40B4-BE49-F238E27FC236}">
                <a16:creationId xmlns="" xmlns:a16="http://schemas.microsoft.com/office/drawing/2014/main" id="{1C968E97-0281-44D1-B0ED-93314F97196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635497" y="4200812"/>
            <a:ext cx="209092" cy="202754"/>
            <a:chOff x="7875588" y="733425"/>
            <a:chExt cx="536574" cy="625476"/>
          </a:xfrm>
          <a:solidFill>
            <a:srgbClr val="3C3C3B"/>
          </a:solidFill>
        </p:grpSpPr>
        <p:sp>
          <p:nvSpPr>
            <p:cNvPr id="161" name="Freeform 85">
              <a:extLst>
                <a:ext uri="{FF2B5EF4-FFF2-40B4-BE49-F238E27FC236}">
                  <a16:creationId xmlns="" xmlns:a16="http://schemas.microsoft.com/office/drawing/2014/main" id="{622B09A6-1C4F-4FB4-A15A-3C2977D0DBF2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62" name="Freeform 86">
              <a:extLst>
                <a:ext uri="{FF2B5EF4-FFF2-40B4-BE49-F238E27FC236}">
                  <a16:creationId xmlns="" xmlns:a16="http://schemas.microsoft.com/office/drawing/2014/main" id="{86B96CCF-9DB0-4BD7-B167-E20743B74A8D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63" name="Freeform 87">
              <a:extLst>
                <a:ext uri="{FF2B5EF4-FFF2-40B4-BE49-F238E27FC236}">
                  <a16:creationId xmlns="" xmlns:a16="http://schemas.microsoft.com/office/drawing/2014/main" id="{1DABB653-7A31-4AA0-AC9D-E142A9F2A5AA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64" name="Freeform 88">
              <a:extLst>
                <a:ext uri="{FF2B5EF4-FFF2-40B4-BE49-F238E27FC236}">
                  <a16:creationId xmlns="" xmlns:a16="http://schemas.microsoft.com/office/drawing/2014/main" id="{DD50046C-1FA0-428B-8B9F-CE080D4C790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65" name="Freeform 89">
              <a:extLst>
                <a:ext uri="{FF2B5EF4-FFF2-40B4-BE49-F238E27FC236}">
                  <a16:creationId xmlns="" xmlns:a16="http://schemas.microsoft.com/office/drawing/2014/main" id="{E48EF0A1-B6A4-4A56-8213-35F48352CF1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66" name="组合 165">
            <a:extLst>
              <a:ext uri="{FF2B5EF4-FFF2-40B4-BE49-F238E27FC236}">
                <a16:creationId xmlns="" xmlns:a16="http://schemas.microsoft.com/office/drawing/2014/main" id="{69449042-1A6F-48F2-B798-3A32D5123C6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635497" y="4599807"/>
            <a:ext cx="209092" cy="208153"/>
            <a:chOff x="7875588" y="777875"/>
            <a:chExt cx="536574" cy="642133"/>
          </a:xfrm>
          <a:solidFill>
            <a:srgbClr val="3C3C3B"/>
          </a:solidFill>
        </p:grpSpPr>
        <p:sp>
          <p:nvSpPr>
            <p:cNvPr id="167" name="Freeform 85">
              <a:extLst>
                <a:ext uri="{FF2B5EF4-FFF2-40B4-BE49-F238E27FC236}">
                  <a16:creationId xmlns="" xmlns:a16="http://schemas.microsoft.com/office/drawing/2014/main" id="{F7BAFBD4-CF96-4E37-AF14-A8B2766E4019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68" name="Freeform 86">
              <a:extLst>
                <a:ext uri="{FF2B5EF4-FFF2-40B4-BE49-F238E27FC236}">
                  <a16:creationId xmlns="" xmlns:a16="http://schemas.microsoft.com/office/drawing/2014/main" id="{2AE8C42E-1D1C-432D-8229-04A712B5AA1B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69" name="Freeform 87">
              <a:extLst>
                <a:ext uri="{FF2B5EF4-FFF2-40B4-BE49-F238E27FC236}">
                  <a16:creationId xmlns="" xmlns:a16="http://schemas.microsoft.com/office/drawing/2014/main" id="{48430CDC-EF17-412D-BA16-FCA8CD3BFFDA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70" name="Freeform 88">
              <a:extLst>
                <a:ext uri="{FF2B5EF4-FFF2-40B4-BE49-F238E27FC236}">
                  <a16:creationId xmlns="" xmlns:a16="http://schemas.microsoft.com/office/drawing/2014/main" id="{BDB010C8-4994-4DB0-BCFF-94D94C0FE35B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71" name="Freeform 89">
              <a:extLst>
                <a:ext uri="{FF2B5EF4-FFF2-40B4-BE49-F238E27FC236}">
                  <a16:creationId xmlns="" xmlns:a16="http://schemas.microsoft.com/office/drawing/2014/main" id="{79B6AA9F-85B0-46B3-A4A8-9A75C6422D4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94532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72" name="组合 171">
            <a:extLst>
              <a:ext uri="{FF2B5EF4-FFF2-40B4-BE49-F238E27FC236}">
                <a16:creationId xmlns="" xmlns:a16="http://schemas.microsoft.com/office/drawing/2014/main" id="{CF03BCFB-58A9-409D-B8FE-1F81956B842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536829" y="4185443"/>
            <a:ext cx="209092" cy="202754"/>
            <a:chOff x="7875588" y="733425"/>
            <a:chExt cx="536574" cy="625476"/>
          </a:xfrm>
          <a:solidFill>
            <a:srgbClr val="3C3C3B"/>
          </a:solidFill>
        </p:grpSpPr>
        <p:sp>
          <p:nvSpPr>
            <p:cNvPr id="173" name="Freeform 85">
              <a:extLst>
                <a:ext uri="{FF2B5EF4-FFF2-40B4-BE49-F238E27FC236}">
                  <a16:creationId xmlns="" xmlns:a16="http://schemas.microsoft.com/office/drawing/2014/main" id="{BBFB4BDE-9A0E-483E-8E1E-A08F30F20782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74" name="Freeform 86">
              <a:extLst>
                <a:ext uri="{FF2B5EF4-FFF2-40B4-BE49-F238E27FC236}">
                  <a16:creationId xmlns="" xmlns:a16="http://schemas.microsoft.com/office/drawing/2014/main" id="{A3E831AB-B388-4CD9-AC2F-66DBA2BCA019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75" name="Freeform 87">
              <a:extLst>
                <a:ext uri="{FF2B5EF4-FFF2-40B4-BE49-F238E27FC236}">
                  <a16:creationId xmlns="" xmlns:a16="http://schemas.microsoft.com/office/drawing/2014/main" id="{AC8EB8BC-6772-490F-9ACE-101E5611B25E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76" name="Freeform 88">
              <a:extLst>
                <a:ext uri="{FF2B5EF4-FFF2-40B4-BE49-F238E27FC236}">
                  <a16:creationId xmlns="" xmlns:a16="http://schemas.microsoft.com/office/drawing/2014/main" id="{508A4B01-CB69-43FC-8074-A6F59131EE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77" name="Freeform 89">
              <a:extLst>
                <a:ext uri="{FF2B5EF4-FFF2-40B4-BE49-F238E27FC236}">
                  <a16:creationId xmlns="" xmlns:a16="http://schemas.microsoft.com/office/drawing/2014/main" id="{2248187E-6310-4CAD-AAC3-D00E65CA8F5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78" name="组合 177">
            <a:extLst>
              <a:ext uri="{FF2B5EF4-FFF2-40B4-BE49-F238E27FC236}">
                <a16:creationId xmlns="" xmlns:a16="http://schemas.microsoft.com/office/drawing/2014/main" id="{B4B666FB-12E0-4679-B2C8-35364383957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536829" y="4588134"/>
            <a:ext cx="209092" cy="202754"/>
            <a:chOff x="7875588" y="733425"/>
            <a:chExt cx="536574" cy="625476"/>
          </a:xfrm>
          <a:solidFill>
            <a:srgbClr val="3C3C3B"/>
          </a:solidFill>
        </p:grpSpPr>
        <p:sp>
          <p:nvSpPr>
            <p:cNvPr id="179" name="Freeform 85">
              <a:extLst>
                <a:ext uri="{FF2B5EF4-FFF2-40B4-BE49-F238E27FC236}">
                  <a16:creationId xmlns="" xmlns:a16="http://schemas.microsoft.com/office/drawing/2014/main" id="{B2AB6455-32E0-42CF-B9D8-A5134034D36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80" name="Freeform 86">
              <a:extLst>
                <a:ext uri="{FF2B5EF4-FFF2-40B4-BE49-F238E27FC236}">
                  <a16:creationId xmlns="" xmlns:a16="http://schemas.microsoft.com/office/drawing/2014/main" id="{40052B2B-C778-4F05-A9A3-D3C62222C9AE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81" name="Freeform 87">
              <a:extLst>
                <a:ext uri="{FF2B5EF4-FFF2-40B4-BE49-F238E27FC236}">
                  <a16:creationId xmlns="" xmlns:a16="http://schemas.microsoft.com/office/drawing/2014/main" id="{96C27C13-201C-467A-8ED4-1AC6512F6EFD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82" name="Freeform 88">
              <a:extLst>
                <a:ext uri="{FF2B5EF4-FFF2-40B4-BE49-F238E27FC236}">
                  <a16:creationId xmlns="" xmlns:a16="http://schemas.microsoft.com/office/drawing/2014/main" id="{F52C5BD1-B630-4CDC-891C-4EB345880385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83" name="Freeform 89">
              <a:extLst>
                <a:ext uri="{FF2B5EF4-FFF2-40B4-BE49-F238E27FC236}">
                  <a16:creationId xmlns="" xmlns:a16="http://schemas.microsoft.com/office/drawing/2014/main" id="{151A590F-768C-4F89-809A-255AD282D8A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cxnSp>
        <p:nvCxnSpPr>
          <p:cNvPr id="184" name="直接连接符 183">
            <a:extLst>
              <a:ext uri="{FF2B5EF4-FFF2-40B4-BE49-F238E27FC236}">
                <a16:creationId xmlns="" xmlns:a16="http://schemas.microsoft.com/office/drawing/2014/main" id="{26537160-E55A-4EDB-B8E9-5435244CFC4C}"/>
              </a:ext>
            </a:extLst>
          </p:cNvPr>
          <p:cNvCxnSpPr>
            <a:stCxn id="164" idx="35"/>
            <a:endCxn id="191" idx="51"/>
          </p:cNvCxnSpPr>
          <p:nvPr/>
        </p:nvCxnSpPr>
        <p:spPr bwMode="gray">
          <a:xfrm flipV="1">
            <a:off x="2809947" y="4073370"/>
            <a:ext cx="283655" cy="17527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5" name="直接连接符 184">
            <a:extLst>
              <a:ext uri="{FF2B5EF4-FFF2-40B4-BE49-F238E27FC236}">
                <a16:creationId xmlns="" xmlns:a16="http://schemas.microsoft.com/office/drawing/2014/main" id="{DEC59606-E16B-4ECF-81C3-559026C75559}"/>
              </a:ext>
            </a:extLst>
          </p:cNvPr>
          <p:cNvCxnSpPr>
            <a:endCxn id="183" idx="5"/>
          </p:cNvCxnSpPr>
          <p:nvPr/>
        </p:nvCxnSpPr>
        <p:spPr bwMode="gray">
          <a:xfrm flipV="1">
            <a:off x="3266627" y="4703771"/>
            <a:ext cx="281331" cy="15395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86" name="组合 185">
            <a:extLst>
              <a:ext uri="{FF2B5EF4-FFF2-40B4-BE49-F238E27FC236}">
                <a16:creationId xmlns="" xmlns:a16="http://schemas.microsoft.com/office/drawing/2014/main" id="{A41E55DF-DE15-4B44-8EE3-995526B68BE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93602" y="3989782"/>
            <a:ext cx="209092" cy="202754"/>
            <a:chOff x="7875588" y="733425"/>
            <a:chExt cx="536574" cy="625476"/>
          </a:xfrm>
          <a:solidFill>
            <a:srgbClr val="3C3C3B"/>
          </a:solidFill>
        </p:grpSpPr>
        <p:sp>
          <p:nvSpPr>
            <p:cNvPr id="187" name="Freeform 85">
              <a:extLst>
                <a:ext uri="{FF2B5EF4-FFF2-40B4-BE49-F238E27FC236}">
                  <a16:creationId xmlns="" xmlns:a16="http://schemas.microsoft.com/office/drawing/2014/main" id="{892F78D6-ACDA-4700-A505-463669B0CEEC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88" name="Freeform 86">
              <a:extLst>
                <a:ext uri="{FF2B5EF4-FFF2-40B4-BE49-F238E27FC236}">
                  <a16:creationId xmlns="" xmlns:a16="http://schemas.microsoft.com/office/drawing/2014/main" id="{B5D32515-C9C1-4F12-B79E-83080EF11AEA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89" name="Freeform 87">
              <a:extLst>
                <a:ext uri="{FF2B5EF4-FFF2-40B4-BE49-F238E27FC236}">
                  <a16:creationId xmlns="" xmlns:a16="http://schemas.microsoft.com/office/drawing/2014/main" id="{EFBBC852-DDF4-4590-9F36-F6ED6AD56AE8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90" name="Freeform 88">
              <a:extLst>
                <a:ext uri="{FF2B5EF4-FFF2-40B4-BE49-F238E27FC236}">
                  <a16:creationId xmlns="" xmlns:a16="http://schemas.microsoft.com/office/drawing/2014/main" id="{88CA3655-2530-4A78-8423-0F6DC42CE260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91" name="Freeform 89">
              <a:extLst>
                <a:ext uri="{FF2B5EF4-FFF2-40B4-BE49-F238E27FC236}">
                  <a16:creationId xmlns="" xmlns:a16="http://schemas.microsoft.com/office/drawing/2014/main" id="{CC817DA9-98E9-43BF-96EB-317BB640339C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92" name="组合 191">
            <a:extLst>
              <a:ext uri="{FF2B5EF4-FFF2-40B4-BE49-F238E27FC236}">
                <a16:creationId xmlns="" xmlns:a16="http://schemas.microsoft.com/office/drawing/2014/main" id="{083A43C2-E014-49CF-90A8-6C540CEEC9E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3099170" y="4803306"/>
            <a:ext cx="209092" cy="202754"/>
            <a:chOff x="7889874" y="733425"/>
            <a:chExt cx="536574" cy="625476"/>
          </a:xfrm>
          <a:solidFill>
            <a:srgbClr val="3C3C3B"/>
          </a:solidFill>
        </p:grpSpPr>
        <p:sp>
          <p:nvSpPr>
            <p:cNvPr id="193" name="Freeform 85">
              <a:extLst>
                <a:ext uri="{FF2B5EF4-FFF2-40B4-BE49-F238E27FC236}">
                  <a16:creationId xmlns="" xmlns:a16="http://schemas.microsoft.com/office/drawing/2014/main" id="{C185FAB9-B9B0-432D-A20A-E3A9C0604CDE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94" name="Freeform 86">
              <a:extLst>
                <a:ext uri="{FF2B5EF4-FFF2-40B4-BE49-F238E27FC236}">
                  <a16:creationId xmlns="" xmlns:a16="http://schemas.microsoft.com/office/drawing/2014/main" id="{E6676E01-0C28-4A70-9B46-4DFA3EDDBCF8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95" name="Freeform 87">
              <a:extLst>
                <a:ext uri="{FF2B5EF4-FFF2-40B4-BE49-F238E27FC236}">
                  <a16:creationId xmlns="" xmlns:a16="http://schemas.microsoft.com/office/drawing/2014/main" id="{35F27A73-BB1F-43BE-A542-CA5C6E43173C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96" name="Freeform 88">
              <a:extLst>
                <a:ext uri="{FF2B5EF4-FFF2-40B4-BE49-F238E27FC236}">
                  <a16:creationId xmlns="" xmlns:a16="http://schemas.microsoft.com/office/drawing/2014/main" id="{E827D307-4088-4A61-81BF-C52BC9BD582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197" name="Freeform 89">
              <a:extLst>
                <a:ext uri="{FF2B5EF4-FFF2-40B4-BE49-F238E27FC236}">
                  <a16:creationId xmlns="" xmlns:a16="http://schemas.microsoft.com/office/drawing/2014/main" id="{3223E620-B2B1-4C06-9ED0-0302DACCEF6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89874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cxnSp>
        <p:nvCxnSpPr>
          <p:cNvPr id="198" name="直接连接符 197">
            <a:extLst>
              <a:ext uri="{FF2B5EF4-FFF2-40B4-BE49-F238E27FC236}">
                <a16:creationId xmlns="" xmlns:a16="http://schemas.microsoft.com/office/drawing/2014/main" id="{2AFBAE91-236D-4F20-9E4D-D520578C6562}"/>
              </a:ext>
            </a:extLst>
          </p:cNvPr>
          <p:cNvCxnSpPr>
            <a:stCxn id="171" idx="3"/>
            <a:endCxn id="197" idx="22"/>
          </p:cNvCxnSpPr>
          <p:nvPr/>
        </p:nvCxnSpPr>
        <p:spPr bwMode="gray">
          <a:xfrm>
            <a:off x="2833292" y="4720844"/>
            <a:ext cx="277006" cy="13103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9" name="直接连接符 198">
            <a:extLst>
              <a:ext uri="{FF2B5EF4-FFF2-40B4-BE49-F238E27FC236}">
                <a16:creationId xmlns="" xmlns:a16="http://schemas.microsoft.com/office/drawing/2014/main" id="{5A2ED068-AD64-4A97-8153-55C76CDC7549}"/>
              </a:ext>
            </a:extLst>
          </p:cNvPr>
          <p:cNvCxnSpPr/>
          <p:nvPr/>
        </p:nvCxnSpPr>
        <p:spPr bwMode="gray">
          <a:xfrm flipH="1" flipV="1">
            <a:off x="3685014" y="4378313"/>
            <a:ext cx="874" cy="23441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0" name="直接连接符 199">
            <a:extLst>
              <a:ext uri="{FF2B5EF4-FFF2-40B4-BE49-F238E27FC236}">
                <a16:creationId xmlns="" xmlns:a16="http://schemas.microsoft.com/office/drawing/2014/main" id="{5B393814-486C-4AD9-BE5A-3CD9B334C2B6}"/>
              </a:ext>
            </a:extLst>
          </p:cNvPr>
          <p:cNvCxnSpPr>
            <a:stCxn id="177" idx="51"/>
            <a:endCxn id="191" idx="3"/>
          </p:cNvCxnSpPr>
          <p:nvPr/>
        </p:nvCxnSpPr>
        <p:spPr bwMode="gray">
          <a:xfrm flipH="1" flipV="1">
            <a:off x="3291397" y="4105420"/>
            <a:ext cx="245431" cy="16361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1" name="直接连接符 200">
            <a:extLst>
              <a:ext uri="{FF2B5EF4-FFF2-40B4-BE49-F238E27FC236}">
                <a16:creationId xmlns="" xmlns:a16="http://schemas.microsoft.com/office/drawing/2014/main" id="{078239D6-99F3-4355-B432-57692357CA28}"/>
              </a:ext>
            </a:extLst>
          </p:cNvPr>
          <p:cNvCxnSpPr>
            <a:stCxn id="171" idx="46"/>
            <a:endCxn id="165" idx="37"/>
          </p:cNvCxnSpPr>
          <p:nvPr/>
        </p:nvCxnSpPr>
        <p:spPr bwMode="gray">
          <a:xfrm flipV="1">
            <a:off x="2740044" y="4393683"/>
            <a:ext cx="6239" cy="21152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2" name="直接连接符 201">
            <a:extLst>
              <a:ext uri="{FF2B5EF4-FFF2-40B4-BE49-F238E27FC236}">
                <a16:creationId xmlns="" xmlns:a16="http://schemas.microsoft.com/office/drawing/2014/main" id="{5D7838D3-7241-4658-BA5D-0995C09CA07E}"/>
              </a:ext>
            </a:extLst>
          </p:cNvPr>
          <p:cNvCxnSpPr>
            <a:stCxn id="171" idx="20"/>
            <a:endCxn id="177" idx="51"/>
          </p:cNvCxnSpPr>
          <p:nvPr/>
        </p:nvCxnSpPr>
        <p:spPr bwMode="gray">
          <a:xfrm flipV="1">
            <a:off x="2833292" y="4269031"/>
            <a:ext cx="703536" cy="38474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3" name="直接连接符 202">
            <a:extLst>
              <a:ext uri="{FF2B5EF4-FFF2-40B4-BE49-F238E27FC236}">
                <a16:creationId xmlns="" xmlns:a16="http://schemas.microsoft.com/office/drawing/2014/main" id="{F2B2A079-AC79-4B61-8200-841097F56B08}"/>
              </a:ext>
            </a:extLst>
          </p:cNvPr>
          <p:cNvCxnSpPr>
            <a:stCxn id="165" idx="3"/>
            <a:endCxn id="183" idx="6"/>
          </p:cNvCxnSpPr>
          <p:nvPr/>
        </p:nvCxnSpPr>
        <p:spPr bwMode="gray">
          <a:xfrm>
            <a:off x="2833292" y="4316450"/>
            <a:ext cx="714666" cy="37757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4" name="直接连接符 203">
            <a:extLst>
              <a:ext uri="{FF2B5EF4-FFF2-40B4-BE49-F238E27FC236}">
                <a16:creationId xmlns="" xmlns:a16="http://schemas.microsoft.com/office/drawing/2014/main" id="{9B76D2D2-42E7-40A7-B2A2-0D8D06E473ED}"/>
              </a:ext>
            </a:extLst>
          </p:cNvPr>
          <p:cNvCxnSpPr>
            <a:stCxn id="197" idx="46"/>
            <a:endCxn id="191" idx="32"/>
          </p:cNvCxnSpPr>
          <p:nvPr/>
        </p:nvCxnSpPr>
        <p:spPr bwMode="gray">
          <a:xfrm flipH="1" flipV="1">
            <a:off x="3198148" y="4154131"/>
            <a:ext cx="5567" cy="64917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" name="直接连接符 204">
            <a:extLst>
              <a:ext uri="{FF2B5EF4-FFF2-40B4-BE49-F238E27FC236}">
                <a16:creationId xmlns="" xmlns:a16="http://schemas.microsoft.com/office/drawing/2014/main" id="{1DF061C9-D78B-4AF3-9DFE-384933948B7A}"/>
              </a:ext>
            </a:extLst>
          </p:cNvPr>
          <p:cNvCxnSpPr>
            <a:stCxn id="137" idx="2"/>
            <a:endCxn id="165" idx="54"/>
          </p:cNvCxnSpPr>
          <p:nvPr/>
        </p:nvCxnSpPr>
        <p:spPr bwMode="gray">
          <a:xfrm flipV="1">
            <a:off x="2457306" y="4316874"/>
            <a:ext cx="178192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6" name="直接连接符 205">
            <a:extLst>
              <a:ext uri="{FF2B5EF4-FFF2-40B4-BE49-F238E27FC236}">
                <a16:creationId xmlns="" xmlns:a16="http://schemas.microsoft.com/office/drawing/2014/main" id="{7246211C-9C10-462F-8B09-FB12480EBA21}"/>
              </a:ext>
            </a:extLst>
          </p:cNvPr>
          <p:cNvCxnSpPr>
            <a:stCxn id="142" idx="2"/>
            <a:endCxn id="171" idx="54"/>
          </p:cNvCxnSpPr>
          <p:nvPr/>
        </p:nvCxnSpPr>
        <p:spPr bwMode="gray">
          <a:xfrm flipV="1">
            <a:off x="2457306" y="4721268"/>
            <a:ext cx="178192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7" name="文本框 206">
            <a:extLst>
              <a:ext uri="{FF2B5EF4-FFF2-40B4-BE49-F238E27FC236}">
                <a16:creationId xmlns="" xmlns:a16="http://schemas.microsoft.com/office/drawing/2014/main" id="{CB979F2B-A9AC-4922-95E5-63867B113097}"/>
              </a:ext>
            </a:extLst>
          </p:cNvPr>
          <p:cNvSpPr txBox="1"/>
          <p:nvPr/>
        </p:nvSpPr>
        <p:spPr bwMode="gray">
          <a:xfrm>
            <a:off x="1841774" y="4346075"/>
            <a:ext cx="31418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400" kern="0" dirty="0">
                <a:solidFill>
                  <a:srgbClr val="000000"/>
                </a:solidFill>
              </a:rPr>
              <a:t>AS1</a:t>
            </a:r>
            <a:endParaRPr kumimoji="1"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208" name="文本框 207">
            <a:extLst>
              <a:ext uri="{FF2B5EF4-FFF2-40B4-BE49-F238E27FC236}">
                <a16:creationId xmlns="" xmlns:a16="http://schemas.microsoft.com/office/drawing/2014/main" id="{328EB679-AEDB-436F-9485-D0610984EF13}"/>
              </a:ext>
            </a:extLst>
          </p:cNvPr>
          <p:cNvSpPr txBox="1"/>
          <p:nvPr/>
        </p:nvSpPr>
        <p:spPr bwMode="gray">
          <a:xfrm>
            <a:off x="3321014" y="4378042"/>
            <a:ext cx="31418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400" kern="0" dirty="0">
                <a:solidFill>
                  <a:srgbClr val="000000"/>
                </a:solidFill>
              </a:rPr>
              <a:t>AS2</a:t>
            </a:r>
            <a:endParaRPr kumimoji="1" lang="zh-CN" altLang="en-US" sz="1400" kern="0" dirty="0">
              <a:solidFill>
                <a:srgbClr val="000000"/>
              </a:solidFill>
            </a:endParaRPr>
          </a:p>
        </p:txBody>
      </p:sp>
      <p:cxnSp>
        <p:nvCxnSpPr>
          <p:cNvPr id="209" name="直接箭头连接符 208">
            <a:extLst>
              <a:ext uri="{FF2B5EF4-FFF2-40B4-BE49-F238E27FC236}">
                <a16:creationId xmlns="" xmlns:a16="http://schemas.microsoft.com/office/drawing/2014/main" id="{20F0150C-DF9E-45C8-90F6-BA67762A1ADF}"/>
              </a:ext>
            </a:extLst>
          </p:cNvPr>
          <p:cNvCxnSpPr>
            <a:stCxn id="115" idx="2"/>
            <a:endCxn id="118" idx="0"/>
          </p:cNvCxnSpPr>
          <p:nvPr/>
        </p:nvCxnSpPr>
        <p:spPr bwMode="gray">
          <a:xfrm flipH="1">
            <a:off x="1979568" y="2886258"/>
            <a:ext cx="899043" cy="310182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0" name="直接箭头连接符 209">
            <a:extLst>
              <a:ext uri="{FF2B5EF4-FFF2-40B4-BE49-F238E27FC236}">
                <a16:creationId xmlns="" xmlns:a16="http://schemas.microsoft.com/office/drawing/2014/main" id="{14B3205A-17D8-4386-B1AA-61929BA15727}"/>
              </a:ext>
            </a:extLst>
          </p:cNvPr>
          <p:cNvCxnSpPr>
            <a:stCxn id="115" idx="2"/>
            <a:endCxn id="119" idx="0"/>
          </p:cNvCxnSpPr>
          <p:nvPr/>
        </p:nvCxnSpPr>
        <p:spPr bwMode="gray">
          <a:xfrm>
            <a:off x="2878611" y="2886258"/>
            <a:ext cx="723546" cy="310182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1" name="直接箭头连接符 210">
            <a:extLst>
              <a:ext uri="{FF2B5EF4-FFF2-40B4-BE49-F238E27FC236}">
                <a16:creationId xmlns="" xmlns:a16="http://schemas.microsoft.com/office/drawing/2014/main" id="{7E837351-366F-40AC-98B4-9FFE569A6F3E}"/>
              </a:ext>
            </a:extLst>
          </p:cNvPr>
          <p:cNvCxnSpPr>
            <a:stCxn id="115" idx="2"/>
            <a:endCxn id="120" idx="0"/>
          </p:cNvCxnSpPr>
          <p:nvPr/>
        </p:nvCxnSpPr>
        <p:spPr bwMode="gray">
          <a:xfrm flipH="1">
            <a:off x="2707376" y="2886258"/>
            <a:ext cx="171235" cy="310182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12" name="文本框 211">
            <a:extLst>
              <a:ext uri="{FF2B5EF4-FFF2-40B4-BE49-F238E27FC236}">
                <a16:creationId xmlns="" xmlns:a16="http://schemas.microsoft.com/office/drawing/2014/main" id="{D8157247-AC27-4B40-8E54-801018109720}"/>
              </a:ext>
            </a:extLst>
          </p:cNvPr>
          <p:cNvSpPr txBox="1"/>
          <p:nvPr/>
        </p:nvSpPr>
        <p:spPr bwMode="gray">
          <a:xfrm>
            <a:off x="793259" y="5313732"/>
            <a:ext cx="335596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400" b="1" kern="0" dirty="0">
                <a:solidFill>
                  <a:srgbClr val="1D1D1A"/>
                </a:solidFill>
              </a:rPr>
              <a:t>业务诉求：</a:t>
            </a:r>
            <a:r>
              <a:rPr lang="zh-CN" altLang="en-US" sz="1400" kern="0" dirty="0">
                <a:solidFill>
                  <a:srgbClr val="1D1D1A"/>
                </a:solidFill>
              </a:rPr>
              <a:t>纳管三方设备</a:t>
            </a:r>
            <a:endParaRPr lang="en-US" altLang="zh-CN" sz="1400" kern="0" dirty="0">
              <a:solidFill>
                <a:srgbClr val="1D1D1A"/>
              </a:solidFill>
            </a:endParaRPr>
          </a:p>
          <a:p>
            <a:pPr defTabSz="914478">
              <a:lnSpc>
                <a:spcPct val="150000"/>
              </a:lnSpc>
              <a:defRPr/>
            </a:pPr>
            <a:r>
              <a:rPr lang="zh-CN" altLang="en-US" sz="1400" b="1" kern="0" dirty="0">
                <a:solidFill>
                  <a:srgbClr val="1D1D1A"/>
                </a:solidFill>
              </a:rPr>
              <a:t>典型场景</a:t>
            </a:r>
            <a:r>
              <a:rPr lang="zh-CN" altLang="en-US" sz="1400" b="1" kern="0" dirty="0" smtClean="0">
                <a:solidFill>
                  <a:srgbClr val="1D1D1A"/>
                </a:solidFill>
              </a:rPr>
              <a:t>：</a:t>
            </a:r>
            <a:r>
              <a:rPr lang="zh-CN" altLang="en-US" sz="1400" kern="0" dirty="0" smtClean="0">
                <a:solidFill>
                  <a:srgbClr val="1D1D1A"/>
                </a:solidFill>
              </a:rPr>
              <a:t>插花</a:t>
            </a:r>
            <a:r>
              <a:rPr lang="zh-CN" altLang="en-US" sz="1400" kern="0" dirty="0">
                <a:solidFill>
                  <a:srgbClr val="1D1D1A"/>
                </a:solidFill>
              </a:rPr>
              <a:t>网络</a:t>
            </a:r>
            <a:endParaRPr lang="en-US" altLang="zh-CN" sz="1400" kern="0" dirty="0">
              <a:solidFill>
                <a:srgbClr val="1D1D1A"/>
              </a:solidFill>
            </a:endParaRPr>
          </a:p>
        </p:txBody>
      </p:sp>
      <p:sp>
        <p:nvSpPr>
          <p:cNvPr id="213" name="Freeform 89">
            <a:extLst>
              <a:ext uri="{FF2B5EF4-FFF2-40B4-BE49-F238E27FC236}">
                <a16:creationId xmlns="" xmlns:a16="http://schemas.microsoft.com/office/drawing/2014/main" id="{A2CB6922-8117-4750-8808-D09DB54AD31C}"/>
              </a:ext>
            </a:extLst>
          </p:cNvPr>
          <p:cNvSpPr>
            <a:spLocks noEditPoints="1"/>
          </p:cNvSpPr>
          <p:nvPr/>
        </p:nvSpPr>
        <p:spPr bwMode="gray">
          <a:xfrm>
            <a:off x="835648" y="4743239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FFDAB6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cxnSp>
        <p:nvCxnSpPr>
          <p:cNvPr id="214" name="直接连接符 213">
            <a:extLst>
              <a:ext uri="{FF2B5EF4-FFF2-40B4-BE49-F238E27FC236}">
                <a16:creationId xmlns="" xmlns:a16="http://schemas.microsoft.com/office/drawing/2014/main" id="{719C5483-353E-43B8-A343-06B826748E1D}"/>
              </a:ext>
            </a:extLst>
          </p:cNvPr>
          <p:cNvCxnSpPr>
            <a:stCxn id="213" idx="3"/>
            <a:endCxn id="132" idx="55"/>
          </p:cNvCxnSpPr>
          <p:nvPr/>
        </p:nvCxnSpPr>
        <p:spPr bwMode="gray">
          <a:xfrm flipV="1">
            <a:off x="1033443" y="4764741"/>
            <a:ext cx="324737" cy="9413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" name="圆角矩形 400">
            <a:extLst>
              <a:ext uri="{FF2B5EF4-FFF2-40B4-BE49-F238E27FC236}">
                <a16:creationId xmlns="" xmlns:a16="http://schemas.microsoft.com/office/drawing/2014/main" id="{5F4D23A1-FCCE-40CD-8ECC-AEEC029549A3}"/>
              </a:ext>
            </a:extLst>
          </p:cNvPr>
          <p:cNvSpPr/>
          <p:nvPr/>
        </p:nvSpPr>
        <p:spPr bwMode="gray">
          <a:xfrm>
            <a:off x="672361" y="4489086"/>
            <a:ext cx="567405" cy="29432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sz="1400" dirty="0">
                <a:solidFill>
                  <a:srgbClr val="666666"/>
                </a:solidFill>
              </a:rPr>
              <a:t>CPE</a:t>
            </a:r>
            <a:endParaRPr lang="zh-CN" altLang="en-US" sz="1400" dirty="0">
              <a:solidFill>
                <a:srgbClr val="666666"/>
              </a:solidFill>
            </a:endParaRP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="" xmlns:a16="http://schemas.microsoft.com/office/drawing/2014/main" id="{E672B314-4017-46CF-8CA3-90D41A8FA436}"/>
              </a:ext>
            </a:extLst>
          </p:cNvPr>
          <p:cNvCxnSpPr>
            <a:cxnSpLocks/>
            <a:stCxn id="218" idx="2"/>
            <a:endCxn id="284" idx="32"/>
          </p:cNvCxnSpPr>
          <p:nvPr/>
        </p:nvCxnSpPr>
        <p:spPr bwMode="gray">
          <a:xfrm flipH="1">
            <a:off x="4991312" y="3599364"/>
            <a:ext cx="296096" cy="697074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7" name="直接箭头连接符 216">
            <a:extLst>
              <a:ext uri="{FF2B5EF4-FFF2-40B4-BE49-F238E27FC236}">
                <a16:creationId xmlns="" xmlns:a16="http://schemas.microsoft.com/office/drawing/2014/main" id="{530D5302-5E52-4296-B470-7EA6DADEB0C5}"/>
              </a:ext>
            </a:extLst>
          </p:cNvPr>
          <p:cNvCxnSpPr>
            <a:stCxn id="218" idx="2"/>
            <a:endCxn id="241" idx="5"/>
          </p:cNvCxnSpPr>
          <p:nvPr/>
        </p:nvCxnSpPr>
        <p:spPr bwMode="gray">
          <a:xfrm>
            <a:off x="5287408" y="3599364"/>
            <a:ext cx="594002" cy="705292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18" name="矩形 217">
            <a:extLst>
              <a:ext uri="{FF2B5EF4-FFF2-40B4-BE49-F238E27FC236}">
                <a16:creationId xmlns="" xmlns:a16="http://schemas.microsoft.com/office/drawing/2014/main" id="{46AEADF1-67DB-4256-8FB0-F0F88C7A9184}"/>
              </a:ext>
            </a:extLst>
          </p:cNvPr>
          <p:cNvSpPr/>
          <p:nvPr/>
        </p:nvSpPr>
        <p:spPr bwMode="gray">
          <a:xfrm>
            <a:off x="4332231" y="2727989"/>
            <a:ext cx="1910353" cy="871375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endParaRPr lang="zh-CN" altLang="en-US" sz="1400" kern="0" dirty="0">
              <a:solidFill>
                <a:srgbClr val="000000"/>
              </a:solidFill>
            </a:endParaRPr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="" xmlns:a16="http://schemas.microsoft.com/office/drawing/2014/main" id="{444B047A-0737-4AB6-BB36-6C8333B128BE}"/>
              </a:ext>
            </a:extLst>
          </p:cNvPr>
          <p:cNvCxnSpPr>
            <a:stCxn id="218" idx="2"/>
            <a:endCxn id="253" idx="5"/>
          </p:cNvCxnSpPr>
          <p:nvPr/>
        </p:nvCxnSpPr>
        <p:spPr bwMode="gray">
          <a:xfrm>
            <a:off x="5287408" y="3599364"/>
            <a:ext cx="150776" cy="509631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20" name="矩形 219">
            <a:extLst>
              <a:ext uri="{FF2B5EF4-FFF2-40B4-BE49-F238E27FC236}">
                <a16:creationId xmlns="" xmlns:a16="http://schemas.microsoft.com/office/drawing/2014/main" id="{EE8B3B32-B853-490F-B8A3-DB3A710C4B58}"/>
              </a:ext>
            </a:extLst>
          </p:cNvPr>
          <p:cNvSpPr/>
          <p:nvPr/>
        </p:nvSpPr>
        <p:spPr bwMode="gray">
          <a:xfrm>
            <a:off x="6373088" y="2716873"/>
            <a:ext cx="765936" cy="888922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400" kern="0" dirty="0">
                <a:solidFill>
                  <a:srgbClr val="000000"/>
                </a:solidFill>
              </a:rPr>
              <a:t>AOC</a:t>
            </a:r>
            <a:endParaRPr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221" name="矩形 220">
            <a:extLst>
              <a:ext uri="{FF2B5EF4-FFF2-40B4-BE49-F238E27FC236}">
                <a16:creationId xmlns="" xmlns:a16="http://schemas.microsoft.com/office/drawing/2014/main" id="{87F29D8D-0831-4378-AEAE-F39788E73EFF}"/>
              </a:ext>
            </a:extLst>
          </p:cNvPr>
          <p:cNvSpPr/>
          <p:nvPr/>
        </p:nvSpPr>
        <p:spPr bwMode="gray">
          <a:xfrm>
            <a:off x="5258367" y="2117670"/>
            <a:ext cx="1601149" cy="397559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400" kern="0" dirty="0">
                <a:solidFill>
                  <a:srgbClr val="000000"/>
                </a:solidFill>
              </a:rPr>
              <a:t>NCE-Super</a:t>
            </a:r>
            <a:endParaRPr lang="zh-CN" altLang="en-US" sz="1400" kern="0" dirty="0">
              <a:solidFill>
                <a:srgbClr val="000000"/>
              </a:solidFill>
            </a:endParaRPr>
          </a:p>
        </p:txBody>
      </p:sp>
      <p:cxnSp>
        <p:nvCxnSpPr>
          <p:cNvPr id="222" name="直接箭头连接符 221">
            <a:extLst>
              <a:ext uri="{FF2B5EF4-FFF2-40B4-BE49-F238E27FC236}">
                <a16:creationId xmlns="" xmlns:a16="http://schemas.microsoft.com/office/drawing/2014/main" id="{386EBD05-90A5-4313-ACDE-7AD6C54FE494}"/>
              </a:ext>
            </a:extLst>
          </p:cNvPr>
          <p:cNvCxnSpPr>
            <a:stCxn id="220" idx="2"/>
            <a:endCxn id="319" idx="25"/>
          </p:cNvCxnSpPr>
          <p:nvPr/>
        </p:nvCxnSpPr>
        <p:spPr bwMode="gray">
          <a:xfrm flipH="1">
            <a:off x="6242584" y="3605795"/>
            <a:ext cx="513472" cy="643797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3" name="直接箭头连接符 222">
            <a:extLst>
              <a:ext uri="{FF2B5EF4-FFF2-40B4-BE49-F238E27FC236}">
                <a16:creationId xmlns="" xmlns:a16="http://schemas.microsoft.com/office/drawing/2014/main" id="{EEA40981-2909-4E9C-9838-CCEBBE1CE402}"/>
              </a:ext>
            </a:extLst>
          </p:cNvPr>
          <p:cNvCxnSpPr>
            <a:stCxn id="220" idx="2"/>
            <a:endCxn id="311" idx="7"/>
          </p:cNvCxnSpPr>
          <p:nvPr/>
        </p:nvCxnSpPr>
        <p:spPr bwMode="gray">
          <a:xfrm>
            <a:off x="6756056" y="3605795"/>
            <a:ext cx="408641" cy="666211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4" name="直接箭头连接符 223">
            <a:extLst>
              <a:ext uri="{FF2B5EF4-FFF2-40B4-BE49-F238E27FC236}">
                <a16:creationId xmlns="" xmlns:a16="http://schemas.microsoft.com/office/drawing/2014/main" id="{1BD190BD-819A-48D3-B889-88A797885852}"/>
              </a:ext>
            </a:extLst>
          </p:cNvPr>
          <p:cNvCxnSpPr>
            <a:stCxn id="220" idx="2"/>
            <a:endCxn id="299" idx="33"/>
          </p:cNvCxnSpPr>
          <p:nvPr/>
        </p:nvCxnSpPr>
        <p:spPr bwMode="gray">
          <a:xfrm flipH="1">
            <a:off x="6674570" y="3605795"/>
            <a:ext cx="81486" cy="444371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5" name="直接箭头连接符 224">
            <a:extLst>
              <a:ext uri="{FF2B5EF4-FFF2-40B4-BE49-F238E27FC236}">
                <a16:creationId xmlns="" xmlns:a16="http://schemas.microsoft.com/office/drawing/2014/main" id="{B1B2D8D4-4E4D-4776-B978-E82CDC548B6A}"/>
              </a:ext>
            </a:extLst>
          </p:cNvPr>
          <p:cNvCxnSpPr>
            <a:stCxn id="221" idx="2"/>
            <a:endCxn id="218" idx="0"/>
          </p:cNvCxnSpPr>
          <p:nvPr/>
        </p:nvCxnSpPr>
        <p:spPr bwMode="gray">
          <a:xfrm flipH="1">
            <a:off x="5287408" y="2515229"/>
            <a:ext cx="771534" cy="212760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6" name="直接箭头连接符 225">
            <a:extLst>
              <a:ext uri="{FF2B5EF4-FFF2-40B4-BE49-F238E27FC236}">
                <a16:creationId xmlns="" xmlns:a16="http://schemas.microsoft.com/office/drawing/2014/main" id="{FB1B5314-3B85-4C48-B8C6-60D72C39F2E0}"/>
              </a:ext>
            </a:extLst>
          </p:cNvPr>
          <p:cNvCxnSpPr>
            <a:stCxn id="221" idx="2"/>
            <a:endCxn id="220" idx="0"/>
          </p:cNvCxnSpPr>
          <p:nvPr/>
        </p:nvCxnSpPr>
        <p:spPr bwMode="gray">
          <a:xfrm>
            <a:off x="6058942" y="2515229"/>
            <a:ext cx="697114" cy="201644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27" name="矩形 226">
            <a:extLst>
              <a:ext uri="{FF2B5EF4-FFF2-40B4-BE49-F238E27FC236}">
                <a16:creationId xmlns="" xmlns:a16="http://schemas.microsoft.com/office/drawing/2014/main" id="{6BB9EBF0-6E23-46CB-B797-19722BA12B19}"/>
              </a:ext>
            </a:extLst>
          </p:cNvPr>
          <p:cNvSpPr/>
          <p:nvPr/>
        </p:nvSpPr>
        <p:spPr bwMode="gray">
          <a:xfrm>
            <a:off x="1532630" y="2516347"/>
            <a:ext cx="2482096" cy="1106082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</a:endParaRPr>
          </a:p>
        </p:txBody>
      </p:sp>
      <p:sp>
        <p:nvSpPr>
          <p:cNvPr id="228" name="圆角矩形 11">
            <a:extLst>
              <a:ext uri="{FF2B5EF4-FFF2-40B4-BE49-F238E27FC236}">
                <a16:creationId xmlns="" xmlns:a16="http://schemas.microsoft.com/office/drawing/2014/main" id="{752754B3-C673-4151-9BB6-6FD8D5B60675}"/>
              </a:ext>
            </a:extLst>
          </p:cNvPr>
          <p:cNvSpPr/>
          <p:nvPr/>
        </p:nvSpPr>
        <p:spPr bwMode="gray">
          <a:xfrm>
            <a:off x="1455676" y="2572554"/>
            <a:ext cx="718115" cy="3787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666666"/>
                </a:solidFill>
              </a:rPr>
              <a:t>AOC</a:t>
            </a:r>
            <a:endParaRPr lang="zh-CN" altLang="en-US" sz="1400" b="1" dirty="0">
              <a:solidFill>
                <a:srgbClr val="666666"/>
              </a:solidFill>
            </a:endParaRPr>
          </a:p>
        </p:txBody>
      </p:sp>
      <p:sp>
        <p:nvSpPr>
          <p:cNvPr id="229" name="圆角矩形 695">
            <a:extLst>
              <a:ext uri="{FF2B5EF4-FFF2-40B4-BE49-F238E27FC236}">
                <a16:creationId xmlns="" xmlns:a16="http://schemas.microsoft.com/office/drawing/2014/main" id="{A0D58845-E262-4835-A443-8C1CBEF0C892}"/>
              </a:ext>
            </a:extLst>
          </p:cNvPr>
          <p:cNvSpPr/>
          <p:nvPr/>
        </p:nvSpPr>
        <p:spPr bwMode="gray">
          <a:xfrm>
            <a:off x="609343" y="2516347"/>
            <a:ext cx="886115" cy="277727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1D1D1A"/>
                </a:solidFill>
              </a:rPr>
              <a:t>管理</a:t>
            </a:r>
          </a:p>
        </p:txBody>
      </p:sp>
      <p:sp>
        <p:nvSpPr>
          <p:cNvPr id="230" name="圆角矩形 696">
            <a:extLst>
              <a:ext uri="{FF2B5EF4-FFF2-40B4-BE49-F238E27FC236}">
                <a16:creationId xmlns="" xmlns:a16="http://schemas.microsoft.com/office/drawing/2014/main" id="{61940452-0D25-4BAE-B770-A6E109FDE914}"/>
              </a:ext>
            </a:extLst>
          </p:cNvPr>
          <p:cNvSpPr/>
          <p:nvPr/>
        </p:nvSpPr>
        <p:spPr bwMode="gray">
          <a:xfrm>
            <a:off x="615068" y="2927430"/>
            <a:ext cx="886115" cy="277727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1D1D1A"/>
                </a:solidFill>
              </a:rPr>
              <a:t>控制</a:t>
            </a:r>
          </a:p>
        </p:txBody>
      </p:sp>
      <p:sp>
        <p:nvSpPr>
          <p:cNvPr id="231" name="圆角矩形 697">
            <a:extLst>
              <a:ext uri="{FF2B5EF4-FFF2-40B4-BE49-F238E27FC236}">
                <a16:creationId xmlns="" xmlns:a16="http://schemas.microsoft.com/office/drawing/2014/main" id="{A7E49F6E-1F16-4F02-8009-40C108A7663A}"/>
              </a:ext>
            </a:extLst>
          </p:cNvPr>
          <p:cNvSpPr/>
          <p:nvPr/>
        </p:nvSpPr>
        <p:spPr bwMode="gray">
          <a:xfrm>
            <a:off x="604999" y="3328067"/>
            <a:ext cx="886115" cy="277727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rgbClr val="1D1D1A"/>
                </a:solidFill>
              </a:rPr>
              <a:t>分析</a:t>
            </a:r>
          </a:p>
        </p:txBody>
      </p:sp>
      <p:sp>
        <p:nvSpPr>
          <p:cNvPr id="232" name="文本框 231">
            <a:extLst>
              <a:ext uri="{FF2B5EF4-FFF2-40B4-BE49-F238E27FC236}">
                <a16:creationId xmlns="" xmlns:a16="http://schemas.microsoft.com/office/drawing/2014/main" id="{436DD3FB-B875-4F4A-ACE1-6D8A9AB5370D}"/>
              </a:ext>
            </a:extLst>
          </p:cNvPr>
          <p:cNvSpPr txBox="1"/>
          <p:nvPr/>
        </p:nvSpPr>
        <p:spPr bwMode="gray">
          <a:xfrm>
            <a:off x="3989919" y="5204818"/>
            <a:ext cx="3741424" cy="7676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defTabSz="914478">
              <a:lnSpc>
                <a:spcPct val="150000"/>
              </a:lnSpc>
              <a:defRPr/>
            </a:pPr>
            <a:r>
              <a:rPr lang="zh-CN" altLang="en-US" sz="1400" b="1" kern="0" dirty="0">
                <a:solidFill>
                  <a:srgbClr val="1D1D1A"/>
                </a:solidFill>
              </a:rPr>
              <a:t>业务诉求：</a:t>
            </a:r>
            <a:r>
              <a:rPr lang="zh-CN" altLang="en-US" sz="1400" kern="0" dirty="0">
                <a:solidFill>
                  <a:srgbClr val="1D1D1A"/>
                </a:solidFill>
              </a:rPr>
              <a:t>纳管三方网络</a:t>
            </a:r>
            <a:endParaRPr lang="en-US" altLang="zh-CN" sz="1400" kern="0" dirty="0">
              <a:solidFill>
                <a:srgbClr val="1D1D1A"/>
              </a:solidFill>
            </a:endParaRPr>
          </a:p>
          <a:p>
            <a:pPr defTabSz="914478">
              <a:lnSpc>
                <a:spcPct val="150000"/>
              </a:lnSpc>
              <a:defRPr/>
            </a:pPr>
            <a:r>
              <a:rPr lang="zh-CN" altLang="en-US" sz="1400" b="1" kern="0" dirty="0">
                <a:solidFill>
                  <a:srgbClr val="1D1D1A"/>
                </a:solidFill>
              </a:rPr>
              <a:t>典型场景：</a:t>
            </a:r>
            <a:r>
              <a:rPr lang="zh-CN" altLang="en-US" sz="1400" kern="0" dirty="0">
                <a:solidFill>
                  <a:srgbClr val="1D1D1A"/>
                </a:solidFill>
              </a:rPr>
              <a:t>云专线开通，某区域是三方设备组网</a:t>
            </a:r>
            <a:endParaRPr lang="en-US" altLang="zh-CN" sz="1400" kern="0" dirty="0">
              <a:solidFill>
                <a:srgbClr val="1D1D1A"/>
              </a:solidFill>
            </a:endParaRPr>
          </a:p>
        </p:txBody>
      </p:sp>
      <p:sp>
        <p:nvSpPr>
          <p:cNvPr id="233" name="矩形 232">
            <a:extLst>
              <a:ext uri="{FF2B5EF4-FFF2-40B4-BE49-F238E27FC236}">
                <a16:creationId xmlns="" xmlns:a16="http://schemas.microsoft.com/office/drawing/2014/main" id="{25B63590-18EF-4573-BB99-7A1141AA40DB}"/>
              </a:ext>
            </a:extLst>
          </p:cNvPr>
          <p:cNvSpPr/>
          <p:nvPr/>
        </p:nvSpPr>
        <p:spPr bwMode="gray">
          <a:xfrm>
            <a:off x="4870741" y="3004369"/>
            <a:ext cx="7537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400" kern="0" dirty="0">
                <a:solidFill>
                  <a:srgbClr val="000000"/>
                </a:solidFill>
              </a:rPr>
              <a:t>NCE-IP</a:t>
            </a:r>
            <a:endParaRPr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234" name="矩形 233">
            <a:extLst>
              <a:ext uri="{FF2B5EF4-FFF2-40B4-BE49-F238E27FC236}">
                <a16:creationId xmlns="" xmlns:a16="http://schemas.microsoft.com/office/drawing/2014/main" id="{ED3841A1-A8A1-4D1B-AE5F-031A31ABAB15}"/>
              </a:ext>
            </a:extLst>
          </p:cNvPr>
          <p:cNvSpPr/>
          <p:nvPr/>
        </p:nvSpPr>
        <p:spPr bwMode="gray">
          <a:xfrm>
            <a:off x="5605533" y="3199383"/>
            <a:ext cx="551754" cy="3077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400" kern="0" dirty="0">
                <a:solidFill>
                  <a:srgbClr val="000000"/>
                </a:solidFill>
              </a:rPr>
              <a:t>AOC</a:t>
            </a:r>
            <a:endParaRPr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236" name="Freeform 85">
            <a:extLst>
              <a:ext uri="{FF2B5EF4-FFF2-40B4-BE49-F238E27FC236}">
                <a16:creationId xmlns="" xmlns:a16="http://schemas.microsoft.com/office/drawing/2014/main" id="{05120524-5F24-4DAF-8780-9E3CB62D8C06}"/>
              </a:ext>
            </a:extLst>
          </p:cNvPr>
          <p:cNvSpPr>
            <a:spLocks/>
          </p:cNvSpPr>
          <p:nvPr/>
        </p:nvSpPr>
        <p:spPr bwMode="gray">
          <a:xfrm>
            <a:off x="4936301" y="4704609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37" name="Freeform 86">
            <a:extLst>
              <a:ext uri="{FF2B5EF4-FFF2-40B4-BE49-F238E27FC236}">
                <a16:creationId xmlns="" xmlns:a16="http://schemas.microsoft.com/office/drawing/2014/main" id="{044F48CE-377E-463E-A35F-F118163DAF3F}"/>
              </a:ext>
            </a:extLst>
          </p:cNvPr>
          <p:cNvSpPr>
            <a:spLocks/>
          </p:cNvSpPr>
          <p:nvPr/>
        </p:nvSpPr>
        <p:spPr bwMode="gray">
          <a:xfrm>
            <a:off x="4936301" y="4664984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38" name="Freeform 87">
            <a:extLst>
              <a:ext uri="{FF2B5EF4-FFF2-40B4-BE49-F238E27FC236}">
                <a16:creationId xmlns="" xmlns:a16="http://schemas.microsoft.com/office/drawing/2014/main" id="{B8E6B5C8-1FAC-419C-B3ED-DA0B49EB4B10}"/>
              </a:ext>
            </a:extLst>
          </p:cNvPr>
          <p:cNvSpPr>
            <a:spLocks/>
          </p:cNvSpPr>
          <p:nvPr/>
        </p:nvSpPr>
        <p:spPr bwMode="gray">
          <a:xfrm>
            <a:off x="4895473" y="4683509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39" name="Freeform 88">
            <a:extLst>
              <a:ext uri="{FF2B5EF4-FFF2-40B4-BE49-F238E27FC236}">
                <a16:creationId xmlns="" xmlns:a16="http://schemas.microsoft.com/office/drawing/2014/main" id="{033F639F-F120-4B96-A3F8-CF597C530939}"/>
              </a:ext>
            </a:extLst>
          </p:cNvPr>
          <p:cNvSpPr>
            <a:spLocks/>
          </p:cNvSpPr>
          <p:nvPr/>
        </p:nvSpPr>
        <p:spPr bwMode="gray">
          <a:xfrm>
            <a:off x="4981461" y="4683509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0" name="Freeform 89">
            <a:extLst>
              <a:ext uri="{FF2B5EF4-FFF2-40B4-BE49-F238E27FC236}">
                <a16:creationId xmlns="" xmlns:a16="http://schemas.microsoft.com/office/drawing/2014/main" id="{10359700-2C50-4068-9988-594CC75B8CDB}"/>
              </a:ext>
            </a:extLst>
          </p:cNvPr>
          <p:cNvSpPr>
            <a:spLocks noEditPoints="1"/>
          </p:cNvSpPr>
          <p:nvPr/>
        </p:nvSpPr>
        <p:spPr bwMode="gray">
          <a:xfrm>
            <a:off x="4862067" y="4650576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1" name="Freeform 85">
            <a:extLst>
              <a:ext uri="{FF2B5EF4-FFF2-40B4-BE49-F238E27FC236}">
                <a16:creationId xmlns="" xmlns:a16="http://schemas.microsoft.com/office/drawing/2014/main" id="{F40BEA63-5B9A-46E3-B371-A20B7BCCC586}"/>
              </a:ext>
            </a:extLst>
          </p:cNvPr>
          <p:cNvSpPr>
            <a:spLocks/>
          </p:cNvSpPr>
          <p:nvPr/>
        </p:nvSpPr>
        <p:spPr bwMode="gray">
          <a:xfrm>
            <a:off x="5837633" y="4304656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2" name="Freeform 86">
            <a:extLst>
              <a:ext uri="{FF2B5EF4-FFF2-40B4-BE49-F238E27FC236}">
                <a16:creationId xmlns="" xmlns:a16="http://schemas.microsoft.com/office/drawing/2014/main" id="{7DB1B27F-3662-4F45-A51C-54541F730A39}"/>
              </a:ext>
            </a:extLst>
          </p:cNvPr>
          <p:cNvSpPr>
            <a:spLocks/>
          </p:cNvSpPr>
          <p:nvPr/>
        </p:nvSpPr>
        <p:spPr bwMode="gray">
          <a:xfrm>
            <a:off x="5837633" y="4265031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3" name="Freeform 87">
            <a:extLst>
              <a:ext uri="{FF2B5EF4-FFF2-40B4-BE49-F238E27FC236}">
                <a16:creationId xmlns="" xmlns:a16="http://schemas.microsoft.com/office/drawing/2014/main" id="{B54A5BBC-0174-437A-A818-E27801A94FC4}"/>
              </a:ext>
            </a:extLst>
          </p:cNvPr>
          <p:cNvSpPr>
            <a:spLocks/>
          </p:cNvSpPr>
          <p:nvPr/>
        </p:nvSpPr>
        <p:spPr bwMode="gray">
          <a:xfrm>
            <a:off x="5796805" y="4283557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4" name="Freeform 88">
            <a:extLst>
              <a:ext uri="{FF2B5EF4-FFF2-40B4-BE49-F238E27FC236}">
                <a16:creationId xmlns="" xmlns:a16="http://schemas.microsoft.com/office/drawing/2014/main" id="{E019AE2A-1BF7-480F-A792-D02A4BCBFAA2}"/>
              </a:ext>
            </a:extLst>
          </p:cNvPr>
          <p:cNvSpPr>
            <a:spLocks/>
          </p:cNvSpPr>
          <p:nvPr/>
        </p:nvSpPr>
        <p:spPr bwMode="gray">
          <a:xfrm>
            <a:off x="5882792" y="4283557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5" name="Freeform 89">
            <a:extLst>
              <a:ext uri="{FF2B5EF4-FFF2-40B4-BE49-F238E27FC236}">
                <a16:creationId xmlns="" xmlns:a16="http://schemas.microsoft.com/office/drawing/2014/main" id="{EEA44A38-A72B-43C1-9E3E-4804C46CB317}"/>
              </a:ext>
            </a:extLst>
          </p:cNvPr>
          <p:cNvSpPr>
            <a:spLocks noEditPoints="1"/>
          </p:cNvSpPr>
          <p:nvPr/>
        </p:nvSpPr>
        <p:spPr bwMode="gray">
          <a:xfrm>
            <a:off x="5763399" y="4250623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6" name="Freeform 85">
            <a:extLst>
              <a:ext uri="{FF2B5EF4-FFF2-40B4-BE49-F238E27FC236}">
                <a16:creationId xmlns="" xmlns:a16="http://schemas.microsoft.com/office/drawing/2014/main" id="{FFD982EE-0272-4AA0-A3AA-AEC98A30C2C3}"/>
              </a:ext>
            </a:extLst>
          </p:cNvPr>
          <p:cNvSpPr>
            <a:spLocks/>
          </p:cNvSpPr>
          <p:nvPr/>
        </p:nvSpPr>
        <p:spPr bwMode="gray">
          <a:xfrm>
            <a:off x="5837633" y="4707346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7" name="Freeform 86">
            <a:extLst>
              <a:ext uri="{FF2B5EF4-FFF2-40B4-BE49-F238E27FC236}">
                <a16:creationId xmlns="" xmlns:a16="http://schemas.microsoft.com/office/drawing/2014/main" id="{6042FC38-EFF2-4431-83B4-0BDF0560DBAF}"/>
              </a:ext>
            </a:extLst>
          </p:cNvPr>
          <p:cNvSpPr>
            <a:spLocks/>
          </p:cNvSpPr>
          <p:nvPr/>
        </p:nvSpPr>
        <p:spPr bwMode="gray">
          <a:xfrm>
            <a:off x="5837633" y="4667722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8" name="Freeform 87">
            <a:extLst>
              <a:ext uri="{FF2B5EF4-FFF2-40B4-BE49-F238E27FC236}">
                <a16:creationId xmlns="" xmlns:a16="http://schemas.microsoft.com/office/drawing/2014/main" id="{244CAAE3-7662-48A0-954A-B936C989F7D9}"/>
              </a:ext>
            </a:extLst>
          </p:cNvPr>
          <p:cNvSpPr>
            <a:spLocks/>
          </p:cNvSpPr>
          <p:nvPr/>
        </p:nvSpPr>
        <p:spPr bwMode="gray">
          <a:xfrm>
            <a:off x="5796805" y="4686247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49" name="Freeform 88">
            <a:extLst>
              <a:ext uri="{FF2B5EF4-FFF2-40B4-BE49-F238E27FC236}">
                <a16:creationId xmlns="" xmlns:a16="http://schemas.microsoft.com/office/drawing/2014/main" id="{E5BBF83F-E6C1-4AED-AA42-EC6BA9C94441}"/>
              </a:ext>
            </a:extLst>
          </p:cNvPr>
          <p:cNvSpPr>
            <a:spLocks/>
          </p:cNvSpPr>
          <p:nvPr/>
        </p:nvSpPr>
        <p:spPr bwMode="gray">
          <a:xfrm>
            <a:off x="5882792" y="4686247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50" name="Freeform 89">
            <a:extLst>
              <a:ext uri="{FF2B5EF4-FFF2-40B4-BE49-F238E27FC236}">
                <a16:creationId xmlns="" xmlns:a16="http://schemas.microsoft.com/office/drawing/2014/main" id="{59B94600-6BB8-4BC1-AA37-218F5E2AD963}"/>
              </a:ext>
            </a:extLst>
          </p:cNvPr>
          <p:cNvSpPr>
            <a:spLocks noEditPoints="1"/>
          </p:cNvSpPr>
          <p:nvPr/>
        </p:nvSpPr>
        <p:spPr bwMode="gray">
          <a:xfrm>
            <a:off x="5763399" y="4653312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cxnSp>
        <p:nvCxnSpPr>
          <p:cNvPr id="251" name="直接连接符 250">
            <a:extLst>
              <a:ext uri="{FF2B5EF4-FFF2-40B4-BE49-F238E27FC236}">
                <a16:creationId xmlns="" xmlns:a16="http://schemas.microsoft.com/office/drawing/2014/main" id="{4E1D39F0-C6D6-4161-ABCD-CC230B84AFA1}"/>
              </a:ext>
            </a:extLst>
          </p:cNvPr>
          <p:cNvCxnSpPr>
            <a:endCxn id="257" idx="51"/>
          </p:cNvCxnSpPr>
          <p:nvPr/>
        </p:nvCxnSpPr>
        <p:spPr bwMode="gray">
          <a:xfrm flipV="1">
            <a:off x="5036518" y="4138548"/>
            <a:ext cx="283655" cy="17527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2" name="直接连接符 251">
            <a:extLst>
              <a:ext uri="{FF2B5EF4-FFF2-40B4-BE49-F238E27FC236}">
                <a16:creationId xmlns="" xmlns:a16="http://schemas.microsoft.com/office/drawing/2014/main" id="{50B46387-0CF8-4CCA-B267-35A25014C7F9}"/>
              </a:ext>
            </a:extLst>
          </p:cNvPr>
          <p:cNvCxnSpPr>
            <a:endCxn id="250" idx="5"/>
          </p:cNvCxnSpPr>
          <p:nvPr/>
        </p:nvCxnSpPr>
        <p:spPr bwMode="gray">
          <a:xfrm flipV="1">
            <a:off x="5493196" y="4768949"/>
            <a:ext cx="281331" cy="15395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3" name="Freeform 85">
            <a:extLst>
              <a:ext uri="{FF2B5EF4-FFF2-40B4-BE49-F238E27FC236}">
                <a16:creationId xmlns="" xmlns:a16="http://schemas.microsoft.com/office/drawing/2014/main" id="{70885B43-31B6-45FC-B75B-D32B25F35CF5}"/>
              </a:ext>
            </a:extLst>
          </p:cNvPr>
          <p:cNvSpPr>
            <a:spLocks/>
          </p:cNvSpPr>
          <p:nvPr/>
        </p:nvSpPr>
        <p:spPr bwMode="gray">
          <a:xfrm>
            <a:off x="5394407" y="4108995"/>
            <a:ext cx="59387" cy="28818"/>
          </a:xfrm>
          <a:custGeom>
            <a:avLst/>
            <a:gdLst>
              <a:gd name="T0" fmla="*/ 307 w 350"/>
              <a:gd name="T1" fmla="*/ 74 h 203"/>
              <a:gd name="T2" fmla="*/ 307 w 350"/>
              <a:gd name="T3" fmla="*/ 74 h 203"/>
              <a:gd name="T4" fmla="*/ 202 w 350"/>
              <a:gd name="T5" fmla="*/ 131 h 203"/>
              <a:gd name="T6" fmla="*/ 202 w 350"/>
              <a:gd name="T7" fmla="*/ 54 h 203"/>
              <a:gd name="T8" fmla="*/ 258 w 350"/>
              <a:gd name="T9" fmla="*/ 54 h 203"/>
              <a:gd name="T10" fmla="*/ 258 w 350"/>
              <a:gd name="T11" fmla="*/ 0 h 203"/>
              <a:gd name="T12" fmla="*/ 175 w 350"/>
              <a:gd name="T13" fmla="*/ 0 h 203"/>
              <a:gd name="T14" fmla="*/ 148 w 350"/>
              <a:gd name="T15" fmla="*/ 27 h 203"/>
              <a:gd name="T16" fmla="*/ 148 w 350"/>
              <a:gd name="T17" fmla="*/ 131 h 203"/>
              <a:gd name="T18" fmla="*/ 43 w 350"/>
              <a:gd name="T19" fmla="*/ 74 h 203"/>
              <a:gd name="T20" fmla="*/ 7 w 350"/>
              <a:gd name="T21" fmla="*/ 84 h 203"/>
              <a:gd name="T22" fmla="*/ 17 w 350"/>
              <a:gd name="T23" fmla="*/ 120 h 203"/>
              <a:gd name="T24" fmla="*/ 162 w 350"/>
              <a:gd name="T25" fmla="*/ 199 h 203"/>
              <a:gd name="T26" fmla="*/ 163 w 350"/>
              <a:gd name="T27" fmla="*/ 200 h 203"/>
              <a:gd name="T28" fmla="*/ 167 w 350"/>
              <a:gd name="T29" fmla="*/ 201 h 203"/>
              <a:gd name="T30" fmla="*/ 168 w 350"/>
              <a:gd name="T31" fmla="*/ 202 h 203"/>
              <a:gd name="T32" fmla="*/ 169 w 350"/>
              <a:gd name="T33" fmla="*/ 202 h 203"/>
              <a:gd name="T34" fmla="*/ 175 w 350"/>
              <a:gd name="T35" fmla="*/ 203 h 203"/>
              <a:gd name="T36" fmla="*/ 175 w 350"/>
              <a:gd name="T37" fmla="*/ 203 h 203"/>
              <a:gd name="T38" fmla="*/ 175 w 350"/>
              <a:gd name="T39" fmla="*/ 203 h 203"/>
              <a:gd name="T40" fmla="*/ 175 w 350"/>
              <a:gd name="T41" fmla="*/ 203 h 203"/>
              <a:gd name="T42" fmla="*/ 181 w 350"/>
              <a:gd name="T43" fmla="*/ 202 h 203"/>
              <a:gd name="T44" fmla="*/ 182 w 350"/>
              <a:gd name="T45" fmla="*/ 202 h 203"/>
              <a:gd name="T46" fmla="*/ 183 w 350"/>
              <a:gd name="T47" fmla="*/ 201 h 203"/>
              <a:gd name="T48" fmla="*/ 187 w 350"/>
              <a:gd name="T49" fmla="*/ 200 h 203"/>
              <a:gd name="T50" fmla="*/ 188 w 350"/>
              <a:gd name="T51" fmla="*/ 199 h 203"/>
              <a:gd name="T52" fmla="*/ 333 w 350"/>
              <a:gd name="T53" fmla="*/ 120 h 203"/>
              <a:gd name="T54" fmla="*/ 343 w 350"/>
              <a:gd name="T55" fmla="*/ 84 h 203"/>
              <a:gd name="T56" fmla="*/ 307 w 350"/>
              <a:gd name="T57" fmla="*/ 74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0" h="203">
                <a:moveTo>
                  <a:pt x="307" y="74"/>
                </a:moveTo>
                <a:lnTo>
                  <a:pt x="307" y="74"/>
                </a:lnTo>
                <a:lnTo>
                  <a:pt x="202" y="131"/>
                </a:lnTo>
                <a:lnTo>
                  <a:pt x="202" y="54"/>
                </a:lnTo>
                <a:lnTo>
                  <a:pt x="258" y="54"/>
                </a:lnTo>
                <a:lnTo>
                  <a:pt x="258" y="0"/>
                </a:lnTo>
                <a:lnTo>
                  <a:pt x="175" y="0"/>
                </a:lnTo>
                <a:cubicBezTo>
                  <a:pt x="160" y="0"/>
                  <a:pt x="148" y="12"/>
                  <a:pt x="148" y="27"/>
                </a:cubicBezTo>
                <a:lnTo>
                  <a:pt x="148" y="131"/>
                </a:lnTo>
                <a:lnTo>
                  <a:pt x="43" y="74"/>
                </a:lnTo>
                <a:cubicBezTo>
                  <a:pt x="30" y="66"/>
                  <a:pt x="14" y="71"/>
                  <a:pt x="7" y="84"/>
                </a:cubicBezTo>
                <a:cubicBezTo>
                  <a:pt x="0" y="97"/>
                  <a:pt x="4" y="113"/>
                  <a:pt x="17" y="120"/>
                </a:cubicBezTo>
                <a:lnTo>
                  <a:pt x="162" y="199"/>
                </a:lnTo>
                <a:cubicBezTo>
                  <a:pt x="162" y="200"/>
                  <a:pt x="163" y="200"/>
                  <a:pt x="163" y="200"/>
                </a:cubicBezTo>
                <a:cubicBezTo>
                  <a:pt x="164" y="200"/>
                  <a:pt x="166" y="201"/>
                  <a:pt x="167" y="201"/>
                </a:cubicBezTo>
                <a:cubicBezTo>
                  <a:pt x="167" y="201"/>
                  <a:pt x="168" y="202"/>
                  <a:pt x="168" y="202"/>
                </a:cubicBezTo>
                <a:cubicBezTo>
                  <a:pt x="168" y="202"/>
                  <a:pt x="169" y="202"/>
                  <a:pt x="169" y="202"/>
                </a:cubicBezTo>
                <a:cubicBezTo>
                  <a:pt x="171" y="202"/>
                  <a:pt x="173" y="203"/>
                  <a:pt x="175" y="203"/>
                </a:cubicBezTo>
                <a:cubicBezTo>
                  <a:pt x="175" y="203"/>
                  <a:pt x="175" y="203"/>
                  <a:pt x="175" y="203"/>
                </a:cubicBezTo>
                <a:lnTo>
                  <a:pt x="175" y="203"/>
                </a:lnTo>
                <a:lnTo>
                  <a:pt x="175" y="203"/>
                </a:lnTo>
                <a:cubicBezTo>
                  <a:pt x="177" y="203"/>
                  <a:pt x="179" y="202"/>
                  <a:pt x="181" y="202"/>
                </a:cubicBezTo>
                <a:cubicBezTo>
                  <a:pt x="181" y="202"/>
                  <a:pt x="181" y="202"/>
                  <a:pt x="182" y="202"/>
                </a:cubicBezTo>
                <a:cubicBezTo>
                  <a:pt x="182" y="202"/>
                  <a:pt x="182" y="201"/>
                  <a:pt x="183" y="201"/>
                </a:cubicBezTo>
                <a:cubicBezTo>
                  <a:pt x="184" y="201"/>
                  <a:pt x="186" y="200"/>
                  <a:pt x="187" y="200"/>
                </a:cubicBezTo>
                <a:cubicBezTo>
                  <a:pt x="187" y="200"/>
                  <a:pt x="187" y="200"/>
                  <a:pt x="188" y="199"/>
                </a:cubicBezTo>
                <a:lnTo>
                  <a:pt x="333" y="120"/>
                </a:lnTo>
                <a:cubicBezTo>
                  <a:pt x="345" y="113"/>
                  <a:pt x="350" y="97"/>
                  <a:pt x="343" y="84"/>
                </a:cubicBezTo>
                <a:cubicBezTo>
                  <a:pt x="336" y="71"/>
                  <a:pt x="320" y="66"/>
                  <a:pt x="307" y="74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54" name="Freeform 86">
            <a:extLst>
              <a:ext uri="{FF2B5EF4-FFF2-40B4-BE49-F238E27FC236}">
                <a16:creationId xmlns="" xmlns:a16="http://schemas.microsoft.com/office/drawing/2014/main" id="{A8B886F1-F18B-4CF9-AB1F-ADDF6F76B8BF}"/>
              </a:ext>
            </a:extLst>
          </p:cNvPr>
          <p:cNvSpPr>
            <a:spLocks/>
          </p:cNvSpPr>
          <p:nvPr/>
        </p:nvSpPr>
        <p:spPr bwMode="gray">
          <a:xfrm>
            <a:off x="5394407" y="4069370"/>
            <a:ext cx="58769" cy="28303"/>
          </a:xfrm>
          <a:custGeom>
            <a:avLst/>
            <a:gdLst>
              <a:gd name="T0" fmla="*/ 30 w 351"/>
              <a:gd name="T1" fmla="*/ 132 h 200"/>
              <a:gd name="T2" fmla="*/ 30 w 351"/>
              <a:gd name="T3" fmla="*/ 132 h 200"/>
              <a:gd name="T4" fmla="*/ 43 w 351"/>
              <a:gd name="T5" fmla="*/ 129 h 200"/>
              <a:gd name="T6" fmla="*/ 149 w 351"/>
              <a:gd name="T7" fmla="*/ 72 h 200"/>
              <a:gd name="T8" fmla="*/ 149 w 351"/>
              <a:gd name="T9" fmla="*/ 147 h 200"/>
              <a:gd name="T10" fmla="*/ 92 w 351"/>
              <a:gd name="T11" fmla="*/ 147 h 200"/>
              <a:gd name="T12" fmla="*/ 92 w 351"/>
              <a:gd name="T13" fmla="*/ 200 h 200"/>
              <a:gd name="T14" fmla="*/ 175 w 351"/>
              <a:gd name="T15" fmla="*/ 200 h 200"/>
              <a:gd name="T16" fmla="*/ 202 w 351"/>
              <a:gd name="T17" fmla="*/ 173 h 200"/>
              <a:gd name="T18" fmla="*/ 202 w 351"/>
              <a:gd name="T19" fmla="*/ 72 h 200"/>
              <a:gd name="T20" fmla="*/ 307 w 351"/>
              <a:gd name="T21" fmla="*/ 129 h 200"/>
              <a:gd name="T22" fmla="*/ 320 w 351"/>
              <a:gd name="T23" fmla="*/ 132 h 200"/>
              <a:gd name="T24" fmla="*/ 343 w 351"/>
              <a:gd name="T25" fmla="*/ 119 h 200"/>
              <a:gd name="T26" fmla="*/ 333 w 351"/>
              <a:gd name="T27" fmla="*/ 82 h 200"/>
              <a:gd name="T28" fmla="*/ 188 w 351"/>
              <a:gd name="T29" fmla="*/ 3 h 200"/>
              <a:gd name="T30" fmla="*/ 188 w 351"/>
              <a:gd name="T31" fmla="*/ 3 h 200"/>
              <a:gd name="T32" fmla="*/ 186 w 351"/>
              <a:gd name="T33" fmla="*/ 3 h 200"/>
              <a:gd name="T34" fmla="*/ 184 w 351"/>
              <a:gd name="T35" fmla="*/ 2 h 200"/>
              <a:gd name="T36" fmla="*/ 183 w 351"/>
              <a:gd name="T37" fmla="*/ 1 h 200"/>
              <a:gd name="T38" fmla="*/ 182 w 351"/>
              <a:gd name="T39" fmla="*/ 1 h 200"/>
              <a:gd name="T40" fmla="*/ 179 w 351"/>
              <a:gd name="T41" fmla="*/ 0 h 200"/>
              <a:gd name="T42" fmla="*/ 178 w 351"/>
              <a:gd name="T43" fmla="*/ 0 h 200"/>
              <a:gd name="T44" fmla="*/ 176 w 351"/>
              <a:gd name="T45" fmla="*/ 0 h 200"/>
              <a:gd name="T46" fmla="*/ 175 w 351"/>
              <a:gd name="T47" fmla="*/ 0 h 200"/>
              <a:gd name="T48" fmla="*/ 174 w 351"/>
              <a:gd name="T49" fmla="*/ 0 h 200"/>
              <a:gd name="T50" fmla="*/ 173 w 351"/>
              <a:gd name="T51" fmla="*/ 0 h 200"/>
              <a:gd name="T52" fmla="*/ 171 w 351"/>
              <a:gd name="T53" fmla="*/ 0 h 200"/>
              <a:gd name="T54" fmla="*/ 169 w 351"/>
              <a:gd name="T55" fmla="*/ 1 h 200"/>
              <a:gd name="T56" fmla="*/ 168 w 351"/>
              <a:gd name="T57" fmla="*/ 1 h 200"/>
              <a:gd name="T58" fmla="*/ 166 w 351"/>
              <a:gd name="T59" fmla="*/ 2 h 200"/>
              <a:gd name="T60" fmla="*/ 164 w 351"/>
              <a:gd name="T61" fmla="*/ 3 h 200"/>
              <a:gd name="T62" fmla="*/ 163 w 351"/>
              <a:gd name="T63" fmla="*/ 3 h 200"/>
              <a:gd name="T64" fmla="*/ 162 w 351"/>
              <a:gd name="T65" fmla="*/ 3 h 200"/>
              <a:gd name="T66" fmla="*/ 17 w 351"/>
              <a:gd name="T67" fmla="*/ 82 h 200"/>
              <a:gd name="T68" fmla="*/ 7 w 351"/>
              <a:gd name="T69" fmla="*/ 119 h 200"/>
              <a:gd name="T70" fmla="*/ 30 w 351"/>
              <a:gd name="T71" fmla="*/ 13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351" h="200">
                <a:moveTo>
                  <a:pt x="30" y="132"/>
                </a:moveTo>
                <a:lnTo>
                  <a:pt x="30" y="132"/>
                </a:lnTo>
                <a:cubicBezTo>
                  <a:pt x="35" y="132"/>
                  <a:pt x="39" y="131"/>
                  <a:pt x="43" y="129"/>
                </a:cubicBezTo>
                <a:lnTo>
                  <a:pt x="149" y="72"/>
                </a:lnTo>
                <a:lnTo>
                  <a:pt x="149" y="147"/>
                </a:lnTo>
                <a:lnTo>
                  <a:pt x="92" y="147"/>
                </a:lnTo>
                <a:lnTo>
                  <a:pt x="92" y="200"/>
                </a:lnTo>
                <a:lnTo>
                  <a:pt x="175" y="200"/>
                </a:lnTo>
                <a:cubicBezTo>
                  <a:pt x="190" y="200"/>
                  <a:pt x="202" y="188"/>
                  <a:pt x="202" y="173"/>
                </a:cubicBezTo>
                <a:lnTo>
                  <a:pt x="202" y="72"/>
                </a:lnTo>
                <a:lnTo>
                  <a:pt x="307" y="129"/>
                </a:lnTo>
                <a:cubicBezTo>
                  <a:pt x="311" y="131"/>
                  <a:pt x="316" y="132"/>
                  <a:pt x="320" y="132"/>
                </a:cubicBezTo>
                <a:cubicBezTo>
                  <a:pt x="329" y="132"/>
                  <a:pt x="339" y="127"/>
                  <a:pt x="343" y="119"/>
                </a:cubicBezTo>
                <a:cubicBezTo>
                  <a:pt x="351" y="106"/>
                  <a:pt x="346" y="89"/>
                  <a:pt x="333" y="82"/>
                </a:cubicBezTo>
                <a:lnTo>
                  <a:pt x="188" y="3"/>
                </a:lnTo>
                <a:cubicBezTo>
                  <a:pt x="188" y="3"/>
                  <a:pt x="188" y="3"/>
                  <a:pt x="188" y="3"/>
                </a:cubicBezTo>
                <a:cubicBezTo>
                  <a:pt x="187" y="3"/>
                  <a:pt x="187" y="3"/>
                  <a:pt x="186" y="3"/>
                </a:cubicBezTo>
                <a:cubicBezTo>
                  <a:pt x="186" y="2"/>
                  <a:pt x="185" y="2"/>
                  <a:pt x="184" y="2"/>
                </a:cubicBezTo>
                <a:cubicBezTo>
                  <a:pt x="184" y="2"/>
                  <a:pt x="183" y="1"/>
                  <a:pt x="183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181" y="1"/>
                  <a:pt x="180" y="1"/>
                  <a:pt x="179" y="0"/>
                </a:cubicBezTo>
                <a:cubicBezTo>
                  <a:pt x="179" y="0"/>
                  <a:pt x="178" y="0"/>
                  <a:pt x="178" y="0"/>
                </a:cubicBezTo>
                <a:cubicBezTo>
                  <a:pt x="177" y="0"/>
                  <a:pt x="177" y="0"/>
                  <a:pt x="176" y="0"/>
                </a:cubicBezTo>
                <a:cubicBezTo>
                  <a:pt x="176" y="0"/>
                  <a:pt x="176" y="0"/>
                  <a:pt x="175" y="0"/>
                </a:cubicBezTo>
                <a:cubicBezTo>
                  <a:pt x="175" y="0"/>
                  <a:pt x="174" y="0"/>
                  <a:pt x="174" y="0"/>
                </a:cubicBezTo>
                <a:cubicBezTo>
                  <a:pt x="174" y="0"/>
                  <a:pt x="173" y="0"/>
                  <a:pt x="173" y="0"/>
                </a:cubicBezTo>
                <a:cubicBezTo>
                  <a:pt x="172" y="0"/>
                  <a:pt x="172" y="0"/>
                  <a:pt x="171" y="0"/>
                </a:cubicBezTo>
                <a:cubicBezTo>
                  <a:pt x="170" y="1"/>
                  <a:pt x="170" y="1"/>
                  <a:pt x="169" y="1"/>
                </a:cubicBezTo>
                <a:cubicBezTo>
                  <a:pt x="168" y="1"/>
                  <a:pt x="168" y="1"/>
                  <a:pt x="168" y="1"/>
                </a:cubicBezTo>
                <a:cubicBezTo>
                  <a:pt x="167" y="1"/>
                  <a:pt x="167" y="2"/>
                  <a:pt x="166" y="2"/>
                </a:cubicBezTo>
                <a:cubicBezTo>
                  <a:pt x="165" y="2"/>
                  <a:pt x="165" y="2"/>
                  <a:pt x="164" y="3"/>
                </a:cubicBezTo>
                <a:cubicBezTo>
                  <a:pt x="163" y="3"/>
                  <a:pt x="163" y="3"/>
                  <a:pt x="163" y="3"/>
                </a:cubicBezTo>
                <a:cubicBezTo>
                  <a:pt x="163" y="3"/>
                  <a:pt x="163" y="3"/>
                  <a:pt x="162" y="3"/>
                </a:cubicBezTo>
                <a:lnTo>
                  <a:pt x="17" y="82"/>
                </a:lnTo>
                <a:cubicBezTo>
                  <a:pt x="5" y="89"/>
                  <a:pt x="0" y="106"/>
                  <a:pt x="7" y="119"/>
                </a:cubicBezTo>
                <a:cubicBezTo>
                  <a:pt x="12" y="127"/>
                  <a:pt x="21" y="132"/>
                  <a:pt x="30" y="132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55" name="Freeform 87">
            <a:extLst>
              <a:ext uri="{FF2B5EF4-FFF2-40B4-BE49-F238E27FC236}">
                <a16:creationId xmlns="" xmlns:a16="http://schemas.microsoft.com/office/drawing/2014/main" id="{44C30E62-3B17-468D-9337-056B62D06B8B}"/>
              </a:ext>
            </a:extLst>
          </p:cNvPr>
          <p:cNvSpPr>
            <a:spLocks/>
          </p:cNvSpPr>
          <p:nvPr/>
        </p:nvSpPr>
        <p:spPr bwMode="gray">
          <a:xfrm>
            <a:off x="5353578" y="4087895"/>
            <a:ext cx="54438" cy="30362"/>
          </a:xfrm>
          <a:custGeom>
            <a:avLst/>
            <a:gdLst>
              <a:gd name="T0" fmla="*/ 0 w 324"/>
              <a:gd name="T1" fmla="*/ 111 h 216"/>
              <a:gd name="T2" fmla="*/ 0 w 324"/>
              <a:gd name="T3" fmla="*/ 111 h 216"/>
              <a:gd name="T4" fmla="*/ 0 w 324"/>
              <a:gd name="T5" fmla="*/ 112 h 216"/>
              <a:gd name="T6" fmla="*/ 0 w 324"/>
              <a:gd name="T7" fmla="*/ 114 h 216"/>
              <a:gd name="T8" fmla="*/ 1 w 324"/>
              <a:gd name="T9" fmla="*/ 116 h 216"/>
              <a:gd name="T10" fmla="*/ 1 w 324"/>
              <a:gd name="T11" fmla="*/ 117 h 216"/>
              <a:gd name="T12" fmla="*/ 2 w 324"/>
              <a:gd name="T13" fmla="*/ 119 h 216"/>
              <a:gd name="T14" fmla="*/ 3 w 324"/>
              <a:gd name="T15" fmla="*/ 121 h 216"/>
              <a:gd name="T16" fmla="*/ 3 w 324"/>
              <a:gd name="T17" fmla="*/ 122 h 216"/>
              <a:gd name="T18" fmla="*/ 3 w 324"/>
              <a:gd name="T19" fmla="*/ 123 h 216"/>
              <a:gd name="T20" fmla="*/ 4 w 324"/>
              <a:gd name="T21" fmla="*/ 123 h 216"/>
              <a:gd name="T22" fmla="*/ 5 w 324"/>
              <a:gd name="T23" fmla="*/ 125 h 216"/>
              <a:gd name="T24" fmla="*/ 7 w 324"/>
              <a:gd name="T25" fmla="*/ 127 h 216"/>
              <a:gd name="T26" fmla="*/ 7 w 324"/>
              <a:gd name="T27" fmla="*/ 128 h 216"/>
              <a:gd name="T28" fmla="*/ 8 w 324"/>
              <a:gd name="T29" fmla="*/ 129 h 216"/>
              <a:gd name="T30" fmla="*/ 9 w 324"/>
              <a:gd name="T31" fmla="*/ 129 h 216"/>
              <a:gd name="T32" fmla="*/ 10 w 324"/>
              <a:gd name="T33" fmla="*/ 131 h 216"/>
              <a:gd name="T34" fmla="*/ 13 w 324"/>
              <a:gd name="T35" fmla="*/ 132 h 216"/>
              <a:gd name="T36" fmla="*/ 13 w 324"/>
              <a:gd name="T37" fmla="*/ 133 h 216"/>
              <a:gd name="T38" fmla="*/ 14 w 324"/>
              <a:gd name="T39" fmla="*/ 133 h 216"/>
              <a:gd name="T40" fmla="*/ 157 w 324"/>
              <a:gd name="T41" fmla="*/ 213 h 216"/>
              <a:gd name="T42" fmla="*/ 170 w 324"/>
              <a:gd name="T43" fmla="*/ 216 h 216"/>
              <a:gd name="T44" fmla="*/ 193 w 324"/>
              <a:gd name="T45" fmla="*/ 203 h 216"/>
              <a:gd name="T46" fmla="*/ 183 w 324"/>
              <a:gd name="T47" fmla="*/ 166 h 216"/>
              <a:gd name="T48" fmla="*/ 129 w 324"/>
              <a:gd name="T49" fmla="*/ 136 h 216"/>
              <a:gd name="T50" fmla="*/ 271 w 324"/>
              <a:gd name="T51" fmla="*/ 136 h 216"/>
              <a:gd name="T52" fmla="*/ 271 w 324"/>
              <a:gd name="T53" fmla="*/ 176 h 216"/>
              <a:gd name="T54" fmla="*/ 324 w 324"/>
              <a:gd name="T55" fmla="*/ 176 h 216"/>
              <a:gd name="T56" fmla="*/ 324 w 324"/>
              <a:gd name="T57" fmla="*/ 110 h 216"/>
              <a:gd name="T58" fmla="*/ 297 w 324"/>
              <a:gd name="T59" fmla="*/ 83 h 216"/>
              <a:gd name="T60" fmla="*/ 129 w 324"/>
              <a:gd name="T61" fmla="*/ 83 h 216"/>
              <a:gd name="T62" fmla="*/ 183 w 324"/>
              <a:gd name="T63" fmla="*/ 53 h 216"/>
              <a:gd name="T64" fmla="*/ 193 w 324"/>
              <a:gd name="T65" fmla="*/ 17 h 216"/>
              <a:gd name="T66" fmla="*/ 157 w 324"/>
              <a:gd name="T67" fmla="*/ 7 h 216"/>
              <a:gd name="T68" fmla="*/ 14 w 324"/>
              <a:gd name="T69" fmla="*/ 87 h 216"/>
              <a:gd name="T70" fmla="*/ 13 w 324"/>
              <a:gd name="T71" fmla="*/ 87 h 216"/>
              <a:gd name="T72" fmla="*/ 11 w 324"/>
              <a:gd name="T73" fmla="*/ 88 h 216"/>
              <a:gd name="T74" fmla="*/ 10 w 324"/>
              <a:gd name="T75" fmla="*/ 89 h 216"/>
              <a:gd name="T76" fmla="*/ 9 w 324"/>
              <a:gd name="T77" fmla="*/ 90 h 216"/>
              <a:gd name="T78" fmla="*/ 7 w 324"/>
              <a:gd name="T79" fmla="*/ 92 h 216"/>
              <a:gd name="T80" fmla="*/ 6 w 324"/>
              <a:gd name="T81" fmla="*/ 93 h 216"/>
              <a:gd name="T82" fmla="*/ 5 w 324"/>
              <a:gd name="T83" fmla="*/ 94 h 216"/>
              <a:gd name="T84" fmla="*/ 4 w 324"/>
              <a:gd name="T85" fmla="*/ 96 h 216"/>
              <a:gd name="T86" fmla="*/ 3 w 324"/>
              <a:gd name="T87" fmla="*/ 97 h 216"/>
              <a:gd name="T88" fmla="*/ 3 w 324"/>
              <a:gd name="T89" fmla="*/ 97 h 216"/>
              <a:gd name="T90" fmla="*/ 3 w 324"/>
              <a:gd name="T91" fmla="*/ 99 h 216"/>
              <a:gd name="T92" fmla="*/ 2 w 324"/>
              <a:gd name="T93" fmla="*/ 101 h 216"/>
              <a:gd name="T94" fmla="*/ 1 w 324"/>
              <a:gd name="T95" fmla="*/ 102 h 216"/>
              <a:gd name="T96" fmla="*/ 1 w 324"/>
              <a:gd name="T97" fmla="*/ 103 h 216"/>
              <a:gd name="T98" fmla="*/ 0 w 324"/>
              <a:gd name="T99" fmla="*/ 106 h 216"/>
              <a:gd name="T100" fmla="*/ 0 w 324"/>
              <a:gd name="T101" fmla="*/ 107 h 216"/>
              <a:gd name="T102" fmla="*/ 0 w 324"/>
              <a:gd name="T103" fmla="*/ 109 h 216"/>
              <a:gd name="T104" fmla="*/ 0 w 324"/>
              <a:gd name="T105" fmla="*/ 110 h 216"/>
              <a:gd name="T106" fmla="*/ 0 w 324"/>
              <a:gd name="T107" fmla="*/ 111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0" y="111"/>
                </a:moveTo>
                <a:lnTo>
                  <a:pt x="0" y="111"/>
                </a:lnTo>
                <a:cubicBezTo>
                  <a:pt x="0" y="111"/>
                  <a:pt x="0" y="112"/>
                  <a:pt x="0" y="112"/>
                </a:cubicBezTo>
                <a:cubicBezTo>
                  <a:pt x="0" y="113"/>
                  <a:pt x="0" y="113"/>
                  <a:pt x="0" y="114"/>
                </a:cubicBezTo>
                <a:cubicBezTo>
                  <a:pt x="0" y="115"/>
                  <a:pt x="1" y="115"/>
                  <a:pt x="1" y="116"/>
                </a:cubicBezTo>
                <a:cubicBezTo>
                  <a:pt x="1" y="117"/>
                  <a:pt x="1" y="117"/>
                  <a:pt x="1" y="117"/>
                </a:cubicBezTo>
                <a:cubicBezTo>
                  <a:pt x="1" y="118"/>
                  <a:pt x="1" y="118"/>
                  <a:pt x="2" y="119"/>
                </a:cubicBezTo>
                <a:cubicBezTo>
                  <a:pt x="2" y="120"/>
                  <a:pt x="2" y="120"/>
                  <a:pt x="3" y="121"/>
                </a:cubicBezTo>
                <a:cubicBezTo>
                  <a:pt x="3" y="121"/>
                  <a:pt x="3" y="122"/>
                  <a:pt x="3" y="122"/>
                </a:cubicBezTo>
                <a:cubicBezTo>
                  <a:pt x="3" y="122"/>
                  <a:pt x="3" y="123"/>
                  <a:pt x="3" y="123"/>
                </a:cubicBezTo>
                <a:cubicBezTo>
                  <a:pt x="3" y="123"/>
                  <a:pt x="4" y="123"/>
                  <a:pt x="4" y="123"/>
                </a:cubicBezTo>
                <a:cubicBezTo>
                  <a:pt x="4" y="124"/>
                  <a:pt x="5" y="125"/>
                  <a:pt x="5" y="125"/>
                </a:cubicBezTo>
                <a:cubicBezTo>
                  <a:pt x="6" y="126"/>
                  <a:pt x="6" y="127"/>
                  <a:pt x="7" y="127"/>
                </a:cubicBezTo>
                <a:cubicBezTo>
                  <a:pt x="7" y="128"/>
                  <a:pt x="7" y="128"/>
                  <a:pt x="7" y="128"/>
                </a:cubicBezTo>
                <a:cubicBezTo>
                  <a:pt x="8" y="128"/>
                  <a:pt x="8" y="129"/>
                  <a:pt x="8" y="129"/>
                </a:cubicBezTo>
                <a:cubicBezTo>
                  <a:pt x="8" y="129"/>
                  <a:pt x="8" y="129"/>
                  <a:pt x="9" y="129"/>
                </a:cubicBezTo>
                <a:cubicBezTo>
                  <a:pt x="9" y="130"/>
                  <a:pt x="10" y="130"/>
                  <a:pt x="10" y="131"/>
                </a:cubicBezTo>
                <a:cubicBezTo>
                  <a:pt x="11" y="131"/>
                  <a:pt x="12" y="132"/>
                  <a:pt x="13" y="132"/>
                </a:cubicBezTo>
                <a:cubicBezTo>
                  <a:pt x="13" y="133"/>
                  <a:pt x="13" y="133"/>
                  <a:pt x="13" y="133"/>
                </a:cubicBezTo>
                <a:cubicBezTo>
                  <a:pt x="14" y="133"/>
                  <a:pt x="14" y="133"/>
                  <a:pt x="14" y="133"/>
                </a:cubicBezTo>
                <a:lnTo>
                  <a:pt x="157" y="213"/>
                </a:lnTo>
                <a:cubicBezTo>
                  <a:pt x="161" y="215"/>
                  <a:pt x="166" y="216"/>
                  <a:pt x="170" y="216"/>
                </a:cubicBezTo>
                <a:cubicBezTo>
                  <a:pt x="179" y="216"/>
                  <a:pt x="189" y="211"/>
                  <a:pt x="193" y="203"/>
                </a:cubicBezTo>
                <a:cubicBezTo>
                  <a:pt x="201" y="190"/>
                  <a:pt x="196" y="173"/>
                  <a:pt x="183" y="166"/>
                </a:cubicBezTo>
                <a:lnTo>
                  <a:pt x="129" y="136"/>
                </a:lnTo>
                <a:lnTo>
                  <a:pt x="271" y="136"/>
                </a:lnTo>
                <a:lnTo>
                  <a:pt x="271" y="176"/>
                </a:lnTo>
                <a:lnTo>
                  <a:pt x="324" y="176"/>
                </a:lnTo>
                <a:lnTo>
                  <a:pt x="324" y="110"/>
                </a:lnTo>
                <a:cubicBezTo>
                  <a:pt x="324" y="95"/>
                  <a:pt x="312" y="83"/>
                  <a:pt x="297" y="83"/>
                </a:cubicBezTo>
                <a:lnTo>
                  <a:pt x="129" y="83"/>
                </a:lnTo>
                <a:lnTo>
                  <a:pt x="183" y="53"/>
                </a:lnTo>
                <a:cubicBezTo>
                  <a:pt x="196" y="46"/>
                  <a:pt x="201" y="30"/>
                  <a:pt x="193" y="17"/>
                </a:cubicBezTo>
                <a:cubicBezTo>
                  <a:pt x="186" y="4"/>
                  <a:pt x="170" y="0"/>
                  <a:pt x="157" y="7"/>
                </a:cubicBezTo>
                <a:lnTo>
                  <a:pt x="14" y="87"/>
                </a:lnTo>
                <a:cubicBezTo>
                  <a:pt x="13" y="87"/>
                  <a:pt x="13" y="87"/>
                  <a:pt x="13" y="87"/>
                </a:cubicBezTo>
                <a:cubicBezTo>
                  <a:pt x="12" y="88"/>
                  <a:pt x="12" y="88"/>
                  <a:pt x="11" y="88"/>
                </a:cubicBezTo>
                <a:cubicBezTo>
                  <a:pt x="11" y="89"/>
                  <a:pt x="10" y="89"/>
                  <a:pt x="10" y="89"/>
                </a:cubicBezTo>
                <a:cubicBezTo>
                  <a:pt x="9" y="90"/>
                  <a:pt x="9" y="90"/>
                  <a:pt x="9" y="90"/>
                </a:cubicBezTo>
                <a:cubicBezTo>
                  <a:pt x="8" y="91"/>
                  <a:pt x="8" y="91"/>
                  <a:pt x="7" y="92"/>
                </a:cubicBezTo>
                <a:cubicBezTo>
                  <a:pt x="7" y="92"/>
                  <a:pt x="6" y="93"/>
                  <a:pt x="6" y="93"/>
                </a:cubicBezTo>
                <a:cubicBezTo>
                  <a:pt x="6" y="93"/>
                  <a:pt x="5" y="94"/>
                  <a:pt x="5" y="94"/>
                </a:cubicBezTo>
                <a:cubicBezTo>
                  <a:pt x="5" y="95"/>
                  <a:pt x="4" y="95"/>
                  <a:pt x="4" y="96"/>
                </a:cubicBezTo>
                <a:cubicBezTo>
                  <a:pt x="4" y="96"/>
                  <a:pt x="3" y="97"/>
                  <a:pt x="3" y="97"/>
                </a:cubicBezTo>
                <a:cubicBezTo>
                  <a:pt x="3" y="97"/>
                  <a:pt x="3" y="97"/>
                  <a:pt x="3" y="97"/>
                </a:cubicBezTo>
                <a:cubicBezTo>
                  <a:pt x="3" y="98"/>
                  <a:pt x="3" y="98"/>
                  <a:pt x="3" y="99"/>
                </a:cubicBezTo>
                <a:cubicBezTo>
                  <a:pt x="2" y="99"/>
                  <a:pt x="2" y="100"/>
                  <a:pt x="2" y="101"/>
                </a:cubicBezTo>
                <a:cubicBezTo>
                  <a:pt x="1" y="101"/>
                  <a:pt x="1" y="102"/>
                  <a:pt x="1" y="102"/>
                </a:cubicBezTo>
                <a:cubicBezTo>
                  <a:pt x="1" y="103"/>
                  <a:pt x="1" y="103"/>
                  <a:pt x="1" y="103"/>
                </a:cubicBezTo>
                <a:cubicBezTo>
                  <a:pt x="1" y="104"/>
                  <a:pt x="0" y="105"/>
                  <a:pt x="0" y="106"/>
                </a:cubicBezTo>
                <a:cubicBezTo>
                  <a:pt x="0" y="106"/>
                  <a:pt x="0" y="107"/>
                  <a:pt x="0" y="107"/>
                </a:cubicBezTo>
                <a:cubicBezTo>
                  <a:pt x="0" y="108"/>
                  <a:pt x="0" y="108"/>
                  <a:pt x="0" y="109"/>
                </a:cubicBezTo>
                <a:cubicBezTo>
                  <a:pt x="0" y="109"/>
                  <a:pt x="0" y="109"/>
                  <a:pt x="0" y="110"/>
                </a:cubicBezTo>
                <a:cubicBezTo>
                  <a:pt x="0" y="110"/>
                  <a:pt x="0" y="111"/>
                  <a:pt x="0" y="111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56" name="Freeform 88">
            <a:extLst>
              <a:ext uri="{FF2B5EF4-FFF2-40B4-BE49-F238E27FC236}">
                <a16:creationId xmlns="" xmlns:a16="http://schemas.microsoft.com/office/drawing/2014/main" id="{14F31F21-9B0A-42EA-B36C-5AC8EDAC5398}"/>
              </a:ext>
            </a:extLst>
          </p:cNvPr>
          <p:cNvSpPr>
            <a:spLocks/>
          </p:cNvSpPr>
          <p:nvPr/>
        </p:nvSpPr>
        <p:spPr bwMode="gray">
          <a:xfrm>
            <a:off x="5439566" y="4087895"/>
            <a:ext cx="55057" cy="30362"/>
          </a:xfrm>
          <a:custGeom>
            <a:avLst/>
            <a:gdLst>
              <a:gd name="T0" fmla="*/ 141 w 324"/>
              <a:gd name="T1" fmla="*/ 53 h 216"/>
              <a:gd name="T2" fmla="*/ 141 w 324"/>
              <a:gd name="T3" fmla="*/ 53 h 216"/>
              <a:gd name="T4" fmla="*/ 195 w 324"/>
              <a:gd name="T5" fmla="*/ 83 h 216"/>
              <a:gd name="T6" fmla="*/ 54 w 324"/>
              <a:gd name="T7" fmla="*/ 83 h 216"/>
              <a:gd name="T8" fmla="*/ 54 w 324"/>
              <a:gd name="T9" fmla="*/ 43 h 216"/>
              <a:gd name="T10" fmla="*/ 0 w 324"/>
              <a:gd name="T11" fmla="*/ 43 h 216"/>
              <a:gd name="T12" fmla="*/ 0 w 324"/>
              <a:gd name="T13" fmla="*/ 110 h 216"/>
              <a:gd name="T14" fmla="*/ 27 w 324"/>
              <a:gd name="T15" fmla="*/ 137 h 216"/>
              <a:gd name="T16" fmla="*/ 195 w 324"/>
              <a:gd name="T17" fmla="*/ 137 h 216"/>
              <a:gd name="T18" fmla="*/ 141 w 324"/>
              <a:gd name="T19" fmla="*/ 166 h 216"/>
              <a:gd name="T20" fmla="*/ 131 w 324"/>
              <a:gd name="T21" fmla="*/ 203 h 216"/>
              <a:gd name="T22" fmla="*/ 154 w 324"/>
              <a:gd name="T23" fmla="*/ 216 h 216"/>
              <a:gd name="T24" fmla="*/ 167 w 324"/>
              <a:gd name="T25" fmla="*/ 213 h 216"/>
              <a:gd name="T26" fmla="*/ 310 w 324"/>
              <a:gd name="T27" fmla="*/ 133 h 216"/>
              <a:gd name="T28" fmla="*/ 311 w 324"/>
              <a:gd name="T29" fmla="*/ 133 h 216"/>
              <a:gd name="T30" fmla="*/ 311 w 324"/>
              <a:gd name="T31" fmla="*/ 133 h 216"/>
              <a:gd name="T32" fmla="*/ 314 w 324"/>
              <a:gd name="T33" fmla="*/ 131 h 216"/>
              <a:gd name="T34" fmla="*/ 316 w 324"/>
              <a:gd name="T35" fmla="*/ 129 h 216"/>
              <a:gd name="T36" fmla="*/ 316 w 324"/>
              <a:gd name="T37" fmla="*/ 129 h 216"/>
              <a:gd name="T38" fmla="*/ 317 w 324"/>
              <a:gd name="T39" fmla="*/ 128 h 216"/>
              <a:gd name="T40" fmla="*/ 317 w 324"/>
              <a:gd name="T41" fmla="*/ 128 h 216"/>
              <a:gd name="T42" fmla="*/ 319 w 324"/>
              <a:gd name="T43" fmla="*/ 125 h 216"/>
              <a:gd name="T44" fmla="*/ 320 w 324"/>
              <a:gd name="T45" fmla="*/ 124 h 216"/>
              <a:gd name="T46" fmla="*/ 321 w 324"/>
              <a:gd name="T47" fmla="*/ 123 h 216"/>
              <a:gd name="T48" fmla="*/ 321 w 324"/>
              <a:gd name="T49" fmla="*/ 122 h 216"/>
              <a:gd name="T50" fmla="*/ 322 w 324"/>
              <a:gd name="T51" fmla="*/ 121 h 216"/>
              <a:gd name="T52" fmla="*/ 322 w 324"/>
              <a:gd name="T53" fmla="*/ 119 h 216"/>
              <a:gd name="T54" fmla="*/ 323 w 324"/>
              <a:gd name="T55" fmla="*/ 118 h 216"/>
              <a:gd name="T56" fmla="*/ 323 w 324"/>
              <a:gd name="T57" fmla="*/ 116 h 216"/>
              <a:gd name="T58" fmla="*/ 324 w 324"/>
              <a:gd name="T59" fmla="*/ 114 h 216"/>
              <a:gd name="T60" fmla="*/ 324 w 324"/>
              <a:gd name="T61" fmla="*/ 112 h 216"/>
              <a:gd name="T62" fmla="*/ 324 w 324"/>
              <a:gd name="T63" fmla="*/ 111 h 216"/>
              <a:gd name="T64" fmla="*/ 324 w 324"/>
              <a:gd name="T65" fmla="*/ 110 h 216"/>
              <a:gd name="T66" fmla="*/ 324 w 324"/>
              <a:gd name="T67" fmla="*/ 109 h 216"/>
              <a:gd name="T68" fmla="*/ 324 w 324"/>
              <a:gd name="T69" fmla="*/ 107 h 216"/>
              <a:gd name="T70" fmla="*/ 324 w 324"/>
              <a:gd name="T71" fmla="*/ 106 h 216"/>
              <a:gd name="T72" fmla="*/ 323 w 324"/>
              <a:gd name="T73" fmla="*/ 104 h 216"/>
              <a:gd name="T74" fmla="*/ 323 w 324"/>
              <a:gd name="T75" fmla="*/ 102 h 216"/>
              <a:gd name="T76" fmla="*/ 322 w 324"/>
              <a:gd name="T77" fmla="*/ 101 h 216"/>
              <a:gd name="T78" fmla="*/ 322 w 324"/>
              <a:gd name="T79" fmla="*/ 99 h 216"/>
              <a:gd name="T80" fmla="*/ 321 w 324"/>
              <a:gd name="T81" fmla="*/ 97 h 216"/>
              <a:gd name="T82" fmla="*/ 321 w 324"/>
              <a:gd name="T83" fmla="*/ 97 h 216"/>
              <a:gd name="T84" fmla="*/ 320 w 324"/>
              <a:gd name="T85" fmla="*/ 96 h 216"/>
              <a:gd name="T86" fmla="*/ 319 w 324"/>
              <a:gd name="T87" fmla="*/ 94 h 216"/>
              <a:gd name="T88" fmla="*/ 318 w 324"/>
              <a:gd name="T89" fmla="*/ 93 h 216"/>
              <a:gd name="T90" fmla="*/ 317 w 324"/>
              <a:gd name="T91" fmla="*/ 92 h 216"/>
              <a:gd name="T92" fmla="*/ 316 w 324"/>
              <a:gd name="T93" fmla="*/ 90 h 216"/>
              <a:gd name="T94" fmla="*/ 314 w 324"/>
              <a:gd name="T95" fmla="*/ 89 h 216"/>
              <a:gd name="T96" fmla="*/ 313 w 324"/>
              <a:gd name="T97" fmla="*/ 88 h 216"/>
              <a:gd name="T98" fmla="*/ 311 w 324"/>
              <a:gd name="T99" fmla="*/ 87 h 216"/>
              <a:gd name="T100" fmla="*/ 310 w 324"/>
              <a:gd name="T101" fmla="*/ 87 h 216"/>
              <a:gd name="T102" fmla="*/ 167 w 324"/>
              <a:gd name="T103" fmla="*/ 7 h 216"/>
              <a:gd name="T104" fmla="*/ 131 w 324"/>
              <a:gd name="T105" fmla="*/ 17 h 216"/>
              <a:gd name="T106" fmla="*/ 141 w 324"/>
              <a:gd name="T107" fmla="*/ 53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324" h="216">
                <a:moveTo>
                  <a:pt x="141" y="53"/>
                </a:moveTo>
                <a:lnTo>
                  <a:pt x="141" y="53"/>
                </a:lnTo>
                <a:lnTo>
                  <a:pt x="195" y="83"/>
                </a:lnTo>
                <a:lnTo>
                  <a:pt x="54" y="83"/>
                </a:lnTo>
                <a:lnTo>
                  <a:pt x="54" y="43"/>
                </a:lnTo>
                <a:lnTo>
                  <a:pt x="0" y="43"/>
                </a:lnTo>
                <a:lnTo>
                  <a:pt x="0" y="110"/>
                </a:lnTo>
                <a:cubicBezTo>
                  <a:pt x="0" y="125"/>
                  <a:pt x="12" y="137"/>
                  <a:pt x="27" y="137"/>
                </a:cubicBezTo>
                <a:lnTo>
                  <a:pt x="195" y="137"/>
                </a:lnTo>
                <a:lnTo>
                  <a:pt x="141" y="166"/>
                </a:lnTo>
                <a:cubicBezTo>
                  <a:pt x="128" y="174"/>
                  <a:pt x="124" y="190"/>
                  <a:pt x="131" y="203"/>
                </a:cubicBezTo>
                <a:cubicBezTo>
                  <a:pt x="136" y="211"/>
                  <a:pt x="145" y="216"/>
                  <a:pt x="154" y="216"/>
                </a:cubicBezTo>
                <a:cubicBezTo>
                  <a:pt x="158" y="216"/>
                  <a:pt x="163" y="215"/>
                  <a:pt x="167" y="213"/>
                </a:cubicBezTo>
                <a:lnTo>
                  <a:pt x="310" y="133"/>
                </a:lnTo>
                <a:cubicBezTo>
                  <a:pt x="311" y="133"/>
                  <a:pt x="311" y="133"/>
                  <a:pt x="311" y="133"/>
                </a:cubicBezTo>
                <a:cubicBezTo>
                  <a:pt x="311" y="133"/>
                  <a:pt x="311" y="133"/>
                  <a:pt x="311" y="133"/>
                </a:cubicBezTo>
                <a:cubicBezTo>
                  <a:pt x="312" y="132"/>
                  <a:pt x="313" y="132"/>
                  <a:pt x="314" y="131"/>
                </a:cubicBezTo>
                <a:cubicBezTo>
                  <a:pt x="314" y="130"/>
                  <a:pt x="315" y="130"/>
                  <a:pt x="316" y="129"/>
                </a:cubicBezTo>
                <a:cubicBezTo>
                  <a:pt x="316" y="129"/>
                  <a:pt x="316" y="129"/>
                  <a:pt x="316" y="129"/>
                </a:cubicBezTo>
                <a:cubicBezTo>
                  <a:pt x="316" y="129"/>
                  <a:pt x="317" y="129"/>
                  <a:pt x="317" y="128"/>
                </a:cubicBezTo>
                <a:cubicBezTo>
                  <a:pt x="317" y="128"/>
                  <a:pt x="317" y="128"/>
                  <a:pt x="317" y="128"/>
                </a:cubicBezTo>
                <a:cubicBezTo>
                  <a:pt x="318" y="127"/>
                  <a:pt x="319" y="126"/>
                  <a:pt x="319" y="125"/>
                </a:cubicBezTo>
                <a:cubicBezTo>
                  <a:pt x="320" y="125"/>
                  <a:pt x="320" y="124"/>
                  <a:pt x="320" y="124"/>
                </a:cubicBezTo>
                <a:cubicBezTo>
                  <a:pt x="320" y="123"/>
                  <a:pt x="321" y="123"/>
                  <a:pt x="321" y="123"/>
                </a:cubicBezTo>
                <a:cubicBezTo>
                  <a:pt x="321" y="123"/>
                  <a:pt x="321" y="123"/>
                  <a:pt x="321" y="122"/>
                </a:cubicBezTo>
                <a:cubicBezTo>
                  <a:pt x="321" y="122"/>
                  <a:pt x="321" y="122"/>
                  <a:pt x="322" y="121"/>
                </a:cubicBezTo>
                <a:cubicBezTo>
                  <a:pt x="322" y="120"/>
                  <a:pt x="322" y="120"/>
                  <a:pt x="322" y="119"/>
                </a:cubicBezTo>
                <a:cubicBezTo>
                  <a:pt x="323" y="119"/>
                  <a:pt x="323" y="118"/>
                  <a:pt x="323" y="118"/>
                </a:cubicBezTo>
                <a:cubicBezTo>
                  <a:pt x="323" y="117"/>
                  <a:pt x="323" y="117"/>
                  <a:pt x="323" y="116"/>
                </a:cubicBezTo>
                <a:cubicBezTo>
                  <a:pt x="324" y="116"/>
                  <a:pt x="324" y="115"/>
                  <a:pt x="324" y="114"/>
                </a:cubicBezTo>
                <a:cubicBezTo>
                  <a:pt x="324" y="114"/>
                  <a:pt x="324" y="113"/>
                  <a:pt x="324" y="112"/>
                </a:cubicBezTo>
                <a:cubicBezTo>
                  <a:pt x="324" y="112"/>
                  <a:pt x="324" y="111"/>
                  <a:pt x="324" y="111"/>
                </a:cubicBezTo>
                <a:cubicBezTo>
                  <a:pt x="324" y="111"/>
                  <a:pt x="324" y="110"/>
                  <a:pt x="324" y="110"/>
                </a:cubicBezTo>
                <a:cubicBezTo>
                  <a:pt x="324" y="110"/>
                  <a:pt x="324" y="109"/>
                  <a:pt x="324" y="109"/>
                </a:cubicBezTo>
                <a:cubicBezTo>
                  <a:pt x="324" y="108"/>
                  <a:pt x="324" y="108"/>
                  <a:pt x="324" y="107"/>
                </a:cubicBezTo>
                <a:cubicBezTo>
                  <a:pt x="324" y="107"/>
                  <a:pt x="324" y="106"/>
                  <a:pt x="324" y="106"/>
                </a:cubicBezTo>
                <a:cubicBezTo>
                  <a:pt x="324" y="105"/>
                  <a:pt x="324" y="104"/>
                  <a:pt x="323" y="104"/>
                </a:cubicBezTo>
                <a:cubicBezTo>
                  <a:pt x="323" y="103"/>
                  <a:pt x="323" y="103"/>
                  <a:pt x="323" y="102"/>
                </a:cubicBezTo>
                <a:cubicBezTo>
                  <a:pt x="323" y="102"/>
                  <a:pt x="323" y="101"/>
                  <a:pt x="322" y="101"/>
                </a:cubicBezTo>
                <a:cubicBezTo>
                  <a:pt x="322" y="100"/>
                  <a:pt x="322" y="99"/>
                  <a:pt x="322" y="99"/>
                </a:cubicBezTo>
                <a:cubicBezTo>
                  <a:pt x="321" y="98"/>
                  <a:pt x="321" y="98"/>
                  <a:pt x="321" y="97"/>
                </a:cubicBezTo>
                <a:cubicBezTo>
                  <a:pt x="321" y="97"/>
                  <a:pt x="321" y="97"/>
                  <a:pt x="321" y="97"/>
                </a:cubicBezTo>
                <a:cubicBezTo>
                  <a:pt x="321" y="97"/>
                  <a:pt x="320" y="96"/>
                  <a:pt x="320" y="96"/>
                </a:cubicBezTo>
                <a:cubicBezTo>
                  <a:pt x="320" y="95"/>
                  <a:pt x="319" y="95"/>
                  <a:pt x="319" y="94"/>
                </a:cubicBezTo>
                <a:cubicBezTo>
                  <a:pt x="319" y="94"/>
                  <a:pt x="318" y="93"/>
                  <a:pt x="318" y="93"/>
                </a:cubicBezTo>
                <a:cubicBezTo>
                  <a:pt x="318" y="93"/>
                  <a:pt x="317" y="92"/>
                  <a:pt x="317" y="92"/>
                </a:cubicBezTo>
                <a:cubicBezTo>
                  <a:pt x="317" y="91"/>
                  <a:pt x="316" y="91"/>
                  <a:pt x="316" y="90"/>
                </a:cubicBezTo>
                <a:cubicBezTo>
                  <a:pt x="315" y="90"/>
                  <a:pt x="315" y="90"/>
                  <a:pt x="314" y="89"/>
                </a:cubicBezTo>
                <a:cubicBezTo>
                  <a:pt x="314" y="89"/>
                  <a:pt x="314" y="89"/>
                  <a:pt x="313" y="88"/>
                </a:cubicBezTo>
                <a:cubicBezTo>
                  <a:pt x="313" y="88"/>
                  <a:pt x="312" y="88"/>
                  <a:pt x="311" y="87"/>
                </a:cubicBezTo>
                <a:cubicBezTo>
                  <a:pt x="311" y="87"/>
                  <a:pt x="311" y="87"/>
                  <a:pt x="310" y="87"/>
                </a:cubicBezTo>
                <a:lnTo>
                  <a:pt x="167" y="7"/>
                </a:lnTo>
                <a:cubicBezTo>
                  <a:pt x="154" y="0"/>
                  <a:pt x="138" y="4"/>
                  <a:pt x="131" y="17"/>
                </a:cubicBezTo>
                <a:cubicBezTo>
                  <a:pt x="124" y="30"/>
                  <a:pt x="128" y="46"/>
                  <a:pt x="141" y="5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sp>
        <p:nvSpPr>
          <p:cNvPr id="257" name="Freeform 89">
            <a:extLst>
              <a:ext uri="{FF2B5EF4-FFF2-40B4-BE49-F238E27FC236}">
                <a16:creationId xmlns="" xmlns:a16="http://schemas.microsoft.com/office/drawing/2014/main" id="{1A671294-9629-4638-9532-57E0766A5736}"/>
              </a:ext>
            </a:extLst>
          </p:cNvPr>
          <p:cNvSpPr>
            <a:spLocks noEditPoints="1"/>
          </p:cNvSpPr>
          <p:nvPr/>
        </p:nvSpPr>
        <p:spPr bwMode="gray">
          <a:xfrm>
            <a:off x="5320173" y="4054961"/>
            <a:ext cx="209092" cy="202754"/>
          </a:xfrm>
          <a:custGeom>
            <a:avLst/>
            <a:gdLst>
              <a:gd name="T0" fmla="*/ 620 w 1240"/>
              <a:gd name="T1" fmla="*/ 937 h 1436"/>
              <a:gd name="T2" fmla="*/ 620 w 1240"/>
              <a:gd name="T3" fmla="*/ 937 h 1436"/>
              <a:gd name="T4" fmla="*/ 1173 w 1240"/>
              <a:gd name="T5" fmla="*/ 750 h 1436"/>
              <a:gd name="T6" fmla="*/ 1173 w 1240"/>
              <a:gd name="T7" fmla="*/ 819 h 1436"/>
              <a:gd name="T8" fmla="*/ 620 w 1240"/>
              <a:gd name="T9" fmla="*/ 1098 h 1436"/>
              <a:gd name="T10" fmla="*/ 66 w 1240"/>
              <a:gd name="T11" fmla="*/ 819 h 1436"/>
              <a:gd name="T12" fmla="*/ 66 w 1240"/>
              <a:gd name="T13" fmla="*/ 750 h 1436"/>
              <a:gd name="T14" fmla="*/ 620 w 1240"/>
              <a:gd name="T15" fmla="*/ 937 h 1436"/>
              <a:gd name="T16" fmla="*/ 620 w 1240"/>
              <a:gd name="T17" fmla="*/ 689 h 1436"/>
              <a:gd name="T18" fmla="*/ 620 w 1240"/>
              <a:gd name="T19" fmla="*/ 689 h 1436"/>
              <a:gd name="T20" fmla="*/ 1173 w 1240"/>
              <a:gd name="T21" fmla="*/ 502 h 1436"/>
              <a:gd name="T22" fmla="*/ 1173 w 1240"/>
              <a:gd name="T23" fmla="*/ 589 h 1436"/>
              <a:gd name="T24" fmla="*/ 1173 w 1240"/>
              <a:gd name="T25" fmla="*/ 592 h 1436"/>
              <a:gd name="T26" fmla="*/ 620 w 1240"/>
              <a:gd name="T27" fmla="*/ 870 h 1436"/>
              <a:gd name="T28" fmla="*/ 66 w 1240"/>
              <a:gd name="T29" fmla="*/ 592 h 1436"/>
              <a:gd name="T30" fmla="*/ 66 w 1240"/>
              <a:gd name="T31" fmla="*/ 589 h 1436"/>
              <a:gd name="T32" fmla="*/ 66 w 1240"/>
              <a:gd name="T33" fmla="*/ 502 h 1436"/>
              <a:gd name="T34" fmla="*/ 620 w 1240"/>
              <a:gd name="T35" fmla="*/ 689 h 1436"/>
              <a:gd name="T36" fmla="*/ 620 w 1240"/>
              <a:gd name="T37" fmla="*/ 66 h 1436"/>
              <a:gd name="T38" fmla="*/ 620 w 1240"/>
              <a:gd name="T39" fmla="*/ 66 h 1436"/>
              <a:gd name="T40" fmla="*/ 1173 w 1240"/>
              <a:gd name="T41" fmla="*/ 344 h 1436"/>
              <a:gd name="T42" fmla="*/ 620 w 1240"/>
              <a:gd name="T43" fmla="*/ 622 h 1436"/>
              <a:gd name="T44" fmla="*/ 66 w 1240"/>
              <a:gd name="T45" fmla="*/ 344 h 1436"/>
              <a:gd name="T46" fmla="*/ 620 w 1240"/>
              <a:gd name="T47" fmla="*/ 66 h 1436"/>
              <a:gd name="T48" fmla="*/ 446 w 1240"/>
              <a:gd name="T49" fmla="*/ 1383 h 1436"/>
              <a:gd name="T50" fmla="*/ 446 w 1240"/>
              <a:gd name="T51" fmla="*/ 1383 h 1436"/>
              <a:gd name="T52" fmla="*/ 513 w 1240"/>
              <a:gd name="T53" fmla="*/ 1436 h 1436"/>
              <a:gd name="T54" fmla="*/ 583 w 1240"/>
              <a:gd name="T55" fmla="*/ 1366 h 1436"/>
              <a:gd name="T56" fmla="*/ 513 w 1240"/>
              <a:gd name="T57" fmla="*/ 1297 h 1436"/>
              <a:gd name="T58" fmla="*/ 463 w 1240"/>
              <a:gd name="T59" fmla="*/ 1319 h 1436"/>
              <a:gd name="T60" fmla="*/ 66 w 1240"/>
              <a:gd name="T61" fmla="*/ 1052 h 1436"/>
              <a:gd name="T62" fmla="*/ 66 w 1240"/>
              <a:gd name="T63" fmla="*/ 977 h 1436"/>
              <a:gd name="T64" fmla="*/ 620 w 1240"/>
              <a:gd name="T65" fmla="*/ 1164 h 1436"/>
              <a:gd name="T66" fmla="*/ 1173 w 1240"/>
              <a:gd name="T67" fmla="*/ 978 h 1436"/>
              <a:gd name="T68" fmla="*/ 1173 w 1240"/>
              <a:gd name="T69" fmla="*/ 1052 h 1436"/>
              <a:gd name="T70" fmla="*/ 777 w 1240"/>
              <a:gd name="T71" fmla="*/ 1319 h 1436"/>
              <a:gd name="T72" fmla="*/ 726 w 1240"/>
              <a:gd name="T73" fmla="*/ 1297 h 1436"/>
              <a:gd name="T74" fmla="*/ 657 w 1240"/>
              <a:gd name="T75" fmla="*/ 1366 h 1436"/>
              <a:gd name="T76" fmla="*/ 726 w 1240"/>
              <a:gd name="T77" fmla="*/ 1436 h 1436"/>
              <a:gd name="T78" fmla="*/ 793 w 1240"/>
              <a:gd name="T79" fmla="*/ 1383 h 1436"/>
              <a:gd name="T80" fmla="*/ 1240 w 1240"/>
              <a:gd name="T81" fmla="*/ 1052 h 1436"/>
              <a:gd name="T82" fmla="*/ 1240 w 1240"/>
              <a:gd name="T83" fmla="*/ 594 h 1436"/>
              <a:gd name="T84" fmla="*/ 1240 w 1240"/>
              <a:gd name="T85" fmla="*/ 589 h 1436"/>
              <a:gd name="T86" fmla="*/ 1240 w 1240"/>
              <a:gd name="T87" fmla="*/ 362 h 1436"/>
              <a:gd name="T88" fmla="*/ 1240 w 1240"/>
              <a:gd name="T89" fmla="*/ 356 h 1436"/>
              <a:gd name="T90" fmla="*/ 1240 w 1240"/>
              <a:gd name="T91" fmla="*/ 344 h 1436"/>
              <a:gd name="T92" fmla="*/ 620 w 1240"/>
              <a:gd name="T93" fmla="*/ 0 h 1436"/>
              <a:gd name="T94" fmla="*/ 0 w 1240"/>
              <a:gd name="T95" fmla="*/ 344 h 1436"/>
              <a:gd name="T96" fmla="*/ 0 w 1240"/>
              <a:gd name="T97" fmla="*/ 356 h 1436"/>
              <a:gd name="T98" fmla="*/ 0 w 1240"/>
              <a:gd name="T99" fmla="*/ 362 h 1436"/>
              <a:gd name="T100" fmla="*/ 0 w 1240"/>
              <a:gd name="T101" fmla="*/ 589 h 1436"/>
              <a:gd name="T102" fmla="*/ 0 w 1240"/>
              <a:gd name="T103" fmla="*/ 592 h 1436"/>
              <a:gd name="T104" fmla="*/ 0 w 1240"/>
              <a:gd name="T105" fmla="*/ 819 h 1436"/>
              <a:gd name="T106" fmla="*/ 0 w 1240"/>
              <a:gd name="T107" fmla="*/ 821 h 1436"/>
              <a:gd name="T108" fmla="*/ 0 w 1240"/>
              <a:gd name="T109" fmla="*/ 822 h 1436"/>
              <a:gd name="T110" fmla="*/ 0 w 1240"/>
              <a:gd name="T111" fmla="*/ 1052 h 1436"/>
              <a:gd name="T112" fmla="*/ 446 w 1240"/>
              <a:gd name="T113" fmla="*/ 1383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240" h="1436">
                <a:moveTo>
                  <a:pt x="620" y="937"/>
                </a:moveTo>
                <a:lnTo>
                  <a:pt x="620" y="937"/>
                </a:lnTo>
                <a:cubicBezTo>
                  <a:pt x="865" y="937"/>
                  <a:pt x="1072" y="862"/>
                  <a:pt x="1173" y="750"/>
                </a:cubicBezTo>
                <a:lnTo>
                  <a:pt x="1173" y="819"/>
                </a:lnTo>
                <a:cubicBezTo>
                  <a:pt x="1173" y="970"/>
                  <a:pt x="920" y="1098"/>
                  <a:pt x="620" y="1098"/>
                </a:cubicBezTo>
                <a:cubicBezTo>
                  <a:pt x="320" y="1098"/>
                  <a:pt x="66" y="970"/>
                  <a:pt x="66" y="819"/>
                </a:cubicBezTo>
                <a:lnTo>
                  <a:pt x="66" y="750"/>
                </a:lnTo>
                <a:cubicBezTo>
                  <a:pt x="168" y="862"/>
                  <a:pt x="375" y="937"/>
                  <a:pt x="620" y="937"/>
                </a:cubicBezTo>
                <a:close/>
                <a:moveTo>
                  <a:pt x="620" y="689"/>
                </a:moveTo>
                <a:lnTo>
                  <a:pt x="620" y="689"/>
                </a:lnTo>
                <a:cubicBezTo>
                  <a:pt x="865" y="689"/>
                  <a:pt x="1072" y="614"/>
                  <a:pt x="1173" y="502"/>
                </a:cubicBezTo>
                <a:lnTo>
                  <a:pt x="1173" y="589"/>
                </a:lnTo>
                <a:lnTo>
                  <a:pt x="1173" y="592"/>
                </a:lnTo>
                <a:cubicBezTo>
                  <a:pt x="1173" y="743"/>
                  <a:pt x="920" y="870"/>
                  <a:pt x="620" y="870"/>
                </a:cubicBezTo>
                <a:cubicBezTo>
                  <a:pt x="320" y="870"/>
                  <a:pt x="66" y="743"/>
                  <a:pt x="66" y="592"/>
                </a:cubicBezTo>
                <a:lnTo>
                  <a:pt x="66" y="589"/>
                </a:lnTo>
                <a:lnTo>
                  <a:pt x="66" y="502"/>
                </a:lnTo>
                <a:cubicBezTo>
                  <a:pt x="168" y="614"/>
                  <a:pt x="375" y="689"/>
                  <a:pt x="620" y="689"/>
                </a:cubicBezTo>
                <a:close/>
                <a:moveTo>
                  <a:pt x="620" y="66"/>
                </a:moveTo>
                <a:lnTo>
                  <a:pt x="620" y="66"/>
                </a:lnTo>
                <a:cubicBezTo>
                  <a:pt x="920" y="66"/>
                  <a:pt x="1173" y="193"/>
                  <a:pt x="1173" y="344"/>
                </a:cubicBezTo>
                <a:cubicBezTo>
                  <a:pt x="1173" y="495"/>
                  <a:pt x="920" y="622"/>
                  <a:pt x="620" y="622"/>
                </a:cubicBezTo>
                <a:cubicBezTo>
                  <a:pt x="320" y="622"/>
                  <a:pt x="66" y="495"/>
                  <a:pt x="66" y="344"/>
                </a:cubicBezTo>
                <a:cubicBezTo>
                  <a:pt x="66" y="193"/>
                  <a:pt x="320" y="66"/>
                  <a:pt x="620" y="66"/>
                </a:cubicBezTo>
                <a:close/>
                <a:moveTo>
                  <a:pt x="446" y="1383"/>
                </a:moveTo>
                <a:lnTo>
                  <a:pt x="446" y="1383"/>
                </a:lnTo>
                <a:cubicBezTo>
                  <a:pt x="454" y="1413"/>
                  <a:pt x="481" y="1436"/>
                  <a:pt x="513" y="1436"/>
                </a:cubicBezTo>
                <a:cubicBezTo>
                  <a:pt x="552" y="1436"/>
                  <a:pt x="583" y="1404"/>
                  <a:pt x="583" y="1366"/>
                </a:cubicBezTo>
                <a:cubicBezTo>
                  <a:pt x="583" y="1328"/>
                  <a:pt x="552" y="1297"/>
                  <a:pt x="513" y="1297"/>
                </a:cubicBezTo>
                <a:cubicBezTo>
                  <a:pt x="493" y="1297"/>
                  <a:pt x="475" y="1305"/>
                  <a:pt x="463" y="1319"/>
                </a:cubicBezTo>
                <a:cubicBezTo>
                  <a:pt x="233" y="1284"/>
                  <a:pt x="66" y="1174"/>
                  <a:pt x="66" y="1052"/>
                </a:cubicBezTo>
                <a:lnTo>
                  <a:pt x="66" y="977"/>
                </a:lnTo>
                <a:cubicBezTo>
                  <a:pt x="168" y="1089"/>
                  <a:pt x="375" y="1164"/>
                  <a:pt x="620" y="1164"/>
                </a:cubicBezTo>
                <a:cubicBezTo>
                  <a:pt x="865" y="1164"/>
                  <a:pt x="1072" y="1089"/>
                  <a:pt x="1173" y="978"/>
                </a:cubicBezTo>
                <a:lnTo>
                  <a:pt x="1173" y="1052"/>
                </a:lnTo>
                <a:cubicBezTo>
                  <a:pt x="1173" y="1174"/>
                  <a:pt x="1007" y="1284"/>
                  <a:pt x="777" y="1319"/>
                </a:cubicBezTo>
                <a:cubicBezTo>
                  <a:pt x="764" y="1305"/>
                  <a:pt x="746" y="1297"/>
                  <a:pt x="726" y="1297"/>
                </a:cubicBezTo>
                <a:cubicBezTo>
                  <a:pt x="688" y="1297"/>
                  <a:pt x="657" y="1328"/>
                  <a:pt x="657" y="1366"/>
                </a:cubicBezTo>
                <a:cubicBezTo>
                  <a:pt x="657" y="1404"/>
                  <a:pt x="688" y="1436"/>
                  <a:pt x="726" y="1436"/>
                </a:cubicBezTo>
                <a:cubicBezTo>
                  <a:pt x="758" y="1436"/>
                  <a:pt x="785" y="1413"/>
                  <a:pt x="793" y="1383"/>
                </a:cubicBezTo>
                <a:cubicBezTo>
                  <a:pt x="1056" y="1342"/>
                  <a:pt x="1240" y="1209"/>
                  <a:pt x="1240" y="1052"/>
                </a:cubicBezTo>
                <a:lnTo>
                  <a:pt x="1240" y="594"/>
                </a:lnTo>
                <a:lnTo>
                  <a:pt x="1240" y="589"/>
                </a:lnTo>
                <a:lnTo>
                  <a:pt x="1240" y="362"/>
                </a:lnTo>
                <a:cubicBezTo>
                  <a:pt x="1240" y="360"/>
                  <a:pt x="1240" y="358"/>
                  <a:pt x="1240" y="356"/>
                </a:cubicBezTo>
                <a:cubicBezTo>
                  <a:pt x="1240" y="352"/>
                  <a:pt x="1240" y="348"/>
                  <a:pt x="1240" y="344"/>
                </a:cubicBezTo>
                <a:cubicBezTo>
                  <a:pt x="1240" y="151"/>
                  <a:pt x="968" y="0"/>
                  <a:pt x="620" y="0"/>
                </a:cubicBezTo>
                <a:cubicBezTo>
                  <a:pt x="272" y="0"/>
                  <a:pt x="0" y="151"/>
                  <a:pt x="0" y="344"/>
                </a:cubicBezTo>
                <a:cubicBezTo>
                  <a:pt x="0" y="348"/>
                  <a:pt x="0" y="352"/>
                  <a:pt x="0" y="356"/>
                </a:cubicBezTo>
                <a:cubicBezTo>
                  <a:pt x="0" y="358"/>
                  <a:pt x="0" y="360"/>
                  <a:pt x="0" y="362"/>
                </a:cubicBezTo>
                <a:lnTo>
                  <a:pt x="0" y="589"/>
                </a:lnTo>
                <a:lnTo>
                  <a:pt x="0" y="592"/>
                </a:lnTo>
                <a:lnTo>
                  <a:pt x="0" y="819"/>
                </a:lnTo>
                <a:cubicBezTo>
                  <a:pt x="0" y="820"/>
                  <a:pt x="0" y="821"/>
                  <a:pt x="0" y="821"/>
                </a:cubicBezTo>
                <a:cubicBezTo>
                  <a:pt x="0" y="821"/>
                  <a:pt x="0" y="822"/>
                  <a:pt x="0" y="822"/>
                </a:cubicBezTo>
                <a:lnTo>
                  <a:pt x="0" y="1052"/>
                </a:lnTo>
                <a:cubicBezTo>
                  <a:pt x="0" y="1208"/>
                  <a:pt x="184" y="1342"/>
                  <a:pt x="446" y="1383"/>
                </a:cubicBezTo>
                <a:close/>
              </a:path>
            </a:pathLst>
          </a:custGeom>
          <a:solidFill>
            <a:srgbClr val="3C3C3B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 defTabSz="511713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 kern="0">
              <a:solidFill>
                <a:prstClr val="black"/>
              </a:solidFill>
            </a:endParaRPr>
          </a:p>
        </p:txBody>
      </p:sp>
      <p:cxnSp>
        <p:nvCxnSpPr>
          <p:cNvPr id="258" name="直接连接符 257">
            <a:extLst>
              <a:ext uri="{FF2B5EF4-FFF2-40B4-BE49-F238E27FC236}">
                <a16:creationId xmlns="" xmlns:a16="http://schemas.microsoft.com/office/drawing/2014/main" id="{DAD5BB0B-851C-4202-BC99-9D466B6A4D4B}"/>
              </a:ext>
            </a:extLst>
          </p:cNvPr>
          <p:cNvCxnSpPr>
            <a:stCxn id="240" idx="3"/>
          </p:cNvCxnSpPr>
          <p:nvPr/>
        </p:nvCxnSpPr>
        <p:spPr bwMode="gray">
          <a:xfrm>
            <a:off x="5059863" y="4766214"/>
            <a:ext cx="271439" cy="150841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9" name="直接连接符 258">
            <a:extLst>
              <a:ext uri="{FF2B5EF4-FFF2-40B4-BE49-F238E27FC236}">
                <a16:creationId xmlns="" xmlns:a16="http://schemas.microsoft.com/office/drawing/2014/main" id="{6550D05A-33C4-4690-AC8D-01DC983BE11A}"/>
              </a:ext>
            </a:extLst>
          </p:cNvPr>
          <p:cNvCxnSpPr>
            <a:stCxn id="247" idx="3"/>
            <a:endCxn id="245" idx="27"/>
          </p:cNvCxnSpPr>
          <p:nvPr/>
        </p:nvCxnSpPr>
        <p:spPr bwMode="gray">
          <a:xfrm flipH="1" flipV="1">
            <a:off x="5861706" y="4443491"/>
            <a:ext cx="874" cy="23441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0" name="直接连接符 259">
            <a:extLst>
              <a:ext uri="{FF2B5EF4-FFF2-40B4-BE49-F238E27FC236}">
                <a16:creationId xmlns="" xmlns:a16="http://schemas.microsoft.com/office/drawing/2014/main" id="{1C0366A3-3D15-4A8A-AE5A-4AF2BF5C1B29}"/>
              </a:ext>
            </a:extLst>
          </p:cNvPr>
          <p:cNvCxnSpPr>
            <a:stCxn id="245" idx="51"/>
            <a:endCxn id="257" idx="3"/>
          </p:cNvCxnSpPr>
          <p:nvPr/>
        </p:nvCxnSpPr>
        <p:spPr bwMode="gray">
          <a:xfrm flipH="1" flipV="1">
            <a:off x="5517967" y="4170599"/>
            <a:ext cx="245431" cy="16361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1" name="直接连接符 260">
            <a:extLst>
              <a:ext uri="{FF2B5EF4-FFF2-40B4-BE49-F238E27FC236}">
                <a16:creationId xmlns="" xmlns:a16="http://schemas.microsoft.com/office/drawing/2014/main" id="{90696C6C-4221-43D6-80F8-D4C3CBFAA384}"/>
              </a:ext>
            </a:extLst>
          </p:cNvPr>
          <p:cNvCxnSpPr>
            <a:stCxn id="240" idx="46"/>
          </p:cNvCxnSpPr>
          <p:nvPr/>
        </p:nvCxnSpPr>
        <p:spPr bwMode="gray">
          <a:xfrm flipV="1">
            <a:off x="4966613" y="4458863"/>
            <a:ext cx="6238" cy="19171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2" name="组合 261">
            <a:extLst>
              <a:ext uri="{FF2B5EF4-FFF2-40B4-BE49-F238E27FC236}">
                <a16:creationId xmlns="" xmlns:a16="http://schemas.microsoft.com/office/drawing/2014/main" id="{257547E7-0AF0-4AF0-82EB-5D33550835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139385" y="4235183"/>
            <a:ext cx="209092" cy="202754"/>
            <a:chOff x="7875588" y="733425"/>
            <a:chExt cx="536574" cy="625476"/>
          </a:xfrm>
          <a:solidFill>
            <a:srgbClr val="FFDAB6"/>
          </a:solidFill>
        </p:grpSpPr>
        <p:sp>
          <p:nvSpPr>
            <p:cNvPr id="318" name="Freeform 85">
              <a:extLst>
                <a:ext uri="{FF2B5EF4-FFF2-40B4-BE49-F238E27FC236}">
                  <a16:creationId xmlns="" xmlns:a16="http://schemas.microsoft.com/office/drawing/2014/main" id="{26394228-E784-45E9-A752-FC3E8FE76874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19" name="Freeform 86">
              <a:extLst>
                <a:ext uri="{FF2B5EF4-FFF2-40B4-BE49-F238E27FC236}">
                  <a16:creationId xmlns="" xmlns:a16="http://schemas.microsoft.com/office/drawing/2014/main" id="{4F645EA1-C74A-4D81-94F9-18BF9EB89D51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20" name="Freeform 87">
              <a:extLst>
                <a:ext uri="{FF2B5EF4-FFF2-40B4-BE49-F238E27FC236}">
                  <a16:creationId xmlns="" xmlns:a16="http://schemas.microsoft.com/office/drawing/2014/main" id="{79C67008-F4B7-4CDA-A951-7B197D58DE7A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21" name="Freeform 88">
              <a:extLst>
                <a:ext uri="{FF2B5EF4-FFF2-40B4-BE49-F238E27FC236}">
                  <a16:creationId xmlns="" xmlns:a16="http://schemas.microsoft.com/office/drawing/2014/main" id="{C1220BDF-7379-4CD9-9559-7544E877C22F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22" name="Freeform 89">
              <a:extLst>
                <a:ext uri="{FF2B5EF4-FFF2-40B4-BE49-F238E27FC236}">
                  <a16:creationId xmlns="" xmlns:a16="http://schemas.microsoft.com/office/drawing/2014/main" id="{0A37F870-2ABA-4A49-A26F-F7071D4E0290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263" name="组合 262">
            <a:extLst>
              <a:ext uri="{FF2B5EF4-FFF2-40B4-BE49-F238E27FC236}">
                <a16:creationId xmlns="" xmlns:a16="http://schemas.microsoft.com/office/drawing/2014/main" id="{E5C4E2BE-E693-4CA5-BCA1-A096973D7DDE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139385" y="4634178"/>
            <a:ext cx="209092" cy="208153"/>
            <a:chOff x="7875588" y="777875"/>
            <a:chExt cx="536574" cy="642133"/>
          </a:xfrm>
          <a:solidFill>
            <a:srgbClr val="FFDAB6"/>
          </a:solidFill>
        </p:grpSpPr>
        <p:sp>
          <p:nvSpPr>
            <p:cNvPr id="313" name="Freeform 85">
              <a:extLst>
                <a:ext uri="{FF2B5EF4-FFF2-40B4-BE49-F238E27FC236}">
                  <a16:creationId xmlns="" xmlns:a16="http://schemas.microsoft.com/office/drawing/2014/main" id="{F716E3B6-3A8C-4E02-A680-E92C6BBC327C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14" name="Freeform 86">
              <a:extLst>
                <a:ext uri="{FF2B5EF4-FFF2-40B4-BE49-F238E27FC236}">
                  <a16:creationId xmlns="" xmlns:a16="http://schemas.microsoft.com/office/drawing/2014/main" id="{22E3A58C-EE9D-41CF-A55A-C4475950BCA8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15" name="Freeform 87">
              <a:extLst>
                <a:ext uri="{FF2B5EF4-FFF2-40B4-BE49-F238E27FC236}">
                  <a16:creationId xmlns="" xmlns:a16="http://schemas.microsoft.com/office/drawing/2014/main" id="{3EEE1430-4B81-4B7B-8C39-7F5D3EDE6E77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16" name="Freeform 88">
              <a:extLst>
                <a:ext uri="{FF2B5EF4-FFF2-40B4-BE49-F238E27FC236}">
                  <a16:creationId xmlns="" xmlns:a16="http://schemas.microsoft.com/office/drawing/2014/main" id="{A0ED92ED-72AF-47A8-8102-FCA5AFF6C5C4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17" name="Freeform 89">
              <a:extLst>
                <a:ext uri="{FF2B5EF4-FFF2-40B4-BE49-F238E27FC236}">
                  <a16:creationId xmlns="" xmlns:a16="http://schemas.microsoft.com/office/drawing/2014/main" id="{ABBED9E0-A174-4AB0-A3A3-6B9E784962F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94532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264" name="组合 263">
            <a:extLst>
              <a:ext uri="{FF2B5EF4-FFF2-40B4-BE49-F238E27FC236}">
                <a16:creationId xmlns="" xmlns:a16="http://schemas.microsoft.com/office/drawing/2014/main" id="{A6E22A06-489C-4E37-860A-97505125A1F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040716" y="4219814"/>
            <a:ext cx="209092" cy="202754"/>
            <a:chOff x="7875588" y="733425"/>
            <a:chExt cx="536574" cy="625476"/>
          </a:xfrm>
          <a:solidFill>
            <a:srgbClr val="FFDAB6"/>
          </a:solidFill>
        </p:grpSpPr>
        <p:sp>
          <p:nvSpPr>
            <p:cNvPr id="308" name="Freeform 85">
              <a:extLst>
                <a:ext uri="{FF2B5EF4-FFF2-40B4-BE49-F238E27FC236}">
                  <a16:creationId xmlns="" xmlns:a16="http://schemas.microsoft.com/office/drawing/2014/main" id="{8F8179E8-083F-40CE-8B9C-21D976FB5687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09" name="Freeform 86">
              <a:extLst>
                <a:ext uri="{FF2B5EF4-FFF2-40B4-BE49-F238E27FC236}">
                  <a16:creationId xmlns="" xmlns:a16="http://schemas.microsoft.com/office/drawing/2014/main" id="{A662F855-D51D-4E37-803D-57181042610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10" name="Freeform 87">
              <a:extLst>
                <a:ext uri="{FF2B5EF4-FFF2-40B4-BE49-F238E27FC236}">
                  <a16:creationId xmlns="" xmlns:a16="http://schemas.microsoft.com/office/drawing/2014/main" id="{0F7F3371-89A5-4B24-9BD4-188983DF7A7F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11" name="Freeform 88">
              <a:extLst>
                <a:ext uri="{FF2B5EF4-FFF2-40B4-BE49-F238E27FC236}">
                  <a16:creationId xmlns="" xmlns:a16="http://schemas.microsoft.com/office/drawing/2014/main" id="{AF15B2F1-2CDD-4F64-BC5B-2A5A0A902F5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12" name="Freeform 89">
              <a:extLst>
                <a:ext uri="{FF2B5EF4-FFF2-40B4-BE49-F238E27FC236}">
                  <a16:creationId xmlns="" xmlns:a16="http://schemas.microsoft.com/office/drawing/2014/main" id="{C99518D3-7B43-4052-8BB5-3A45261A177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265" name="组合 264">
            <a:extLst>
              <a:ext uri="{FF2B5EF4-FFF2-40B4-BE49-F238E27FC236}">
                <a16:creationId xmlns="" xmlns:a16="http://schemas.microsoft.com/office/drawing/2014/main" id="{EE521E80-0A9C-470F-A8F2-3DAD470E6F31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040716" y="4622505"/>
            <a:ext cx="209092" cy="202754"/>
            <a:chOff x="7875588" y="733425"/>
            <a:chExt cx="536574" cy="625476"/>
          </a:xfrm>
          <a:solidFill>
            <a:srgbClr val="FFDAB6"/>
          </a:solidFill>
        </p:grpSpPr>
        <p:sp>
          <p:nvSpPr>
            <p:cNvPr id="303" name="Freeform 85">
              <a:extLst>
                <a:ext uri="{FF2B5EF4-FFF2-40B4-BE49-F238E27FC236}">
                  <a16:creationId xmlns="" xmlns:a16="http://schemas.microsoft.com/office/drawing/2014/main" id="{1AF25827-206A-4AF3-A779-12AFC7DD86C5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04" name="Freeform 86">
              <a:extLst>
                <a:ext uri="{FF2B5EF4-FFF2-40B4-BE49-F238E27FC236}">
                  <a16:creationId xmlns="" xmlns:a16="http://schemas.microsoft.com/office/drawing/2014/main" id="{DE0B5279-9B46-4721-82B9-924698A77B0E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05" name="Freeform 87">
              <a:extLst>
                <a:ext uri="{FF2B5EF4-FFF2-40B4-BE49-F238E27FC236}">
                  <a16:creationId xmlns="" xmlns:a16="http://schemas.microsoft.com/office/drawing/2014/main" id="{25C16E8B-A531-4986-9B50-50999F99024B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06" name="Freeform 88">
              <a:extLst>
                <a:ext uri="{FF2B5EF4-FFF2-40B4-BE49-F238E27FC236}">
                  <a16:creationId xmlns="" xmlns:a16="http://schemas.microsoft.com/office/drawing/2014/main" id="{A4A2DD62-F9CE-497D-8A51-EA0FD14E4E0C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07" name="Freeform 89">
              <a:extLst>
                <a:ext uri="{FF2B5EF4-FFF2-40B4-BE49-F238E27FC236}">
                  <a16:creationId xmlns="" xmlns:a16="http://schemas.microsoft.com/office/drawing/2014/main" id="{10BAF533-7127-44F9-B62A-29E1CEA5E5D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cxnSp>
        <p:nvCxnSpPr>
          <p:cNvPr id="266" name="直接连接符 265">
            <a:extLst>
              <a:ext uri="{FF2B5EF4-FFF2-40B4-BE49-F238E27FC236}">
                <a16:creationId xmlns="" xmlns:a16="http://schemas.microsoft.com/office/drawing/2014/main" id="{95707D3F-26A1-48AD-8FCE-818ACB53D2C6}"/>
              </a:ext>
            </a:extLst>
          </p:cNvPr>
          <p:cNvCxnSpPr>
            <a:stCxn id="321" idx="35"/>
            <a:endCxn id="302" idx="51"/>
          </p:cNvCxnSpPr>
          <p:nvPr/>
        </p:nvCxnSpPr>
        <p:spPr bwMode="gray">
          <a:xfrm flipV="1">
            <a:off x="6313834" y="4107741"/>
            <a:ext cx="283655" cy="17527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7" name="直接连接符 266">
            <a:extLst>
              <a:ext uri="{FF2B5EF4-FFF2-40B4-BE49-F238E27FC236}">
                <a16:creationId xmlns="" xmlns:a16="http://schemas.microsoft.com/office/drawing/2014/main" id="{C521371C-D42D-4710-902A-7E7E6EAF5503}"/>
              </a:ext>
            </a:extLst>
          </p:cNvPr>
          <p:cNvCxnSpPr>
            <a:endCxn id="307" idx="5"/>
          </p:cNvCxnSpPr>
          <p:nvPr/>
        </p:nvCxnSpPr>
        <p:spPr bwMode="gray">
          <a:xfrm flipV="1">
            <a:off x="6770514" y="4738142"/>
            <a:ext cx="281331" cy="15395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68" name="组合 267">
            <a:extLst>
              <a:ext uri="{FF2B5EF4-FFF2-40B4-BE49-F238E27FC236}">
                <a16:creationId xmlns="" xmlns:a16="http://schemas.microsoft.com/office/drawing/2014/main" id="{DC5E8492-2155-4869-91B6-0C7D6C9329AD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597490" y="4024153"/>
            <a:ext cx="209092" cy="202754"/>
            <a:chOff x="7875588" y="733425"/>
            <a:chExt cx="536574" cy="625476"/>
          </a:xfrm>
          <a:solidFill>
            <a:srgbClr val="FFDAB6"/>
          </a:solidFill>
        </p:grpSpPr>
        <p:sp>
          <p:nvSpPr>
            <p:cNvPr id="298" name="Freeform 85">
              <a:extLst>
                <a:ext uri="{FF2B5EF4-FFF2-40B4-BE49-F238E27FC236}">
                  <a16:creationId xmlns="" xmlns:a16="http://schemas.microsoft.com/office/drawing/2014/main" id="{BAC2ED2D-CAFD-47E6-9DF5-DAFD4DE72D94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99" name="Freeform 86">
              <a:extLst>
                <a:ext uri="{FF2B5EF4-FFF2-40B4-BE49-F238E27FC236}">
                  <a16:creationId xmlns="" xmlns:a16="http://schemas.microsoft.com/office/drawing/2014/main" id="{1F68FBB0-5941-4C69-BC31-5FB2EA45A1AD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00" name="Freeform 87">
              <a:extLst>
                <a:ext uri="{FF2B5EF4-FFF2-40B4-BE49-F238E27FC236}">
                  <a16:creationId xmlns="" xmlns:a16="http://schemas.microsoft.com/office/drawing/2014/main" id="{35EDAE22-E3F4-4247-8FD9-86965AF40B95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01" name="Freeform 88">
              <a:extLst>
                <a:ext uri="{FF2B5EF4-FFF2-40B4-BE49-F238E27FC236}">
                  <a16:creationId xmlns="" xmlns:a16="http://schemas.microsoft.com/office/drawing/2014/main" id="{B3F9FCC9-5372-4D79-8498-53FEC7D4F500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302" name="Freeform 89">
              <a:extLst>
                <a:ext uri="{FF2B5EF4-FFF2-40B4-BE49-F238E27FC236}">
                  <a16:creationId xmlns="" xmlns:a16="http://schemas.microsoft.com/office/drawing/2014/main" id="{7A7278B2-F72A-44E2-B255-8D8F37247884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75588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269" name="组合 268">
            <a:extLst>
              <a:ext uri="{FF2B5EF4-FFF2-40B4-BE49-F238E27FC236}">
                <a16:creationId xmlns="" xmlns:a16="http://schemas.microsoft.com/office/drawing/2014/main" id="{92681B89-5489-41FC-A205-194228E3DBD3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603057" y="4837677"/>
            <a:ext cx="209092" cy="202754"/>
            <a:chOff x="7889874" y="733425"/>
            <a:chExt cx="536574" cy="625476"/>
          </a:xfrm>
          <a:solidFill>
            <a:srgbClr val="FFDAB6"/>
          </a:solidFill>
        </p:grpSpPr>
        <p:sp>
          <p:nvSpPr>
            <p:cNvPr id="293" name="Freeform 85">
              <a:extLst>
                <a:ext uri="{FF2B5EF4-FFF2-40B4-BE49-F238E27FC236}">
                  <a16:creationId xmlns="" xmlns:a16="http://schemas.microsoft.com/office/drawing/2014/main" id="{2E9013E0-8F90-414A-AFEB-D8EF276C5DD3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900113"/>
              <a:ext cx="152400" cy="88900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94" name="Freeform 86">
              <a:extLst>
                <a:ext uri="{FF2B5EF4-FFF2-40B4-BE49-F238E27FC236}">
                  <a16:creationId xmlns="" xmlns:a16="http://schemas.microsoft.com/office/drawing/2014/main" id="{8B212E08-EFA6-47F6-A6FB-24DA256ECACF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6088" y="777875"/>
              <a:ext cx="150812" cy="8731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95" name="Freeform 87">
              <a:extLst>
                <a:ext uri="{FF2B5EF4-FFF2-40B4-BE49-F238E27FC236}">
                  <a16:creationId xmlns="" xmlns:a16="http://schemas.microsoft.com/office/drawing/2014/main" id="{E4F7D0E3-9544-4BCB-8DA0-715CF33BFE0D}"/>
                </a:ext>
              </a:extLst>
            </p:cNvPr>
            <p:cNvSpPr>
              <a:spLocks/>
            </p:cNvSpPr>
            <p:nvPr/>
          </p:nvSpPr>
          <p:spPr bwMode="gray">
            <a:xfrm>
              <a:off x="7961313" y="835025"/>
              <a:ext cx="139700" cy="93663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96" name="Freeform 88">
              <a:extLst>
                <a:ext uri="{FF2B5EF4-FFF2-40B4-BE49-F238E27FC236}">
                  <a16:creationId xmlns="" xmlns:a16="http://schemas.microsoft.com/office/drawing/2014/main" id="{54163DBF-8007-497C-A6EC-39E173FB8B87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1975" y="835025"/>
              <a:ext cx="141287" cy="93663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97" name="Freeform 89">
              <a:extLst>
                <a:ext uri="{FF2B5EF4-FFF2-40B4-BE49-F238E27FC236}">
                  <a16:creationId xmlns="" xmlns:a16="http://schemas.microsoft.com/office/drawing/2014/main" id="{A8E6F3EA-D161-4045-9E1C-96C2996F8E16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7889874" y="733425"/>
              <a:ext cx="536574" cy="625476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cxnSp>
        <p:nvCxnSpPr>
          <p:cNvPr id="270" name="直接连接符 269">
            <a:extLst>
              <a:ext uri="{FF2B5EF4-FFF2-40B4-BE49-F238E27FC236}">
                <a16:creationId xmlns="" xmlns:a16="http://schemas.microsoft.com/office/drawing/2014/main" id="{B4145EE5-B236-4691-9A36-0C94F3322014}"/>
              </a:ext>
            </a:extLst>
          </p:cNvPr>
          <p:cNvCxnSpPr>
            <a:stCxn id="317" idx="3"/>
            <a:endCxn id="297" idx="22"/>
          </p:cNvCxnSpPr>
          <p:nvPr/>
        </p:nvCxnSpPr>
        <p:spPr bwMode="gray">
          <a:xfrm>
            <a:off x="6337179" y="4755215"/>
            <a:ext cx="277006" cy="13103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1" name="直接连接符 270">
            <a:extLst>
              <a:ext uri="{FF2B5EF4-FFF2-40B4-BE49-F238E27FC236}">
                <a16:creationId xmlns="" xmlns:a16="http://schemas.microsoft.com/office/drawing/2014/main" id="{81DD7DF1-5FEC-4EB2-93B9-E8344E14B5EB}"/>
              </a:ext>
            </a:extLst>
          </p:cNvPr>
          <p:cNvCxnSpPr>
            <a:stCxn id="304" idx="3"/>
            <a:endCxn id="312" idx="27"/>
          </p:cNvCxnSpPr>
          <p:nvPr/>
        </p:nvCxnSpPr>
        <p:spPr bwMode="gray">
          <a:xfrm flipH="1" flipV="1">
            <a:off x="7139023" y="4412683"/>
            <a:ext cx="874" cy="23441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2" name="直接连接符 271">
            <a:extLst>
              <a:ext uri="{FF2B5EF4-FFF2-40B4-BE49-F238E27FC236}">
                <a16:creationId xmlns="" xmlns:a16="http://schemas.microsoft.com/office/drawing/2014/main" id="{7184095C-6DEE-49D8-8CA8-B0BBC975C0C1}"/>
              </a:ext>
            </a:extLst>
          </p:cNvPr>
          <p:cNvCxnSpPr>
            <a:stCxn id="312" idx="51"/>
            <a:endCxn id="302" idx="3"/>
          </p:cNvCxnSpPr>
          <p:nvPr/>
        </p:nvCxnSpPr>
        <p:spPr bwMode="gray">
          <a:xfrm flipH="1" flipV="1">
            <a:off x="6795284" y="4139791"/>
            <a:ext cx="245431" cy="16361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3" name="直接连接符 272">
            <a:extLst>
              <a:ext uri="{FF2B5EF4-FFF2-40B4-BE49-F238E27FC236}">
                <a16:creationId xmlns="" xmlns:a16="http://schemas.microsoft.com/office/drawing/2014/main" id="{F49606FB-BD3B-4A80-A4B7-E741AE897EF9}"/>
              </a:ext>
            </a:extLst>
          </p:cNvPr>
          <p:cNvCxnSpPr>
            <a:stCxn id="317" idx="46"/>
            <a:endCxn id="322" idx="37"/>
          </p:cNvCxnSpPr>
          <p:nvPr/>
        </p:nvCxnSpPr>
        <p:spPr bwMode="gray">
          <a:xfrm flipV="1">
            <a:off x="6243931" y="4428054"/>
            <a:ext cx="6239" cy="21152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4" name="直接连接符 273">
            <a:extLst>
              <a:ext uri="{FF2B5EF4-FFF2-40B4-BE49-F238E27FC236}">
                <a16:creationId xmlns="" xmlns:a16="http://schemas.microsoft.com/office/drawing/2014/main" id="{9D7D8396-D120-477D-B504-E650531A4753}"/>
              </a:ext>
            </a:extLst>
          </p:cNvPr>
          <p:cNvCxnSpPr>
            <a:stCxn id="317" idx="20"/>
            <a:endCxn id="312" idx="51"/>
          </p:cNvCxnSpPr>
          <p:nvPr/>
        </p:nvCxnSpPr>
        <p:spPr bwMode="gray">
          <a:xfrm flipV="1">
            <a:off x="6337179" y="4303402"/>
            <a:ext cx="703536" cy="384746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5" name="直接连接符 274">
            <a:extLst>
              <a:ext uri="{FF2B5EF4-FFF2-40B4-BE49-F238E27FC236}">
                <a16:creationId xmlns="" xmlns:a16="http://schemas.microsoft.com/office/drawing/2014/main" id="{8976419E-F660-4849-A62F-D2F9ECE4ECC7}"/>
              </a:ext>
            </a:extLst>
          </p:cNvPr>
          <p:cNvCxnSpPr>
            <a:stCxn id="322" idx="3"/>
            <a:endCxn id="307" idx="6"/>
          </p:cNvCxnSpPr>
          <p:nvPr/>
        </p:nvCxnSpPr>
        <p:spPr bwMode="gray">
          <a:xfrm>
            <a:off x="6337179" y="4350821"/>
            <a:ext cx="714666" cy="377578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6" name="直接连接符 275">
            <a:extLst>
              <a:ext uri="{FF2B5EF4-FFF2-40B4-BE49-F238E27FC236}">
                <a16:creationId xmlns="" xmlns:a16="http://schemas.microsoft.com/office/drawing/2014/main" id="{6669A184-83F7-4D7F-AF1A-373E3B827E33}"/>
              </a:ext>
            </a:extLst>
          </p:cNvPr>
          <p:cNvCxnSpPr>
            <a:stCxn id="297" idx="46"/>
            <a:endCxn id="302" idx="32"/>
          </p:cNvCxnSpPr>
          <p:nvPr/>
        </p:nvCxnSpPr>
        <p:spPr bwMode="gray">
          <a:xfrm flipH="1" flipV="1">
            <a:off x="6702036" y="4188502"/>
            <a:ext cx="5567" cy="64917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7" name="直接连接符 276">
            <a:extLst>
              <a:ext uri="{FF2B5EF4-FFF2-40B4-BE49-F238E27FC236}">
                <a16:creationId xmlns="" xmlns:a16="http://schemas.microsoft.com/office/drawing/2014/main" id="{1BB6242A-7D1D-4E7C-86A9-12CF4AE4F8A6}"/>
              </a:ext>
            </a:extLst>
          </p:cNvPr>
          <p:cNvCxnSpPr>
            <a:stCxn id="245" idx="2"/>
            <a:endCxn id="322" idx="54"/>
          </p:cNvCxnSpPr>
          <p:nvPr/>
        </p:nvCxnSpPr>
        <p:spPr bwMode="gray">
          <a:xfrm flipV="1">
            <a:off x="5961193" y="4351245"/>
            <a:ext cx="178192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8" name="直接连接符 277">
            <a:extLst>
              <a:ext uri="{FF2B5EF4-FFF2-40B4-BE49-F238E27FC236}">
                <a16:creationId xmlns="" xmlns:a16="http://schemas.microsoft.com/office/drawing/2014/main" id="{FCB46643-EE06-4F73-AFCE-2B64DC6733E9}"/>
              </a:ext>
            </a:extLst>
          </p:cNvPr>
          <p:cNvCxnSpPr>
            <a:stCxn id="250" idx="2"/>
            <a:endCxn id="317" idx="54"/>
          </p:cNvCxnSpPr>
          <p:nvPr/>
        </p:nvCxnSpPr>
        <p:spPr bwMode="gray">
          <a:xfrm flipV="1">
            <a:off x="5961193" y="4755638"/>
            <a:ext cx="178192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9" name="文本框 278">
            <a:extLst>
              <a:ext uri="{FF2B5EF4-FFF2-40B4-BE49-F238E27FC236}">
                <a16:creationId xmlns="" xmlns:a16="http://schemas.microsoft.com/office/drawing/2014/main" id="{650020A2-8FBB-4A32-8396-9DB95C030AA5}"/>
              </a:ext>
            </a:extLst>
          </p:cNvPr>
          <p:cNvSpPr txBox="1"/>
          <p:nvPr/>
        </p:nvSpPr>
        <p:spPr bwMode="gray">
          <a:xfrm>
            <a:off x="5345662" y="4380445"/>
            <a:ext cx="31418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400" kern="0" dirty="0">
                <a:solidFill>
                  <a:srgbClr val="000000"/>
                </a:solidFill>
              </a:rPr>
              <a:t>AS1</a:t>
            </a:r>
            <a:endParaRPr kumimoji="1" lang="zh-CN" altLang="en-US" sz="1400" kern="0" dirty="0">
              <a:solidFill>
                <a:srgbClr val="000000"/>
              </a:solidFill>
            </a:endParaRPr>
          </a:p>
        </p:txBody>
      </p:sp>
      <p:sp>
        <p:nvSpPr>
          <p:cNvPr id="280" name="文本框 279">
            <a:extLst>
              <a:ext uri="{FF2B5EF4-FFF2-40B4-BE49-F238E27FC236}">
                <a16:creationId xmlns="" xmlns:a16="http://schemas.microsoft.com/office/drawing/2014/main" id="{5F160471-F6AE-46D2-986E-0B9E500BF250}"/>
              </a:ext>
            </a:extLst>
          </p:cNvPr>
          <p:cNvSpPr txBox="1"/>
          <p:nvPr/>
        </p:nvSpPr>
        <p:spPr bwMode="gray">
          <a:xfrm>
            <a:off x="6797254" y="4421649"/>
            <a:ext cx="31418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400" kern="0" dirty="0">
                <a:solidFill>
                  <a:srgbClr val="000000"/>
                </a:solidFill>
              </a:rPr>
              <a:t>AS2</a:t>
            </a:r>
            <a:endParaRPr kumimoji="1" lang="zh-CN" altLang="en-US" sz="1400" kern="0" dirty="0">
              <a:solidFill>
                <a:srgbClr val="000000"/>
              </a:solidFill>
            </a:endParaRPr>
          </a:p>
        </p:txBody>
      </p:sp>
      <p:grpSp>
        <p:nvGrpSpPr>
          <p:cNvPr id="281" name="组合 280">
            <a:extLst>
              <a:ext uri="{FF2B5EF4-FFF2-40B4-BE49-F238E27FC236}">
                <a16:creationId xmlns="" xmlns:a16="http://schemas.microsoft.com/office/drawing/2014/main" id="{16970AF7-94B2-4D9C-B8FB-647F439FC411}"/>
              </a:ext>
            </a:extLst>
          </p:cNvPr>
          <p:cNvGrpSpPr/>
          <p:nvPr/>
        </p:nvGrpSpPr>
        <p:grpSpPr bwMode="gray">
          <a:xfrm>
            <a:off x="5302694" y="4826205"/>
            <a:ext cx="209092" cy="202754"/>
            <a:chOff x="1569958" y="4289109"/>
            <a:chExt cx="209092" cy="202754"/>
          </a:xfrm>
        </p:grpSpPr>
        <p:sp>
          <p:nvSpPr>
            <p:cNvPr id="288" name="Freeform 85">
              <a:extLst>
                <a:ext uri="{FF2B5EF4-FFF2-40B4-BE49-F238E27FC236}">
                  <a16:creationId xmlns="" xmlns:a16="http://schemas.microsoft.com/office/drawing/2014/main" id="{4F1DD174-0230-46AB-86CD-6C172D7C700B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4192" y="4343142"/>
              <a:ext cx="59387" cy="28818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89" name="Freeform 86">
              <a:extLst>
                <a:ext uri="{FF2B5EF4-FFF2-40B4-BE49-F238E27FC236}">
                  <a16:creationId xmlns="" xmlns:a16="http://schemas.microsoft.com/office/drawing/2014/main" id="{D5218D9D-309F-4864-8CB0-04A8FC38E3F0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4192" y="4303517"/>
              <a:ext cx="58769" cy="2830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90" name="Freeform 87">
              <a:extLst>
                <a:ext uri="{FF2B5EF4-FFF2-40B4-BE49-F238E27FC236}">
                  <a16:creationId xmlns="" xmlns:a16="http://schemas.microsoft.com/office/drawing/2014/main" id="{9E9DA420-9EAE-4BB6-834F-0C0638100A53}"/>
                </a:ext>
              </a:extLst>
            </p:cNvPr>
            <p:cNvSpPr>
              <a:spLocks/>
            </p:cNvSpPr>
            <p:nvPr/>
          </p:nvSpPr>
          <p:spPr bwMode="gray">
            <a:xfrm>
              <a:off x="1603363" y="4322044"/>
              <a:ext cx="54438" cy="30362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91" name="Freeform 88">
              <a:extLst>
                <a:ext uri="{FF2B5EF4-FFF2-40B4-BE49-F238E27FC236}">
                  <a16:creationId xmlns="" xmlns:a16="http://schemas.microsoft.com/office/drawing/2014/main" id="{5DEB81F7-F027-4BEF-9F2E-28167F10C5DF}"/>
                </a:ext>
              </a:extLst>
            </p:cNvPr>
            <p:cNvSpPr>
              <a:spLocks/>
            </p:cNvSpPr>
            <p:nvPr/>
          </p:nvSpPr>
          <p:spPr bwMode="gray">
            <a:xfrm>
              <a:off x="1689351" y="4322044"/>
              <a:ext cx="55057" cy="30362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92" name="Freeform 89">
              <a:extLst>
                <a:ext uri="{FF2B5EF4-FFF2-40B4-BE49-F238E27FC236}">
                  <a16:creationId xmlns="" xmlns:a16="http://schemas.microsoft.com/office/drawing/2014/main" id="{426D94B5-81CF-45AA-AA59-916D32D5576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569958" y="4289109"/>
              <a:ext cx="209092" cy="202754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282" name="组合 281">
            <a:extLst>
              <a:ext uri="{FF2B5EF4-FFF2-40B4-BE49-F238E27FC236}">
                <a16:creationId xmlns="" xmlns:a16="http://schemas.microsoft.com/office/drawing/2014/main" id="{5EE5A77D-8015-4144-B50E-1A6F2E2F29CF}"/>
              </a:ext>
            </a:extLst>
          </p:cNvPr>
          <p:cNvGrpSpPr/>
          <p:nvPr/>
        </p:nvGrpSpPr>
        <p:grpSpPr bwMode="gray">
          <a:xfrm>
            <a:off x="4889954" y="4281605"/>
            <a:ext cx="209092" cy="202754"/>
            <a:chOff x="1569958" y="4289109"/>
            <a:chExt cx="209092" cy="202754"/>
          </a:xfrm>
        </p:grpSpPr>
        <p:sp>
          <p:nvSpPr>
            <p:cNvPr id="283" name="Freeform 85">
              <a:extLst>
                <a:ext uri="{FF2B5EF4-FFF2-40B4-BE49-F238E27FC236}">
                  <a16:creationId xmlns="" xmlns:a16="http://schemas.microsoft.com/office/drawing/2014/main" id="{576093D2-EA69-438C-8267-E879B20BCC9A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4192" y="4343142"/>
              <a:ext cx="59387" cy="28818"/>
            </a:xfrm>
            <a:custGeom>
              <a:avLst/>
              <a:gdLst>
                <a:gd name="T0" fmla="*/ 307 w 350"/>
                <a:gd name="T1" fmla="*/ 74 h 203"/>
                <a:gd name="T2" fmla="*/ 307 w 350"/>
                <a:gd name="T3" fmla="*/ 74 h 203"/>
                <a:gd name="T4" fmla="*/ 202 w 350"/>
                <a:gd name="T5" fmla="*/ 131 h 203"/>
                <a:gd name="T6" fmla="*/ 202 w 350"/>
                <a:gd name="T7" fmla="*/ 54 h 203"/>
                <a:gd name="T8" fmla="*/ 258 w 350"/>
                <a:gd name="T9" fmla="*/ 54 h 203"/>
                <a:gd name="T10" fmla="*/ 258 w 350"/>
                <a:gd name="T11" fmla="*/ 0 h 203"/>
                <a:gd name="T12" fmla="*/ 175 w 350"/>
                <a:gd name="T13" fmla="*/ 0 h 203"/>
                <a:gd name="T14" fmla="*/ 148 w 350"/>
                <a:gd name="T15" fmla="*/ 27 h 203"/>
                <a:gd name="T16" fmla="*/ 148 w 350"/>
                <a:gd name="T17" fmla="*/ 131 h 203"/>
                <a:gd name="T18" fmla="*/ 43 w 350"/>
                <a:gd name="T19" fmla="*/ 74 h 203"/>
                <a:gd name="T20" fmla="*/ 7 w 350"/>
                <a:gd name="T21" fmla="*/ 84 h 203"/>
                <a:gd name="T22" fmla="*/ 17 w 350"/>
                <a:gd name="T23" fmla="*/ 120 h 203"/>
                <a:gd name="T24" fmla="*/ 162 w 350"/>
                <a:gd name="T25" fmla="*/ 199 h 203"/>
                <a:gd name="T26" fmla="*/ 163 w 350"/>
                <a:gd name="T27" fmla="*/ 200 h 203"/>
                <a:gd name="T28" fmla="*/ 167 w 350"/>
                <a:gd name="T29" fmla="*/ 201 h 203"/>
                <a:gd name="T30" fmla="*/ 168 w 350"/>
                <a:gd name="T31" fmla="*/ 202 h 203"/>
                <a:gd name="T32" fmla="*/ 169 w 350"/>
                <a:gd name="T33" fmla="*/ 202 h 203"/>
                <a:gd name="T34" fmla="*/ 175 w 350"/>
                <a:gd name="T35" fmla="*/ 203 h 203"/>
                <a:gd name="T36" fmla="*/ 175 w 350"/>
                <a:gd name="T37" fmla="*/ 203 h 203"/>
                <a:gd name="T38" fmla="*/ 175 w 350"/>
                <a:gd name="T39" fmla="*/ 203 h 203"/>
                <a:gd name="T40" fmla="*/ 175 w 350"/>
                <a:gd name="T41" fmla="*/ 203 h 203"/>
                <a:gd name="T42" fmla="*/ 181 w 350"/>
                <a:gd name="T43" fmla="*/ 202 h 203"/>
                <a:gd name="T44" fmla="*/ 182 w 350"/>
                <a:gd name="T45" fmla="*/ 202 h 203"/>
                <a:gd name="T46" fmla="*/ 183 w 350"/>
                <a:gd name="T47" fmla="*/ 201 h 203"/>
                <a:gd name="T48" fmla="*/ 187 w 350"/>
                <a:gd name="T49" fmla="*/ 200 h 203"/>
                <a:gd name="T50" fmla="*/ 188 w 350"/>
                <a:gd name="T51" fmla="*/ 199 h 203"/>
                <a:gd name="T52" fmla="*/ 333 w 350"/>
                <a:gd name="T53" fmla="*/ 120 h 203"/>
                <a:gd name="T54" fmla="*/ 343 w 350"/>
                <a:gd name="T55" fmla="*/ 84 h 203"/>
                <a:gd name="T56" fmla="*/ 307 w 350"/>
                <a:gd name="T57" fmla="*/ 74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203">
                  <a:moveTo>
                    <a:pt x="307" y="74"/>
                  </a:moveTo>
                  <a:lnTo>
                    <a:pt x="307" y="74"/>
                  </a:lnTo>
                  <a:lnTo>
                    <a:pt x="202" y="131"/>
                  </a:lnTo>
                  <a:lnTo>
                    <a:pt x="202" y="54"/>
                  </a:lnTo>
                  <a:lnTo>
                    <a:pt x="258" y="54"/>
                  </a:lnTo>
                  <a:lnTo>
                    <a:pt x="258" y="0"/>
                  </a:lnTo>
                  <a:lnTo>
                    <a:pt x="175" y="0"/>
                  </a:lnTo>
                  <a:cubicBezTo>
                    <a:pt x="160" y="0"/>
                    <a:pt x="148" y="12"/>
                    <a:pt x="148" y="27"/>
                  </a:cubicBezTo>
                  <a:lnTo>
                    <a:pt x="148" y="131"/>
                  </a:lnTo>
                  <a:lnTo>
                    <a:pt x="43" y="74"/>
                  </a:lnTo>
                  <a:cubicBezTo>
                    <a:pt x="30" y="66"/>
                    <a:pt x="14" y="71"/>
                    <a:pt x="7" y="84"/>
                  </a:cubicBezTo>
                  <a:cubicBezTo>
                    <a:pt x="0" y="97"/>
                    <a:pt x="4" y="113"/>
                    <a:pt x="17" y="120"/>
                  </a:cubicBezTo>
                  <a:lnTo>
                    <a:pt x="162" y="199"/>
                  </a:lnTo>
                  <a:cubicBezTo>
                    <a:pt x="162" y="200"/>
                    <a:pt x="163" y="200"/>
                    <a:pt x="163" y="200"/>
                  </a:cubicBezTo>
                  <a:cubicBezTo>
                    <a:pt x="164" y="200"/>
                    <a:pt x="166" y="201"/>
                    <a:pt x="167" y="201"/>
                  </a:cubicBezTo>
                  <a:cubicBezTo>
                    <a:pt x="167" y="201"/>
                    <a:pt x="168" y="202"/>
                    <a:pt x="168" y="202"/>
                  </a:cubicBezTo>
                  <a:cubicBezTo>
                    <a:pt x="168" y="202"/>
                    <a:pt x="169" y="202"/>
                    <a:pt x="169" y="202"/>
                  </a:cubicBezTo>
                  <a:cubicBezTo>
                    <a:pt x="171" y="202"/>
                    <a:pt x="173" y="203"/>
                    <a:pt x="175" y="203"/>
                  </a:cubicBezTo>
                  <a:cubicBezTo>
                    <a:pt x="175" y="203"/>
                    <a:pt x="175" y="203"/>
                    <a:pt x="175" y="203"/>
                  </a:cubicBezTo>
                  <a:lnTo>
                    <a:pt x="175" y="203"/>
                  </a:lnTo>
                  <a:lnTo>
                    <a:pt x="175" y="203"/>
                  </a:lnTo>
                  <a:cubicBezTo>
                    <a:pt x="177" y="203"/>
                    <a:pt x="179" y="202"/>
                    <a:pt x="181" y="202"/>
                  </a:cubicBezTo>
                  <a:cubicBezTo>
                    <a:pt x="181" y="202"/>
                    <a:pt x="181" y="202"/>
                    <a:pt x="182" y="202"/>
                  </a:cubicBezTo>
                  <a:cubicBezTo>
                    <a:pt x="182" y="202"/>
                    <a:pt x="182" y="201"/>
                    <a:pt x="183" y="201"/>
                  </a:cubicBezTo>
                  <a:cubicBezTo>
                    <a:pt x="184" y="201"/>
                    <a:pt x="186" y="200"/>
                    <a:pt x="187" y="200"/>
                  </a:cubicBezTo>
                  <a:cubicBezTo>
                    <a:pt x="187" y="200"/>
                    <a:pt x="187" y="200"/>
                    <a:pt x="188" y="199"/>
                  </a:cubicBezTo>
                  <a:lnTo>
                    <a:pt x="333" y="120"/>
                  </a:lnTo>
                  <a:cubicBezTo>
                    <a:pt x="345" y="113"/>
                    <a:pt x="350" y="97"/>
                    <a:pt x="343" y="84"/>
                  </a:cubicBezTo>
                  <a:cubicBezTo>
                    <a:pt x="336" y="71"/>
                    <a:pt x="320" y="66"/>
                    <a:pt x="307" y="74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84" name="Freeform 86">
              <a:extLst>
                <a:ext uri="{FF2B5EF4-FFF2-40B4-BE49-F238E27FC236}">
                  <a16:creationId xmlns="" xmlns:a16="http://schemas.microsoft.com/office/drawing/2014/main" id="{E7492058-5920-4246-997F-72AD825B6784}"/>
                </a:ext>
              </a:extLst>
            </p:cNvPr>
            <p:cNvSpPr>
              <a:spLocks/>
            </p:cNvSpPr>
            <p:nvPr/>
          </p:nvSpPr>
          <p:spPr bwMode="gray">
            <a:xfrm>
              <a:off x="1644192" y="4303517"/>
              <a:ext cx="58769" cy="28303"/>
            </a:xfrm>
            <a:custGeom>
              <a:avLst/>
              <a:gdLst>
                <a:gd name="T0" fmla="*/ 30 w 351"/>
                <a:gd name="T1" fmla="*/ 132 h 200"/>
                <a:gd name="T2" fmla="*/ 30 w 351"/>
                <a:gd name="T3" fmla="*/ 132 h 200"/>
                <a:gd name="T4" fmla="*/ 43 w 351"/>
                <a:gd name="T5" fmla="*/ 129 h 200"/>
                <a:gd name="T6" fmla="*/ 149 w 351"/>
                <a:gd name="T7" fmla="*/ 72 h 200"/>
                <a:gd name="T8" fmla="*/ 149 w 351"/>
                <a:gd name="T9" fmla="*/ 147 h 200"/>
                <a:gd name="T10" fmla="*/ 92 w 351"/>
                <a:gd name="T11" fmla="*/ 147 h 200"/>
                <a:gd name="T12" fmla="*/ 92 w 351"/>
                <a:gd name="T13" fmla="*/ 200 h 200"/>
                <a:gd name="T14" fmla="*/ 175 w 351"/>
                <a:gd name="T15" fmla="*/ 200 h 200"/>
                <a:gd name="T16" fmla="*/ 202 w 351"/>
                <a:gd name="T17" fmla="*/ 173 h 200"/>
                <a:gd name="T18" fmla="*/ 202 w 351"/>
                <a:gd name="T19" fmla="*/ 72 h 200"/>
                <a:gd name="T20" fmla="*/ 307 w 351"/>
                <a:gd name="T21" fmla="*/ 129 h 200"/>
                <a:gd name="T22" fmla="*/ 320 w 351"/>
                <a:gd name="T23" fmla="*/ 132 h 200"/>
                <a:gd name="T24" fmla="*/ 343 w 351"/>
                <a:gd name="T25" fmla="*/ 119 h 200"/>
                <a:gd name="T26" fmla="*/ 333 w 351"/>
                <a:gd name="T27" fmla="*/ 82 h 200"/>
                <a:gd name="T28" fmla="*/ 188 w 351"/>
                <a:gd name="T29" fmla="*/ 3 h 200"/>
                <a:gd name="T30" fmla="*/ 188 w 351"/>
                <a:gd name="T31" fmla="*/ 3 h 200"/>
                <a:gd name="T32" fmla="*/ 186 w 351"/>
                <a:gd name="T33" fmla="*/ 3 h 200"/>
                <a:gd name="T34" fmla="*/ 184 w 351"/>
                <a:gd name="T35" fmla="*/ 2 h 200"/>
                <a:gd name="T36" fmla="*/ 183 w 351"/>
                <a:gd name="T37" fmla="*/ 1 h 200"/>
                <a:gd name="T38" fmla="*/ 182 w 351"/>
                <a:gd name="T39" fmla="*/ 1 h 200"/>
                <a:gd name="T40" fmla="*/ 179 w 351"/>
                <a:gd name="T41" fmla="*/ 0 h 200"/>
                <a:gd name="T42" fmla="*/ 178 w 351"/>
                <a:gd name="T43" fmla="*/ 0 h 200"/>
                <a:gd name="T44" fmla="*/ 176 w 351"/>
                <a:gd name="T45" fmla="*/ 0 h 200"/>
                <a:gd name="T46" fmla="*/ 175 w 351"/>
                <a:gd name="T47" fmla="*/ 0 h 200"/>
                <a:gd name="T48" fmla="*/ 174 w 351"/>
                <a:gd name="T49" fmla="*/ 0 h 200"/>
                <a:gd name="T50" fmla="*/ 173 w 351"/>
                <a:gd name="T51" fmla="*/ 0 h 200"/>
                <a:gd name="T52" fmla="*/ 171 w 351"/>
                <a:gd name="T53" fmla="*/ 0 h 200"/>
                <a:gd name="T54" fmla="*/ 169 w 351"/>
                <a:gd name="T55" fmla="*/ 1 h 200"/>
                <a:gd name="T56" fmla="*/ 168 w 351"/>
                <a:gd name="T57" fmla="*/ 1 h 200"/>
                <a:gd name="T58" fmla="*/ 166 w 351"/>
                <a:gd name="T59" fmla="*/ 2 h 200"/>
                <a:gd name="T60" fmla="*/ 164 w 351"/>
                <a:gd name="T61" fmla="*/ 3 h 200"/>
                <a:gd name="T62" fmla="*/ 163 w 351"/>
                <a:gd name="T63" fmla="*/ 3 h 200"/>
                <a:gd name="T64" fmla="*/ 162 w 351"/>
                <a:gd name="T65" fmla="*/ 3 h 200"/>
                <a:gd name="T66" fmla="*/ 17 w 351"/>
                <a:gd name="T67" fmla="*/ 82 h 200"/>
                <a:gd name="T68" fmla="*/ 7 w 351"/>
                <a:gd name="T69" fmla="*/ 119 h 200"/>
                <a:gd name="T70" fmla="*/ 30 w 351"/>
                <a:gd name="T71" fmla="*/ 132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51" h="200">
                  <a:moveTo>
                    <a:pt x="30" y="132"/>
                  </a:moveTo>
                  <a:lnTo>
                    <a:pt x="30" y="132"/>
                  </a:lnTo>
                  <a:cubicBezTo>
                    <a:pt x="35" y="132"/>
                    <a:pt x="39" y="131"/>
                    <a:pt x="43" y="129"/>
                  </a:cubicBezTo>
                  <a:lnTo>
                    <a:pt x="149" y="72"/>
                  </a:lnTo>
                  <a:lnTo>
                    <a:pt x="149" y="147"/>
                  </a:lnTo>
                  <a:lnTo>
                    <a:pt x="92" y="147"/>
                  </a:lnTo>
                  <a:lnTo>
                    <a:pt x="92" y="200"/>
                  </a:lnTo>
                  <a:lnTo>
                    <a:pt x="175" y="200"/>
                  </a:lnTo>
                  <a:cubicBezTo>
                    <a:pt x="190" y="200"/>
                    <a:pt x="202" y="188"/>
                    <a:pt x="202" y="173"/>
                  </a:cubicBezTo>
                  <a:lnTo>
                    <a:pt x="202" y="72"/>
                  </a:lnTo>
                  <a:lnTo>
                    <a:pt x="307" y="129"/>
                  </a:lnTo>
                  <a:cubicBezTo>
                    <a:pt x="311" y="131"/>
                    <a:pt x="316" y="132"/>
                    <a:pt x="320" y="132"/>
                  </a:cubicBezTo>
                  <a:cubicBezTo>
                    <a:pt x="329" y="132"/>
                    <a:pt x="339" y="127"/>
                    <a:pt x="343" y="119"/>
                  </a:cubicBezTo>
                  <a:cubicBezTo>
                    <a:pt x="351" y="106"/>
                    <a:pt x="346" y="89"/>
                    <a:pt x="333" y="82"/>
                  </a:cubicBezTo>
                  <a:lnTo>
                    <a:pt x="188" y="3"/>
                  </a:lnTo>
                  <a:cubicBezTo>
                    <a:pt x="188" y="3"/>
                    <a:pt x="188" y="3"/>
                    <a:pt x="188" y="3"/>
                  </a:cubicBezTo>
                  <a:cubicBezTo>
                    <a:pt x="187" y="3"/>
                    <a:pt x="187" y="3"/>
                    <a:pt x="186" y="3"/>
                  </a:cubicBezTo>
                  <a:cubicBezTo>
                    <a:pt x="186" y="2"/>
                    <a:pt x="185" y="2"/>
                    <a:pt x="184" y="2"/>
                  </a:cubicBezTo>
                  <a:cubicBezTo>
                    <a:pt x="184" y="2"/>
                    <a:pt x="183" y="1"/>
                    <a:pt x="183" y="1"/>
                  </a:cubicBezTo>
                  <a:cubicBezTo>
                    <a:pt x="182" y="1"/>
                    <a:pt x="182" y="1"/>
                    <a:pt x="182" y="1"/>
                  </a:cubicBezTo>
                  <a:cubicBezTo>
                    <a:pt x="181" y="1"/>
                    <a:pt x="180" y="1"/>
                    <a:pt x="179" y="0"/>
                  </a:cubicBezTo>
                  <a:cubicBezTo>
                    <a:pt x="179" y="0"/>
                    <a:pt x="178" y="0"/>
                    <a:pt x="178" y="0"/>
                  </a:cubicBezTo>
                  <a:cubicBezTo>
                    <a:pt x="177" y="0"/>
                    <a:pt x="177" y="0"/>
                    <a:pt x="176" y="0"/>
                  </a:cubicBezTo>
                  <a:cubicBezTo>
                    <a:pt x="176" y="0"/>
                    <a:pt x="176" y="0"/>
                    <a:pt x="175" y="0"/>
                  </a:cubicBezTo>
                  <a:cubicBezTo>
                    <a:pt x="175" y="0"/>
                    <a:pt x="174" y="0"/>
                    <a:pt x="174" y="0"/>
                  </a:cubicBezTo>
                  <a:cubicBezTo>
                    <a:pt x="174" y="0"/>
                    <a:pt x="173" y="0"/>
                    <a:pt x="173" y="0"/>
                  </a:cubicBezTo>
                  <a:cubicBezTo>
                    <a:pt x="172" y="0"/>
                    <a:pt x="172" y="0"/>
                    <a:pt x="171" y="0"/>
                  </a:cubicBezTo>
                  <a:cubicBezTo>
                    <a:pt x="170" y="1"/>
                    <a:pt x="170" y="1"/>
                    <a:pt x="169" y="1"/>
                  </a:cubicBezTo>
                  <a:cubicBezTo>
                    <a:pt x="168" y="1"/>
                    <a:pt x="168" y="1"/>
                    <a:pt x="168" y="1"/>
                  </a:cubicBezTo>
                  <a:cubicBezTo>
                    <a:pt x="167" y="1"/>
                    <a:pt x="167" y="2"/>
                    <a:pt x="166" y="2"/>
                  </a:cubicBezTo>
                  <a:cubicBezTo>
                    <a:pt x="165" y="2"/>
                    <a:pt x="165" y="2"/>
                    <a:pt x="164" y="3"/>
                  </a:cubicBezTo>
                  <a:cubicBezTo>
                    <a:pt x="163" y="3"/>
                    <a:pt x="163" y="3"/>
                    <a:pt x="163" y="3"/>
                  </a:cubicBezTo>
                  <a:cubicBezTo>
                    <a:pt x="163" y="3"/>
                    <a:pt x="163" y="3"/>
                    <a:pt x="162" y="3"/>
                  </a:cubicBezTo>
                  <a:lnTo>
                    <a:pt x="17" y="82"/>
                  </a:lnTo>
                  <a:cubicBezTo>
                    <a:pt x="5" y="89"/>
                    <a:pt x="0" y="106"/>
                    <a:pt x="7" y="119"/>
                  </a:cubicBezTo>
                  <a:cubicBezTo>
                    <a:pt x="12" y="127"/>
                    <a:pt x="21" y="132"/>
                    <a:pt x="30" y="132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85" name="Freeform 87">
              <a:extLst>
                <a:ext uri="{FF2B5EF4-FFF2-40B4-BE49-F238E27FC236}">
                  <a16:creationId xmlns="" xmlns:a16="http://schemas.microsoft.com/office/drawing/2014/main" id="{F7F2DB3E-022D-4A89-8FA7-12769255EF3E}"/>
                </a:ext>
              </a:extLst>
            </p:cNvPr>
            <p:cNvSpPr>
              <a:spLocks/>
            </p:cNvSpPr>
            <p:nvPr/>
          </p:nvSpPr>
          <p:spPr bwMode="gray">
            <a:xfrm>
              <a:off x="1603363" y="4322044"/>
              <a:ext cx="54438" cy="30362"/>
            </a:xfrm>
            <a:custGeom>
              <a:avLst/>
              <a:gdLst>
                <a:gd name="T0" fmla="*/ 0 w 324"/>
                <a:gd name="T1" fmla="*/ 111 h 216"/>
                <a:gd name="T2" fmla="*/ 0 w 324"/>
                <a:gd name="T3" fmla="*/ 111 h 216"/>
                <a:gd name="T4" fmla="*/ 0 w 324"/>
                <a:gd name="T5" fmla="*/ 112 h 216"/>
                <a:gd name="T6" fmla="*/ 0 w 324"/>
                <a:gd name="T7" fmla="*/ 114 h 216"/>
                <a:gd name="T8" fmla="*/ 1 w 324"/>
                <a:gd name="T9" fmla="*/ 116 h 216"/>
                <a:gd name="T10" fmla="*/ 1 w 324"/>
                <a:gd name="T11" fmla="*/ 117 h 216"/>
                <a:gd name="T12" fmla="*/ 2 w 324"/>
                <a:gd name="T13" fmla="*/ 119 h 216"/>
                <a:gd name="T14" fmla="*/ 3 w 324"/>
                <a:gd name="T15" fmla="*/ 121 h 216"/>
                <a:gd name="T16" fmla="*/ 3 w 324"/>
                <a:gd name="T17" fmla="*/ 122 h 216"/>
                <a:gd name="T18" fmla="*/ 3 w 324"/>
                <a:gd name="T19" fmla="*/ 123 h 216"/>
                <a:gd name="T20" fmla="*/ 4 w 324"/>
                <a:gd name="T21" fmla="*/ 123 h 216"/>
                <a:gd name="T22" fmla="*/ 5 w 324"/>
                <a:gd name="T23" fmla="*/ 125 h 216"/>
                <a:gd name="T24" fmla="*/ 7 w 324"/>
                <a:gd name="T25" fmla="*/ 127 h 216"/>
                <a:gd name="T26" fmla="*/ 7 w 324"/>
                <a:gd name="T27" fmla="*/ 128 h 216"/>
                <a:gd name="T28" fmla="*/ 8 w 324"/>
                <a:gd name="T29" fmla="*/ 129 h 216"/>
                <a:gd name="T30" fmla="*/ 9 w 324"/>
                <a:gd name="T31" fmla="*/ 129 h 216"/>
                <a:gd name="T32" fmla="*/ 10 w 324"/>
                <a:gd name="T33" fmla="*/ 131 h 216"/>
                <a:gd name="T34" fmla="*/ 13 w 324"/>
                <a:gd name="T35" fmla="*/ 132 h 216"/>
                <a:gd name="T36" fmla="*/ 13 w 324"/>
                <a:gd name="T37" fmla="*/ 133 h 216"/>
                <a:gd name="T38" fmla="*/ 14 w 324"/>
                <a:gd name="T39" fmla="*/ 133 h 216"/>
                <a:gd name="T40" fmla="*/ 157 w 324"/>
                <a:gd name="T41" fmla="*/ 213 h 216"/>
                <a:gd name="T42" fmla="*/ 170 w 324"/>
                <a:gd name="T43" fmla="*/ 216 h 216"/>
                <a:gd name="T44" fmla="*/ 193 w 324"/>
                <a:gd name="T45" fmla="*/ 203 h 216"/>
                <a:gd name="T46" fmla="*/ 183 w 324"/>
                <a:gd name="T47" fmla="*/ 166 h 216"/>
                <a:gd name="T48" fmla="*/ 129 w 324"/>
                <a:gd name="T49" fmla="*/ 136 h 216"/>
                <a:gd name="T50" fmla="*/ 271 w 324"/>
                <a:gd name="T51" fmla="*/ 136 h 216"/>
                <a:gd name="T52" fmla="*/ 271 w 324"/>
                <a:gd name="T53" fmla="*/ 176 h 216"/>
                <a:gd name="T54" fmla="*/ 324 w 324"/>
                <a:gd name="T55" fmla="*/ 176 h 216"/>
                <a:gd name="T56" fmla="*/ 324 w 324"/>
                <a:gd name="T57" fmla="*/ 110 h 216"/>
                <a:gd name="T58" fmla="*/ 297 w 324"/>
                <a:gd name="T59" fmla="*/ 83 h 216"/>
                <a:gd name="T60" fmla="*/ 129 w 324"/>
                <a:gd name="T61" fmla="*/ 83 h 216"/>
                <a:gd name="T62" fmla="*/ 183 w 324"/>
                <a:gd name="T63" fmla="*/ 53 h 216"/>
                <a:gd name="T64" fmla="*/ 193 w 324"/>
                <a:gd name="T65" fmla="*/ 17 h 216"/>
                <a:gd name="T66" fmla="*/ 157 w 324"/>
                <a:gd name="T67" fmla="*/ 7 h 216"/>
                <a:gd name="T68" fmla="*/ 14 w 324"/>
                <a:gd name="T69" fmla="*/ 87 h 216"/>
                <a:gd name="T70" fmla="*/ 13 w 324"/>
                <a:gd name="T71" fmla="*/ 87 h 216"/>
                <a:gd name="T72" fmla="*/ 11 w 324"/>
                <a:gd name="T73" fmla="*/ 88 h 216"/>
                <a:gd name="T74" fmla="*/ 10 w 324"/>
                <a:gd name="T75" fmla="*/ 89 h 216"/>
                <a:gd name="T76" fmla="*/ 9 w 324"/>
                <a:gd name="T77" fmla="*/ 90 h 216"/>
                <a:gd name="T78" fmla="*/ 7 w 324"/>
                <a:gd name="T79" fmla="*/ 92 h 216"/>
                <a:gd name="T80" fmla="*/ 6 w 324"/>
                <a:gd name="T81" fmla="*/ 93 h 216"/>
                <a:gd name="T82" fmla="*/ 5 w 324"/>
                <a:gd name="T83" fmla="*/ 94 h 216"/>
                <a:gd name="T84" fmla="*/ 4 w 324"/>
                <a:gd name="T85" fmla="*/ 96 h 216"/>
                <a:gd name="T86" fmla="*/ 3 w 324"/>
                <a:gd name="T87" fmla="*/ 97 h 216"/>
                <a:gd name="T88" fmla="*/ 3 w 324"/>
                <a:gd name="T89" fmla="*/ 97 h 216"/>
                <a:gd name="T90" fmla="*/ 3 w 324"/>
                <a:gd name="T91" fmla="*/ 99 h 216"/>
                <a:gd name="T92" fmla="*/ 2 w 324"/>
                <a:gd name="T93" fmla="*/ 101 h 216"/>
                <a:gd name="T94" fmla="*/ 1 w 324"/>
                <a:gd name="T95" fmla="*/ 102 h 216"/>
                <a:gd name="T96" fmla="*/ 1 w 324"/>
                <a:gd name="T97" fmla="*/ 103 h 216"/>
                <a:gd name="T98" fmla="*/ 0 w 324"/>
                <a:gd name="T99" fmla="*/ 106 h 216"/>
                <a:gd name="T100" fmla="*/ 0 w 324"/>
                <a:gd name="T101" fmla="*/ 107 h 216"/>
                <a:gd name="T102" fmla="*/ 0 w 324"/>
                <a:gd name="T103" fmla="*/ 109 h 216"/>
                <a:gd name="T104" fmla="*/ 0 w 324"/>
                <a:gd name="T105" fmla="*/ 110 h 216"/>
                <a:gd name="T106" fmla="*/ 0 w 324"/>
                <a:gd name="T107" fmla="*/ 1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0" y="111"/>
                  </a:moveTo>
                  <a:lnTo>
                    <a:pt x="0" y="111"/>
                  </a:lnTo>
                  <a:cubicBezTo>
                    <a:pt x="0" y="111"/>
                    <a:pt x="0" y="112"/>
                    <a:pt x="0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1" y="115"/>
                    <a:pt x="1" y="116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1" y="118"/>
                    <a:pt x="1" y="118"/>
                    <a:pt x="2" y="119"/>
                  </a:cubicBezTo>
                  <a:cubicBezTo>
                    <a:pt x="2" y="120"/>
                    <a:pt x="2" y="120"/>
                    <a:pt x="3" y="121"/>
                  </a:cubicBezTo>
                  <a:cubicBezTo>
                    <a:pt x="3" y="121"/>
                    <a:pt x="3" y="122"/>
                    <a:pt x="3" y="122"/>
                  </a:cubicBezTo>
                  <a:cubicBezTo>
                    <a:pt x="3" y="122"/>
                    <a:pt x="3" y="123"/>
                    <a:pt x="3" y="123"/>
                  </a:cubicBezTo>
                  <a:cubicBezTo>
                    <a:pt x="3" y="123"/>
                    <a:pt x="4" y="123"/>
                    <a:pt x="4" y="123"/>
                  </a:cubicBezTo>
                  <a:cubicBezTo>
                    <a:pt x="4" y="124"/>
                    <a:pt x="5" y="125"/>
                    <a:pt x="5" y="125"/>
                  </a:cubicBezTo>
                  <a:cubicBezTo>
                    <a:pt x="6" y="126"/>
                    <a:pt x="6" y="127"/>
                    <a:pt x="7" y="127"/>
                  </a:cubicBezTo>
                  <a:cubicBezTo>
                    <a:pt x="7" y="128"/>
                    <a:pt x="7" y="128"/>
                    <a:pt x="7" y="128"/>
                  </a:cubicBezTo>
                  <a:cubicBezTo>
                    <a:pt x="8" y="128"/>
                    <a:pt x="8" y="129"/>
                    <a:pt x="8" y="129"/>
                  </a:cubicBezTo>
                  <a:cubicBezTo>
                    <a:pt x="8" y="129"/>
                    <a:pt x="8" y="129"/>
                    <a:pt x="9" y="129"/>
                  </a:cubicBezTo>
                  <a:cubicBezTo>
                    <a:pt x="9" y="130"/>
                    <a:pt x="10" y="130"/>
                    <a:pt x="10" y="131"/>
                  </a:cubicBezTo>
                  <a:cubicBezTo>
                    <a:pt x="11" y="131"/>
                    <a:pt x="12" y="132"/>
                    <a:pt x="13" y="132"/>
                  </a:cubicBezTo>
                  <a:cubicBezTo>
                    <a:pt x="13" y="133"/>
                    <a:pt x="13" y="133"/>
                    <a:pt x="13" y="133"/>
                  </a:cubicBezTo>
                  <a:cubicBezTo>
                    <a:pt x="14" y="133"/>
                    <a:pt x="14" y="133"/>
                    <a:pt x="14" y="133"/>
                  </a:cubicBezTo>
                  <a:lnTo>
                    <a:pt x="157" y="213"/>
                  </a:lnTo>
                  <a:cubicBezTo>
                    <a:pt x="161" y="215"/>
                    <a:pt x="166" y="216"/>
                    <a:pt x="170" y="216"/>
                  </a:cubicBezTo>
                  <a:cubicBezTo>
                    <a:pt x="179" y="216"/>
                    <a:pt x="189" y="211"/>
                    <a:pt x="193" y="203"/>
                  </a:cubicBezTo>
                  <a:cubicBezTo>
                    <a:pt x="201" y="190"/>
                    <a:pt x="196" y="173"/>
                    <a:pt x="183" y="166"/>
                  </a:cubicBezTo>
                  <a:lnTo>
                    <a:pt x="129" y="136"/>
                  </a:lnTo>
                  <a:lnTo>
                    <a:pt x="271" y="136"/>
                  </a:lnTo>
                  <a:lnTo>
                    <a:pt x="271" y="176"/>
                  </a:lnTo>
                  <a:lnTo>
                    <a:pt x="324" y="176"/>
                  </a:lnTo>
                  <a:lnTo>
                    <a:pt x="324" y="110"/>
                  </a:lnTo>
                  <a:cubicBezTo>
                    <a:pt x="324" y="95"/>
                    <a:pt x="312" y="83"/>
                    <a:pt x="297" y="83"/>
                  </a:cubicBezTo>
                  <a:lnTo>
                    <a:pt x="129" y="83"/>
                  </a:lnTo>
                  <a:lnTo>
                    <a:pt x="183" y="53"/>
                  </a:lnTo>
                  <a:cubicBezTo>
                    <a:pt x="196" y="46"/>
                    <a:pt x="201" y="30"/>
                    <a:pt x="193" y="17"/>
                  </a:cubicBezTo>
                  <a:cubicBezTo>
                    <a:pt x="186" y="4"/>
                    <a:pt x="170" y="0"/>
                    <a:pt x="157" y="7"/>
                  </a:cubicBezTo>
                  <a:lnTo>
                    <a:pt x="14" y="87"/>
                  </a:lnTo>
                  <a:cubicBezTo>
                    <a:pt x="13" y="87"/>
                    <a:pt x="13" y="87"/>
                    <a:pt x="13" y="87"/>
                  </a:cubicBezTo>
                  <a:cubicBezTo>
                    <a:pt x="12" y="88"/>
                    <a:pt x="12" y="88"/>
                    <a:pt x="11" y="88"/>
                  </a:cubicBezTo>
                  <a:cubicBezTo>
                    <a:pt x="11" y="89"/>
                    <a:pt x="10" y="89"/>
                    <a:pt x="10" y="89"/>
                  </a:cubicBezTo>
                  <a:cubicBezTo>
                    <a:pt x="9" y="90"/>
                    <a:pt x="9" y="90"/>
                    <a:pt x="9" y="90"/>
                  </a:cubicBezTo>
                  <a:cubicBezTo>
                    <a:pt x="8" y="91"/>
                    <a:pt x="8" y="91"/>
                    <a:pt x="7" y="92"/>
                  </a:cubicBezTo>
                  <a:cubicBezTo>
                    <a:pt x="7" y="92"/>
                    <a:pt x="6" y="93"/>
                    <a:pt x="6" y="93"/>
                  </a:cubicBezTo>
                  <a:cubicBezTo>
                    <a:pt x="6" y="93"/>
                    <a:pt x="5" y="94"/>
                    <a:pt x="5" y="94"/>
                  </a:cubicBezTo>
                  <a:cubicBezTo>
                    <a:pt x="5" y="95"/>
                    <a:pt x="4" y="95"/>
                    <a:pt x="4" y="96"/>
                  </a:cubicBezTo>
                  <a:cubicBezTo>
                    <a:pt x="4" y="96"/>
                    <a:pt x="3" y="97"/>
                    <a:pt x="3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3" y="98"/>
                    <a:pt x="3" y="98"/>
                    <a:pt x="3" y="99"/>
                  </a:cubicBezTo>
                  <a:cubicBezTo>
                    <a:pt x="2" y="99"/>
                    <a:pt x="2" y="100"/>
                    <a:pt x="2" y="101"/>
                  </a:cubicBezTo>
                  <a:cubicBezTo>
                    <a:pt x="1" y="101"/>
                    <a:pt x="1" y="102"/>
                    <a:pt x="1" y="102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1" y="104"/>
                    <a:pt x="0" y="105"/>
                    <a:pt x="0" y="106"/>
                  </a:cubicBezTo>
                  <a:cubicBezTo>
                    <a:pt x="0" y="106"/>
                    <a:pt x="0" y="107"/>
                    <a:pt x="0" y="107"/>
                  </a:cubicBezTo>
                  <a:cubicBezTo>
                    <a:pt x="0" y="108"/>
                    <a:pt x="0" y="108"/>
                    <a:pt x="0" y="109"/>
                  </a:cubicBezTo>
                  <a:cubicBezTo>
                    <a:pt x="0" y="109"/>
                    <a:pt x="0" y="109"/>
                    <a:pt x="0" y="110"/>
                  </a:cubicBezTo>
                  <a:cubicBezTo>
                    <a:pt x="0" y="110"/>
                    <a:pt x="0" y="111"/>
                    <a:pt x="0" y="111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86" name="Freeform 88">
              <a:extLst>
                <a:ext uri="{FF2B5EF4-FFF2-40B4-BE49-F238E27FC236}">
                  <a16:creationId xmlns="" xmlns:a16="http://schemas.microsoft.com/office/drawing/2014/main" id="{B405F87D-D5EE-4C56-B57E-FD0DB4148376}"/>
                </a:ext>
              </a:extLst>
            </p:cNvPr>
            <p:cNvSpPr>
              <a:spLocks/>
            </p:cNvSpPr>
            <p:nvPr/>
          </p:nvSpPr>
          <p:spPr bwMode="gray">
            <a:xfrm>
              <a:off x="1689351" y="4322044"/>
              <a:ext cx="55057" cy="30362"/>
            </a:xfrm>
            <a:custGeom>
              <a:avLst/>
              <a:gdLst>
                <a:gd name="T0" fmla="*/ 141 w 324"/>
                <a:gd name="T1" fmla="*/ 53 h 216"/>
                <a:gd name="T2" fmla="*/ 141 w 324"/>
                <a:gd name="T3" fmla="*/ 53 h 216"/>
                <a:gd name="T4" fmla="*/ 195 w 324"/>
                <a:gd name="T5" fmla="*/ 83 h 216"/>
                <a:gd name="T6" fmla="*/ 54 w 324"/>
                <a:gd name="T7" fmla="*/ 83 h 216"/>
                <a:gd name="T8" fmla="*/ 54 w 324"/>
                <a:gd name="T9" fmla="*/ 43 h 216"/>
                <a:gd name="T10" fmla="*/ 0 w 324"/>
                <a:gd name="T11" fmla="*/ 43 h 216"/>
                <a:gd name="T12" fmla="*/ 0 w 324"/>
                <a:gd name="T13" fmla="*/ 110 h 216"/>
                <a:gd name="T14" fmla="*/ 27 w 324"/>
                <a:gd name="T15" fmla="*/ 137 h 216"/>
                <a:gd name="T16" fmla="*/ 195 w 324"/>
                <a:gd name="T17" fmla="*/ 137 h 216"/>
                <a:gd name="T18" fmla="*/ 141 w 324"/>
                <a:gd name="T19" fmla="*/ 166 h 216"/>
                <a:gd name="T20" fmla="*/ 131 w 324"/>
                <a:gd name="T21" fmla="*/ 203 h 216"/>
                <a:gd name="T22" fmla="*/ 154 w 324"/>
                <a:gd name="T23" fmla="*/ 216 h 216"/>
                <a:gd name="T24" fmla="*/ 167 w 324"/>
                <a:gd name="T25" fmla="*/ 213 h 216"/>
                <a:gd name="T26" fmla="*/ 310 w 324"/>
                <a:gd name="T27" fmla="*/ 133 h 216"/>
                <a:gd name="T28" fmla="*/ 311 w 324"/>
                <a:gd name="T29" fmla="*/ 133 h 216"/>
                <a:gd name="T30" fmla="*/ 311 w 324"/>
                <a:gd name="T31" fmla="*/ 133 h 216"/>
                <a:gd name="T32" fmla="*/ 314 w 324"/>
                <a:gd name="T33" fmla="*/ 131 h 216"/>
                <a:gd name="T34" fmla="*/ 316 w 324"/>
                <a:gd name="T35" fmla="*/ 129 h 216"/>
                <a:gd name="T36" fmla="*/ 316 w 324"/>
                <a:gd name="T37" fmla="*/ 129 h 216"/>
                <a:gd name="T38" fmla="*/ 317 w 324"/>
                <a:gd name="T39" fmla="*/ 128 h 216"/>
                <a:gd name="T40" fmla="*/ 317 w 324"/>
                <a:gd name="T41" fmla="*/ 128 h 216"/>
                <a:gd name="T42" fmla="*/ 319 w 324"/>
                <a:gd name="T43" fmla="*/ 125 h 216"/>
                <a:gd name="T44" fmla="*/ 320 w 324"/>
                <a:gd name="T45" fmla="*/ 124 h 216"/>
                <a:gd name="T46" fmla="*/ 321 w 324"/>
                <a:gd name="T47" fmla="*/ 123 h 216"/>
                <a:gd name="T48" fmla="*/ 321 w 324"/>
                <a:gd name="T49" fmla="*/ 122 h 216"/>
                <a:gd name="T50" fmla="*/ 322 w 324"/>
                <a:gd name="T51" fmla="*/ 121 h 216"/>
                <a:gd name="T52" fmla="*/ 322 w 324"/>
                <a:gd name="T53" fmla="*/ 119 h 216"/>
                <a:gd name="T54" fmla="*/ 323 w 324"/>
                <a:gd name="T55" fmla="*/ 118 h 216"/>
                <a:gd name="T56" fmla="*/ 323 w 324"/>
                <a:gd name="T57" fmla="*/ 116 h 216"/>
                <a:gd name="T58" fmla="*/ 324 w 324"/>
                <a:gd name="T59" fmla="*/ 114 h 216"/>
                <a:gd name="T60" fmla="*/ 324 w 324"/>
                <a:gd name="T61" fmla="*/ 112 h 216"/>
                <a:gd name="T62" fmla="*/ 324 w 324"/>
                <a:gd name="T63" fmla="*/ 111 h 216"/>
                <a:gd name="T64" fmla="*/ 324 w 324"/>
                <a:gd name="T65" fmla="*/ 110 h 216"/>
                <a:gd name="T66" fmla="*/ 324 w 324"/>
                <a:gd name="T67" fmla="*/ 109 h 216"/>
                <a:gd name="T68" fmla="*/ 324 w 324"/>
                <a:gd name="T69" fmla="*/ 107 h 216"/>
                <a:gd name="T70" fmla="*/ 324 w 324"/>
                <a:gd name="T71" fmla="*/ 106 h 216"/>
                <a:gd name="T72" fmla="*/ 323 w 324"/>
                <a:gd name="T73" fmla="*/ 104 h 216"/>
                <a:gd name="T74" fmla="*/ 323 w 324"/>
                <a:gd name="T75" fmla="*/ 102 h 216"/>
                <a:gd name="T76" fmla="*/ 322 w 324"/>
                <a:gd name="T77" fmla="*/ 101 h 216"/>
                <a:gd name="T78" fmla="*/ 322 w 324"/>
                <a:gd name="T79" fmla="*/ 99 h 216"/>
                <a:gd name="T80" fmla="*/ 321 w 324"/>
                <a:gd name="T81" fmla="*/ 97 h 216"/>
                <a:gd name="T82" fmla="*/ 321 w 324"/>
                <a:gd name="T83" fmla="*/ 97 h 216"/>
                <a:gd name="T84" fmla="*/ 320 w 324"/>
                <a:gd name="T85" fmla="*/ 96 h 216"/>
                <a:gd name="T86" fmla="*/ 319 w 324"/>
                <a:gd name="T87" fmla="*/ 94 h 216"/>
                <a:gd name="T88" fmla="*/ 318 w 324"/>
                <a:gd name="T89" fmla="*/ 93 h 216"/>
                <a:gd name="T90" fmla="*/ 317 w 324"/>
                <a:gd name="T91" fmla="*/ 92 h 216"/>
                <a:gd name="T92" fmla="*/ 316 w 324"/>
                <a:gd name="T93" fmla="*/ 90 h 216"/>
                <a:gd name="T94" fmla="*/ 314 w 324"/>
                <a:gd name="T95" fmla="*/ 89 h 216"/>
                <a:gd name="T96" fmla="*/ 313 w 324"/>
                <a:gd name="T97" fmla="*/ 88 h 216"/>
                <a:gd name="T98" fmla="*/ 311 w 324"/>
                <a:gd name="T99" fmla="*/ 87 h 216"/>
                <a:gd name="T100" fmla="*/ 310 w 324"/>
                <a:gd name="T101" fmla="*/ 87 h 216"/>
                <a:gd name="T102" fmla="*/ 167 w 324"/>
                <a:gd name="T103" fmla="*/ 7 h 216"/>
                <a:gd name="T104" fmla="*/ 131 w 324"/>
                <a:gd name="T105" fmla="*/ 17 h 216"/>
                <a:gd name="T106" fmla="*/ 141 w 324"/>
                <a:gd name="T107" fmla="*/ 5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24" h="216">
                  <a:moveTo>
                    <a:pt x="141" y="53"/>
                  </a:moveTo>
                  <a:lnTo>
                    <a:pt x="141" y="53"/>
                  </a:lnTo>
                  <a:lnTo>
                    <a:pt x="195" y="83"/>
                  </a:lnTo>
                  <a:lnTo>
                    <a:pt x="54" y="83"/>
                  </a:lnTo>
                  <a:lnTo>
                    <a:pt x="54" y="43"/>
                  </a:lnTo>
                  <a:lnTo>
                    <a:pt x="0" y="43"/>
                  </a:lnTo>
                  <a:lnTo>
                    <a:pt x="0" y="110"/>
                  </a:lnTo>
                  <a:cubicBezTo>
                    <a:pt x="0" y="125"/>
                    <a:pt x="12" y="137"/>
                    <a:pt x="27" y="137"/>
                  </a:cubicBezTo>
                  <a:lnTo>
                    <a:pt x="195" y="137"/>
                  </a:lnTo>
                  <a:lnTo>
                    <a:pt x="141" y="166"/>
                  </a:lnTo>
                  <a:cubicBezTo>
                    <a:pt x="128" y="174"/>
                    <a:pt x="124" y="190"/>
                    <a:pt x="131" y="203"/>
                  </a:cubicBezTo>
                  <a:cubicBezTo>
                    <a:pt x="136" y="211"/>
                    <a:pt x="145" y="216"/>
                    <a:pt x="154" y="216"/>
                  </a:cubicBezTo>
                  <a:cubicBezTo>
                    <a:pt x="158" y="216"/>
                    <a:pt x="163" y="215"/>
                    <a:pt x="167" y="213"/>
                  </a:cubicBezTo>
                  <a:lnTo>
                    <a:pt x="310" y="133"/>
                  </a:lnTo>
                  <a:cubicBezTo>
                    <a:pt x="311" y="133"/>
                    <a:pt x="311" y="133"/>
                    <a:pt x="311" y="133"/>
                  </a:cubicBezTo>
                  <a:cubicBezTo>
                    <a:pt x="311" y="133"/>
                    <a:pt x="311" y="133"/>
                    <a:pt x="311" y="133"/>
                  </a:cubicBezTo>
                  <a:cubicBezTo>
                    <a:pt x="312" y="132"/>
                    <a:pt x="313" y="132"/>
                    <a:pt x="314" y="131"/>
                  </a:cubicBezTo>
                  <a:cubicBezTo>
                    <a:pt x="314" y="130"/>
                    <a:pt x="315" y="130"/>
                    <a:pt x="316" y="129"/>
                  </a:cubicBezTo>
                  <a:cubicBezTo>
                    <a:pt x="316" y="129"/>
                    <a:pt x="316" y="129"/>
                    <a:pt x="316" y="129"/>
                  </a:cubicBezTo>
                  <a:cubicBezTo>
                    <a:pt x="316" y="129"/>
                    <a:pt x="317" y="129"/>
                    <a:pt x="317" y="128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18" y="127"/>
                    <a:pt x="319" y="126"/>
                    <a:pt x="319" y="125"/>
                  </a:cubicBezTo>
                  <a:cubicBezTo>
                    <a:pt x="320" y="125"/>
                    <a:pt x="320" y="124"/>
                    <a:pt x="320" y="124"/>
                  </a:cubicBezTo>
                  <a:cubicBezTo>
                    <a:pt x="320" y="123"/>
                    <a:pt x="321" y="123"/>
                    <a:pt x="321" y="123"/>
                  </a:cubicBezTo>
                  <a:cubicBezTo>
                    <a:pt x="321" y="123"/>
                    <a:pt x="321" y="123"/>
                    <a:pt x="321" y="122"/>
                  </a:cubicBezTo>
                  <a:cubicBezTo>
                    <a:pt x="321" y="122"/>
                    <a:pt x="321" y="122"/>
                    <a:pt x="322" y="121"/>
                  </a:cubicBezTo>
                  <a:cubicBezTo>
                    <a:pt x="322" y="120"/>
                    <a:pt x="322" y="120"/>
                    <a:pt x="322" y="119"/>
                  </a:cubicBezTo>
                  <a:cubicBezTo>
                    <a:pt x="323" y="119"/>
                    <a:pt x="323" y="118"/>
                    <a:pt x="323" y="118"/>
                  </a:cubicBezTo>
                  <a:cubicBezTo>
                    <a:pt x="323" y="117"/>
                    <a:pt x="323" y="117"/>
                    <a:pt x="323" y="116"/>
                  </a:cubicBezTo>
                  <a:cubicBezTo>
                    <a:pt x="324" y="116"/>
                    <a:pt x="324" y="115"/>
                    <a:pt x="324" y="114"/>
                  </a:cubicBezTo>
                  <a:cubicBezTo>
                    <a:pt x="324" y="114"/>
                    <a:pt x="324" y="113"/>
                    <a:pt x="324" y="112"/>
                  </a:cubicBezTo>
                  <a:cubicBezTo>
                    <a:pt x="324" y="112"/>
                    <a:pt x="324" y="111"/>
                    <a:pt x="324" y="111"/>
                  </a:cubicBezTo>
                  <a:cubicBezTo>
                    <a:pt x="324" y="111"/>
                    <a:pt x="324" y="110"/>
                    <a:pt x="324" y="110"/>
                  </a:cubicBezTo>
                  <a:cubicBezTo>
                    <a:pt x="324" y="110"/>
                    <a:pt x="324" y="109"/>
                    <a:pt x="324" y="109"/>
                  </a:cubicBezTo>
                  <a:cubicBezTo>
                    <a:pt x="324" y="108"/>
                    <a:pt x="324" y="108"/>
                    <a:pt x="324" y="107"/>
                  </a:cubicBezTo>
                  <a:cubicBezTo>
                    <a:pt x="324" y="107"/>
                    <a:pt x="324" y="106"/>
                    <a:pt x="324" y="106"/>
                  </a:cubicBezTo>
                  <a:cubicBezTo>
                    <a:pt x="324" y="105"/>
                    <a:pt x="324" y="104"/>
                    <a:pt x="323" y="104"/>
                  </a:cubicBezTo>
                  <a:cubicBezTo>
                    <a:pt x="323" y="103"/>
                    <a:pt x="323" y="103"/>
                    <a:pt x="323" y="102"/>
                  </a:cubicBezTo>
                  <a:cubicBezTo>
                    <a:pt x="323" y="102"/>
                    <a:pt x="323" y="101"/>
                    <a:pt x="322" y="101"/>
                  </a:cubicBezTo>
                  <a:cubicBezTo>
                    <a:pt x="322" y="100"/>
                    <a:pt x="322" y="99"/>
                    <a:pt x="322" y="99"/>
                  </a:cubicBezTo>
                  <a:cubicBezTo>
                    <a:pt x="321" y="98"/>
                    <a:pt x="321" y="98"/>
                    <a:pt x="321" y="97"/>
                  </a:cubicBezTo>
                  <a:cubicBezTo>
                    <a:pt x="321" y="97"/>
                    <a:pt x="321" y="97"/>
                    <a:pt x="321" y="97"/>
                  </a:cubicBezTo>
                  <a:cubicBezTo>
                    <a:pt x="321" y="97"/>
                    <a:pt x="320" y="96"/>
                    <a:pt x="320" y="96"/>
                  </a:cubicBezTo>
                  <a:cubicBezTo>
                    <a:pt x="320" y="95"/>
                    <a:pt x="319" y="95"/>
                    <a:pt x="319" y="94"/>
                  </a:cubicBezTo>
                  <a:cubicBezTo>
                    <a:pt x="319" y="94"/>
                    <a:pt x="318" y="93"/>
                    <a:pt x="318" y="93"/>
                  </a:cubicBezTo>
                  <a:cubicBezTo>
                    <a:pt x="318" y="93"/>
                    <a:pt x="317" y="92"/>
                    <a:pt x="317" y="92"/>
                  </a:cubicBezTo>
                  <a:cubicBezTo>
                    <a:pt x="317" y="91"/>
                    <a:pt x="316" y="91"/>
                    <a:pt x="316" y="90"/>
                  </a:cubicBezTo>
                  <a:cubicBezTo>
                    <a:pt x="315" y="90"/>
                    <a:pt x="315" y="90"/>
                    <a:pt x="314" y="89"/>
                  </a:cubicBezTo>
                  <a:cubicBezTo>
                    <a:pt x="314" y="89"/>
                    <a:pt x="314" y="89"/>
                    <a:pt x="313" y="88"/>
                  </a:cubicBezTo>
                  <a:cubicBezTo>
                    <a:pt x="313" y="88"/>
                    <a:pt x="312" y="88"/>
                    <a:pt x="311" y="87"/>
                  </a:cubicBezTo>
                  <a:cubicBezTo>
                    <a:pt x="311" y="87"/>
                    <a:pt x="311" y="87"/>
                    <a:pt x="310" y="87"/>
                  </a:cubicBezTo>
                  <a:lnTo>
                    <a:pt x="167" y="7"/>
                  </a:lnTo>
                  <a:cubicBezTo>
                    <a:pt x="154" y="0"/>
                    <a:pt x="138" y="4"/>
                    <a:pt x="131" y="17"/>
                  </a:cubicBezTo>
                  <a:cubicBezTo>
                    <a:pt x="124" y="30"/>
                    <a:pt x="128" y="46"/>
                    <a:pt x="141" y="53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  <p:sp>
          <p:nvSpPr>
            <p:cNvPr id="287" name="Freeform 89">
              <a:extLst>
                <a:ext uri="{FF2B5EF4-FFF2-40B4-BE49-F238E27FC236}">
                  <a16:creationId xmlns="" xmlns:a16="http://schemas.microsoft.com/office/drawing/2014/main" id="{BCCB5E5D-EAB1-4139-8CEE-BDA8234191B3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569958" y="4289109"/>
              <a:ext cx="209092" cy="202754"/>
            </a:xfrm>
            <a:custGeom>
              <a:avLst/>
              <a:gdLst>
                <a:gd name="T0" fmla="*/ 620 w 1240"/>
                <a:gd name="T1" fmla="*/ 937 h 1436"/>
                <a:gd name="T2" fmla="*/ 620 w 1240"/>
                <a:gd name="T3" fmla="*/ 937 h 1436"/>
                <a:gd name="T4" fmla="*/ 1173 w 1240"/>
                <a:gd name="T5" fmla="*/ 750 h 1436"/>
                <a:gd name="T6" fmla="*/ 1173 w 1240"/>
                <a:gd name="T7" fmla="*/ 819 h 1436"/>
                <a:gd name="T8" fmla="*/ 620 w 1240"/>
                <a:gd name="T9" fmla="*/ 1098 h 1436"/>
                <a:gd name="T10" fmla="*/ 66 w 1240"/>
                <a:gd name="T11" fmla="*/ 819 h 1436"/>
                <a:gd name="T12" fmla="*/ 66 w 1240"/>
                <a:gd name="T13" fmla="*/ 750 h 1436"/>
                <a:gd name="T14" fmla="*/ 620 w 1240"/>
                <a:gd name="T15" fmla="*/ 937 h 1436"/>
                <a:gd name="T16" fmla="*/ 620 w 1240"/>
                <a:gd name="T17" fmla="*/ 689 h 1436"/>
                <a:gd name="T18" fmla="*/ 620 w 1240"/>
                <a:gd name="T19" fmla="*/ 689 h 1436"/>
                <a:gd name="T20" fmla="*/ 1173 w 1240"/>
                <a:gd name="T21" fmla="*/ 502 h 1436"/>
                <a:gd name="T22" fmla="*/ 1173 w 1240"/>
                <a:gd name="T23" fmla="*/ 589 h 1436"/>
                <a:gd name="T24" fmla="*/ 1173 w 1240"/>
                <a:gd name="T25" fmla="*/ 592 h 1436"/>
                <a:gd name="T26" fmla="*/ 620 w 1240"/>
                <a:gd name="T27" fmla="*/ 870 h 1436"/>
                <a:gd name="T28" fmla="*/ 66 w 1240"/>
                <a:gd name="T29" fmla="*/ 592 h 1436"/>
                <a:gd name="T30" fmla="*/ 66 w 1240"/>
                <a:gd name="T31" fmla="*/ 589 h 1436"/>
                <a:gd name="T32" fmla="*/ 66 w 1240"/>
                <a:gd name="T33" fmla="*/ 502 h 1436"/>
                <a:gd name="T34" fmla="*/ 620 w 1240"/>
                <a:gd name="T35" fmla="*/ 689 h 1436"/>
                <a:gd name="T36" fmla="*/ 620 w 1240"/>
                <a:gd name="T37" fmla="*/ 66 h 1436"/>
                <a:gd name="T38" fmla="*/ 620 w 1240"/>
                <a:gd name="T39" fmla="*/ 66 h 1436"/>
                <a:gd name="T40" fmla="*/ 1173 w 1240"/>
                <a:gd name="T41" fmla="*/ 344 h 1436"/>
                <a:gd name="T42" fmla="*/ 620 w 1240"/>
                <a:gd name="T43" fmla="*/ 622 h 1436"/>
                <a:gd name="T44" fmla="*/ 66 w 1240"/>
                <a:gd name="T45" fmla="*/ 344 h 1436"/>
                <a:gd name="T46" fmla="*/ 620 w 1240"/>
                <a:gd name="T47" fmla="*/ 66 h 1436"/>
                <a:gd name="T48" fmla="*/ 446 w 1240"/>
                <a:gd name="T49" fmla="*/ 1383 h 1436"/>
                <a:gd name="T50" fmla="*/ 446 w 1240"/>
                <a:gd name="T51" fmla="*/ 1383 h 1436"/>
                <a:gd name="T52" fmla="*/ 513 w 1240"/>
                <a:gd name="T53" fmla="*/ 1436 h 1436"/>
                <a:gd name="T54" fmla="*/ 583 w 1240"/>
                <a:gd name="T55" fmla="*/ 1366 h 1436"/>
                <a:gd name="T56" fmla="*/ 513 w 1240"/>
                <a:gd name="T57" fmla="*/ 1297 h 1436"/>
                <a:gd name="T58" fmla="*/ 463 w 1240"/>
                <a:gd name="T59" fmla="*/ 1319 h 1436"/>
                <a:gd name="T60" fmla="*/ 66 w 1240"/>
                <a:gd name="T61" fmla="*/ 1052 h 1436"/>
                <a:gd name="T62" fmla="*/ 66 w 1240"/>
                <a:gd name="T63" fmla="*/ 977 h 1436"/>
                <a:gd name="T64" fmla="*/ 620 w 1240"/>
                <a:gd name="T65" fmla="*/ 1164 h 1436"/>
                <a:gd name="T66" fmla="*/ 1173 w 1240"/>
                <a:gd name="T67" fmla="*/ 978 h 1436"/>
                <a:gd name="T68" fmla="*/ 1173 w 1240"/>
                <a:gd name="T69" fmla="*/ 1052 h 1436"/>
                <a:gd name="T70" fmla="*/ 777 w 1240"/>
                <a:gd name="T71" fmla="*/ 1319 h 1436"/>
                <a:gd name="T72" fmla="*/ 726 w 1240"/>
                <a:gd name="T73" fmla="*/ 1297 h 1436"/>
                <a:gd name="T74" fmla="*/ 657 w 1240"/>
                <a:gd name="T75" fmla="*/ 1366 h 1436"/>
                <a:gd name="T76" fmla="*/ 726 w 1240"/>
                <a:gd name="T77" fmla="*/ 1436 h 1436"/>
                <a:gd name="T78" fmla="*/ 793 w 1240"/>
                <a:gd name="T79" fmla="*/ 1383 h 1436"/>
                <a:gd name="T80" fmla="*/ 1240 w 1240"/>
                <a:gd name="T81" fmla="*/ 1052 h 1436"/>
                <a:gd name="T82" fmla="*/ 1240 w 1240"/>
                <a:gd name="T83" fmla="*/ 594 h 1436"/>
                <a:gd name="T84" fmla="*/ 1240 w 1240"/>
                <a:gd name="T85" fmla="*/ 589 h 1436"/>
                <a:gd name="T86" fmla="*/ 1240 w 1240"/>
                <a:gd name="T87" fmla="*/ 362 h 1436"/>
                <a:gd name="T88" fmla="*/ 1240 w 1240"/>
                <a:gd name="T89" fmla="*/ 356 h 1436"/>
                <a:gd name="T90" fmla="*/ 1240 w 1240"/>
                <a:gd name="T91" fmla="*/ 344 h 1436"/>
                <a:gd name="T92" fmla="*/ 620 w 1240"/>
                <a:gd name="T93" fmla="*/ 0 h 1436"/>
                <a:gd name="T94" fmla="*/ 0 w 1240"/>
                <a:gd name="T95" fmla="*/ 344 h 1436"/>
                <a:gd name="T96" fmla="*/ 0 w 1240"/>
                <a:gd name="T97" fmla="*/ 356 h 1436"/>
                <a:gd name="T98" fmla="*/ 0 w 1240"/>
                <a:gd name="T99" fmla="*/ 362 h 1436"/>
                <a:gd name="T100" fmla="*/ 0 w 1240"/>
                <a:gd name="T101" fmla="*/ 589 h 1436"/>
                <a:gd name="T102" fmla="*/ 0 w 1240"/>
                <a:gd name="T103" fmla="*/ 592 h 1436"/>
                <a:gd name="T104" fmla="*/ 0 w 1240"/>
                <a:gd name="T105" fmla="*/ 819 h 1436"/>
                <a:gd name="T106" fmla="*/ 0 w 1240"/>
                <a:gd name="T107" fmla="*/ 821 h 1436"/>
                <a:gd name="T108" fmla="*/ 0 w 1240"/>
                <a:gd name="T109" fmla="*/ 822 h 1436"/>
                <a:gd name="T110" fmla="*/ 0 w 1240"/>
                <a:gd name="T111" fmla="*/ 1052 h 1436"/>
                <a:gd name="T112" fmla="*/ 446 w 1240"/>
                <a:gd name="T113" fmla="*/ 1383 h 1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40" h="1436">
                  <a:moveTo>
                    <a:pt x="620" y="937"/>
                  </a:moveTo>
                  <a:lnTo>
                    <a:pt x="620" y="937"/>
                  </a:lnTo>
                  <a:cubicBezTo>
                    <a:pt x="865" y="937"/>
                    <a:pt x="1072" y="862"/>
                    <a:pt x="1173" y="750"/>
                  </a:cubicBezTo>
                  <a:lnTo>
                    <a:pt x="1173" y="819"/>
                  </a:lnTo>
                  <a:cubicBezTo>
                    <a:pt x="1173" y="970"/>
                    <a:pt x="920" y="1098"/>
                    <a:pt x="620" y="1098"/>
                  </a:cubicBezTo>
                  <a:cubicBezTo>
                    <a:pt x="320" y="1098"/>
                    <a:pt x="66" y="970"/>
                    <a:pt x="66" y="819"/>
                  </a:cubicBezTo>
                  <a:lnTo>
                    <a:pt x="66" y="750"/>
                  </a:lnTo>
                  <a:cubicBezTo>
                    <a:pt x="168" y="862"/>
                    <a:pt x="375" y="937"/>
                    <a:pt x="620" y="937"/>
                  </a:cubicBezTo>
                  <a:close/>
                  <a:moveTo>
                    <a:pt x="620" y="689"/>
                  </a:moveTo>
                  <a:lnTo>
                    <a:pt x="620" y="689"/>
                  </a:lnTo>
                  <a:cubicBezTo>
                    <a:pt x="865" y="689"/>
                    <a:pt x="1072" y="614"/>
                    <a:pt x="1173" y="502"/>
                  </a:cubicBezTo>
                  <a:lnTo>
                    <a:pt x="1173" y="589"/>
                  </a:lnTo>
                  <a:lnTo>
                    <a:pt x="1173" y="592"/>
                  </a:lnTo>
                  <a:cubicBezTo>
                    <a:pt x="1173" y="743"/>
                    <a:pt x="920" y="870"/>
                    <a:pt x="620" y="870"/>
                  </a:cubicBezTo>
                  <a:cubicBezTo>
                    <a:pt x="320" y="870"/>
                    <a:pt x="66" y="743"/>
                    <a:pt x="66" y="592"/>
                  </a:cubicBezTo>
                  <a:lnTo>
                    <a:pt x="66" y="589"/>
                  </a:lnTo>
                  <a:lnTo>
                    <a:pt x="66" y="502"/>
                  </a:lnTo>
                  <a:cubicBezTo>
                    <a:pt x="168" y="614"/>
                    <a:pt x="375" y="689"/>
                    <a:pt x="620" y="689"/>
                  </a:cubicBezTo>
                  <a:close/>
                  <a:moveTo>
                    <a:pt x="620" y="66"/>
                  </a:moveTo>
                  <a:lnTo>
                    <a:pt x="620" y="66"/>
                  </a:lnTo>
                  <a:cubicBezTo>
                    <a:pt x="920" y="66"/>
                    <a:pt x="1173" y="193"/>
                    <a:pt x="1173" y="344"/>
                  </a:cubicBezTo>
                  <a:cubicBezTo>
                    <a:pt x="1173" y="495"/>
                    <a:pt x="920" y="622"/>
                    <a:pt x="620" y="622"/>
                  </a:cubicBezTo>
                  <a:cubicBezTo>
                    <a:pt x="320" y="622"/>
                    <a:pt x="66" y="495"/>
                    <a:pt x="66" y="344"/>
                  </a:cubicBezTo>
                  <a:cubicBezTo>
                    <a:pt x="66" y="193"/>
                    <a:pt x="320" y="66"/>
                    <a:pt x="620" y="66"/>
                  </a:cubicBezTo>
                  <a:close/>
                  <a:moveTo>
                    <a:pt x="446" y="1383"/>
                  </a:moveTo>
                  <a:lnTo>
                    <a:pt x="446" y="1383"/>
                  </a:lnTo>
                  <a:cubicBezTo>
                    <a:pt x="454" y="1413"/>
                    <a:pt x="481" y="1436"/>
                    <a:pt x="513" y="1436"/>
                  </a:cubicBezTo>
                  <a:cubicBezTo>
                    <a:pt x="552" y="1436"/>
                    <a:pt x="583" y="1404"/>
                    <a:pt x="583" y="1366"/>
                  </a:cubicBezTo>
                  <a:cubicBezTo>
                    <a:pt x="583" y="1328"/>
                    <a:pt x="552" y="1297"/>
                    <a:pt x="513" y="1297"/>
                  </a:cubicBezTo>
                  <a:cubicBezTo>
                    <a:pt x="493" y="1297"/>
                    <a:pt x="475" y="1305"/>
                    <a:pt x="463" y="1319"/>
                  </a:cubicBezTo>
                  <a:cubicBezTo>
                    <a:pt x="233" y="1284"/>
                    <a:pt x="66" y="1174"/>
                    <a:pt x="66" y="1052"/>
                  </a:cubicBezTo>
                  <a:lnTo>
                    <a:pt x="66" y="977"/>
                  </a:lnTo>
                  <a:cubicBezTo>
                    <a:pt x="168" y="1089"/>
                    <a:pt x="375" y="1164"/>
                    <a:pt x="620" y="1164"/>
                  </a:cubicBezTo>
                  <a:cubicBezTo>
                    <a:pt x="865" y="1164"/>
                    <a:pt x="1072" y="1089"/>
                    <a:pt x="1173" y="978"/>
                  </a:cubicBezTo>
                  <a:lnTo>
                    <a:pt x="1173" y="1052"/>
                  </a:lnTo>
                  <a:cubicBezTo>
                    <a:pt x="1173" y="1174"/>
                    <a:pt x="1007" y="1284"/>
                    <a:pt x="777" y="1319"/>
                  </a:cubicBezTo>
                  <a:cubicBezTo>
                    <a:pt x="764" y="1305"/>
                    <a:pt x="746" y="1297"/>
                    <a:pt x="726" y="1297"/>
                  </a:cubicBezTo>
                  <a:cubicBezTo>
                    <a:pt x="688" y="1297"/>
                    <a:pt x="657" y="1328"/>
                    <a:pt x="657" y="1366"/>
                  </a:cubicBezTo>
                  <a:cubicBezTo>
                    <a:pt x="657" y="1404"/>
                    <a:pt x="688" y="1436"/>
                    <a:pt x="726" y="1436"/>
                  </a:cubicBezTo>
                  <a:cubicBezTo>
                    <a:pt x="758" y="1436"/>
                    <a:pt x="785" y="1413"/>
                    <a:pt x="793" y="1383"/>
                  </a:cubicBezTo>
                  <a:cubicBezTo>
                    <a:pt x="1056" y="1342"/>
                    <a:pt x="1240" y="1209"/>
                    <a:pt x="1240" y="1052"/>
                  </a:cubicBezTo>
                  <a:lnTo>
                    <a:pt x="1240" y="594"/>
                  </a:lnTo>
                  <a:lnTo>
                    <a:pt x="1240" y="589"/>
                  </a:lnTo>
                  <a:lnTo>
                    <a:pt x="1240" y="362"/>
                  </a:lnTo>
                  <a:cubicBezTo>
                    <a:pt x="1240" y="360"/>
                    <a:pt x="1240" y="358"/>
                    <a:pt x="1240" y="356"/>
                  </a:cubicBezTo>
                  <a:cubicBezTo>
                    <a:pt x="1240" y="352"/>
                    <a:pt x="1240" y="348"/>
                    <a:pt x="1240" y="344"/>
                  </a:cubicBezTo>
                  <a:cubicBezTo>
                    <a:pt x="1240" y="151"/>
                    <a:pt x="968" y="0"/>
                    <a:pt x="620" y="0"/>
                  </a:cubicBezTo>
                  <a:cubicBezTo>
                    <a:pt x="272" y="0"/>
                    <a:pt x="0" y="151"/>
                    <a:pt x="0" y="344"/>
                  </a:cubicBezTo>
                  <a:cubicBezTo>
                    <a:pt x="0" y="348"/>
                    <a:pt x="0" y="352"/>
                    <a:pt x="0" y="356"/>
                  </a:cubicBezTo>
                  <a:cubicBezTo>
                    <a:pt x="0" y="358"/>
                    <a:pt x="0" y="360"/>
                    <a:pt x="0" y="362"/>
                  </a:cubicBezTo>
                  <a:lnTo>
                    <a:pt x="0" y="589"/>
                  </a:lnTo>
                  <a:lnTo>
                    <a:pt x="0" y="592"/>
                  </a:lnTo>
                  <a:lnTo>
                    <a:pt x="0" y="819"/>
                  </a:lnTo>
                  <a:cubicBezTo>
                    <a:pt x="0" y="820"/>
                    <a:pt x="0" y="821"/>
                    <a:pt x="0" y="821"/>
                  </a:cubicBezTo>
                  <a:cubicBezTo>
                    <a:pt x="0" y="821"/>
                    <a:pt x="0" y="822"/>
                    <a:pt x="0" y="822"/>
                  </a:cubicBezTo>
                  <a:lnTo>
                    <a:pt x="0" y="1052"/>
                  </a:lnTo>
                  <a:cubicBezTo>
                    <a:pt x="0" y="1208"/>
                    <a:pt x="184" y="1342"/>
                    <a:pt x="446" y="1383"/>
                  </a:cubicBezTo>
                  <a:close/>
                </a:path>
              </a:pathLst>
            </a:custGeom>
            <a:solidFill>
              <a:srgbClr val="FFCC9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511713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400" kern="0">
                <a:solidFill>
                  <a:prstClr val="black"/>
                </a:solidFill>
              </a:endParaRPr>
            </a:p>
          </p:txBody>
        </p:sp>
      </p:grpSp>
      <p:sp>
        <p:nvSpPr>
          <p:cNvPr id="323" name="矩形 322">
            <a:extLst>
              <a:ext uri="{FF2B5EF4-FFF2-40B4-BE49-F238E27FC236}">
                <a16:creationId xmlns="" xmlns:a16="http://schemas.microsoft.com/office/drawing/2014/main" id="{D3BB0599-18CF-40A3-A24E-CD686934DDD9}"/>
              </a:ext>
            </a:extLst>
          </p:cNvPr>
          <p:cNvSpPr/>
          <p:nvPr/>
        </p:nvSpPr>
        <p:spPr bwMode="gray">
          <a:xfrm>
            <a:off x="1939655" y="2111837"/>
            <a:ext cx="7537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defRPr/>
            </a:pPr>
            <a:r>
              <a:rPr lang="en-US" altLang="zh-CN" sz="1400" kern="0" dirty="0">
                <a:solidFill>
                  <a:srgbClr val="000000"/>
                </a:solidFill>
              </a:rPr>
              <a:t>NCE-IP</a:t>
            </a:r>
            <a:endParaRPr lang="zh-CN" altLang="en-US" sz="1400" kern="0" dirty="0">
              <a:solidFill>
                <a:srgbClr val="000000"/>
              </a:solidFill>
            </a:endParaRPr>
          </a:p>
        </p:txBody>
      </p:sp>
      <p:cxnSp>
        <p:nvCxnSpPr>
          <p:cNvPr id="324" name="直接箭头连接符 323">
            <a:extLst>
              <a:ext uri="{FF2B5EF4-FFF2-40B4-BE49-F238E27FC236}">
                <a16:creationId xmlns="" xmlns:a16="http://schemas.microsoft.com/office/drawing/2014/main" id="{E8E7C9BC-1370-49BE-A7F5-1AE5985FC703}"/>
              </a:ext>
            </a:extLst>
          </p:cNvPr>
          <p:cNvCxnSpPr>
            <a:cxnSpLocks/>
            <a:endCxn id="155" idx="46"/>
          </p:cNvCxnSpPr>
          <p:nvPr/>
        </p:nvCxnSpPr>
        <p:spPr bwMode="gray">
          <a:xfrm flipH="1">
            <a:off x="1920832" y="3514982"/>
            <a:ext cx="1523500" cy="1319133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5" name="直接箭头连接符 324">
            <a:extLst>
              <a:ext uri="{FF2B5EF4-FFF2-40B4-BE49-F238E27FC236}">
                <a16:creationId xmlns="" xmlns:a16="http://schemas.microsoft.com/office/drawing/2014/main" id="{DC82E4C2-E344-4835-87B5-BC511D45C07F}"/>
              </a:ext>
            </a:extLst>
          </p:cNvPr>
          <p:cNvCxnSpPr>
            <a:stCxn id="118" idx="2"/>
            <a:endCxn id="148" idx="4"/>
          </p:cNvCxnSpPr>
          <p:nvPr/>
        </p:nvCxnSpPr>
        <p:spPr bwMode="gray">
          <a:xfrm flipH="1">
            <a:off x="1944855" y="3563082"/>
            <a:ext cx="34713" cy="496486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26" name="直接箭头连接符 325">
            <a:extLst>
              <a:ext uri="{FF2B5EF4-FFF2-40B4-BE49-F238E27FC236}">
                <a16:creationId xmlns="" xmlns:a16="http://schemas.microsoft.com/office/drawing/2014/main" id="{43270D3B-6E02-4DA3-9F39-421DE5CF8A2D}"/>
              </a:ext>
            </a:extLst>
          </p:cNvPr>
          <p:cNvCxnSpPr>
            <a:endCxn id="213" idx="18"/>
          </p:cNvCxnSpPr>
          <p:nvPr/>
        </p:nvCxnSpPr>
        <p:spPr bwMode="gray">
          <a:xfrm flipH="1">
            <a:off x="940194" y="3536427"/>
            <a:ext cx="2480603" cy="1216131"/>
          </a:xfrm>
          <a:prstGeom prst="straightConnector1">
            <a:avLst/>
          </a:prstGeom>
          <a:noFill/>
          <a:ln w="6350" cap="flat" cmpd="sng" algn="ctr">
            <a:solidFill>
              <a:srgbClr val="DDDDDD">
                <a:lumMod val="90000"/>
              </a:srgbClr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189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企业广域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IP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承载网络概述</a:t>
            </a:r>
            <a:endParaRPr lang="en-US" altLang="zh-CN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CloudWAN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解决方案概述 </a:t>
            </a:r>
          </a:p>
          <a:p>
            <a:r>
              <a:rPr lang="en-US" altLang="zh-CN" b="1" dirty="0" err="1">
                <a:sym typeface="Huawei Sans" panose="020C0503030203020204" pitchFamily="34" charset="0"/>
              </a:rPr>
              <a:t>CloudWAN</a:t>
            </a:r>
            <a:r>
              <a:rPr lang="zh-CN" altLang="en-US" b="1" dirty="0">
                <a:sym typeface="Huawei Sans" panose="020C0503030203020204" pitchFamily="34" charset="0"/>
              </a:rPr>
              <a:t>解决方案典型应用场景</a:t>
            </a:r>
          </a:p>
        </p:txBody>
      </p:sp>
    </p:spTree>
    <p:extLst>
      <p:ext uri="{BB962C8B-B14F-4D97-AF65-F5344CB8AC3E}">
        <p14:creationId xmlns:p14="http://schemas.microsoft.com/office/powerpoint/2010/main" val="437378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>
            <a:noAutofit/>
          </a:bodyPr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某</a:t>
            </a:r>
            <a:r>
              <a:rPr lang="zh-CN" altLang="en-US" dirty="0">
                <a:sym typeface="Huawei Sans" panose="020C0503030203020204" pitchFamily="34" charset="0"/>
              </a:rPr>
              <a:t>省</a:t>
            </a:r>
            <a:r>
              <a:rPr lang="zh-CN" altLang="en-US" dirty="0" smtClean="0">
                <a:sym typeface="Huawei Sans" panose="020C0503030203020204" pitchFamily="34" charset="0"/>
              </a:rPr>
              <a:t>电子</a:t>
            </a:r>
            <a:r>
              <a:rPr lang="zh-CN" altLang="en-US" dirty="0">
                <a:sym typeface="Huawei Sans" panose="020C0503030203020204" pitchFamily="34" charset="0"/>
              </a:rPr>
              <a:t>政务外网：网随云动，业务一体发放，数据全云共享</a:t>
            </a:r>
            <a:br>
              <a:rPr lang="zh-CN" altLang="en-US" dirty="0">
                <a:sym typeface="Huawei Sans" panose="020C0503030203020204" pitchFamily="34" charset="0"/>
              </a:rPr>
            </a:br>
            <a:endParaRPr lang="zh-CN" altLang="en-US" dirty="0">
              <a:sym typeface="Huawei Sans" panose="020C0503030203020204" pitchFamily="34" charset="0"/>
            </a:endParaRPr>
          </a:p>
        </p:txBody>
      </p:sp>
      <p:pic>
        <p:nvPicPr>
          <p:cNvPr id="102" name="图片 101" descr="k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gray">
          <a:xfrm>
            <a:off x="8022555" y="1158664"/>
            <a:ext cx="3321044" cy="4938169"/>
          </a:xfrm>
          <a:prstGeom prst="rect">
            <a:avLst/>
          </a:prstGeom>
        </p:spPr>
      </p:pic>
      <p:sp>
        <p:nvSpPr>
          <p:cNvPr id="104" name="ísḻïdè">
            <a:extLst>
              <a:ext uri="{FF2B5EF4-FFF2-40B4-BE49-F238E27FC236}">
                <a16:creationId xmlns:a16="http://schemas.microsoft.com/office/drawing/2014/main" xmlns="" id="{8E36D19C-8211-4304-8D2A-70A775DC16BB}"/>
              </a:ext>
            </a:extLst>
          </p:cNvPr>
          <p:cNvSpPr txBox="1"/>
          <p:nvPr/>
        </p:nvSpPr>
        <p:spPr bwMode="gray">
          <a:xfrm>
            <a:off x="8697094" y="5030932"/>
            <a:ext cx="2037144" cy="60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412" tIns="45974" rIns="88412" bIns="45974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</a:t>
            </a:r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上</a:t>
            </a:r>
            <a:r>
              <a:rPr lang="zh-CN" altLang="en-US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业务日均访问量</a:t>
            </a:r>
            <a:r>
              <a:rPr lang="en-US" altLang="zh-CN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4</a:t>
            </a:r>
            <a:r>
              <a:rPr lang="zh-CN" altLang="en-US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万</a:t>
            </a:r>
            <a:r>
              <a:rPr lang="en-US" altLang="zh-CN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+</a:t>
            </a:r>
          </a:p>
        </p:txBody>
      </p:sp>
      <p:sp>
        <p:nvSpPr>
          <p:cNvPr id="105" name="文本框 667"/>
          <p:cNvSpPr txBox="1"/>
          <p:nvPr/>
        </p:nvSpPr>
        <p:spPr bwMode="gray">
          <a:xfrm>
            <a:off x="8850383" y="353436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3381"/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业务上云开通时间</a:t>
            </a:r>
          </a:p>
        </p:txBody>
      </p:sp>
      <p:sp>
        <p:nvSpPr>
          <p:cNvPr id="106" name="矩形 105"/>
          <p:cNvSpPr/>
          <p:nvPr/>
        </p:nvSpPr>
        <p:spPr bwMode="gray">
          <a:xfrm>
            <a:off x="8830392" y="381939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3381"/>
            <a:r>
              <a:rPr lang="zh-CN" altLang="en-US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周级</a:t>
            </a:r>
          </a:p>
        </p:txBody>
      </p:sp>
      <p:sp>
        <p:nvSpPr>
          <p:cNvPr id="107" name="矩形 106"/>
          <p:cNvSpPr/>
          <p:nvPr/>
        </p:nvSpPr>
        <p:spPr bwMode="gray">
          <a:xfrm>
            <a:off x="9694392" y="381289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3381"/>
            <a:r>
              <a:rPr lang="zh-CN" altLang="en-US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小时级</a:t>
            </a:r>
          </a:p>
        </p:txBody>
      </p:sp>
      <p:sp>
        <p:nvSpPr>
          <p:cNvPr id="109" name="任意多边形 108"/>
          <p:cNvSpPr/>
          <p:nvPr/>
        </p:nvSpPr>
        <p:spPr bwMode="gray">
          <a:xfrm rot="21023493">
            <a:off x="9413876" y="3884607"/>
            <a:ext cx="329506" cy="253699"/>
          </a:xfrm>
          <a:custGeom>
            <a:avLst/>
            <a:gdLst>
              <a:gd name="connsiteX0" fmla="*/ 2477 w 1166117"/>
              <a:gd name="connsiteY0" fmla="*/ 0 h 897836"/>
              <a:gd name="connsiteX1" fmla="*/ 94476 w 1166117"/>
              <a:gd name="connsiteY1" fmla="*/ 0 h 897836"/>
              <a:gd name="connsiteX2" fmla="*/ 566817 w 1166117"/>
              <a:gd name="connsiteY2" fmla="*/ 108539 h 897836"/>
              <a:gd name="connsiteX3" fmla="*/ 1053888 w 1166117"/>
              <a:gd name="connsiteY3" fmla="*/ 673377 h 897836"/>
              <a:gd name="connsiteX4" fmla="*/ 1166117 w 1166117"/>
              <a:gd name="connsiteY4" fmla="*/ 673377 h 897836"/>
              <a:gd name="connsiteX5" fmla="*/ 973122 w 1166117"/>
              <a:gd name="connsiteY5" fmla="*/ 897836 h 897836"/>
              <a:gd name="connsiteX6" fmla="*/ 717199 w 1166117"/>
              <a:gd name="connsiteY6" fmla="*/ 673377 h 897836"/>
              <a:gd name="connsiteX7" fmla="*/ 829428 w 1166117"/>
              <a:gd name="connsiteY7" fmla="*/ 673377 h 897836"/>
              <a:gd name="connsiteX8" fmla="*/ 777434 w 1166117"/>
              <a:gd name="connsiteY8" fmla="*/ 538734 h 897836"/>
              <a:gd name="connsiteX9" fmla="*/ 754322 w 1166117"/>
              <a:gd name="connsiteY9" fmla="*/ 497781 h 897836"/>
              <a:gd name="connsiteX10" fmla="*/ 704276 w 1166117"/>
              <a:gd name="connsiteY10" fmla="*/ 415509 h 897836"/>
              <a:gd name="connsiteX11" fmla="*/ 670165 w 1166117"/>
              <a:gd name="connsiteY11" fmla="*/ 371960 h 897836"/>
              <a:gd name="connsiteX12" fmla="*/ 611946 w 1166117"/>
              <a:gd name="connsiteY12" fmla="*/ 305146 h 897836"/>
              <a:gd name="connsiteX13" fmla="*/ 569826 w 1166117"/>
              <a:gd name="connsiteY13" fmla="*/ 264989 h 897836"/>
              <a:gd name="connsiteX14" fmla="*/ 502199 w 1166117"/>
              <a:gd name="connsiteY14" fmla="*/ 209044 h 897836"/>
              <a:gd name="connsiteX15" fmla="*/ 454386 w 1166117"/>
              <a:gd name="connsiteY15" fmla="*/ 174780 h 897836"/>
              <a:gd name="connsiteX16" fmla="*/ 376110 w 1166117"/>
              <a:gd name="connsiteY16" fmla="*/ 128496 h 897836"/>
              <a:gd name="connsiteX17" fmla="*/ 325656 w 1166117"/>
              <a:gd name="connsiteY17" fmla="*/ 101859 h 897836"/>
              <a:gd name="connsiteX18" fmla="*/ 231900 w 1166117"/>
              <a:gd name="connsiteY18" fmla="*/ 64364 h 897836"/>
              <a:gd name="connsiteX19" fmla="*/ 185620 w 1166117"/>
              <a:gd name="connsiteY19" fmla="*/ 47370 h 897836"/>
              <a:gd name="connsiteX20" fmla="*/ 36338 w 1166117"/>
              <a:gd name="connsiteY20" fmla="*/ 12676 h 897836"/>
              <a:gd name="connsiteX21" fmla="*/ 36335 w 1166117"/>
              <a:gd name="connsiteY21" fmla="*/ 12675 h 897836"/>
              <a:gd name="connsiteX22" fmla="*/ 0 w 1166117"/>
              <a:gd name="connsiteY22" fmla="*/ 9906 h 89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66117" h="897836">
                <a:moveTo>
                  <a:pt x="2477" y="0"/>
                </a:moveTo>
                <a:lnTo>
                  <a:pt x="94476" y="0"/>
                </a:lnTo>
                <a:cubicBezTo>
                  <a:pt x="263915" y="0"/>
                  <a:pt x="425308" y="38949"/>
                  <a:pt x="566817" y="108539"/>
                </a:cubicBezTo>
                <a:cubicBezTo>
                  <a:pt x="802667" y="224522"/>
                  <a:pt x="983288" y="425620"/>
                  <a:pt x="1053888" y="673377"/>
                </a:cubicBezTo>
                <a:lnTo>
                  <a:pt x="1166117" y="673377"/>
                </a:lnTo>
                <a:lnTo>
                  <a:pt x="973122" y="897836"/>
                </a:lnTo>
                <a:lnTo>
                  <a:pt x="717199" y="673377"/>
                </a:lnTo>
                <a:lnTo>
                  <a:pt x="829428" y="673377"/>
                </a:lnTo>
                <a:lnTo>
                  <a:pt x="777434" y="538734"/>
                </a:lnTo>
                <a:lnTo>
                  <a:pt x="754322" y="497781"/>
                </a:lnTo>
                <a:lnTo>
                  <a:pt x="704276" y="415509"/>
                </a:lnTo>
                <a:lnTo>
                  <a:pt x="670165" y="371960"/>
                </a:lnTo>
                <a:lnTo>
                  <a:pt x="611946" y="305146"/>
                </a:lnTo>
                <a:lnTo>
                  <a:pt x="569826" y="264989"/>
                </a:lnTo>
                <a:lnTo>
                  <a:pt x="502199" y="209044"/>
                </a:lnTo>
                <a:lnTo>
                  <a:pt x="454386" y="174780"/>
                </a:lnTo>
                <a:lnTo>
                  <a:pt x="376110" y="128496"/>
                </a:lnTo>
                <a:lnTo>
                  <a:pt x="325656" y="101859"/>
                </a:lnTo>
                <a:lnTo>
                  <a:pt x="231900" y="64364"/>
                </a:lnTo>
                <a:lnTo>
                  <a:pt x="185620" y="47370"/>
                </a:lnTo>
                <a:lnTo>
                  <a:pt x="36338" y="12676"/>
                </a:lnTo>
                <a:lnTo>
                  <a:pt x="36335" y="12675"/>
                </a:lnTo>
                <a:lnTo>
                  <a:pt x="0" y="9906"/>
                </a:lnTo>
                <a:close/>
              </a:path>
            </a:pathLst>
          </a:cu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ísḻïdè">
            <a:extLst>
              <a:ext uri="{FF2B5EF4-FFF2-40B4-BE49-F238E27FC236}">
                <a16:creationId xmlns="" xmlns:a16="http://schemas.microsoft.com/office/drawing/2014/main" id="{8E36D19C-8211-4304-8D2A-70A775DC16BB}"/>
              </a:ext>
            </a:extLst>
          </p:cNvPr>
          <p:cNvSpPr txBox="1"/>
          <p:nvPr/>
        </p:nvSpPr>
        <p:spPr bwMode="gray">
          <a:xfrm>
            <a:off x="9097386" y="2441766"/>
            <a:ext cx="1205118" cy="60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412" tIns="45974" rIns="88412" bIns="45974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sz="20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89.9%</a:t>
            </a:r>
          </a:p>
          <a:p>
            <a:pPr algn="ctr">
              <a:spcBef>
                <a:spcPct val="0"/>
              </a:spcBef>
            </a:pPr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系统上云率</a:t>
            </a:r>
            <a:endParaRPr lang="en-US" altLang="zh-CN" sz="140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1" name="矩形 110"/>
          <p:cNvSpPr/>
          <p:nvPr/>
        </p:nvSpPr>
        <p:spPr bwMode="gray">
          <a:xfrm>
            <a:off x="2248708" y="1134599"/>
            <a:ext cx="649537" cy="4134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8468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过去</a:t>
            </a:r>
            <a:endParaRPr lang="en-US" altLang="zh-CN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2" name="矩形 111"/>
          <p:cNvSpPr/>
          <p:nvPr/>
        </p:nvSpPr>
        <p:spPr bwMode="gray">
          <a:xfrm>
            <a:off x="5692836" y="1132091"/>
            <a:ext cx="649537" cy="4134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8468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现在</a:t>
            </a:r>
            <a:endParaRPr lang="en-US" altLang="zh-CN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3" name="TextBox 5"/>
          <p:cNvSpPr txBox="1"/>
          <p:nvPr/>
        </p:nvSpPr>
        <p:spPr bwMode="gray">
          <a:xfrm>
            <a:off x="1313015" y="1561843"/>
            <a:ext cx="2520926" cy="2901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kumimoji="1" lang="zh-CN" altLang="en-US" sz="1400" b="1" dirty="0" smtClean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</a:t>
            </a:r>
            <a:r>
              <a:rPr kumimoji="1" lang="zh-CN" altLang="en-US" sz="1400" b="1" dirty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网分离，</a:t>
            </a:r>
            <a:r>
              <a:rPr kumimoji="1" lang="zh-CN" altLang="en-US" sz="1400" b="1" dirty="0" smtClean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网络难以匹配</a:t>
            </a:r>
            <a:r>
              <a:rPr kumimoji="1" lang="zh-CN" altLang="en-US" sz="1400" b="1" dirty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云速度</a:t>
            </a:r>
          </a:p>
        </p:txBody>
      </p:sp>
      <p:sp>
        <p:nvSpPr>
          <p:cNvPr id="114" name="TextBox 5"/>
          <p:cNvSpPr txBox="1"/>
          <p:nvPr/>
        </p:nvSpPr>
        <p:spPr bwMode="gray">
          <a:xfrm>
            <a:off x="5059480" y="1561843"/>
            <a:ext cx="1978373" cy="2901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kumimoji="1" lang="zh-CN" altLang="en-US" sz="14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云网一体，一网入多云</a:t>
            </a:r>
            <a:endParaRPr kumimoji="1" lang="en-US" sz="1400" b="1" dirty="0" smtClean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Freeform 811"/>
          <p:cNvSpPr>
            <a:spLocks noEditPoints="1"/>
          </p:cNvSpPr>
          <p:nvPr/>
        </p:nvSpPr>
        <p:spPr bwMode="gray">
          <a:xfrm>
            <a:off x="1723977" y="4098378"/>
            <a:ext cx="354603" cy="279840"/>
          </a:xfrm>
          <a:custGeom>
            <a:avLst/>
            <a:gdLst>
              <a:gd name="T0" fmla="*/ 827 w 894"/>
              <a:gd name="T1" fmla="*/ 816 h 846"/>
              <a:gd name="T2" fmla="*/ 447 w 894"/>
              <a:gd name="T3" fmla="*/ 168 h 846"/>
              <a:gd name="T4" fmla="*/ 440 w 894"/>
              <a:gd name="T5" fmla="*/ 816 h 846"/>
              <a:gd name="T6" fmla="*/ 60 w 894"/>
              <a:gd name="T7" fmla="*/ 0 h 846"/>
              <a:gd name="T8" fmla="*/ 15 w 894"/>
              <a:gd name="T9" fmla="*/ 816 h 846"/>
              <a:gd name="T10" fmla="*/ 15 w 894"/>
              <a:gd name="T11" fmla="*/ 846 h 846"/>
              <a:gd name="T12" fmla="*/ 894 w 894"/>
              <a:gd name="T13" fmla="*/ 831 h 846"/>
              <a:gd name="T14" fmla="*/ 588 w 894"/>
              <a:gd name="T15" fmla="*/ 812 h 846"/>
              <a:gd name="T16" fmla="*/ 666 w 894"/>
              <a:gd name="T17" fmla="*/ 710 h 846"/>
              <a:gd name="T18" fmla="*/ 588 w 894"/>
              <a:gd name="T19" fmla="*/ 812 h 846"/>
              <a:gd name="T20" fmla="*/ 768 w 894"/>
              <a:gd name="T21" fmla="*/ 224 h 846"/>
              <a:gd name="T22" fmla="*/ 660 w 894"/>
              <a:gd name="T23" fmla="*/ 332 h 846"/>
              <a:gd name="T24" fmla="*/ 660 w 894"/>
              <a:gd name="T25" fmla="*/ 395 h 846"/>
              <a:gd name="T26" fmla="*/ 768 w 894"/>
              <a:gd name="T27" fmla="*/ 503 h 846"/>
              <a:gd name="T28" fmla="*/ 660 w 894"/>
              <a:gd name="T29" fmla="*/ 395 h 846"/>
              <a:gd name="T30" fmla="*/ 768 w 894"/>
              <a:gd name="T31" fmla="*/ 568 h 846"/>
              <a:gd name="T32" fmla="*/ 660 w 894"/>
              <a:gd name="T33" fmla="*/ 676 h 846"/>
              <a:gd name="T34" fmla="*/ 494 w 894"/>
              <a:gd name="T35" fmla="*/ 224 h 846"/>
              <a:gd name="T36" fmla="*/ 602 w 894"/>
              <a:gd name="T37" fmla="*/ 332 h 846"/>
              <a:gd name="T38" fmla="*/ 494 w 894"/>
              <a:gd name="T39" fmla="*/ 224 h 846"/>
              <a:gd name="T40" fmla="*/ 602 w 894"/>
              <a:gd name="T41" fmla="*/ 395 h 846"/>
              <a:gd name="T42" fmla="*/ 494 w 894"/>
              <a:gd name="T43" fmla="*/ 503 h 846"/>
              <a:gd name="T44" fmla="*/ 494 w 894"/>
              <a:gd name="T45" fmla="*/ 568 h 846"/>
              <a:gd name="T46" fmla="*/ 602 w 894"/>
              <a:gd name="T47" fmla="*/ 676 h 846"/>
              <a:gd name="T48" fmla="*/ 494 w 894"/>
              <a:gd name="T49" fmla="*/ 568 h 846"/>
              <a:gd name="T50" fmla="*/ 214 w 894"/>
              <a:gd name="T51" fmla="*/ 710 h 846"/>
              <a:gd name="T52" fmla="*/ 293 w 894"/>
              <a:gd name="T53" fmla="*/ 812 h 846"/>
              <a:gd name="T54" fmla="*/ 285 w 894"/>
              <a:gd name="T55" fmla="*/ 52 h 846"/>
              <a:gd name="T56" fmla="*/ 393 w 894"/>
              <a:gd name="T57" fmla="*/ 160 h 846"/>
              <a:gd name="T58" fmla="*/ 285 w 894"/>
              <a:gd name="T59" fmla="*/ 52 h 846"/>
              <a:gd name="T60" fmla="*/ 393 w 894"/>
              <a:gd name="T61" fmla="*/ 224 h 846"/>
              <a:gd name="T62" fmla="*/ 285 w 894"/>
              <a:gd name="T63" fmla="*/ 332 h 846"/>
              <a:gd name="T64" fmla="*/ 285 w 894"/>
              <a:gd name="T65" fmla="*/ 395 h 846"/>
              <a:gd name="T66" fmla="*/ 393 w 894"/>
              <a:gd name="T67" fmla="*/ 503 h 846"/>
              <a:gd name="T68" fmla="*/ 285 w 894"/>
              <a:gd name="T69" fmla="*/ 395 h 846"/>
              <a:gd name="T70" fmla="*/ 393 w 894"/>
              <a:gd name="T71" fmla="*/ 566 h 846"/>
              <a:gd name="T72" fmla="*/ 285 w 894"/>
              <a:gd name="T73" fmla="*/ 674 h 846"/>
              <a:gd name="T74" fmla="*/ 119 w 894"/>
              <a:gd name="T75" fmla="*/ 52 h 846"/>
              <a:gd name="T76" fmla="*/ 227 w 894"/>
              <a:gd name="T77" fmla="*/ 160 h 846"/>
              <a:gd name="T78" fmla="*/ 119 w 894"/>
              <a:gd name="T79" fmla="*/ 52 h 846"/>
              <a:gd name="T80" fmla="*/ 227 w 894"/>
              <a:gd name="T81" fmla="*/ 224 h 846"/>
              <a:gd name="T82" fmla="*/ 119 w 894"/>
              <a:gd name="T83" fmla="*/ 332 h 846"/>
              <a:gd name="T84" fmla="*/ 119 w 894"/>
              <a:gd name="T85" fmla="*/ 395 h 846"/>
              <a:gd name="T86" fmla="*/ 227 w 894"/>
              <a:gd name="T87" fmla="*/ 503 h 846"/>
              <a:gd name="T88" fmla="*/ 119 w 894"/>
              <a:gd name="T89" fmla="*/ 395 h 846"/>
              <a:gd name="T90" fmla="*/ 227 w 894"/>
              <a:gd name="T91" fmla="*/ 566 h 846"/>
              <a:gd name="T92" fmla="*/ 119 w 894"/>
              <a:gd name="T93" fmla="*/ 674 h 8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94" h="846">
                <a:moveTo>
                  <a:pt x="879" y="816"/>
                </a:moveTo>
                <a:cubicBezTo>
                  <a:pt x="827" y="816"/>
                  <a:pt x="827" y="816"/>
                  <a:pt x="827" y="816"/>
                </a:cubicBezTo>
                <a:cubicBezTo>
                  <a:pt x="827" y="168"/>
                  <a:pt x="827" y="168"/>
                  <a:pt x="827" y="168"/>
                </a:cubicBezTo>
                <a:cubicBezTo>
                  <a:pt x="447" y="168"/>
                  <a:pt x="447" y="168"/>
                  <a:pt x="447" y="168"/>
                </a:cubicBezTo>
                <a:cubicBezTo>
                  <a:pt x="447" y="816"/>
                  <a:pt x="447" y="816"/>
                  <a:pt x="447" y="816"/>
                </a:cubicBezTo>
                <a:cubicBezTo>
                  <a:pt x="440" y="816"/>
                  <a:pt x="440" y="816"/>
                  <a:pt x="440" y="816"/>
                </a:cubicBezTo>
                <a:cubicBezTo>
                  <a:pt x="440" y="0"/>
                  <a:pt x="440" y="0"/>
                  <a:pt x="440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816"/>
                  <a:pt x="60" y="816"/>
                  <a:pt x="60" y="816"/>
                </a:cubicBezTo>
                <a:cubicBezTo>
                  <a:pt x="15" y="816"/>
                  <a:pt x="15" y="816"/>
                  <a:pt x="15" y="816"/>
                </a:cubicBezTo>
                <a:cubicBezTo>
                  <a:pt x="7" y="816"/>
                  <a:pt x="0" y="822"/>
                  <a:pt x="0" y="831"/>
                </a:cubicBezTo>
                <a:cubicBezTo>
                  <a:pt x="0" y="839"/>
                  <a:pt x="7" y="846"/>
                  <a:pt x="15" y="846"/>
                </a:cubicBezTo>
                <a:cubicBezTo>
                  <a:pt x="879" y="846"/>
                  <a:pt x="879" y="846"/>
                  <a:pt x="879" y="846"/>
                </a:cubicBezTo>
                <a:cubicBezTo>
                  <a:pt x="888" y="846"/>
                  <a:pt x="894" y="839"/>
                  <a:pt x="894" y="831"/>
                </a:cubicBezTo>
                <a:cubicBezTo>
                  <a:pt x="894" y="822"/>
                  <a:pt x="888" y="816"/>
                  <a:pt x="879" y="816"/>
                </a:cubicBezTo>
                <a:close/>
                <a:moveTo>
                  <a:pt x="588" y="812"/>
                </a:moveTo>
                <a:cubicBezTo>
                  <a:pt x="588" y="710"/>
                  <a:pt x="588" y="710"/>
                  <a:pt x="588" y="710"/>
                </a:cubicBezTo>
                <a:cubicBezTo>
                  <a:pt x="666" y="710"/>
                  <a:pt x="666" y="710"/>
                  <a:pt x="666" y="710"/>
                </a:cubicBezTo>
                <a:cubicBezTo>
                  <a:pt x="666" y="812"/>
                  <a:pt x="666" y="812"/>
                  <a:pt x="666" y="812"/>
                </a:cubicBezTo>
                <a:lnTo>
                  <a:pt x="588" y="812"/>
                </a:lnTo>
                <a:close/>
                <a:moveTo>
                  <a:pt x="660" y="224"/>
                </a:moveTo>
                <a:cubicBezTo>
                  <a:pt x="768" y="224"/>
                  <a:pt x="768" y="224"/>
                  <a:pt x="768" y="224"/>
                </a:cubicBezTo>
                <a:cubicBezTo>
                  <a:pt x="768" y="332"/>
                  <a:pt x="768" y="332"/>
                  <a:pt x="768" y="332"/>
                </a:cubicBezTo>
                <a:cubicBezTo>
                  <a:pt x="660" y="332"/>
                  <a:pt x="660" y="332"/>
                  <a:pt x="660" y="332"/>
                </a:cubicBezTo>
                <a:lnTo>
                  <a:pt x="660" y="224"/>
                </a:lnTo>
                <a:close/>
                <a:moveTo>
                  <a:pt x="660" y="395"/>
                </a:moveTo>
                <a:cubicBezTo>
                  <a:pt x="768" y="395"/>
                  <a:pt x="768" y="395"/>
                  <a:pt x="768" y="395"/>
                </a:cubicBezTo>
                <a:cubicBezTo>
                  <a:pt x="768" y="503"/>
                  <a:pt x="768" y="503"/>
                  <a:pt x="768" y="503"/>
                </a:cubicBezTo>
                <a:cubicBezTo>
                  <a:pt x="660" y="503"/>
                  <a:pt x="660" y="503"/>
                  <a:pt x="660" y="503"/>
                </a:cubicBezTo>
                <a:lnTo>
                  <a:pt x="660" y="395"/>
                </a:lnTo>
                <a:close/>
                <a:moveTo>
                  <a:pt x="660" y="568"/>
                </a:moveTo>
                <a:cubicBezTo>
                  <a:pt x="768" y="568"/>
                  <a:pt x="768" y="568"/>
                  <a:pt x="768" y="568"/>
                </a:cubicBezTo>
                <a:cubicBezTo>
                  <a:pt x="768" y="676"/>
                  <a:pt x="768" y="676"/>
                  <a:pt x="768" y="676"/>
                </a:cubicBezTo>
                <a:cubicBezTo>
                  <a:pt x="660" y="676"/>
                  <a:pt x="660" y="676"/>
                  <a:pt x="660" y="676"/>
                </a:cubicBezTo>
                <a:lnTo>
                  <a:pt x="660" y="568"/>
                </a:lnTo>
                <a:close/>
                <a:moveTo>
                  <a:pt x="494" y="224"/>
                </a:moveTo>
                <a:cubicBezTo>
                  <a:pt x="602" y="224"/>
                  <a:pt x="602" y="224"/>
                  <a:pt x="602" y="224"/>
                </a:cubicBezTo>
                <a:cubicBezTo>
                  <a:pt x="602" y="332"/>
                  <a:pt x="602" y="332"/>
                  <a:pt x="602" y="332"/>
                </a:cubicBezTo>
                <a:cubicBezTo>
                  <a:pt x="494" y="332"/>
                  <a:pt x="494" y="332"/>
                  <a:pt x="494" y="332"/>
                </a:cubicBezTo>
                <a:lnTo>
                  <a:pt x="494" y="224"/>
                </a:lnTo>
                <a:close/>
                <a:moveTo>
                  <a:pt x="494" y="395"/>
                </a:moveTo>
                <a:cubicBezTo>
                  <a:pt x="602" y="395"/>
                  <a:pt x="602" y="395"/>
                  <a:pt x="602" y="395"/>
                </a:cubicBezTo>
                <a:cubicBezTo>
                  <a:pt x="602" y="503"/>
                  <a:pt x="602" y="503"/>
                  <a:pt x="602" y="503"/>
                </a:cubicBezTo>
                <a:cubicBezTo>
                  <a:pt x="494" y="503"/>
                  <a:pt x="494" y="503"/>
                  <a:pt x="494" y="503"/>
                </a:cubicBezTo>
                <a:lnTo>
                  <a:pt x="494" y="395"/>
                </a:lnTo>
                <a:close/>
                <a:moveTo>
                  <a:pt x="494" y="568"/>
                </a:moveTo>
                <a:cubicBezTo>
                  <a:pt x="602" y="568"/>
                  <a:pt x="602" y="568"/>
                  <a:pt x="602" y="568"/>
                </a:cubicBezTo>
                <a:cubicBezTo>
                  <a:pt x="602" y="676"/>
                  <a:pt x="602" y="676"/>
                  <a:pt x="602" y="676"/>
                </a:cubicBezTo>
                <a:cubicBezTo>
                  <a:pt x="494" y="676"/>
                  <a:pt x="494" y="676"/>
                  <a:pt x="494" y="676"/>
                </a:cubicBezTo>
                <a:lnTo>
                  <a:pt x="494" y="568"/>
                </a:lnTo>
                <a:close/>
                <a:moveTo>
                  <a:pt x="214" y="812"/>
                </a:moveTo>
                <a:cubicBezTo>
                  <a:pt x="214" y="710"/>
                  <a:pt x="214" y="710"/>
                  <a:pt x="214" y="710"/>
                </a:cubicBezTo>
                <a:cubicBezTo>
                  <a:pt x="293" y="710"/>
                  <a:pt x="293" y="710"/>
                  <a:pt x="293" y="710"/>
                </a:cubicBezTo>
                <a:cubicBezTo>
                  <a:pt x="293" y="812"/>
                  <a:pt x="293" y="812"/>
                  <a:pt x="293" y="812"/>
                </a:cubicBezTo>
                <a:lnTo>
                  <a:pt x="214" y="812"/>
                </a:lnTo>
                <a:close/>
                <a:moveTo>
                  <a:pt x="285" y="52"/>
                </a:moveTo>
                <a:cubicBezTo>
                  <a:pt x="393" y="52"/>
                  <a:pt x="393" y="52"/>
                  <a:pt x="393" y="52"/>
                </a:cubicBezTo>
                <a:cubicBezTo>
                  <a:pt x="393" y="160"/>
                  <a:pt x="393" y="160"/>
                  <a:pt x="393" y="160"/>
                </a:cubicBezTo>
                <a:cubicBezTo>
                  <a:pt x="285" y="160"/>
                  <a:pt x="285" y="160"/>
                  <a:pt x="285" y="160"/>
                </a:cubicBezTo>
                <a:lnTo>
                  <a:pt x="285" y="52"/>
                </a:lnTo>
                <a:close/>
                <a:moveTo>
                  <a:pt x="285" y="224"/>
                </a:moveTo>
                <a:cubicBezTo>
                  <a:pt x="393" y="224"/>
                  <a:pt x="393" y="224"/>
                  <a:pt x="393" y="224"/>
                </a:cubicBezTo>
                <a:cubicBezTo>
                  <a:pt x="393" y="332"/>
                  <a:pt x="393" y="332"/>
                  <a:pt x="393" y="332"/>
                </a:cubicBezTo>
                <a:cubicBezTo>
                  <a:pt x="285" y="332"/>
                  <a:pt x="285" y="332"/>
                  <a:pt x="285" y="332"/>
                </a:cubicBezTo>
                <a:lnTo>
                  <a:pt x="285" y="224"/>
                </a:lnTo>
                <a:close/>
                <a:moveTo>
                  <a:pt x="285" y="395"/>
                </a:moveTo>
                <a:cubicBezTo>
                  <a:pt x="393" y="395"/>
                  <a:pt x="393" y="395"/>
                  <a:pt x="393" y="395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285" y="503"/>
                  <a:pt x="285" y="503"/>
                  <a:pt x="285" y="503"/>
                </a:cubicBezTo>
                <a:lnTo>
                  <a:pt x="285" y="395"/>
                </a:lnTo>
                <a:close/>
                <a:moveTo>
                  <a:pt x="285" y="566"/>
                </a:moveTo>
                <a:cubicBezTo>
                  <a:pt x="393" y="566"/>
                  <a:pt x="393" y="566"/>
                  <a:pt x="393" y="566"/>
                </a:cubicBezTo>
                <a:cubicBezTo>
                  <a:pt x="393" y="674"/>
                  <a:pt x="393" y="674"/>
                  <a:pt x="393" y="674"/>
                </a:cubicBezTo>
                <a:cubicBezTo>
                  <a:pt x="285" y="674"/>
                  <a:pt x="285" y="674"/>
                  <a:pt x="285" y="674"/>
                </a:cubicBezTo>
                <a:lnTo>
                  <a:pt x="285" y="566"/>
                </a:lnTo>
                <a:close/>
                <a:moveTo>
                  <a:pt x="119" y="52"/>
                </a:moveTo>
                <a:cubicBezTo>
                  <a:pt x="227" y="52"/>
                  <a:pt x="227" y="52"/>
                  <a:pt x="227" y="52"/>
                </a:cubicBezTo>
                <a:cubicBezTo>
                  <a:pt x="227" y="160"/>
                  <a:pt x="227" y="160"/>
                  <a:pt x="227" y="160"/>
                </a:cubicBezTo>
                <a:cubicBezTo>
                  <a:pt x="119" y="160"/>
                  <a:pt x="119" y="160"/>
                  <a:pt x="119" y="160"/>
                </a:cubicBezTo>
                <a:lnTo>
                  <a:pt x="119" y="52"/>
                </a:lnTo>
                <a:close/>
                <a:moveTo>
                  <a:pt x="119" y="224"/>
                </a:moveTo>
                <a:cubicBezTo>
                  <a:pt x="227" y="224"/>
                  <a:pt x="227" y="224"/>
                  <a:pt x="227" y="224"/>
                </a:cubicBezTo>
                <a:cubicBezTo>
                  <a:pt x="227" y="332"/>
                  <a:pt x="227" y="332"/>
                  <a:pt x="227" y="332"/>
                </a:cubicBezTo>
                <a:cubicBezTo>
                  <a:pt x="119" y="332"/>
                  <a:pt x="119" y="332"/>
                  <a:pt x="119" y="332"/>
                </a:cubicBezTo>
                <a:lnTo>
                  <a:pt x="119" y="224"/>
                </a:lnTo>
                <a:close/>
                <a:moveTo>
                  <a:pt x="119" y="395"/>
                </a:moveTo>
                <a:cubicBezTo>
                  <a:pt x="227" y="395"/>
                  <a:pt x="227" y="395"/>
                  <a:pt x="227" y="395"/>
                </a:cubicBezTo>
                <a:cubicBezTo>
                  <a:pt x="227" y="503"/>
                  <a:pt x="227" y="503"/>
                  <a:pt x="227" y="503"/>
                </a:cubicBezTo>
                <a:cubicBezTo>
                  <a:pt x="119" y="503"/>
                  <a:pt x="119" y="503"/>
                  <a:pt x="119" y="503"/>
                </a:cubicBezTo>
                <a:lnTo>
                  <a:pt x="119" y="395"/>
                </a:lnTo>
                <a:close/>
                <a:moveTo>
                  <a:pt x="119" y="566"/>
                </a:moveTo>
                <a:cubicBezTo>
                  <a:pt x="227" y="566"/>
                  <a:pt x="227" y="566"/>
                  <a:pt x="227" y="566"/>
                </a:cubicBezTo>
                <a:cubicBezTo>
                  <a:pt x="227" y="674"/>
                  <a:pt x="227" y="674"/>
                  <a:pt x="227" y="674"/>
                </a:cubicBezTo>
                <a:cubicBezTo>
                  <a:pt x="119" y="674"/>
                  <a:pt x="119" y="674"/>
                  <a:pt x="119" y="674"/>
                </a:cubicBezTo>
                <a:lnTo>
                  <a:pt x="119" y="566"/>
                </a:lnTo>
                <a:close/>
              </a:path>
            </a:pathLst>
          </a:custGeom>
          <a:solidFill>
            <a:srgbClr val="666666">
              <a:lumMod val="40000"/>
              <a:lumOff val="60000"/>
            </a:srgbClr>
          </a:solidFill>
          <a:ln>
            <a:noFill/>
          </a:ln>
        </p:spPr>
        <p:txBody>
          <a:bodyPr vert="horz" wrap="square" lIns="127988" tIns="63994" rIns="127988" bIns="63994" numCol="1" anchor="t" anchorCtr="0" compatLnSpc="1"/>
          <a:lstStyle/>
          <a:p>
            <a:pPr defTabSz="2073122">
              <a:defRPr/>
            </a:pPr>
            <a:endParaRPr lang="zh-CN" altLang="en-US" sz="4284" kern="0" smtClean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116" name="TextBox 59"/>
          <p:cNvSpPr txBox="1"/>
          <p:nvPr/>
        </p:nvSpPr>
        <p:spPr bwMode="gray">
          <a:xfrm>
            <a:off x="1495261" y="4374680"/>
            <a:ext cx="780815" cy="25574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/>
          <a:lstStyle>
            <a:defPPr>
              <a:defRPr lang="en-US"/>
            </a:defPPr>
            <a:lvl1pPr defTabSz="3048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</a:defRPr>
            </a:lvl1pPr>
          </a:lstStyle>
          <a:p>
            <a:pPr algn="ctr">
              <a:defRPr/>
            </a:pPr>
            <a:r>
              <a: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人</a:t>
            </a:r>
            <a:r>
              <a:rPr lang="zh-CN" altLang="en-US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社</a:t>
            </a:r>
            <a:endParaRPr lang="zh-CN" altLang="en-US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117" name="组合 116"/>
          <p:cNvGrpSpPr/>
          <p:nvPr/>
        </p:nvGrpSpPr>
        <p:grpSpPr bwMode="gray">
          <a:xfrm>
            <a:off x="3028980" y="4089959"/>
            <a:ext cx="357027" cy="301051"/>
            <a:chOff x="1634733" y="5500314"/>
            <a:chExt cx="329384" cy="341743"/>
          </a:xfrm>
          <a:solidFill>
            <a:srgbClr val="666666">
              <a:lumMod val="40000"/>
              <a:lumOff val="60000"/>
            </a:srgbClr>
          </a:solidFill>
        </p:grpSpPr>
        <p:sp>
          <p:nvSpPr>
            <p:cNvPr id="118" name="Freeform 815"/>
            <p:cNvSpPr>
              <a:spLocks noEditPoints="1"/>
            </p:cNvSpPr>
            <p:nvPr/>
          </p:nvSpPr>
          <p:spPr bwMode="gray">
            <a:xfrm>
              <a:off x="1753452" y="5555036"/>
              <a:ext cx="210665" cy="287020"/>
            </a:xfrm>
            <a:custGeom>
              <a:avLst/>
              <a:gdLst>
                <a:gd name="T0" fmla="*/ 0 w 779"/>
                <a:gd name="T1" fmla="*/ 1035 h 1070"/>
                <a:gd name="T2" fmla="*/ 224 w 779"/>
                <a:gd name="T3" fmla="*/ 992 h 1070"/>
                <a:gd name="T4" fmla="*/ 0 w 779"/>
                <a:gd name="T5" fmla="*/ 935 h 1070"/>
                <a:gd name="T6" fmla="*/ 224 w 779"/>
                <a:gd name="T7" fmla="*/ 902 h 1070"/>
                <a:gd name="T8" fmla="*/ 0 w 779"/>
                <a:gd name="T9" fmla="*/ 838 h 1070"/>
                <a:gd name="T10" fmla="*/ 224 w 779"/>
                <a:gd name="T11" fmla="*/ 812 h 1070"/>
                <a:gd name="T12" fmla="*/ 0 w 779"/>
                <a:gd name="T13" fmla="*/ 743 h 1070"/>
                <a:gd name="T14" fmla="*/ 224 w 779"/>
                <a:gd name="T15" fmla="*/ 724 h 1070"/>
                <a:gd name="T16" fmla="*/ 0 w 779"/>
                <a:gd name="T17" fmla="*/ 645 h 1070"/>
                <a:gd name="T18" fmla="*/ 224 w 779"/>
                <a:gd name="T19" fmla="*/ 634 h 1070"/>
                <a:gd name="T20" fmla="*/ 0 w 779"/>
                <a:gd name="T21" fmla="*/ 548 h 1070"/>
                <a:gd name="T22" fmla="*/ 224 w 779"/>
                <a:gd name="T23" fmla="*/ 546 h 1070"/>
                <a:gd name="T24" fmla="*/ 0 w 779"/>
                <a:gd name="T25" fmla="*/ 441 h 1070"/>
                <a:gd name="T26" fmla="*/ 181 w 779"/>
                <a:gd name="T27" fmla="*/ 432 h 1070"/>
                <a:gd name="T28" fmla="*/ 0 w 779"/>
                <a:gd name="T29" fmla="*/ 342 h 1070"/>
                <a:gd name="T30" fmla="*/ 181 w 779"/>
                <a:gd name="T31" fmla="*/ 332 h 1070"/>
                <a:gd name="T32" fmla="*/ 0 w 779"/>
                <a:gd name="T33" fmla="*/ 242 h 1070"/>
                <a:gd name="T34" fmla="*/ 181 w 779"/>
                <a:gd name="T35" fmla="*/ 235 h 1070"/>
                <a:gd name="T36" fmla="*/ 0 w 779"/>
                <a:gd name="T37" fmla="*/ 145 h 1070"/>
                <a:gd name="T38" fmla="*/ 181 w 779"/>
                <a:gd name="T39" fmla="*/ 137 h 1070"/>
                <a:gd name="T40" fmla="*/ 143 w 779"/>
                <a:gd name="T41" fmla="*/ 76 h 1070"/>
                <a:gd name="T42" fmla="*/ 181 w 779"/>
                <a:gd name="T43" fmla="*/ 62 h 1070"/>
                <a:gd name="T44" fmla="*/ 779 w 779"/>
                <a:gd name="T45" fmla="*/ 123 h 1070"/>
                <a:gd name="T46" fmla="*/ 0 w 779"/>
                <a:gd name="T47" fmla="*/ 1070 h 1070"/>
                <a:gd name="T48" fmla="*/ 734 w 779"/>
                <a:gd name="T49" fmla="*/ 921 h 1070"/>
                <a:gd name="T50" fmla="*/ 404 w 779"/>
                <a:gd name="T51" fmla="*/ 980 h 1070"/>
                <a:gd name="T52" fmla="*/ 734 w 779"/>
                <a:gd name="T53" fmla="*/ 859 h 1070"/>
                <a:gd name="T54" fmla="*/ 404 w 779"/>
                <a:gd name="T55" fmla="*/ 783 h 1070"/>
                <a:gd name="T56" fmla="*/ 734 w 779"/>
                <a:gd name="T57" fmla="*/ 859 h 1070"/>
                <a:gd name="T58" fmla="*/ 734 w 779"/>
                <a:gd name="T59" fmla="*/ 679 h 1070"/>
                <a:gd name="T60" fmla="*/ 404 w 779"/>
                <a:gd name="T61" fmla="*/ 719 h 1070"/>
                <a:gd name="T62" fmla="*/ 736 w 779"/>
                <a:gd name="T63" fmla="*/ 619 h 1070"/>
                <a:gd name="T64" fmla="*/ 404 w 779"/>
                <a:gd name="T65" fmla="*/ 522 h 1070"/>
                <a:gd name="T66" fmla="*/ 736 w 779"/>
                <a:gd name="T67" fmla="*/ 619 h 1070"/>
                <a:gd name="T68" fmla="*/ 736 w 779"/>
                <a:gd name="T69" fmla="*/ 439 h 1070"/>
                <a:gd name="T70" fmla="*/ 404 w 779"/>
                <a:gd name="T71" fmla="*/ 456 h 1070"/>
                <a:gd name="T72" fmla="*/ 736 w 779"/>
                <a:gd name="T73" fmla="*/ 377 h 1070"/>
                <a:gd name="T74" fmla="*/ 404 w 779"/>
                <a:gd name="T75" fmla="*/ 261 h 1070"/>
                <a:gd name="T76" fmla="*/ 736 w 779"/>
                <a:gd name="T77" fmla="*/ 377 h 1070"/>
                <a:gd name="T78" fmla="*/ 736 w 779"/>
                <a:gd name="T79" fmla="*/ 199 h 1070"/>
                <a:gd name="T80" fmla="*/ 404 w 779"/>
                <a:gd name="T81" fmla="*/ 194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79" h="1070">
                  <a:moveTo>
                    <a:pt x="0" y="1070"/>
                  </a:moveTo>
                  <a:lnTo>
                    <a:pt x="0" y="1035"/>
                  </a:lnTo>
                  <a:lnTo>
                    <a:pt x="224" y="1035"/>
                  </a:lnTo>
                  <a:lnTo>
                    <a:pt x="224" y="992"/>
                  </a:lnTo>
                  <a:lnTo>
                    <a:pt x="0" y="990"/>
                  </a:lnTo>
                  <a:lnTo>
                    <a:pt x="0" y="935"/>
                  </a:lnTo>
                  <a:lnTo>
                    <a:pt x="224" y="944"/>
                  </a:lnTo>
                  <a:lnTo>
                    <a:pt x="224" y="902"/>
                  </a:lnTo>
                  <a:lnTo>
                    <a:pt x="0" y="892"/>
                  </a:lnTo>
                  <a:lnTo>
                    <a:pt x="0" y="838"/>
                  </a:lnTo>
                  <a:lnTo>
                    <a:pt x="224" y="854"/>
                  </a:lnTo>
                  <a:lnTo>
                    <a:pt x="224" y="812"/>
                  </a:lnTo>
                  <a:lnTo>
                    <a:pt x="0" y="795"/>
                  </a:lnTo>
                  <a:lnTo>
                    <a:pt x="0" y="743"/>
                  </a:lnTo>
                  <a:lnTo>
                    <a:pt x="224" y="764"/>
                  </a:lnTo>
                  <a:lnTo>
                    <a:pt x="224" y="724"/>
                  </a:lnTo>
                  <a:lnTo>
                    <a:pt x="0" y="698"/>
                  </a:lnTo>
                  <a:lnTo>
                    <a:pt x="0" y="645"/>
                  </a:lnTo>
                  <a:lnTo>
                    <a:pt x="224" y="674"/>
                  </a:lnTo>
                  <a:lnTo>
                    <a:pt x="224" y="634"/>
                  </a:lnTo>
                  <a:lnTo>
                    <a:pt x="0" y="600"/>
                  </a:lnTo>
                  <a:lnTo>
                    <a:pt x="0" y="548"/>
                  </a:lnTo>
                  <a:lnTo>
                    <a:pt x="224" y="586"/>
                  </a:lnTo>
                  <a:lnTo>
                    <a:pt x="224" y="546"/>
                  </a:lnTo>
                  <a:lnTo>
                    <a:pt x="0" y="505"/>
                  </a:lnTo>
                  <a:lnTo>
                    <a:pt x="0" y="441"/>
                  </a:lnTo>
                  <a:lnTo>
                    <a:pt x="181" y="477"/>
                  </a:lnTo>
                  <a:lnTo>
                    <a:pt x="181" y="432"/>
                  </a:lnTo>
                  <a:lnTo>
                    <a:pt x="0" y="396"/>
                  </a:lnTo>
                  <a:lnTo>
                    <a:pt x="0" y="342"/>
                  </a:lnTo>
                  <a:lnTo>
                    <a:pt x="181" y="377"/>
                  </a:lnTo>
                  <a:lnTo>
                    <a:pt x="181" y="332"/>
                  </a:lnTo>
                  <a:lnTo>
                    <a:pt x="0" y="297"/>
                  </a:lnTo>
                  <a:lnTo>
                    <a:pt x="0" y="242"/>
                  </a:lnTo>
                  <a:lnTo>
                    <a:pt x="181" y="280"/>
                  </a:lnTo>
                  <a:lnTo>
                    <a:pt x="181" y="235"/>
                  </a:lnTo>
                  <a:lnTo>
                    <a:pt x="0" y="197"/>
                  </a:lnTo>
                  <a:lnTo>
                    <a:pt x="0" y="145"/>
                  </a:lnTo>
                  <a:lnTo>
                    <a:pt x="181" y="183"/>
                  </a:lnTo>
                  <a:lnTo>
                    <a:pt x="181" y="137"/>
                  </a:lnTo>
                  <a:lnTo>
                    <a:pt x="50" y="109"/>
                  </a:lnTo>
                  <a:lnTo>
                    <a:pt x="143" y="76"/>
                  </a:lnTo>
                  <a:lnTo>
                    <a:pt x="181" y="85"/>
                  </a:lnTo>
                  <a:lnTo>
                    <a:pt x="181" y="62"/>
                  </a:lnTo>
                  <a:lnTo>
                    <a:pt x="349" y="0"/>
                  </a:lnTo>
                  <a:lnTo>
                    <a:pt x="779" y="123"/>
                  </a:lnTo>
                  <a:lnTo>
                    <a:pt x="779" y="1070"/>
                  </a:lnTo>
                  <a:lnTo>
                    <a:pt x="0" y="1070"/>
                  </a:lnTo>
                  <a:close/>
                  <a:moveTo>
                    <a:pt x="734" y="980"/>
                  </a:moveTo>
                  <a:lnTo>
                    <a:pt x="734" y="921"/>
                  </a:lnTo>
                  <a:lnTo>
                    <a:pt x="404" y="914"/>
                  </a:lnTo>
                  <a:lnTo>
                    <a:pt x="404" y="980"/>
                  </a:lnTo>
                  <a:lnTo>
                    <a:pt x="734" y="980"/>
                  </a:lnTo>
                  <a:close/>
                  <a:moveTo>
                    <a:pt x="734" y="859"/>
                  </a:moveTo>
                  <a:lnTo>
                    <a:pt x="734" y="800"/>
                  </a:lnTo>
                  <a:lnTo>
                    <a:pt x="404" y="783"/>
                  </a:lnTo>
                  <a:lnTo>
                    <a:pt x="404" y="849"/>
                  </a:lnTo>
                  <a:lnTo>
                    <a:pt x="734" y="859"/>
                  </a:lnTo>
                  <a:close/>
                  <a:moveTo>
                    <a:pt x="734" y="738"/>
                  </a:moveTo>
                  <a:lnTo>
                    <a:pt x="734" y="679"/>
                  </a:lnTo>
                  <a:lnTo>
                    <a:pt x="404" y="653"/>
                  </a:lnTo>
                  <a:lnTo>
                    <a:pt x="404" y="719"/>
                  </a:lnTo>
                  <a:lnTo>
                    <a:pt x="734" y="738"/>
                  </a:lnTo>
                  <a:close/>
                  <a:moveTo>
                    <a:pt x="736" y="619"/>
                  </a:moveTo>
                  <a:lnTo>
                    <a:pt x="736" y="560"/>
                  </a:lnTo>
                  <a:lnTo>
                    <a:pt x="404" y="522"/>
                  </a:lnTo>
                  <a:lnTo>
                    <a:pt x="404" y="588"/>
                  </a:lnTo>
                  <a:lnTo>
                    <a:pt x="736" y="619"/>
                  </a:lnTo>
                  <a:close/>
                  <a:moveTo>
                    <a:pt x="736" y="498"/>
                  </a:moveTo>
                  <a:lnTo>
                    <a:pt x="736" y="439"/>
                  </a:lnTo>
                  <a:lnTo>
                    <a:pt x="404" y="391"/>
                  </a:lnTo>
                  <a:lnTo>
                    <a:pt x="404" y="456"/>
                  </a:lnTo>
                  <a:lnTo>
                    <a:pt x="736" y="498"/>
                  </a:lnTo>
                  <a:close/>
                  <a:moveTo>
                    <a:pt x="736" y="377"/>
                  </a:moveTo>
                  <a:lnTo>
                    <a:pt x="736" y="318"/>
                  </a:lnTo>
                  <a:lnTo>
                    <a:pt x="404" y="261"/>
                  </a:lnTo>
                  <a:lnTo>
                    <a:pt x="404" y="325"/>
                  </a:lnTo>
                  <a:lnTo>
                    <a:pt x="736" y="377"/>
                  </a:lnTo>
                  <a:close/>
                  <a:moveTo>
                    <a:pt x="736" y="259"/>
                  </a:moveTo>
                  <a:lnTo>
                    <a:pt x="736" y="199"/>
                  </a:lnTo>
                  <a:lnTo>
                    <a:pt x="404" y="130"/>
                  </a:lnTo>
                  <a:lnTo>
                    <a:pt x="404" y="194"/>
                  </a:lnTo>
                  <a:lnTo>
                    <a:pt x="736" y="2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19" name="Freeform 818"/>
            <p:cNvSpPr>
              <a:spLocks noEditPoints="1"/>
            </p:cNvSpPr>
            <p:nvPr/>
          </p:nvSpPr>
          <p:spPr bwMode="gray">
            <a:xfrm>
              <a:off x="1654745" y="5500314"/>
              <a:ext cx="70582" cy="225860"/>
            </a:xfrm>
            <a:custGeom>
              <a:avLst/>
              <a:gdLst>
                <a:gd name="T0" fmla="*/ 261 w 261"/>
                <a:gd name="T1" fmla="*/ 842 h 842"/>
                <a:gd name="T2" fmla="*/ 206 w 261"/>
                <a:gd name="T3" fmla="*/ 838 h 842"/>
                <a:gd name="T4" fmla="*/ 206 w 261"/>
                <a:gd name="T5" fmla="*/ 800 h 842"/>
                <a:gd name="T6" fmla="*/ 61 w 261"/>
                <a:gd name="T7" fmla="*/ 826 h 842"/>
                <a:gd name="T8" fmla="*/ 0 w 261"/>
                <a:gd name="T9" fmla="*/ 819 h 842"/>
                <a:gd name="T10" fmla="*/ 0 w 261"/>
                <a:gd name="T11" fmla="*/ 788 h 842"/>
                <a:gd name="T12" fmla="*/ 206 w 261"/>
                <a:gd name="T13" fmla="*/ 747 h 842"/>
                <a:gd name="T14" fmla="*/ 206 w 261"/>
                <a:gd name="T15" fmla="*/ 702 h 842"/>
                <a:gd name="T16" fmla="*/ 0 w 261"/>
                <a:gd name="T17" fmla="*/ 745 h 842"/>
                <a:gd name="T18" fmla="*/ 0 w 261"/>
                <a:gd name="T19" fmla="*/ 78 h 842"/>
                <a:gd name="T20" fmla="*/ 261 w 261"/>
                <a:gd name="T21" fmla="*/ 0 h 842"/>
                <a:gd name="T22" fmla="*/ 261 w 261"/>
                <a:gd name="T23" fmla="*/ 842 h 842"/>
                <a:gd name="T24" fmla="*/ 35 w 261"/>
                <a:gd name="T25" fmla="*/ 674 h 842"/>
                <a:gd name="T26" fmla="*/ 228 w 261"/>
                <a:gd name="T27" fmla="*/ 629 h 842"/>
                <a:gd name="T28" fmla="*/ 228 w 261"/>
                <a:gd name="T29" fmla="*/ 584 h 842"/>
                <a:gd name="T30" fmla="*/ 35 w 261"/>
                <a:gd name="T31" fmla="*/ 629 h 842"/>
                <a:gd name="T32" fmla="*/ 35 w 261"/>
                <a:gd name="T33" fmla="*/ 674 h 842"/>
                <a:gd name="T34" fmla="*/ 35 w 261"/>
                <a:gd name="T35" fmla="*/ 576 h 842"/>
                <a:gd name="T36" fmla="*/ 228 w 261"/>
                <a:gd name="T37" fmla="*/ 529 h 842"/>
                <a:gd name="T38" fmla="*/ 225 w 261"/>
                <a:gd name="T39" fmla="*/ 484 h 842"/>
                <a:gd name="T40" fmla="*/ 35 w 261"/>
                <a:gd name="T41" fmla="*/ 531 h 842"/>
                <a:gd name="T42" fmla="*/ 35 w 261"/>
                <a:gd name="T43" fmla="*/ 576 h 842"/>
                <a:gd name="T44" fmla="*/ 35 w 261"/>
                <a:gd name="T45" fmla="*/ 477 h 842"/>
                <a:gd name="T46" fmla="*/ 225 w 261"/>
                <a:gd name="T47" fmla="*/ 429 h 842"/>
                <a:gd name="T48" fmla="*/ 225 w 261"/>
                <a:gd name="T49" fmla="*/ 384 h 842"/>
                <a:gd name="T50" fmla="*/ 35 w 261"/>
                <a:gd name="T51" fmla="*/ 432 h 842"/>
                <a:gd name="T52" fmla="*/ 35 w 261"/>
                <a:gd name="T53" fmla="*/ 477 h 842"/>
                <a:gd name="T54" fmla="*/ 35 w 261"/>
                <a:gd name="T55" fmla="*/ 379 h 842"/>
                <a:gd name="T56" fmla="*/ 225 w 261"/>
                <a:gd name="T57" fmla="*/ 330 h 842"/>
                <a:gd name="T58" fmla="*/ 225 w 261"/>
                <a:gd name="T59" fmla="*/ 285 h 842"/>
                <a:gd name="T60" fmla="*/ 35 w 261"/>
                <a:gd name="T61" fmla="*/ 334 h 842"/>
                <a:gd name="T62" fmla="*/ 35 w 261"/>
                <a:gd name="T63" fmla="*/ 379 h 842"/>
                <a:gd name="T64" fmla="*/ 35 w 261"/>
                <a:gd name="T65" fmla="*/ 282 h 842"/>
                <a:gd name="T66" fmla="*/ 225 w 261"/>
                <a:gd name="T67" fmla="*/ 232 h 842"/>
                <a:gd name="T68" fmla="*/ 225 w 261"/>
                <a:gd name="T69" fmla="*/ 187 h 842"/>
                <a:gd name="T70" fmla="*/ 35 w 261"/>
                <a:gd name="T71" fmla="*/ 237 h 842"/>
                <a:gd name="T72" fmla="*/ 35 w 261"/>
                <a:gd name="T73" fmla="*/ 282 h 842"/>
                <a:gd name="T74" fmla="*/ 35 w 261"/>
                <a:gd name="T75" fmla="*/ 185 h 842"/>
                <a:gd name="T76" fmla="*/ 225 w 261"/>
                <a:gd name="T77" fmla="*/ 133 h 842"/>
                <a:gd name="T78" fmla="*/ 225 w 261"/>
                <a:gd name="T79" fmla="*/ 88 h 842"/>
                <a:gd name="T80" fmla="*/ 35 w 261"/>
                <a:gd name="T81" fmla="*/ 140 h 842"/>
                <a:gd name="T82" fmla="*/ 35 w 261"/>
                <a:gd name="T83" fmla="*/ 185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1" h="842">
                  <a:moveTo>
                    <a:pt x="261" y="842"/>
                  </a:moveTo>
                  <a:lnTo>
                    <a:pt x="206" y="838"/>
                  </a:lnTo>
                  <a:lnTo>
                    <a:pt x="206" y="800"/>
                  </a:lnTo>
                  <a:lnTo>
                    <a:pt x="61" y="826"/>
                  </a:lnTo>
                  <a:lnTo>
                    <a:pt x="0" y="819"/>
                  </a:lnTo>
                  <a:lnTo>
                    <a:pt x="0" y="788"/>
                  </a:lnTo>
                  <a:lnTo>
                    <a:pt x="206" y="747"/>
                  </a:lnTo>
                  <a:lnTo>
                    <a:pt x="206" y="702"/>
                  </a:lnTo>
                  <a:lnTo>
                    <a:pt x="0" y="745"/>
                  </a:lnTo>
                  <a:lnTo>
                    <a:pt x="0" y="78"/>
                  </a:lnTo>
                  <a:lnTo>
                    <a:pt x="261" y="0"/>
                  </a:lnTo>
                  <a:lnTo>
                    <a:pt x="261" y="842"/>
                  </a:lnTo>
                  <a:close/>
                  <a:moveTo>
                    <a:pt x="35" y="674"/>
                  </a:moveTo>
                  <a:lnTo>
                    <a:pt x="228" y="629"/>
                  </a:lnTo>
                  <a:lnTo>
                    <a:pt x="228" y="584"/>
                  </a:lnTo>
                  <a:lnTo>
                    <a:pt x="35" y="629"/>
                  </a:lnTo>
                  <a:lnTo>
                    <a:pt x="35" y="674"/>
                  </a:lnTo>
                  <a:close/>
                  <a:moveTo>
                    <a:pt x="35" y="576"/>
                  </a:moveTo>
                  <a:lnTo>
                    <a:pt x="228" y="529"/>
                  </a:lnTo>
                  <a:lnTo>
                    <a:pt x="225" y="484"/>
                  </a:lnTo>
                  <a:lnTo>
                    <a:pt x="35" y="531"/>
                  </a:lnTo>
                  <a:lnTo>
                    <a:pt x="35" y="576"/>
                  </a:lnTo>
                  <a:close/>
                  <a:moveTo>
                    <a:pt x="35" y="477"/>
                  </a:moveTo>
                  <a:lnTo>
                    <a:pt x="225" y="429"/>
                  </a:lnTo>
                  <a:lnTo>
                    <a:pt x="225" y="384"/>
                  </a:lnTo>
                  <a:lnTo>
                    <a:pt x="35" y="432"/>
                  </a:lnTo>
                  <a:lnTo>
                    <a:pt x="35" y="477"/>
                  </a:lnTo>
                  <a:close/>
                  <a:moveTo>
                    <a:pt x="35" y="379"/>
                  </a:moveTo>
                  <a:lnTo>
                    <a:pt x="225" y="330"/>
                  </a:lnTo>
                  <a:lnTo>
                    <a:pt x="225" y="285"/>
                  </a:lnTo>
                  <a:lnTo>
                    <a:pt x="35" y="334"/>
                  </a:lnTo>
                  <a:lnTo>
                    <a:pt x="35" y="379"/>
                  </a:lnTo>
                  <a:close/>
                  <a:moveTo>
                    <a:pt x="35" y="282"/>
                  </a:moveTo>
                  <a:lnTo>
                    <a:pt x="225" y="232"/>
                  </a:lnTo>
                  <a:lnTo>
                    <a:pt x="225" y="187"/>
                  </a:lnTo>
                  <a:lnTo>
                    <a:pt x="35" y="237"/>
                  </a:lnTo>
                  <a:lnTo>
                    <a:pt x="35" y="282"/>
                  </a:lnTo>
                  <a:close/>
                  <a:moveTo>
                    <a:pt x="35" y="185"/>
                  </a:moveTo>
                  <a:lnTo>
                    <a:pt x="225" y="133"/>
                  </a:lnTo>
                  <a:lnTo>
                    <a:pt x="225" y="88"/>
                  </a:lnTo>
                  <a:lnTo>
                    <a:pt x="35" y="140"/>
                  </a:lnTo>
                  <a:lnTo>
                    <a:pt x="35" y="1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41" name="Freeform 819"/>
            <p:cNvSpPr>
              <a:spLocks noEditPoints="1"/>
            </p:cNvSpPr>
            <p:nvPr/>
          </p:nvSpPr>
          <p:spPr bwMode="gray">
            <a:xfrm>
              <a:off x="1634733" y="5667162"/>
              <a:ext cx="191464" cy="174895"/>
            </a:xfrm>
            <a:custGeom>
              <a:avLst/>
              <a:gdLst>
                <a:gd name="T0" fmla="*/ 0 w 708"/>
                <a:gd name="T1" fmla="*/ 90 h 652"/>
                <a:gd name="T2" fmla="*/ 302 w 708"/>
                <a:gd name="T3" fmla="*/ 7 h 652"/>
                <a:gd name="T4" fmla="*/ 318 w 708"/>
                <a:gd name="T5" fmla="*/ 0 h 652"/>
                <a:gd name="T6" fmla="*/ 708 w 708"/>
                <a:gd name="T7" fmla="*/ 652 h 652"/>
                <a:gd name="T8" fmla="*/ 33 w 708"/>
                <a:gd name="T9" fmla="*/ 619 h 652"/>
                <a:gd name="T10" fmla="*/ 280 w 708"/>
                <a:gd name="T11" fmla="*/ 574 h 652"/>
                <a:gd name="T12" fmla="*/ 33 w 708"/>
                <a:gd name="T13" fmla="*/ 619 h 652"/>
                <a:gd name="T14" fmla="*/ 663 w 708"/>
                <a:gd name="T15" fmla="*/ 574 h 652"/>
                <a:gd name="T16" fmla="*/ 375 w 708"/>
                <a:gd name="T17" fmla="*/ 617 h 652"/>
                <a:gd name="T18" fmla="*/ 33 w 708"/>
                <a:gd name="T19" fmla="*/ 529 h 652"/>
                <a:gd name="T20" fmla="*/ 280 w 708"/>
                <a:gd name="T21" fmla="*/ 474 h 652"/>
                <a:gd name="T22" fmla="*/ 33 w 708"/>
                <a:gd name="T23" fmla="*/ 529 h 652"/>
                <a:gd name="T24" fmla="*/ 663 w 708"/>
                <a:gd name="T25" fmla="*/ 484 h 652"/>
                <a:gd name="T26" fmla="*/ 375 w 708"/>
                <a:gd name="T27" fmla="*/ 515 h 652"/>
                <a:gd name="T28" fmla="*/ 33 w 708"/>
                <a:gd name="T29" fmla="*/ 439 h 652"/>
                <a:gd name="T30" fmla="*/ 280 w 708"/>
                <a:gd name="T31" fmla="*/ 375 h 652"/>
                <a:gd name="T32" fmla="*/ 33 w 708"/>
                <a:gd name="T33" fmla="*/ 439 h 652"/>
                <a:gd name="T34" fmla="*/ 663 w 708"/>
                <a:gd name="T35" fmla="*/ 394 h 652"/>
                <a:gd name="T36" fmla="*/ 375 w 708"/>
                <a:gd name="T37" fmla="*/ 417 h 652"/>
                <a:gd name="T38" fmla="*/ 33 w 708"/>
                <a:gd name="T39" fmla="*/ 351 h 652"/>
                <a:gd name="T40" fmla="*/ 280 w 708"/>
                <a:gd name="T41" fmla="*/ 277 h 652"/>
                <a:gd name="T42" fmla="*/ 33 w 708"/>
                <a:gd name="T43" fmla="*/ 351 h 652"/>
                <a:gd name="T44" fmla="*/ 663 w 708"/>
                <a:gd name="T45" fmla="*/ 306 h 652"/>
                <a:gd name="T46" fmla="*/ 378 w 708"/>
                <a:gd name="T47" fmla="*/ 318 h 652"/>
                <a:gd name="T48" fmla="*/ 33 w 708"/>
                <a:gd name="T49" fmla="*/ 261 h 652"/>
                <a:gd name="T50" fmla="*/ 280 w 708"/>
                <a:gd name="T51" fmla="*/ 178 h 652"/>
                <a:gd name="T52" fmla="*/ 33 w 708"/>
                <a:gd name="T53" fmla="*/ 261 h 652"/>
                <a:gd name="T54" fmla="*/ 663 w 708"/>
                <a:gd name="T55" fmla="*/ 216 h 652"/>
                <a:gd name="T56" fmla="*/ 378 w 708"/>
                <a:gd name="T57" fmla="*/ 218 h 652"/>
                <a:gd name="T58" fmla="*/ 33 w 708"/>
                <a:gd name="T59" fmla="*/ 173 h 652"/>
                <a:gd name="T60" fmla="*/ 280 w 708"/>
                <a:gd name="T61" fmla="*/ 80 h 652"/>
                <a:gd name="T62" fmla="*/ 33 w 708"/>
                <a:gd name="T63" fmla="*/ 173 h 652"/>
                <a:gd name="T64" fmla="*/ 663 w 708"/>
                <a:gd name="T65" fmla="*/ 128 h 652"/>
                <a:gd name="T66" fmla="*/ 378 w 708"/>
                <a:gd name="T67" fmla="*/ 121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08" h="652">
                  <a:moveTo>
                    <a:pt x="0" y="652"/>
                  </a:moveTo>
                  <a:lnTo>
                    <a:pt x="0" y="90"/>
                  </a:lnTo>
                  <a:lnTo>
                    <a:pt x="257" y="19"/>
                  </a:lnTo>
                  <a:lnTo>
                    <a:pt x="302" y="7"/>
                  </a:lnTo>
                  <a:lnTo>
                    <a:pt x="302" y="4"/>
                  </a:lnTo>
                  <a:lnTo>
                    <a:pt x="318" y="0"/>
                  </a:lnTo>
                  <a:lnTo>
                    <a:pt x="708" y="87"/>
                  </a:lnTo>
                  <a:lnTo>
                    <a:pt x="708" y="652"/>
                  </a:lnTo>
                  <a:lnTo>
                    <a:pt x="0" y="652"/>
                  </a:lnTo>
                  <a:close/>
                  <a:moveTo>
                    <a:pt x="33" y="619"/>
                  </a:moveTo>
                  <a:lnTo>
                    <a:pt x="280" y="619"/>
                  </a:lnTo>
                  <a:lnTo>
                    <a:pt x="280" y="574"/>
                  </a:lnTo>
                  <a:lnTo>
                    <a:pt x="33" y="579"/>
                  </a:lnTo>
                  <a:lnTo>
                    <a:pt x="33" y="619"/>
                  </a:lnTo>
                  <a:close/>
                  <a:moveTo>
                    <a:pt x="663" y="617"/>
                  </a:moveTo>
                  <a:lnTo>
                    <a:pt x="663" y="574"/>
                  </a:lnTo>
                  <a:lnTo>
                    <a:pt x="375" y="569"/>
                  </a:lnTo>
                  <a:lnTo>
                    <a:pt x="375" y="617"/>
                  </a:lnTo>
                  <a:lnTo>
                    <a:pt x="663" y="617"/>
                  </a:lnTo>
                  <a:close/>
                  <a:moveTo>
                    <a:pt x="33" y="529"/>
                  </a:moveTo>
                  <a:lnTo>
                    <a:pt x="280" y="519"/>
                  </a:lnTo>
                  <a:lnTo>
                    <a:pt x="280" y="474"/>
                  </a:lnTo>
                  <a:lnTo>
                    <a:pt x="33" y="488"/>
                  </a:lnTo>
                  <a:lnTo>
                    <a:pt x="33" y="529"/>
                  </a:lnTo>
                  <a:close/>
                  <a:moveTo>
                    <a:pt x="663" y="526"/>
                  </a:moveTo>
                  <a:lnTo>
                    <a:pt x="663" y="484"/>
                  </a:lnTo>
                  <a:lnTo>
                    <a:pt x="375" y="469"/>
                  </a:lnTo>
                  <a:lnTo>
                    <a:pt x="375" y="515"/>
                  </a:lnTo>
                  <a:lnTo>
                    <a:pt x="663" y="526"/>
                  </a:lnTo>
                  <a:close/>
                  <a:moveTo>
                    <a:pt x="33" y="439"/>
                  </a:moveTo>
                  <a:lnTo>
                    <a:pt x="280" y="420"/>
                  </a:lnTo>
                  <a:lnTo>
                    <a:pt x="280" y="375"/>
                  </a:lnTo>
                  <a:lnTo>
                    <a:pt x="33" y="398"/>
                  </a:lnTo>
                  <a:lnTo>
                    <a:pt x="33" y="439"/>
                  </a:lnTo>
                  <a:close/>
                  <a:moveTo>
                    <a:pt x="663" y="436"/>
                  </a:moveTo>
                  <a:lnTo>
                    <a:pt x="663" y="394"/>
                  </a:lnTo>
                  <a:lnTo>
                    <a:pt x="378" y="370"/>
                  </a:lnTo>
                  <a:lnTo>
                    <a:pt x="375" y="417"/>
                  </a:lnTo>
                  <a:lnTo>
                    <a:pt x="663" y="436"/>
                  </a:lnTo>
                  <a:close/>
                  <a:moveTo>
                    <a:pt x="33" y="351"/>
                  </a:moveTo>
                  <a:lnTo>
                    <a:pt x="280" y="322"/>
                  </a:lnTo>
                  <a:lnTo>
                    <a:pt x="280" y="277"/>
                  </a:lnTo>
                  <a:lnTo>
                    <a:pt x="33" y="310"/>
                  </a:lnTo>
                  <a:lnTo>
                    <a:pt x="33" y="351"/>
                  </a:lnTo>
                  <a:close/>
                  <a:moveTo>
                    <a:pt x="663" y="346"/>
                  </a:moveTo>
                  <a:lnTo>
                    <a:pt x="663" y="306"/>
                  </a:lnTo>
                  <a:lnTo>
                    <a:pt x="378" y="272"/>
                  </a:lnTo>
                  <a:lnTo>
                    <a:pt x="378" y="318"/>
                  </a:lnTo>
                  <a:lnTo>
                    <a:pt x="663" y="346"/>
                  </a:lnTo>
                  <a:close/>
                  <a:moveTo>
                    <a:pt x="33" y="261"/>
                  </a:moveTo>
                  <a:lnTo>
                    <a:pt x="280" y="223"/>
                  </a:lnTo>
                  <a:lnTo>
                    <a:pt x="280" y="178"/>
                  </a:lnTo>
                  <a:lnTo>
                    <a:pt x="33" y="220"/>
                  </a:lnTo>
                  <a:lnTo>
                    <a:pt x="33" y="261"/>
                  </a:lnTo>
                  <a:close/>
                  <a:moveTo>
                    <a:pt x="663" y="256"/>
                  </a:moveTo>
                  <a:lnTo>
                    <a:pt x="663" y="216"/>
                  </a:lnTo>
                  <a:lnTo>
                    <a:pt x="378" y="173"/>
                  </a:lnTo>
                  <a:lnTo>
                    <a:pt x="378" y="218"/>
                  </a:lnTo>
                  <a:lnTo>
                    <a:pt x="663" y="256"/>
                  </a:lnTo>
                  <a:close/>
                  <a:moveTo>
                    <a:pt x="33" y="173"/>
                  </a:moveTo>
                  <a:lnTo>
                    <a:pt x="280" y="125"/>
                  </a:lnTo>
                  <a:lnTo>
                    <a:pt x="280" y="80"/>
                  </a:lnTo>
                  <a:lnTo>
                    <a:pt x="33" y="132"/>
                  </a:lnTo>
                  <a:lnTo>
                    <a:pt x="33" y="173"/>
                  </a:lnTo>
                  <a:close/>
                  <a:moveTo>
                    <a:pt x="663" y="168"/>
                  </a:moveTo>
                  <a:lnTo>
                    <a:pt x="663" y="128"/>
                  </a:lnTo>
                  <a:lnTo>
                    <a:pt x="378" y="75"/>
                  </a:lnTo>
                  <a:lnTo>
                    <a:pt x="378" y="121"/>
                  </a:lnTo>
                  <a:lnTo>
                    <a:pt x="663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142" name="TextBox 59"/>
          <p:cNvSpPr txBox="1"/>
          <p:nvPr/>
        </p:nvSpPr>
        <p:spPr bwMode="gray">
          <a:xfrm>
            <a:off x="2842980" y="4366246"/>
            <a:ext cx="638397" cy="15890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/>
          <a:lstStyle>
            <a:defPPr>
              <a:defRPr lang="en-US"/>
            </a:defPPr>
            <a:lvl1pPr defTabSz="3048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</a:defRPr>
            </a:lvl1pPr>
          </a:lstStyle>
          <a:p>
            <a:pPr algn="ctr">
              <a:defRPr/>
            </a:pPr>
            <a:r>
              <a: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民政</a:t>
            </a:r>
          </a:p>
        </p:txBody>
      </p:sp>
      <p:grpSp>
        <p:nvGrpSpPr>
          <p:cNvPr id="143" name="组合 745"/>
          <p:cNvGrpSpPr/>
          <p:nvPr/>
        </p:nvGrpSpPr>
        <p:grpSpPr bwMode="gray">
          <a:xfrm>
            <a:off x="2335819" y="4109894"/>
            <a:ext cx="414768" cy="274703"/>
            <a:chOff x="13801725" y="3422650"/>
            <a:chExt cx="1525588" cy="984250"/>
          </a:xfrm>
          <a:solidFill>
            <a:srgbClr val="666666">
              <a:lumMod val="40000"/>
              <a:lumOff val="60000"/>
            </a:srgbClr>
          </a:solidFill>
        </p:grpSpPr>
        <p:sp>
          <p:nvSpPr>
            <p:cNvPr id="149" name="Freeform 76"/>
            <p:cNvSpPr/>
            <p:nvPr/>
          </p:nvSpPr>
          <p:spPr bwMode="gray">
            <a:xfrm>
              <a:off x="14293850" y="3422650"/>
              <a:ext cx="401638" cy="141288"/>
            </a:xfrm>
            <a:custGeom>
              <a:avLst/>
              <a:gdLst/>
              <a:ahLst/>
              <a:cxnLst>
                <a:cxn ang="0">
                  <a:pos x="439" y="172"/>
                </a:cxn>
                <a:cxn ang="0">
                  <a:pos x="452" y="179"/>
                </a:cxn>
                <a:cxn ang="0">
                  <a:pos x="459" y="177"/>
                </a:cxn>
                <a:cxn ang="0">
                  <a:pos x="501" y="143"/>
                </a:cxn>
                <a:cxn ang="0">
                  <a:pos x="504" y="138"/>
                </a:cxn>
                <a:cxn ang="0">
                  <a:pos x="506" y="132"/>
                </a:cxn>
                <a:cxn ang="0">
                  <a:pos x="501" y="118"/>
                </a:cxn>
                <a:cxn ang="0">
                  <a:pos x="477" y="93"/>
                </a:cxn>
                <a:cxn ang="0">
                  <a:pos x="423" y="52"/>
                </a:cxn>
                <a:cxn ang="0">
                  <a:pos x="363" y="22"/>
                </a:cxn>
                <a:cxn ang="0">
                  <a:pos x="297" y="5"/>
                </a:cxn>
                <a:cxn ang="0">
                  <a:pos x="262" y="0"/>
                </a:cxn>
                <a:cxn ang="0">
                  <a:pos x="241" y="0"/>
                </a:cxn>
                <a:cxn ang="0">
                  <a:pos x="177" y="7"/>
                </a:cxn>
                <a:cxn ang="0">
                  <a:pos x="115" y="24"/>
                </a:cxn>
                <a:cxn ang="0">
                  <a:pos x="57" y="52"/>
                </a:cxn>
                <a:cxn ang="0">
                  <a:pos x="7" y="91"/>
                </a:cxn>
                <a:cxn ang="0">
                  <a:pos x="2" y="98"/>
                </a:cxn>
                <a:cxn ang="0">
                  <a:pos x="2" y="111"/>
                </a:cxn>
                <a:cxn ang="0">
                  <a:pos x="37" y="152"/>
                </a:cxn>
                <a:cxn ang="0">
                  <a:pos x="42" y="155"/>
                </a:cxn>
                <a:cxn ang="0">
                  <a:pos x="51" y="157"/>
                </a:cxn>
                <a:cxn ang="0">
                  <a:pos x="62" y="154"/>
                </a:cxn>
                <a:cxn ang="0">
                  <a:pos x="81" y="137"/>
                </a:cxn>
                <a:cxn ang="0">
                  <a:pos x="123" y="111"/>
                </a:cxn>
                <a:cxn ang="0">
                  <a:pos x="169" y="93"/>
                </a:cxn>
                <a:cxn ang="0">
                  <a:pos x="216" y="84"/>
                </a:cxn>
                <a:cxn ang="0">
                  <a:pos x="241" y="83"/>
                </a:cxn>
                <a:cxn ang="0">
                  <a:pos x="256" y="84"/>
                </a:cxn>
                <a:cxn ang="0">
                  <a:pos x="309" y="93"/>
                </a:cxn>
                <a:cxn ang="0">
                  <a:pos x="358" y="110"/>
                </a:cxn>
                <a:cxn ang="0">
                  <a:pos x="402" y="137"/>
                </a:cxn>
                <a:cxn ang="0">
                  <a:pos x="439" y="172"/>
                </a:cxn>
              </a:cxnLst>
              <a:rect l="0" t="0" r="r" b="b"/>
              <a:pathLst>
                <a:path w="506" h="179">
                  <a:moveTo>
                    <a:pt x="439" y="172"/>
                  </a:moveTo>
                  <a:lnTo>
                    <a:pt x="439" y="172"/>
                  </a:lnTo>
                  <a:lnTo>
                    <a:pt x="445" y="177"/>
                  </a:lnTo>
                  <a:lnTo>
                    <a:pt x="452" y="179"/>
                  </a:lnTo>
                  <a:lnTo>
                    <a:pt x="452" y="179"/>
                  </a:lnTo>
                  <a:lnTo>
                    <a:pt x="459" y="177"/>
                  </a:lnTo>
                  <a:lnTo>
                    <a:pt x="464" y="174"/>
                  </a:lnTo>
                  <a:lnTo>
                    <a:pt x="501" y="143"/>
                  </a:lnTo>
                  <a:lnTo>
                    <a:pt x="501" y="143"/>
                  </a:lnTo>
                  <a:lnTo>
                    <a:pt x="504" y="138"/>
                  </a:lnTo>
                  <a:lnTo>
                    <a:pt x="506" y="132"/>
                  </a:lnTo>
                  <a:lnTo>
                    <a:pt x="506" y="132"/>
                  </a:lnTo>
                  <a:lnTo>
                    <a:pt x="506" y="125"/>
                  </a:lnTo>
                  <a:lnTo>
                    <a:pt x="501" y="118"/>
                  </a:lnTo>
                  <a:lnTo>
                    <a:pt x="501" y="118"/>
                  </a:lnTo>
                  <a:lnTo>
                    <a:pt x="477" y="93"/>
                  </a:lnTo>
                  <a:lnTo>
                    <a:pt x="450" y="71"/>
                  </a:lnTo>
                  <a:lnTo>
                    <a:pt x="423" y="52"/>
                  </a:lnTo>
                  <a:lnTo>
                    <a:pt x="393" y="35"/>
                  </a:lnTo>
                  <a:lnTo>
                    <a:pt x="363" y="22"/>
                  </a:lnTo>
                  <a:lnTo>
                    <a:pt x="329" y="12"/>
                  </a:lnTo>
                  <a:lnTo>
                    <a:pt x="297" y="5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09" y="2"/>
                  </a:lnTo>
                  <a:lnTo>
                    <a:pt x="177" y="7"/>
                  </a:lnTo>
                  <a:lnTo>
                    <a:pt x="145" y="14"/>
                  </a:lnTo>
                  <a:lnTo>
                    <a:pt x="115" y="24"/>
                  </a:lnTo>
                  <a:lnTo>
                    <a:pt x="86" y="37"/>
                  </a:lnTo>
                  <a:lnTo>
                    <a:pt x="57" y="52"/>
                  </a:lnTo>
                  <a:lnTo>
                    <a:pt x="32" y="71"/>
                  </a:lnTo>
                  <a:lnTo>
                    <a:pt x="7" y="91"/>
                  </a:lnTo>
                  <a:lnTo>
                    <a:pt x="7" y="91"/>
                  </a:lnTo>
                  <a:lnTo>
                    <a:pt x="2" y="98"/>
                  </a:lnTo>
                  <a:lnTo>
                    <a:pt x="0" y="105"/>
                  </a:lnTo>
                  <a:lnTo>
                    <a:pt x="2" y="111"/>
                  </a:lnTo>
                  <a:lnTo>
                    <a:pt x="5" y="116"/>
                  </a:lnTo>
                  <a:lnTo>
                    <a:pt x="37" y="152"/>
                  </a:lnTo>
                  <a:lnTo>
                    <a:pt x="37" y="152"/>
                  </a:lnTo>
                  <a:lnTo>
                    <a:pt x="42" y="155"/>
                  </a:lnTo>
                  <a:lnTo>
                    <a:pt x="51" y="157"/>
                  </a:lnTo>
                  <a:lnTo>
                    <a:pt x="51" y="157"/>
                  </a:lnTo>
                  <a:lnTo>
                    <a:pt x="56" y="157"/>
                  </a:lnTo>
                  <a:lnTo>
                    <a:pt x="62" y="154"/>
                  </a:lnTo>
                  <a:lnTo>
                    <a:pt x="62" y="154"/>
                  </a:lnTo>
                  <a:lnTo>
                    <a:pt x="81" y="137"/>
                  </a:lnTo>
                  <a:lnTo>
                    <a:pt x="101" y="123"/>
                  </a:lnTo>
                  <a:lnTo>
                    <a:pt x="123" y="111"/>
                  </a:lnTo>
                  <a:lnTo>
                    <a:pt x="145" y="101"/>
                  </a:lnTo>
                  <a:lnTo>
                    <a:pt x="169" y="93"/>
                  </a:lnTo>
                  <a:lnTo>
                    <a:pt x="192" y="88"/>
                  </a:lnTo>
                  <a:lnTo>
                    <a:pt x="216" y="84"/>
                  </a:lnTo>
                  <a:lnTo>
                    <a:pt x="241" y="83"/>
                  </a:lnTo>
                  <a:lnTo>
                    <a:pt x="241" y="83"/>
                  </a:lnTo>
                  <a:lnTo>
                    <a:pt x="256" y="84"/>
                  </a:lnTo>
                  <a:lnTo>
                    <a:pt x="256" y="84"/>
                  </a:lnTo>
                  <a:lnTo>
                    <a:pt x="283" y="86"/>
                  </a:lnTo>
                  <a:lnTo>
                    <a:pt x="309" y="93"/>
                  </a:lnTo>
                  <a:lnTo>
                    <a:pt x="332" y="100"/>
                  </a:lnTo>
                  <a:lnTo>
                    <a:pt x="358" y="110"/>
                  </a:lnTo>
                  <a:lnTo>
                    <a:pt x="380" y="122"/>
                  </a:lnTo>
                  <a:lnTo>
                    <a:pt x="402" y="137"/>
                  </a:lnTo>
                  <a:lnTo>
                    <a:pt x="420" y="154"/>
                  </a:lnTo>
                  <a:lnTo>
                    <a:pt x="439" y="172"/>
                  </a:lnTo>
                  <a:lnTo>
                    <a:pt x="439" y="17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52" name="Freeform 77"/>
            <p:cNvSpPr/>
            <p:nvPr/>
          </p:nvSpPr>
          <p:spPr bwMode="gray">
            <a:xfrm>
              <a:off x="14377988" y="3532188"/>
              <a:ext cx="225425" cy="100013"/>
            </a:xfrm>
            <a:custGeom>
              <a:avLst/>
              <a:gdLst/>
              <a:ahLst/>
              <a:cxnLst>
                <a:cxn ang="0">
                  <a:pos x="147" y="0"/>
                </a:cxn>
                <a:cxn ang="0">
                  <a:pos x="147" y="0"/>
                </a:cxn>
                <a:cxn ang="0">
                  <a:pos x="137" y="0"/>
                </a:cxn>
                <a:cxn ang="0">
                  <a:pos x="137" y="0"/>
                </a:cxn>
                <a:cxn ang="0">
                  <a:pos x="118" y="2"/>
                </a:cxn>
                <a:cxn ang="0">
                  <a:pos x="100" y="4"/>
                </a:cxn>
                <a:cxn ang="0">
                  <a:pos x="83" y="7"/>
                </a:cxn>
                <a:cxn ang="0">
                  <a:pos x="66" y="14"/>
                </a:cxn>
                <a:cxn ang="0">
                  <a:pos x="49" y="21"/>
                </a:cxn>
                <a:cxn ang="0">
                  <a:pos x="34" y="29"/>
                </a:cxn>
                <a:cxn ang="0">
                  <a:pos x="19" y="39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" y="58"/>
                </a:cxn>
                <a:cxn ang="0">
                  <a:pos x="0" y="64"/>
                </a:cxn>
                <a:cxn ang="0">
                  <a:pos x="0" y="71"/>
                </a:cxn>
                <a:cxn ang="0">
                  <a:pos x="5" y="76"/>
                </a:cxn>
                <a:cxn ang="0">
                  <a:pos x="37" y="112"/>
                </a:cxn>
                <a:cxn ang="0">
                  <a:pos x="37" y="112"/>
                </a:cxn>
                <a:cxn ang="0">
                  <a:pos x="42" y="115"/>
                </a:cxn>
                <a:cxn ang="0">
                  <a:pos x="49" y="117"/>
                </a:cxn>
                <a:cxn ang="0">
                  <a:pos x="49" y="117"/>
                </a:cxn>
                <a:cxn ang="0">
                  <a:pos x="56" y="117"/>
                </a:cxn>
                <a:cxn ang="0">
                  <a:pos x="63" y="112"/>
                </a:cxn>
                <a:cxn ang="0">
                  <a:pos x="63" y="112"/>
                </a:cxn>
                <a:cxn ang="0">
                  <a:pos x="78" y="100"/>
                </a:cxn>
                <a:cxn ang="0">
                  <a:pos x="96" y="91"/>
                </a:cxn>
                <a:cxn ang="0">
                  <a:pos x="117" y="85"/>
                </a:cxn>
                <a:cxn ang="0">
                  <a:pos x="137" y="83"/>
                </a:cxn>
                <a:cxn ang="0">
                  <a:pos x="137" y="83"/>
                </a:cxn>
                <a:cxn ang="0">
                  <a:pos x="142" y="83"/>
                </a:cxn>
                <a:cxn ang="0">
                  <a:pos x="142" y="83"/>
                </a:cxn>
                <a:cxn ang="0">
                  <a:pos x="154" y="85"/>
                </a:cxn>
                <a:cxn ang="0">
                  <a:pos x="164" y="86"/>
                </a:cxn>
                <a:cxn ang="0">
                  <a:pos x="184" y="95"/>
                </a:cxn>
                <a:cxn ang="0">
                  <a:pos x="201" y="105"/>
                </a:cxn>
                <a:cxn ang="0">
                  <a:pos x="209" y="112"/>
                </a:cxn>
                <a:cxn ang="0">
                  <a:pos x="218" y="118"/>
                </a:cxn>
                <a:cxn ang="0">
                  <a:pos x="218" y="118"/>
                </a:cxn>
                <a:cxn ang="0">
                  <a:pos x="223" y="124"/>
                </a:cxn>
                <a:cxn ang="0">
                  <a:pos x="231" y="125"/>
                </a:cxn>
                <a:cxn ang="0">
                  <a:pos x="231" y="125"/>
                </a:cxn>
                <a:cxn ang="0">
                  <a:pos x="236" y="124"/>
                </a:cxn>
                <a:cxn ang="0">
                  <a:pos x="243" y="120"/>
                </a:cxn>
                <a:cxn ang="0">
                  <a:pos x="279" y="90"/>
                </a:cxn>
                <a:cxn ang="0">
                  <a:pos x="279" y="90"/>
                </a:cxn>
                <a:cxn ang="0">
                  <a:pos x="282" y="85"/>
                </a:cxn>
                <a:cxn ang="0">
                  <a:pos x="284" y="78"/>
                </a:cxn>
                <a:cxn ang="0">
                  <a:pos x="284" y="78"/>
                </a:cxn>
                <a:cxn ang="0">
                  <a:pos x="284" y="71"/>
                </a:cxn>
                <a:cxn ang="0">
                  <a:pos x="280" y="64"/>
                </a:cxn>
                <a:cxn ang="0">
                  <a:pos x="280" y="64"/>
                </a:cxn>
                <a:cxn ang="0">
                  <a:pos x="267" y="51"/>
                </a:cxn>
                <a:cxn ang="0">
                  <a:pos x="252" y="39"/>
                </a:cxn>
                <a:cxn ang="0">
                  <a:pos x="236" y="29"/>
                </a:cxn>
                <a:cxn ang="0">
                  <a:pos x="220" y="19"/>
                </a:cxn>
                <a:cxn ang="0">
                  <a:pos x="203" y="12"/>
                </a:cxn>
                <a:cxn ang="0">
                  <a:pos x="186" y="7"/>
                </a:cxn>
                <a:cxn ang="0">
                  <a:pos x="167" y="2"/>
                </a:cxn>
                <a:cxn ang="0">
                  <a:pos x="147" y="0"/>
                </a:cxn>
                <a:cxn ang="0">
                  <a:pos x="147" y="0"/>
                </a:cxn>
              </a:cxnLst>
              <a:rect l="0" t="0" r="r" b="b"/>
              <a:pathLst>
                <a:path w="284" h="125">
                  <a:moveTo>
                    <a:pt x="147" y="0"/>
                  </a:moveTo>
                  <a:lnTo>
                    <a:pt x="147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18" y="2"/>
                  </a:lnTo>
                  <a:lnTo>
                    <a:pt x="100" y="4"/>
                  </a:lnTo>
                  <a:lnTo>
                    <a:pt x="83" y="7"/>
                  </a:lnTo>
                  <a:lnTo>
                    <a:pt x="66" y="14"/>
                  </a:lnTo>
                  <a:lnTo>
                    <a:pt x="49" y="21"/>
                  </a:lnTo>
                  <a:lnTo>
                    <a:pt x="34" y="29"/>
                  </a:lnTo>
                  <a:lnTo>
                    <a:pt x="19" y="39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" y="58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5" y="76"/>
                  </a:lnTo>
                  <a:lnTo>
                    <a:pt x="37" y="112"/>
                  </a:lnTo>
                  <a:lnTo>
                    <a:pt x="37" y="112"/>
                  </a:lnTo>
                  <a:lnTo>
                    <a:pt x="42" y="115"/>
                  </a:lnTo>
                  <a:lnTo>
                    <a:pt x="49" y="117"/>
                  </a:lnTo>
                  <a:lnTo>
                    <a:pt x="49" y="117"/>
                  </a:lnTo>
                  <a:lnTo>
                    <a:pt x="56" y="117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78" y="100"/>
                  </a:lnTo>
                  <a:lnTo>
                    <a:pt x="96" y="91"/>
                  </a:lnTo>
                  <a:lnTo>
                    <a:pt x="117" y="85"/>
                  </a:lnTo>
                  <a:lnTo>
                    <a:pt x="137" y="83"/>
                  </a:lnTo>
                  <a:lnTo>
                    <a:pt x="137" y="83"/>
                  </a:lnTo>
                  <a:lnTo>
                    <a:pt x="142" y="83"/>
                  </a:lnTo>
                  <a:lnTo>
                    <a:pt x="142" y="83"/>
                  </a:lnTo>
                  <a:lnTo>
                    <a:pt x="154" y="85"/>
                  </a:lnTo>
                  <a:lnTo>
                    <a:pt x="164" y="86"/>
                  </a:lnTo>
                  <a:lnTo>
                    <a:pt x="184" y="95"/>
                  </a:lnTo>
                  <a:lnTo>
                    <a:pt x="201" y="105"/>
                  </a:lnTo>
                  <a:lnTo>
                    <a:pt x="209" y="112"/>
                  </a:lnTo>
                  <a:lnTo>
                    <a:pt x="218" y="118"/>
                  </a:lnTo>
                  <a:lnTo>
                    <a:pt x="218" y="118"/>
                  </a:lnTo>
                  <a:lnTo>
                    <a:pt x="223" y="124"/>
                  </a:lnTo>
                  <a:lnTo>
                    <a:pt x="231" y="125"/>
                  </a:lnTo>
                  <a:lnTo>
                    <a:pt x="231" y="125"/>
                  </a:lnTo>
                  <a:lnTo>
                    <a:pt x="236" y="124"/>
                  </a:lnTo>
                  <a:lnTo>
                    <a:pt x="243" y="120"/>
                  </a:lnTo>
                  <a:lnTo>
                    <a:pt x="279" y="90"/>
                  </a:lnTo>
                  <a:lnTo>
                    <a:pt x="279" y="90"/>
                  </a:lnTo>
                  <a:lnTo>
                    <a:pt x="282" y="85"/>
                  </a:lnTo>
                  <a:lnTo>
                    <a:pt x="284" y="78"/>
                  </a:lnTo>
                  <a:lnTo>
                    <a:pt x="284" y="78"/>
                  </a:lnTo>
                  <a:lnTo>
                    <a:pt x="284" y="71"/>
                  </a:lnTo>
                  <a:lnTo>
                    <a:pt x="280" y="64"/>
                  </a:lnTo>
                  <a:lnTo>
                    <a:pt x="280" y="64"/>
                  </a:lnTo>
                  <a:lnTo>
                    <a:pt x="267" y="51"/>
                  </a:lnTo>
                  <a:lnTo>
                    <a:pt x="252" y="39"/>
                  </a:lnTo>
                  <a:lnTo>
                    <a:pt x="236" y="29"/>
                  </a:lnTo>
                  <a:lnTo>
                    <a:pt x="220" y="19"/>
                  </a:lnTo>
                  <a:lnTo>
                    <a:pt x="203" y="12"/>
                  </a:lnTo>
                  <a:lnTo>
                    <a:pt x="186" y="7"/>
                  </a:lnTo>
                  <a:lnTo>
                    <a:pt x="167" y="2"/>
                  </a:lnTo>
                  <a:lnTo>
                    <a:pt x="147" y="0"/>
                  </a:lnTo>
                  <a:lnTo>
                    <a:pt x="147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153" name="Freeform 78"/>
            <p:cNvSpPr>
              <a:spLocks noEditPoints="1"/>
            </p:cNvSpPr>
            <p:nvPr/>
          </p:nvSpPr>
          <p:spPr bwMode="gray">
            <a:xfrm>
              <a:off x="13801725" y="3470275"/>
              <a:ext cx="1525588" cy="936625"/>
            </a:xfrm>
            <a:custGeom>
              <a:avLst/>
              <a:gdLst/>
              <a:ahLst/>
              <a:cxnLst>
                <a:cxn ang="0">
                  <a:pos x="1805" y="1019"/>
                </a:cxn>
                <a:cxn ang="0">
                  <a:pos x="1625" y="1019"/>
                </a:cxn>
                <a:cxn ang="0">
                  <a:pos x="1176" y="0"/>
                </a:cxn>
                <a:cxn ang="0">
                  <a:pos x="1093" y="494"/>
                </a:cxn>
                <a:cxn ang="0">
                  <a:pos x="572" y="1019"/>
                </a:cxn>
                <a:cxn ang="0">
                  <a:pos x="523" y="176"/>
                </a:cxn>
                <a:cxn ang="0">
                  <a:pos x="314" y="203"/>
                </a:cxn>
                <a:cxn ang="0">
                  <a:pos x="301" y="262"/>
                </a:cxn>
                <a:cxn ang="0">
                  <a:pos x="118" y="1019"/>
                </a:cxn>
                <a:cxn ang="0">
                  <a:pos x="2" y="1169"/>
                </a:cxn>
                <a:cxn ang="0">
                  <a:pos x="1917" y="1181"/>
                </a:cxn>
                <a:cxn ang="0">
                  <a:pos x="1922" y="1169"/>
                </a:cxn>
                <a:cxn ang="0">
                  <a:pos x="741" y="756"/>
                </a:cxn>
                <a:cxn ang="0">
                  <a:pos x="896" y="756"/>
                </a:cxn>
                <a:cxn ang="0">
                  <a:pos x="1049" y="756"/>
                </a:cxn>
                <a:cxn ang="0">
                  <a:pos x="677" y="756"/>
                </a:cxn>
                <a:cxn ang="0">
                  <a:pos x="434" y="604"/>
                </a:cxn>
                <a:cxn ang="0">
                  <a:pos x="425" y="533"/>
                </a:cxn>
                <a:cxn ang="0">
                  <a:pos x="498" y="520"/>
                </a:cxn>
                <a:cxn ang="0">
                  <a:pos x="513" y="533"/>
                </a:cxn>
                <a:cxn ang="0">
                  <a:pos x="505" y="604"/>
                </a:cxn>
                <a:cxn ang="0">
                  <a:pos x="513" y="933"/>
                </a:cxn>
                <a:cxn ang="0">
                  <a:pos x="439" y="947"/>
                </a:cxn>
                <a:cxn ang="0">
                  <a:pos x="425" y="933"/>
                </a:cxn>
                <a:cxn ang="0">
                  <a:pos x="434" y="862"/>
                </a:cxn>
                <a:cxn ang="0">
                  <a:pos x="508" y="866"/>
                </a:cxn>
                <a:cxn ang="0">
                  <a:pos x="348" y="791"/>
                </a:cxn>
                <a:cxn ang="0">
                  <a:pos x="334" y="805"/>
                </a:cxn>
                <a:cxn ang="0">
                  <a:pos x="262" y="796"/>
                </a:cxn>
                <a:cxn ang="0">
                  <a:pos x="263" y="724"/>
                </a:cxn>
                <a:cxn ang="0">
                  <a:pos x="339" y="720"/>
                </a:cxn>
                <a:cxn ang="0">
                  <a:pos x="243" y="397"/>
                </a:cxn>
                <a:cxn ang="0">
                  <a:pos x="258" y="383"/>
                </a:cxn>
                <a:cxn ang="0">
                  <a:pos x="331" y="391"/>
                </a:cxn>
                <a:cxn ang="0">
                  <a:pos x="328" y="464"/>
                </a:cxn>
                <a:cxn ang="0">
                  <a:pos x="252" y="467"/>
                </a:cxn>
                <a:cxn ang="0">
                  <a:pos x="1464" y="105"/>
                </a:cxn>
                <a:cxn ang="0">
                  <a:pos x="1471" y="96"/>
                </a:cxn>
                <a:cxn ang="0">
                  <a:pos x="1490" y="101"/>
                </a:cxn>
                <a:cxn ang="0">
                  <a:pos x="1490" y="940"/>
                </a:cxn>
                <a:cxn ang="0">
                  <a:pos x="1471" y="945"/>
                </a:cxn>
                <a:cxn ang="0">
                  <a:pos x="1464" y="105"/>
                </a:cxn>
                <a:cxn ang="0">
                  <a:pos x="1362" y="98"/>
                </a:cxn>
                <a:cxn ang="0">
                  <a:pos x="1382" y="100"/>
                </a:cxn>
                <a:cxn ang="0">
                  <a:pos x="1383" y="940"/>
                </a:cxn>
                <a:cxn ang="0">
                  <a:pos x="1363" y="945"/>
                </a:cxn>
                <a:cxn ang="0">
                  <a:pos x="1356" y="105"/>
                </a:cxn>
                <a:cxn ang="0">
                  <a:pos x="1254" y="98"/>
                </a:cxn>
                <a:cxn ang="0">
                  <a:pos x="1276" y="100"/>
                </a:cxn>
                <a:cxn ang="0">
                  <a:pos x="1277" y="940"/>
                </a:cxn>
                <a:cxn ang="0">
                  <a:pos x="1257" y="945"/>
                </a:cxn>
                <a:cxn ang="0">
                  <a:pos x="1250" y="105"/>
                </a:cxn>
              </a:cxnLst>
              <a:rect l="0" t="0" r="r" b="b"/>
              <a:pathLst>
                <a:path w="1923" h="1181">
                  <a:moveTo>
                    <a:pt x="1820" y="1029"/>
                  </a:moveTo>
                  <a:lnTo>
                    <a:pt x="1820" y="1029"/>
                  </a:lnTo>
                  <a:lnTo>
                    <a:pt x="1815" y="1024"/>
                  </a:lnTo>
                  <a:lnTo>
                    <a:pt x="1810" y="1021"/>
                  </a:lnTo>
                  <a:lnTo>
                    <a:pt x="1805" y="1019"/>
                  </a:lnTo>
                  <a:lnTo>
                    <a:pt x="1798" y="1019"/>
                  </a:lnTo>
                  <a:lnTo>
                    <a:pt x="1750" y="1019"/>
                  </a:lnTo>
                  <a:lnTo>
                    <a:pt x="1750" y="739"/>
                  </a:lnTo>
                  <a:lnTo>
                    <a:pt x="1625" y="606"/>
                  </a:lnTo>
                  <a:lnTo>
                    <a:pt x="1625" y="1019"/>
                  </a:lnTo>
                  <a:lnTo>
                    <a:pt x="1583" y="1019"/>
                  </a:lnTo>
                  <a:lnTo>
                    <a:pt x="1583" y="562"/>
                  </a:lnTo>
                  <a:lnTo>
                    <a:pt x="1583" y="0"/>
                  </a:lnTo>
                  <a:lnTo>
                    <a:pt x="1218" y="0"/>
                  </a:lnTo>
                  <a:lnTo>
                    <a:pt x="1176" y="0"/>
                  </a:lnTo>
                  <a:lnTo>
                    <a:pt x="1176" y="1019"/>
                  </a:lnTo>
                  <a:lnTo>
                    <a:pt x="1124" y="1019"/>
                  </a:lnTo>
                  <a:lnTo>
                    <a:pt x="1124" y="562"/>
                  </a:lnTo>
                  <a:lnTo>
                    <a:pt x="1093" y="562"/>
                  </a:lnTo>
                  <a:lnTo>
                    <a:pt x="1093" y="494"/>
                  </a:lnTo>
                  <a:lnTo>
                    <a:pt x="751" y="553"/>
                  </a:lnTo>
                  <a:lnTo>
                    <a:pt x="751" y="562"/>
                  </a:lnTo>
                  <a:lnTo>
                    <a:pt x="626" y="562"/>
                  </a:lnTo>
                  <a:lnTo>
                    <a:pt x="626" y="1019"/>
                  </a:lnTo>
                  <a:lnTo>
                    <a:pt x="572" y="1019"/>
                  </a:lnTo>
                  <a:lnTo>
                    <a:pt x="572" y="262"/>
                  </a:lnTo>
                  <a:lnTo>
                    <a:pt x="525" y="262"/>
                  </a:lnTo>
                  <a:lnTo>
                    <a:pt x="525" y="181"/>
                  </a:lnTo>
                  <a:lnTo>
                    <a:pt x="525" y="181"/>
                  </a:lnTo>
                  <a:lnTo>
                    <a:pt x="523" y="176"/>
                  </a:lnTo>
                  <a:lnTo>
                    <a:pt x="522" y="170"/>
                  </a:lnTo>
                  <a:lnTo>
                    <a:pt x="516" y="169"/>
                  </a:lnTo>
                  <a:lnTo>
                    <a:pt x="511" y="169"/>
                  </a:lnTo>
                  <a:lnTo>
                    <a:pt x="314" y="203"/>
                  </a:lnTo>
                  <a:lnTo>
                    <a:pt x="314" y="203"/>
                  </a:lnTo>
                  <a:lnTo>
                    <a:pt x="309" y="204"/>
                  </a:lnTo>
                  <a:lnTo>
                    <a:pt x="304" y="208"/>
                  </a:lnTo>
                  <a:lnTo>
                    <a:pt x="301" y="213"/>
                  </a:lnTo>
                  <a:lnTo>
                    <a:pt x="301" y="218"/>
                  </a:lnTo>
                  <a:lnTo>
                    <a:pt x="301" y="262"/>
                  </a:lnTo>
                  <a:lnTo>
                    <a:pt x="181" y="262"/>
                  </a:lnTo>
                  <a:lnTo>
                    <a:pt x="181" y="1019"/>
                  </a:lnTo>
                  <a:lnTo>
                    <a:pt x="125" y="1019"/>
                  </a:lnTo>
                  <a:lnTo>
                    <a:pt x="125" y="1019"/>
                  </a:lnTo>
                  <a:lnTo>
                    <a:pt x="118" y="1019"/>
                  </a:lnTo>
                  <a:lnTo>
                    <a:pt x="113" y="1021"/>
                  </a:lnTo>
                  <a:lnTo>
                    <a:pt x="108" y="1024"/>
                  </a:lnTo>
                  <a:lnTo>
                    <a:pt x="103" y="1029"/>
                  </a:lnTo>
                  <a:lnTo>
                    <a:pt x="2" y="1169"/>
                  </a:lnTo>
                  <a:lnTo>
                    <a:pt x="2" y="1169"/>
                  </a:lnTo>
                  <a:lnTo>
                    <a:pt x="0" y="1174"/>
                  </a:lnTo>
                  <a:lnTo>
                    <a:pt x="2" y="1178"/>
                  </a:lnTo>
                  <a:lnTo>
                    <a:pt x="4" y="1179"/>
                  </a:lnTo>
                  <a:lnTo>
                    <a:pt x="7" y="1181"/>
                  </a:lnTo>
                  <a:lnTo>
                    <a:pt x="1917" y="1181"/>
                  </a:lnTo>
                  <a:lnTo>
                    <a:pt x="1917" y="1181"/>
                  </a:lnTo>
                  <a:lnTo>
                    <a:pt x="1920" y="1179"/>
                  </a:lnTo>
                  <a:lnTo>
                    <a:pt x="1922" y="1178"/>
                  </a:lnTo>
                  <a:lnTo>
                    <a:pt x="1923" y="1174"/>
                  </a:lnTo>
                  <a:lnTo>
                    <a:pt x="1922" y="1169"/>
                  </a:lnTo>
                  <a:lnTo>
                    <a:pt x="1820" y="1029"/>
                  </a:lnTo>
                  <a:close/>
                  <a:moveTo>
                    <a:pt x="741" y="660"/>
                  </a:moveTo>
                  <a:lnTo>
                    <a:pt x="879" y="660"/>
                  </a:lnTo>
                  <a:lnTo>
                    <a:pt x="879" y="756"/>
                  </a:lnTo>
                  <a:lnTo>
                    <a:pt x="741" y="756"/>
                  </a:lnTo>
                  <a:lnTo>
                    <a:pt x="741" y="660"/>
                  </a:lnTo>
                  <a:close/>
                  <a:moveTo>
                    <a:pt x="896" y="660"/>
                  </a:moveTo>
                  <a:lnTo>
                    <a:pt x="1033" y="660"/>
                  </a:lnTo>
                  <a:lnTo>
                    <a:pt x="1033" y="756"/>
                  </a:lnTo>
                  <a:lnTo>
                    <a:pt x="896" y="756"/>
                  </a:lnTo>
                  <a:lnTo>
                    <a:pt x="896" y="660"/>
                  </a:lnTo>
                  <a:close/>
                  <a:moveTo>
                    <a:pt x="1049" y="660"/>
                  </a:moveTo>
                  <a:lnTo>
                    <a:pt x="1082" y="660"/>
                  </a:lnTo>
                  <a:lnTo>
                    <a:pt x="1082" y="756"/>
                  </a:lnTo>
                  <a:lnTo>
                    <a:pt x="1049" y="756"/>
                  </a:lnTo>
                  <a:lnTo>
                    <a:pt x="1049" y="660"/>
                  </a:lnTo>
                  <a:close/>
                  <a:moveTo>
                    <a:pt x="677" y="660"/>
                  </a:moveTo>
                  <a:lnTo>
                    <a:pt x="724" y="660"/>
                  </a:lnTo>
                  <a:lnTo>
                    <a:pt x="724" y="756"/>
                  </a:lnTo>
                  <a:lnTo>
                    <a:pt x="677" y="756"/>
                  </a:lnTo>
                  <a:lnTo>
                    <a:pt x="677" y="660"/>
                  </a:lnTo>
                  <a:close/>
                  <a:moveTo>
                    <a:pt x="498" y="606"/>
                  </a:moveTo>
                  <a:lnTo>
                    <a:pt x="439" y="606"/>
                  </a:lnTo>
                  <a:lnTo>
                    <a:pt x="439" y="606"/>
                  </a:lnTo>
                  <a:lnTo>
                    <a:pt x="434" y="604"/>
                  </a:lnTo>
                  <a:lnTo>
                    <a:pt x="429" y="601"/>
                  </a:lnTo>
                  <a:lnTo>
                    <a:pt x="425" y="597"/>
                  </a:lnTo>
                  <a:lnTo>
                    <a:pt x="425" y="591"/>
                  </a:lnTo>
                  <a:lnTo>
                    <a:pt x="425" y="533"/>
                  </a:lnTo>
                  <a:lnTo>
                    <a:pt x="425" y="533"/>
                  </a:lnTo>
                  <a:lnTo>
                    <a:pt x="425" y="528"/>
                  </a:lnTo>
                  <a:lnTo>
                    <a:pt x="429" y="523"/>
                  </a:lnTo>
                  <a:lnTo>
                    <a:pt x="434" y="521"/>
                  </a:lnTo>
                  <a:lnTo>
                    <a:pt x="439" y="520"/>
                  </a:lnTo>
                  <a:lnTo>
                    <a:pt x="498" y="520"/>
                  </a:lnTo>
                  <a:lnTo>
                    <a:pt x="498" y="520"/>
                  </a:lnTo>
                  <a:lnTo>
                    <a:pt x="505" y="521"/>
                  </a:lnTo>
                  <a:lnTo>
                    <a:pt x="508" y="523"/>
                  </a:lnTo>
                  <a:lnTo>
                    <a:pt x="511" y="528"/>
                  </a:lnTo>
                  <a:lnTo>
                    <a:pt x="513" y="533"/>
                  </a:lnTo>
                  <a:lnTo>
                    <a:pt x="513" y="591"/>
                  </a:lnTo>
                  <a:lnTo>
                    <a:pt x="513" y="591"/>
                  </a:lnTo>
                  <a:lnTo>
                    <a:pt x="511" y="597"/>
                  </a:lnTo>
                  <a:lnTo>
                    <a:pt x="508" y="601"/>
                  </a:lnTo>
                  <a:lnTo>
                    <a:pt x="505" y="604"/>
                  </a:lnTo>
                  <a:lnTo>
                    <a:pt x="498" y="606"/>
                  </a:lnTo>
                  <a:lnTo>
                    <a:pt x="498" y="606"/>
                  </a:lnTo>
                  <a:close/>
                  <a:moveTo>
                    <a:pt x="513" y="874"/>
                  </a:moveTo>
                  <a:lnTo>
                    <a:pt x="513" y="933"/>
                  </a:lnTo>
                  <a:lnTo>
                    <a:pt x="513" y="933"/>
                  </a:lnTo>
                  <a:lnTo>
                    <a:pt x="511" y="938"/>
                  </a:lnTo>
                  <a:lnTo>
                    <a:pt x="508" y="941"/>
                  </a:lnTo>
                  <a:lnTo>
                    <a:pt x="505" y="945"/>
                  </a:lnTo>
                  <a:lnTo>
                    <a:pt x="498" y="947"/>
                  </a:lnTo>
                  <a:lnTo>
                    <a:pt x="439" y="947"/>
                  </a:lnTo>
                  <a:lnTo>
                    <a:pt x="439" y="947"/>
                  </a:lnTo>
                  <a:lnTo>
                    <a:pt x="434" y="945"/>
                  </a:lnTo>
                  <a:lnTo>
                    <a:pt x="429" y="941"/>
                  </a:lnTo>
                  <a:lnTo>
                    <a:pt x="425" y="938"/>
                  </a:lnTo>
                  <a:lnTo>
                    <a:pt x="425" y="933"/>
                  </a:lnTo>
                  <a:lnTo>
                    <a:pt x="425" y="874"/>
                  </a:lnTo>
                  <a:lnTo>
                    <a:pt x="425" y="874"/>
                  </a:lnTo>
                  <a:lnTo>
                    <a:pt x="425" y="869"/>
                  </a:lnTo>
                  <a:lnTo>
                    <a:pt x="429" y="866"/>
                  </a:lnTo>
                  <a:lnTo>
                    <a:pt x="434" y="862"/>
                  </a:lnTo>
                  <a:lnTo>
                    <a:pt x="439" y="860"/>
                  </a:lnTo>
                  <a:lnTo>
                    <a:pt x="498" y="860"/>
                  </a:lnTo>
                  <a:lnTo>
                    <a:pt x="498" y="860"/>
                  </a:lnTo>
                  <a:lnTo>
                    <a:pt x="505" y="862"/>
                  </a:lnTo>
                  <a:lnTo>
                    <a:pt x="508" y="866"/>
                  </a:lnTo>
                  <a:lnTo>
                    <a:pt x="511" y="869"/>
                  </a:lnTo>
                  <a:lnTo>
                    <a:pt x="513" y="874"/>
                  </a:lnTo>
                  <a:lnTo>
                    <a:pt x="513" y="874"/>
                  </a:lnTo>
                  <a:close/>
                  <a:moveTo>
                    <a:pt x="348" y="734"/>
                  </a:moveTo>
                  <a:lnTo>
                    <a:pt x="348" y="791"/>
                  </a:lnTo>
                  <a:lnTo>
                    <a:pt x="348" y="791"/>
                  </a:lnTo>
                  <a:lnTo>
                    <a:pt x="346" y="796"/>
                  </a:lnTo>
                  <a:lnTo>
                    <a:pt x="343" y="801"/>
                  </a:lnTo>
                  <a:lnTo>
                    <a:pt x="339" y="805"/>
                  </a:lnTo>
                  <a:lnTo>
                    <a:pt x="334" y="805"/>
                  </a:lnTo>
                  <a:lnTo>
                    <a:pt x="274" y="805"/>
                  </a:lnTo>
                  <a:lnTo>
                    <a:pt x="274" y="805"/>
                  </a:lnTo>
                  <a:lnTo>
                    <a:pt x="269" y="805"/>
                  </a:lnTo>
                  <a:lnTo>
                    <a:pt x="263" y="801"/>
                  </a:lnTo>
                  <a:lnTo>
                    <a:pt x="262" y="796"/>
                  </a:lnTo>
                  <a:lnTo>
                    <a:pt x="260" y="791"/>
                  </a:lnTo>
                  <a:lnTo>
                    <a:pt x="260" y="734"/>
                  </a:lnTo>
                  <a:lnTo>
                    <a:pt x="260" y="734"/>
                  </a:lnTo>
                  <a:lnTo>
                    <a:pt x="262" y="729"/>
                  </a:lnTo>
                  <a:lnTo>
                    <a:pt x="263" y="724"/>
                  </a:lnTo>
                  <a:lnTo>
                    <a:pt x="269" y="720"/>
                  </a:lnTo>
                  <a:lnTo>
                    <a:pt x="274" y="720"/>
                  </a:lnTo>
                  <a:lnTo>
                    <a:pt x="334" y="720"/>
                  </a:lnTo>
                  <a:lnTo>
                    <a:pt x="334" y="720"/>
                  </a:lnTo>
                  <a:lnTo>
                    <a:pt x="339" y="720"/>
                  </a:lnTo>
                  <a:lnTo>
                    <a:pt x="343" y="724"/>
                  </a:lnTo>
                  <a:lnTo>
                    <a:pt x="346" y="729"/>
                  </a:lnTo>
                  <a:lnTo>
                    <a:pt x="348" y="734"/>
                  </a:lnTo>
                  <a:lnTo>
                    <a:pt x="348" y="734"/>
                  </a:lnTo>
                  <a:close/>
                  <a:moveTo>
                    <a:pt x="243" y="397"/>
                  </a:moveTo>
                  <a:lnTo>
                    <a:pt x="243" y="397"/>
                  </a:lnTo>
                  <a:lnTo>
                    <a:pt x="245" y="391"/>
                  </a:lnTo>
                  <a:lnTo>
                    <a:pt x="248" y="386"/>
                  </a:lnTo>
                  <a:lnTo>
                    <a:pt x="252" y="385"/>
                  </a:lnTo>
                  <a:lnTo>
                    <a:pt x="258" y="383"/>
                  </a:lnTo>
                  <a:lnTo>
                    <a:pt x="317" y="383"/>
                  </a:lnTo>
                  <a:lnTo>
                    <a:pt x="317" y="383"/>
                  </a:lnTo>
                  <a:lnTo>
                    <a:pt x="322" y="385"/>
                  </a:lnTo>
                  <a:lnTo>
                    <a:pt x="328" y="386"/>
                  </a:lnTo>
                  <a:lnTo>
                    <a:pt x="331" y="391"/>
                  </a:lnTo>
                  <a:lnTo>
                    <a:pt x="331" y="397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61"/>
                  </a:lnTo>
                  <a:lnTo>
                    <a:pt x="328" y="464"/>
                  </a:lnTo>
                  <a:lnTo>
                    <a:pt x="322" y="467"/>
                  </a:lnTo>
                  <a:lnTo>
                    <a:pt x="317" y="469"/>
                  </a:lnTo>
                  <a:lnTo>
                    <a:pt x="258" y="469"/>
                  </a:lnTo>
                  <a:lnTo>
                    <a:pt x="258" y="469"/>
                  </a:lnTo>
                  <a:lnTo>
                    <a:pt x="252" y="467"/>
                  </a:lnTo>
                  <a:lnTo>
                    <a:pt x="248" y="464"/>
                  </a:lnTo>
                  <a:lnTo>
                    <a:pt x="245" y="461"/>
                  </a:lnTo>
                  <a:lnTo>
                    <a:pt x="243" y="454"/>
                  </a:lnTo>
                  <a:lnTo>
                    <a:pt x="243" y="397"/>
                  </a:lnTo>
                  <a:close/>
                  <a:moveTo>
                    <a:pt x="1464" y="105"/>
                  </a:moveTo>
                  <a:lnTo>
                    <a:pt x="1464" y="105"/>
                  </a:lnTo>
                  <a:lnTo>
                    <a:pt x="1464" y="101"/>
                  </a:lnTo>
                  <a:lnTo>
                    <a:pt x="1466" y="100"/>
                  </a:lnTo>
                  <a:lnTo>
                    <a:pt x="1468" y="98"/>
                  </a:lnTo>
                  <a:lnTo>
                    <a:pt x="1471" y="96"/>
                  </a:lnTo>
                  <a:lnTo>
                    <a:pt x="1485" y="96"/>
                  </a:lnTo>
                  <a:lnTo>
                    <a:pt x="1485" y="96"/>
                  </a:lnTo>
                  <a:lnTo>
                    <a:pt x="1486" y="98"/>
                  </a:lnTo>
                  <a:lnTo>
                    <a:pt x="1490" y="100"/>
                  </a:lnTo>
                  <a:lnTo>
                    <a:pt x="1490" y="101"/>
                  </a:lnTo>
                  <a:lnTo>
                    <a:pt x="1491" y="105"/>
                  </a:lnTo>
                  <a:lnTo>
                    <a:pt x="1491" y="464"/>
                  </a:lnTo>
                  <a:lnTo>
                    <a:pt x="1491" y="938"/>
                  </a:lnTo>
                  <a:lnTo>
                    <a:pt x="1491" y="938"/>
                  </a:lnTo>
                  <a:lnTo>
                    <a:pt x="1490" y="940"/>
                  </a:lnTo>
                  <a:lnTo>
                    <a:pt x="1490" y="941"/>
                  </a:lnTo>
                  <a:lnTo>
                    <a:pt x="1486" y="943"/>
                  </a:lnTo>
                  <a:lnTo>
                    <a:pt x="1485" y="945"/>
                  </a:lnTo>
                  <a:lnTo>
                    <a:pt x="1471" y="945"/>
                  </a:lnTo>
                  <a:lnTo>
                    <a:pt x="1471" y="945"/>
                  </a:lnTo>
                  <a:lnTo>
                    <a:pt x="1466" y="943"/>
                  </a:lnTo>
                  <a:lnTo>
                    <a:pt x="1466" y="943"/>
                  </a:lnTo>
                  <a:lnTo>
                    <a:pt x="1464" y="940"/>
                  </a:lnTo>
                  <a:lnTo>
                    <a:pt x="1464" y="938"/>
                  </a:lnTo>
                  <a:lnTo>
                    <a:pt x="1464" y="105"/>
                  </a:lnTo>
                  <a:close/>
                  <a:moveTo>
                    <a:pt x="1356" y="105"/>
                  </a:moveTo>
                  <a:lnTo>
                    <a:pt x="1356" y="105"/>
                  </a:lnTo>
                  <a:lnTo>
                    <a:pt x="1358" y="101"/>
                  </a:lnTo>
                  <a:lnTo>
                    <a:pt x="1360" y="100"/>
                  </a:lnTo>
                  <a:lnTo>
                    <a:pt x="1362" y="98"/>
                  </a:lnTo>
                  <a:lnTo>
                    <a:pt x="1363" y="96"/>
                  </a:lnTo>
                  <a:lnTo>
                    <a:pt x="1377" y="96"/>
                  </a:lnTo>
                  <a:lnTo>
                    <a:pt x="1377" y="96"/>
                  </a:lnTo>
                  <a:lnTo>
                    <a:pt x="1380" y="98"/>
                  </a:lnTo>
                  <a:lnTo>
                    <a:pt x="1382" y="100"/>
                  </a:lnTo>
                  <a:lnTo>
                    <a:pt x="1383" y="101"/>
                  </a:lnTo>
                  <a:lnTo>
                    <a:pt x="1383" y="105"/>
                  </a:lnTo>
                  <a:lnTo>
                    <a:pt x="1383" y="938"/>
                  </a:lnTo>
                  <a:lnTo>
                    <a:pt x="1383" y="938"/>
                  </a:lnTo>
                  <a:lnTo>
                    <a:pt x="1383" y="940"/>
                  </a:lnTo>
                  <a:lnTo>
                    <a:pt x="1382" y="941"/>
                  </a:lnTo>
                  <a:lnTo>
                    <a:pt x="1380" y="943"/>
                  </a:lnTo>
                  <a:lnTo>
                    <a:pt x="1377" y="945"/>
                  </a:lnTo>
                  <a:lnTo>
                    <a:pt x="1363" y="945"/>
                  </a:lnTo>
                  <a:lnTo>
                    <a:pt x="1363" y="945"/>
                  </a:lnTo>
                  <a:lnTo>
                    <a:pt x="1362" y="943"/>
                  </a:lnTo>
                  <a:lnTo>
                    <a:pt x="1360" y="941"/>
                  </a:lnTo>
                  <a:lnTo>
                    <a:pt x="1358" y="940"/>
                  </a:lnTo>
                  <a:lnTo>
                    <a:pt x="1356" y="938"/>
                  </a:lnTo>
                  <a:lnTo>
                    <a:pt x="1356" y="105"/>
                  </a:lnTo>
                  <a:close/>
                  <a:moveTo>
                    <a:pt x="1250" y="105"/>
                  </a:moveTo>
                  <a:lnTo>
                    <a:pt x="1250" y="105"/>
                  </a:lnTo>
                  <a:lnTo>
                    <a:pt x="1250" y="101"/>
                  </a:lnTo>
                  <a:lnTo>
                    <a:pt x="1252" y="100"/>
                  </a:lnTo>
                  <a:lnTo>
                    <a:pt x="1254" y="98"/>
                  </a:lnTo>
                  <a:lnTo>
                    <a:pt x="1257" y="96"/>
                  </a:lnTo>
                  <a:lnTo>
                    <a:pt x="1270" y="96"/>
                  </a:lnTo>
                  <a:lnTo>
                    <a:pt x="1270" y="96"/>
                  </a:lnTo>
                  <a:lnTo>
                    <a:pt x="1274" y="98"/>
                  </a:lnTo>
                  <a:lnTo>
                    <a:pt x="1276" y="100"/>
                  </a:lnTo>
                  <a:lnTo>
                    <a:pt x="1277" y="101"/>
                  </a:lnTo>
                  <a:lnTo>
                    <a:pt x="1277" y="105"/>
                  </a:lnTo>
                  <a:lnTo>
                    <a:pt x="1277" y="938"/>
                  </a:lnTo>
                  <a:lnTo>
                    <a:pt x="1277" y="938"/>
                  </a:lnTo>
                  <a:lnTo>
                    <a:pt x="1277" y="940"/>
                  </a:lnTo>
                  <a:lnTo>
                    <a:pt x="1276" y="941"/>
                  </a:lnTo>
                  <a:lnTo>
                    <a:pt x="1274" y="943"/>
                  </a:lnTo>
                  <a:lnTo>
                    <a:pt x="1270" y="945"/>
                  </a:lnTo>
                  <a:lnTo>
                    <a:pt x="1257" y="945"/>
                  </a:lnTo>
                  <a:lnTo>
                    <a:pt x="1257" y="945"/>
                  </a:lnTo>
                  <a:lnTo>
                    <a:pt x="1254" y="943"/>
                  </a:lnTo>
                  <a:lnTo>
                    <a:pt x="1252" y="941"/>
                  </a:lnTo>
                  <a:lnTo>
                    <a:pt x="1250" y="940"/>
                  </a:lnTo>
                  <a:lnTo>
                    <a:pt x="1250" y="938"/>
                  </a:lnTo>
                  <a:lnTo>
                    <a:pt x="1250" y="10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10" name="TextBox 59"/>
          <p:cNvSpPr txBox="1"/>
          <p:nvPr/>
        </p:nvSpPr>
        <p:spPr bwMode="gray">
          <a:xfrm>
            <a:off x="2219181" y="4379084"/>
            <a:ext cx="638397" cy="158906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/>
          <a:lstStyle>
            <a:defPPr>
              <a:defRPr lang="en-US"/>
            </a:defPPr>
            <a:lvl1pPr defTabSz="3048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</a:defRPr>
            </a:lvl1pPr>
          </a:lstStyle>
          <a:p>
            <a:pPr algn="ctr">
              <a:defRPr/>
            </a:pPr>
            <a:r>
              <a: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卫健</a:t>
            </a:r>
          </a:p>
        </p:txBody>
      </p:sp>
      <p:grpSp>
        <p:nvGrpSpPr>
          <p:cNvPr id="211" name="组合 210"/>
          <p:cNvGrpSpPr/>
          <p:nvPr/>
        </p:nvGrpSpPr>
        <p:grpSpPr bwMode="gray">
          <a:xfrm>
            <a:off x="1747335" y="1986618"/>
            <a:ext cx="1034987" cy="589147"/>
            <a:chOff x="6901648" y="1944927"/>
            <a:chExt cx="1152445" cy="656008"/>
          </a:xfrm>
        </p:grpSpPr>
        <p:pic>
          <p:nvPicPr>
            <p:cNvPr id="212" name="图片 167" descr="yu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gray">
            <a:xfrm>
              <a:off x="6901648" y="1944927"/>
              <a:ext cx="1152445" cy="656008"/>
            </a:xfrm>
            <a:prstGeom prst="rect">
              <a:avLst/>
            </a:prstGeom>
          </p:spPr>
        </p:pic>
        <p:sp>
          <p:nvSpPr>
            <p:cNvPr id="221" name="TextBox 59"/>
            <p:cNvSpPr txBox="1"/>
            <p:nvPr/>
          </p:nvSpPr>
          <p:spPr bwMode="gray">
            <a:xfrm>
              <a:off x="6987710" y="1968905"/>
              <a:ext cx="980318" cy="330049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/>
            <a:lstStyle>
              <a:defPPr>
                <a:defRPr lang="en-US"/>
              </a:defPPr>
              <a:lvl1pPr defTabSz="3048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</a:defRPr>
              </a:lvl1pPr>
            </a:lstStyle>
            <a:p>
              <a:pPr algn="ctr">
                <a:defRPr/>
              </a:pPr>
              <a:r>
                <a:rPr lang="zh-CN" altLang="en-US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省</a:t>
              </a:r>
              <a:endParaRPr lang="en-US" altLang="zh-CN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  <a:p>
              <a:pPr algn="ctr">
                <a:defRPr/>
              </a:pPr>
              <a:r>
                <a:rPr lang="zh-CN" altLang="en-US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政务云</a:t>
              </a:r>
              <a:endPara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pic>
        <p:nvPicPr>
          <p:cNvPr id="222" name="图片 167" descr="yu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gray">
          <a:xfrm>
            <a:off x="1002928" y="2404144"/>
            <a:ext cx="1034987" cy="589147"/>
          </a:xfrm>
          <a:prstGeom prst="rect">
            <a:avLst/>
          </a:prstGeom>
        </p:spPr>
      </p:pic>
      <p:sp>
        <p:nvSpPr>
          <p:cNvPr id="223" name="TextBox 59"/>
          <p:cNvSpPr txBox="1"/>
          <p:nvPr/>
        </p:nvSpPr>
        <p:spPr bwMode="gray">
          <a:xfrm>
            <a:off x="1053176" y="2522495"/>
            <a:ext cx="880403" cy="296410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/>
          <a:lstStyle>
            <a:defPPr>
              <a:defRPr lang="en-US"/>
            </a:defPPr>
            <a:lvl1pPr defTabSz="3048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</a:defRPr>
            </a:lvl1pPr>
          </a:lstStyle>
          <a:p>
            <a:pPr algn="ctr">
              <a:defRPr/>
            </a:pPr>
            <a:r>
              <a:rPr lang="zh-CN" altLang="en-US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市</a:t>
            </a:r>
            <a:endParaRPr lang="en-US" altLang="zh-CN" kern="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ctr">
              <a:defRPr/>
            </a:pPr>
            <a:r>
              <a:rPr lang="zh-CN" altLang="en-US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政务云</a:t>
            </a:r>
            <a:endParaRPr lang="zh-CN" altLang="en-US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224" name="组合 223"/>
          <p:cNvGrpSpPr/>
          <p:nvPr/>
        </p:nvGrpSpPr>
        <p:grpSpPr bwMode="gray">
          <a:xfrm>
            <a:off x="2754340" y="2006412"/>
            <a:ext cx="1034987" cy="589147"/>
            <a:chOff x="6901648" y="1944927"/>
            <a:chExt cx="1152445" cy="656008"/>
          </a:xfrm>
        </p:grpSpPr>
        <p:pic>
          <p:nvPicPr>
            <p:cNvPr id="225" name="图片 167" descr="yu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gray">
            <a:xfrm>
              <a:off x="6901648" y="1944927"/>
              <a:ext cx="1152445" cy="656008"/>
            </a:xfrm>
            <a:prstGeom prst="rect">
              <a:avLst/>
            </a:prstGeom>
          </p:spPr>
        </p:pic>
        <p:sp>
          <p:nvSpPr>
            <p:cNvPr id="226" name="TextBox 59"/>
            <p:cNvSpPr txBox="1"/>
            <p:nvPr/>
          </p:nvSpPr>
          <p:spPr bwMode="gray">
            <a:xfrm>
              <a:off x="6987711" y="2181773"/>
              <a:ext cx="980318" cy="330049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/>
            <a:lstStyle>
              <a:defPPr>
                <a:defRPr lang="en-US"/>
              </a:defPPr>
              <a:lvl1pPr defTabSz="3048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</a:defRPr>
              </a:lvl1pPr>
            </a:lstStyle>
            <a:p>
              <a:pPr algn="ctr">
                <a:defRPr/>
              </a:pPr>
              <a:r>
                <a:rPr lang="zh-CN" altLang="en-US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警务云</a:t>
              </a:r>
              <a:endParaRPr lang="en-US" altLang="zh-CN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cxnSp>
        <p:nvCxnSpPr>
          <p:cNvPr id="227" name="直接连接符 226"/>
          <p:cNvCxnSpPr>
            <a:stCxn id="228" idx="0"/>
            <a:endCxn id="212" idx="2"/>
          </p:cNvCxnSpPr>
          <p:nvPr/>
        </p:nvCxnSpPr>
        <p:spPr bwMode="gray">
          <a:xfrm flipH="1" flipV="1">
            <a:off x="2264829" y="2575765"/>
            <a:ext cx="279452" cy="1423830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sp>
        <p:nvSpPr>
          <p:cNvPr id="228" name="椭圆 227"/>
          <p:cNvSpPr>
            <a:spLocks noChangeAspect="1"/>
          </p:cNvSpPr>
          <p:nvPr/>
        </p:nvSpPr>
        <p:spPr bwMode="gray">
          <a:xfrm>
            <a:off x="2508281" y="3999595"/>
            <a:ext cx="72000" cy="76613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29" name="椭圆 228"/>
          <p:cNvSpPr>
            <a:spLocks noChangeAspect="1"/>
          </p:cNvSpPr>
          <p:nvPr/>
        </p:nvSpPr>
        <p:spPr bwMode="gray">
          <a:xfrm>
            <a:off x="1847445" y="3999595"/>
            <a:ext cx="72000" cy="76613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30" name="椭圆 229"/>
          <p:cNvSpPr>
            <a:spLocks noChangeAspect="1"/>
          </p:cNvSpPr>
          <p:nvPr/>
        </p:nvSpPr>
        <p:spPr bwMode="gray">
          <a:xfrm>
            <a:off x="3129589" y="3999595"/>
            <a:ext cx="72000" cy="76613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31" name="直接连接符 230"/>
          <p:cNvCxnSpPr>
            <a:stCxn id="228" idx="0"/>
            <a:endCxn id="222" idx="2"/>
          </p:cNvCxnSpPr>
          <p:nvPr/>
        </p:nvCxnSpPr>
        <p:spPr bwMode="gray">
          <a:xfrm flipH="1" flipV="1">
            <a:off x="1520422" y="2993291"/>
            <a:ext cx="1023859" cy="1006304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32" name="直接连接符 231"/>
          <p:cNvCxnSpPr>
            <a:stCxn id="228" idx="0"/>
            <a:endCxn id="225" idx="2"/>
          </p:cNvCxnSpPr>
          <p:nvPr/>
        </p:nvCxnSpPr>
        <p:spPr bwMode="gray">
          <a:xfrm flipV="1">
            <a:off x="2544281" y="2595559"/>
            <a:ext cx="727553" cy="1404036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33" name="直接连接符 232"/>
          <p:cNvCxnSpPr>
            <a:stCxn id="229" idx="0"/>
            <a:endCxn id="222" idx="2"/>
          </p:cNvCxnSpPr>
          <p:nvPr/>
        </p:nvCxnSpPr>
        <p:spPr bwMode="gray">
          <a:xfrm flipH="1" flipV="1">
            <a:off x="1520422" y="2993291"/>
            <a:ext cx="363023" cy="1006304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34" name="直接连接符 233"/>
          <p:cNvCxnSpPr>
            <a:stCxn id="229" idx="0"/>
            <a:endCxn id="212" idx="2"/>
          </p:cNvCxnSpPr>
          <p:nvPr/>
        </p:nvCxnSpPr>
        <p:spPr bwMode="gray">
          <a:xfrm flipV="1">
            <a:off x="1883445" y="2575765"/>
            <a:ext cx="381384" cy="1423830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35" name="直接连接符 234"/>
          <p:cNvCxnSpPr>
            <a:stCxn id="229" idx="0"/>
            <a:endCxn id="225" idx="2"/>
          </p:cNvCxnSpPr>
          <p:nvPr/>
        </p:nvCxnSpPr>
        <p:spPr bwMode="gray">
          <a:xfrm flipV="1">
            <a:off x="1883445" y="2595559"/>
            <a:ext cx="1388389" cy="1404036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36" name="直接连接符 235"/>
          <p:cNvCxnSpPr>
            <a:stCxn id="230" idx="0"/>
            <a:endCxn id="225" idx="2"/>
          </p:cNvCxnSpPr>
          <p:nvPr/>
        </p:nvCxnSpPr>
        <p:spPr bwMode="gray">
          <a:xfrm flipV="1">
            <a:off x="3165589" y="2595559"/>
            <a:ext cx="106245" cy="1404036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37" name="直接连接符 236"/>
          <p:cNvCxnSpPr>
            <a:stCxn id="230" idx="0"/>
            <a:endCxn id="212" idx="2"/>
          </p:cNvCxnSpPr>
          <p:nvPr/>
        </p:nvCxnSpPr>
        <p:spPr bwMode="gray">
          <a:xfrm flipH="1" flipV="1">
            <a:off x="2264829" y="2575765"/>
            <a:ext cx="900760" cy="1423830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38" name="直接连接符 237"/>
          <p:cNvCxnSpPr>
            <a:stCxn id="230" idx="0"/>
            <a:endCxn id="222" idx="2"/>
          </p:cNvCxnSpPr>
          <p:nvPr/>
        </p:nvCxnSpPr>
        <p:spPr bwMode="gray">
          <a:xfrm flipH="1" flipV="1">
            <a:off x="1520422" y="2993291"/>
            <a:ext cx="1645167" cy="1006304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sp>
        <p:nvSpPr>
          <p:cNvPr id="239" name="椭圆 238"/>
          <p:cNvSpPr/>
          <p:nvPr/>
        </p:nvSpPr>
        <p:spPr bwMode="gray">
          <a:xfrm flipH="1">
            <a:off x="5137224" y="3120488"/>
            <a:ext cx="1780175" cy="558827"/>
          </a:xfrm>
          <a:prstGeom prst="ellipse">
            <a:avLst/>
          </a:prstGeom>
          <a:gradFill flip="none" rotWithShape="1">
            <a:gsLst>
              <a:gs pos="0">
                <a:srgbClr val="E7E6E6">
                  <a:lumMod val="50000"/>
                  <a:alpha val="25000"/>
                </a:srgbClr>
              </a:gs>
              <a:gs pos="100000">
                <a:srgbClr val="E7E6E6">
                  <a:lumMod val="75000"/>
                  <a:alpha val="5000"/>
                </a:srgbClr>
              </a:gs>
            </a:gsLst>
            <a:lin ang="16200000" scaled="1"/>
            <a:tileRect/>
          </a:gradFill>
          <a:ln w="3175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indent="-158935" algn="ctr" defTabSz="772027" fontAlgn="ctr" hangingPunct="0">
              <a:spcBef>
                <a:spcPct val="20000"/>
              </a:spcBef>
              <a:spcAft>
                <a:spcPts val="1422"/>
              </a:spcAft>
              <a:buClr>
                <a:prstClr val="white"/>
              </a:buClr>
              <a:buSzPct val="60000"/>
            </a:pPr>
            <a:endParaRPr lang="zh-CN" altLang="en-US" sz="443" kern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40" name="直接连接符 239"/>
          <p:cNvCxnSpPr>
            <a:stCxn id="253" idx="1"/>
            <a:endCxn id="254" idx="5"/>
          </p:cNvCxnSpPr>
          <p:nvPr/>
        </p:nvCxnSpPr>
        <p:spPr bwMode="gray">
          <a:xfrm flipH="1" flipV="1">
            <a:off x="5700210" y="3181824"/>
            <a:ext cx="305048" cy="435842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241" name="直接连接符 240"/>
          <p:cNvCxnSpPr>
            <a:stCxn id="251" idx="6"/>
            <a:endCxn id="253" idx="2"/>
          </p:cNvCxnSpPr>
          <p:nvPr/>
        </p:nvCxnSpPr>
        <p:spPr bwMode="gray">
          <a:xfrm>
            <a:off x="5553228" y="3537966"/>
            <a:ext cx="433842" cy="126424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grpSp>
        <p:nvGrpSpPr>
          <p:cNvPr id="242" name="组合 241"/>
          <p:cNvGrpSpPr/>
          <p:nvPr/>
        </p:nvGrpSpPr>
        <p:grpSpPr bwMode="gray">
          <a:xfrm>
            <a:off x="4588618" y="3242591"/>
            <a:ext cx="902438" cy="572907"/>
            <a:chOff x="6901648" y="1944927"/>
            <a:chExt cx="1152445" cy="731622"/>
          </a:xfrm>
        </p:grpSpPr>
        <p:pic>
          <p:nvPicPr>
            <p:cNvPr id="243" name="图片 167" descr="yu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gray">
            <a:xfrm>
              <a:off x="6901648" y="1944927"/>
              <a:ext cx="1152445" cy="656008"/>
            </a:xfrm>
            <a:prstGeom prst="rect">
              <a:avLst/>
            </a:prstGeom>
          </p:spPr>
        </p:pic>
        <p:sp>
          <p:nvSpPr>
            <p:cNvPr id="244" name="TextBox 59"/>
            <p:cNvSpPr txBox="1"/>
            <p:nvPr/>
          </p:nvSpPr>
          <p:spPr bwMode="gray">
            <a:xfrm>
              <a:off x="6987710" y="1968904"/>
              <a:ext cx="980318" cy="707645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/>
            <a:lstStyle>
              <a:defPPr>
                <a:defRPr lang="en-US"/>
              </a:defPPr>
              <a:lvl1pPr defTabSz="3048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</a:defRPr>
              </a:lvl1pPr>
            </a:lstStyle>
            <a:p>
              <a:pPr algn="ctr">
                <a:defRPr/>
              </a:pPr>
              <a:r>
                <a:rPr lang="zh-CN" altLang="en-US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市</a:t>
              </a:r>
              <a:endParaRPr lang="en-US" altLang="zh-CN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  <a:p>
              <a:pPr algn="ctr">
                <a:defRPr/>
              </a:pPr>
              <a:r>
                <a:rPr lang="zh-CN" altLang="en-US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政务云</a:t>
              </a:r>
              <a:endPara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245" name="组合 244"/>
          <p:cNvGrpSpPr/>
          <p:nvPr/>
        </p:nvGrpSpPr>
        <p:grpSpPr bwMode="gray">
          <a:xfrm>
            <a:off x="4720891" y="2686563"/>
            <a:ext cx="867865" cy="544270"/>
            <a:chOff x="6901648" y="1944927"/>
            <a:chExt cx="1152445" cy="656008"/>
          </a:xfrm>
        </p:grpSpPr>
        <p:pic>
          <p:nvPicPr>
            <p:cNvPr id="246" name="图片 167" descr="yu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gray">
            <a:xfrm>
              <a:off x="6901648" y="1944927"/>
              <a:ext cx="1152445" cy="656008"/>
            </a:xfrm>
            <a:prstGeom prst="rect">
              <a:avLst/>
            </a:prstGeom>
          </p:spPr>
        </p:pic>
        <p:sp>
          <p:nvSpPr>
            <p:cNvPr id="247" name="TextBox 59"/>
            <p:cNvSpPr txBox="1"/>
            <p:nvPr/>
          </p:nvSpPr>
          <p:spPr bwMode="gray">
            <a:xfrm>
              <a:off x="6987710" y="1972208"/>
              <a:ext cx="980318" cy="330049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/>
            <a:lstStyle>
              <a:defPPr>
                <a:defRPr lang="en-US"/>
              </a:defPPr>
              <a:lvl1pPr defTabSz="3048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</a:defRPr>
              </a:lvl1pPr>
            </a:lstStyle>
            <a:p>
              <a:pPr algn="ctr">
                <a:defRPr/>
              </a:pPr>
              <a:r>
                <a:rPr lang="zh-CN" altLang="en-US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省</a:t>
              </a:r>
              <a:endParaRPr lang="en-US" altLang="zh-CN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  <a:p>
              <a:pPr algn="ctr">
                <a:defRPr/>
              </a:pPr>
              <a:r>
                <a:rPr lang="zh-CN" altLang="en-US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政务云</a:t>
              </a:r>
              <a:endPara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248" name="组合 247"/>
          <p:cNvGrpSpPr/>
          <p:nvPr/>
        </p:nvGrpSpPr>
        <p:grpSpPr bwMode="gray">
          <a:xfrm>
            <a:off x="6557367" y="2700212"/>
            <a:ext cx="945367" cy="538133"/>
            <a:chOff x="6901648" y="1944927"/>
            <a:chExt cx="1152445" cy="656008"/>
          </a:xfrm>
        </p:grpSpPr>
        <p:pic>
          <p:nvPicPr>
            <p:cNvPr id="249" name="图片 167" descr="yu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gray">
            <a:xfrm>
              <a:off x="6901648" y="1944927"/>
              <a:ext cx="1152445" cy="656008"/>
            </a:xfrm>
            <a:prstGeom prst="rect">
              <a:avLst/>
            </a:prstGeom>
          </p:spPr>
        </p:pic>
        <p:sp>
          <p:nvSpPr>
            <p:cNvPr id="250" name="TextBox 59"/>
            <p:cNvSpPr txBox="1"/>
            <p:nvPr/>
          </p:nvSpPr>
          <p:spPr bwMode="gray">
            <a:xfrm>
              <a:off x="7038675" y="2105166"/>
              <a:ext cx="980318" cy="330049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/>
            <a:lstStyle>
              <a:defPPr>
                <a:defRPr lang="en-US"/>
              </a:defPPr>
              <a:lvl1pPr defTabSz="3048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</a:defRPr>
              </a:lvl1pPr>
            </a:lstStyle>
            <a:p>
              <a:pPr algn="ctr">
                <a:defRPr/>
              </a:pPr>
              <a:r>
                <a:rPr lang="zh-CN" altLang="en-US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警务云</a:t>
              </a:r>
              <a:endPara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51" name="椭圆 250"/>
          <p:cNvSpPr>
            <a:spLocks noChangeAspect="1"/>
          </p:cNvSpPr>
          <p:nvPr/>
        </p:nvSpPr>
        <p:spPr bwMode="gray">
          <a:xfrm>
            <a:off x="5429030" y="3471888"/>
            <a:ext cx="124198" cy="132155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2" name="椭圆 251"/>
          <p:cNvSpPr>
            <a:spLocks noChangeAspect="1"/>
          </p:cNvSpPr>
          <p:nvPr/>
        </p:nvSpPr>
        <p:spPr bwMode="gray">
          <a:xfrm>
            <a:off x="6588267" y="3431959"/>
            <a:ext cx="124198" cy="132155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3" name="椭圆 252"/>
          <p:cNvSpPr>
            <a:spLocks noChangeAspect="1"/>
          </p:cNvSpPr>
          <p:nvPr/>
        </p:nvSpPr>
        <p:spPr bwMode="gray">
          <a:xfrm>
            <a:off x="5987070" y="3598312"/>
            <a:ext cx="124198" cy="132155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4" name="椭圆 253"/>
          <p:cNvSpPr>
            <a:spLocks noChangeAspect="1"/>
          </p:cNvSpPr>
          <p:nvPr/>
        </p:nvSpPr>
        <p:spPr bwMode="gray">
          <a:xfrm>
            <a:off x="5594200" y="3069023"/>
            <a:ext cx="124198" cy="132155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55" name="直接连接符 254"/>
          <p:cNvCxnSpPr>
            <a:stCxn id="252" idx="2"/>
            <a:endCxn id="253" idx="6"/>
          </p:cNvCxnSpPr>
          <p:nvPr/>
        </p:nvCxnSpPr>
        <p:spPr bwMode="gray">
          <a:xfrm flipH="1">
            <a:off x="6111268" y="3498037"/>
            <a:ext cx="476999" cy="166353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sp>
        <p:nvSpPr>
          <p:cNvPr id="256" name="Freeform 811"/>
          <p:cNvSpPr>
            <a:spLocks noEditPoints="1"/>
          </p:cNvSpPr>
          <p:nvPr/>
        </p:nvSpPr>
        <p:spPr bwMode="gray">
          <a:xfrm>
            <a:off x="5228160" y="4113355"/>
            <a:ext cx="354603" cy="279840"/>
          </a:xfrm>
          <a:custGeom>
            <a:avLst/>
            <a:gdLst>
              <a:gd name="T0" fmla="*/ 827 w 894"/>
              <a:gd name="T1" fmla="*/ 816 h 846"/>
              <a:gd name="T2" fmla="*/ 447 w 894"/>
              <a:gd name="T3" fmla="*/ 168 h 846"/>
              <a:gd name="T4" fmla="*/ 440 w 894"/>
              <a:gd name="T5" fmla="*/ 816 h 846"/>
              <a:gd name="T6" fmla="*/ 60 w 894"/>
              <a:gd name="T7" fmla="*/ 0 h 846"/>
              <a:gd name="T8" fmla="*/ 15 w 894"/>
              <a:gd name="T9" fmla="*/ 816 h 846"/>
              <a:gd name="T10" fmla="*/ 15 w 894"/>
              <a:gd name="T11" fmla="*/ 846 h 846"/>
              <a:gd name="T12" fmla="*/ 894 w 894"/>
              <a:gd name="T13" fmla="*/ 831 h 846"/>
              <a:gd name="T14" fmla="*/ 588 w 894"/>
              <a:gd name="T15" fmla="*/ 812 h 846"/>
              <a:gd name="T16" fmla="*/ 666 w 894"/>
              <a:gd name="T17" fmla="*/ 710 h 846"/>
              <a:gd name="T18" fmla="*/ 588 w 894"/>
              <a:gd name="T19" fmla="*/ 812 h 846"/>
              <a:gd name="T20" fmla="*/ 768 w 894"/>
              <a:gd name="T21" fmla="*/ 224 h 846"/>
              <a:gd name="T22" fmla="*/ 660 w 894"/>
              <a:gd name="T23" fmla="*/ 332 h 846"/>
              <a:gd name="T24" fmla="*/ 660 w 894"/>
              <a:gd name="T25" fmla="*/ 395 h 846"/>
              <a:gd name="T26" fmla="*/ 768 w 894"/>
              <a:gd name="T27" fmla="*/ 503 h 846"/>
              <a:gd name="T28" fmla="*/ 660 w 894"/>
              <a:gd name="T29" fmla="*/ 395 h 846"/>
              <a:gd name="T30" fmla="*/ 768 w 894"/>
              <a:gd name="T31" fmla="*/ 568 h 846"/>
              <a:gd name="T32" fmla="*/ 660 w 894"/>
              <a:gd name="T33" fmla="*/ 676 h 846"/>
              <a:gd name="T34" fmla="*/ 494 w 894"/>
              <a:gd name="T35" fmla="*/ 224 h 846"/>
              <a:gd name="T36" fmla="*/ 602 w 894"/>
              <a:gd name="T37" fmla="*/ 332 h 846"/>
              <a:gd name="T38" fmla="*/ 494 w 894"/>
              <a:gd name="T39" fmla="*/ 224 h 846"/>
              <a:gd name="T40" fmla="*/ 602 w 894"/>
              <a:gd name="T41" fmla="*/ 395 h 846"/>
              <a:gd name="T42" fmla="*/ 494 w 894"/>
              <a:gd name="T43" fmla="*/ 503 h 846"/>
              <a:gd name="T44" fmla="*/ 494 w 894"/>
              <a:gd name="T45" fmla="*/ 568 h 846"/>
              <a:gd name="T46" fmla="*/ 602 w 894"/>
              <a:gd name="T47" fmla="*/ 676 h 846"/>
              <a:gd name="T48" fmla="*/ 494 w 894"/>
              <a:gd name="T49" fmla="*/ 568 h 846"/>
              <a:gd name="T50" fmla="*/ 214 w 894"/>
              <a:gd name="T51" fmla="*/ 710 h 846"/>
              <a:gd name="T52" fmla="*/ 293 w 894"/>
              <a:gd name="T53" fmla="*/ 812 h 846"/>
              <a:gd name="T54" fmla="*/ 285 w 894"/>
              <a:gd name="T55" fmla="*/ 52 h 846"/>
              <a:gd name="T56" fmla="*/ 393 w 894"/>
              <a:gd name="T57" fmla="*/ 160 h 846"/>
              <a:gd name="T58" fmla="*/ 285 w 894"/>
              <a:gd name="T59" fmla="*/ 52 h 846"/>
              <a:gd name="T60" fmla="*/ 393 w 894"/>
              <a:gd name="T61" fmla="*/ 224 h 846"/>
              <a:gd name="T62" fmla="*/ 285 w 894"/>
              <a:gd name="T63" fmla="*/ 332 h 846"/>
              <a:gd name="T64" fmla="*/ 285 w 894"/>
              <a:gd name="T65" fmla="*/ 395 h 846"/>
              <a:gd name="T66" fmla="*/ 393 w 894"/>
              <a:gd name="T67" fmla="*/ 503 h 846"/>
              <a:gd name="T68" fmla="*/ 285 w 894"/>
              <a:gd name="T69" fmla="*/ 395 h 846"/>
              <a:gd name="T70" fmla="*/ 393 w 894"/>
              <a:gd name="T71" fmla="*/ 566 h 846"/>
              <a:gd name="T72" fmla="*/ 285 w 894"/>
              <a:gd name="T73" fmla="*/ 674 h 846"/>
              <a:gd name="T74" fmla="*/ 119 w 894"/>
              <a:gd name="T75" fmla="*/ 52 h 846"/>
              <a:gd name="T76" fmla="*/ 227 w 894"/>
              <a:gd name="T77" fmla="*/ 160 h 846"/>
              <a:gd name="T78" fmla="*/ 119 w 894"/>
              <a:gd name="T79" fmla="*/ 52 h 846"/>
              <a:gd name="T80" fmla="*/ 227 w 894"/>
              <a:gd name="T81" fmla="*/ 224 h 846"/>
              <a:gd name="T82" fmla="*/ 119 w 894"/>
              <a:gd name="T83" fmla="*/ 332 h 846"/>
              <a:gd name="T84" fmla="*/ 119 w 894"/>
              <a:gd name="T85" fmla="*/ 395 h 846"/>
              <a:gd name="T86" fmla="*/ 227 w 894"/>
              <a:gd name="T87" fmla="*/ 503 h 846"/>
              <a:gd name="T88" fmla="*/ 119 w 894"/>
              <a:gd name="T89" fmla="*/ 395 h 846"/>
              <a:gd name="T90" fmla="*/ 227 w 894"/>
              <a:gd name="T91" fmla="*/ 566 h 846"/>
              <a:gd name="T92" fmla="*/ 119 w 894"/>
              <a:gd name="T93" fmla="*/ 674 h 8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894" h="846">
                <a:moveTo>
                  <a:pt x="879" y="816"/>
                </a:moveTo>
                <a:cubicBezTo>
                  <a:pt x="827" y="816"/>
                  <a:pt x="827" y="816"/>
                  <a:pt x="827" y="816"/>
                </a:cubicBezTo>
                <a:cubicBezTo>
                  <a:pt x="827" y="168"/>
                  <a:pt x="827" y="168"/>
                  <a:pt x="827" y="168"/>
                </a:cubicBezTo>
                <a:cubicBezTo>
                  <a:pt x="447" y="168"/>
                  <a:pt x="447" y="168"/>
                  <a:pt x="447" y="168"/>
                </a:cubicBezTo>
                <a:cubicBezTo>
                  <a:pt x="447" y="816"/>
                  <a:pt x="447" y="816"/>
                  <a:pt x="447" y="816"/>
                </a:cubicBezTo>
                <a:cubicBezTo>
                  <a:pt x="440" y="816"/>
                  <a:pt x="440" y="816"/>
                  <a:pt x="440" y="816"/>
                </a:cubicBezTo>
                <a:cubicBezTo>
                  <a:pt x="440" y="0"/>
                  <a:pt x="440" y="0"/>
                  <a:pt x="440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0" y="816"/>
                  <a:pt x="60" y="816"/>
                  <a:pt x="60" y="816"/>
                </a:cubicBezTo>
                <a:cubicBezTo>
                  <a:pt x="15" y="816"/>
                  <a:pt x="15" y="816"/>
                  <a:pt x="15" y="816"/>
                </a:cubicBezTo>
                <a:cubicBezTo>
                  <a:pt x="7" y="816"/>
                  <a:pt x="0" y="822"/>
                  <a:pt x="0" y="831"/>
                </a:cubicBezTo>
                <a:cubicBezTo>
                  <a:pt x="0" y="839"/>
                  <a:pt x="7" y="846"/>
                  <a:pt x="15" y="846"/>
                </a:cubicBezTo>
                <a:cubicBezTo>
                  <a:pt x="879" y="846"/>
                  <a:pt x="879" y="846"/>
                  <a:pt x="879" y="846"/>
                </a:cubicBezTo>
                <a:cubicBezTo>
                  <a:pt x="888" y="846"/>
                  <a:pt x="894" y="839"/>
                  <a:pt x="894" y="831"/>
                </a:cubicBezTo>
                <a:cubicBezTo>
                  <a:pt x="894" y="822"/>
                  <a:pt x="888" y="816"/>
                  <a:pt x="879" y="816"/>
                </a:cubicBezTo>
                <a:close/>
                <a:moveTo>
                  <a:pt x="588" y="812"/>
                </a:moveTo>
                <a:cubicBezTo>
                  <a:pt x="588" y="710"/>
                  <a:pt x="588" y="710"/>
                  <a:pt x="588" y="710"/>
                </a:cubicBezTo>
                <a:cubicBezTo>
                  <a:pt x="666" y="710"/>
                  <a:pt x="666" y="710"/>
                  <a:pt x="666" y="710"/>
                </a:cubicBezTo>
                <a:cubicBezTo>
                  <a:pt x="666" y="812"/>
                  <a:pt x="666" y="812"/>
                  <a:pt x="666" y="812"/>
                </a:cubicBezTo>
                <a:lnTo>
                  <a:pt x="588" y="812"/>
                </a:lnTo>
                <a:close/>
                <a:moveTo>
                  <a:pt x="660" y="224"/>
                </a:moveTo>
                <a:cubicBezTo>
                  <a:pt x="768" y="224"/>
                  <a:pt x="768" y="224"/>
                  <a:pt x="768" y="224"/>
                </a:cubicBezTo>
                <a:cubicBezTo>
                  <a:pt x="768" y="332"/>
                  <a:pt x="768" y="332"/>
                  <a:pt x="768" y="332"/>
                </a:cubicBezTo>
                <a:cubicBezTo>
                  <a:pt x="660" y="332"/>
                  <a:pt x="660" y="332"/>
                  <a:pt x="660" y="332"/>
                </a:cubicBezTo>
                <a:lnTo>
                  <a:pt x="660" y="224"/>
                </a:lnTo>
                <a:close/>
                <a:moveTo>
                  <a:pt x="660" y="395"/>
                </a:moveTo>
                <a:cubicBezTo>
                  <a:pt x="768" y="395"/>
                  <a:pt x="768" y="395"/>
                  <a:pt x="768" y="395"/>
                </a:cubicBezTo>
                <a:cubicBezTo>
                  <a:pt x="768" y="503"/>
                  <a:pt x="768" y="503"/>
                  <a:pt x="768" y="503"/>
                </a:cubicBezTo>
                <a:cubicBezTo>
                  <a:pt x="660" y="503"/>
                  <a:pt x="660" y="503"/>
                  <a:pt x="660" y="503"/>
                </a:cubicBezTo>
                <a:lnTo>
                  <a:pt x="660" y="395"/>
                </a:lnTo>
                <a:close/>
                <a:moveTo>
                  <a:pt x="660" y="568"/>
                </a:moveTo>
                <a:cubicBezTo>
                  <a:pt x="768" y="568"/>
                  <a:pt x="768" y="568"/>
                  <a:pt x="768" y="568"/>
                </a:cubicBezTo>
                <a:cubicBezTo>
                  <a:pt x="768" y="676"/>
                  <a:pt x="768" y="676"/>
                  <a:pt x="768" y="676"/>
                </a:cubicBezTo>
                <a:cubicBezTo>
                  <a:pt x="660" y="676"/>
                  <a:pt x="660" y="676"/>
                  <a:pt x="660" y="676"/>
                </a:cubicBezTo>
                <a:lnTo>
                  <a:pt x="660" y="568"/>
                </a:lnTo>
                <a:close/>
                <a:moveTo>
                  <a:pt x="494" y="224"/>
                </a:moveTo>
                <a:cubicBezTo>
                  <a:pt x="602" y="224"/>
                  <a:pt x="602" y="224"/>
                  <a:pt x="602" y="224"/>
                </a:cubicBezTo>
                <a:cubicBezTo>
                  <a:pt x="602" y="332"/>
                  <a:pt x="602" y="332"/>
                  <a:pt x="602" y="332"/>
                </a:cubicBezTo>
                <a:cubicBezTo>
                  <a:pt x="494" y="332"/>
                  <a:pt x="494" y="332"/>
                  <a:pt x="494" y="332"/>
                </a:cubicBezTo>
                <a:lnTo>
                  <a:pt x="494" y="224"/>
                </a:lnTo>
                <a:close/>
                <a:moveTo>
                  <a:pt x="494" y="395"/>
                </a:moveTo>
                <a:cubicBezTo>
                  <a:pt x="602" y="395"/>
                  <a:pt x="602" y="395"/>
                  <a:pt x="602" y="395"/>
                </a:cubicBezTo>
                <a:cubicBezTo>
                  <a:pt x="602" y="503"/>
                  <a:pt x="602" y="503"/>
                  <a:pt x="602" y="503"/>
                </a:cubicBezTo>
                <a:cubicBezTo>
                  <a:pt x="494" y="503"/>
                  <a:pt x="494" y="503"/>
                  <a:pt x="494" y="503"/>
                </a:cubicBezTo>
                <a:lnTo>
                  <a:pt x="494" y="395"/>
                </a:lnTo>
                <a:close/>
                <a:moveTo>
                  <a:pt x="494" y="568"/>
                </a:moveTo>
                <a:cubicBezTo>
                  <a:pt x="602" y="568"/>
                  <a:pt x="602" y="568"/>
                  <a:pt x="602" y="568"/>
                </a:cubicBezTo>
                <a:cubicBezTo>
                  <a:pt x="602" y="676"/>
                  <a:pt x="602" y="676"/>
                  <a:pt x="602" y="676"/>
                </a:cubicBezTo>
                <a:cubicBezTo>
                  <a:pt x="494" y="676"/>
                  <a:pt x="494" y="676"/>
                  <a:pt x="494" y="676"/>
                </a:cubicBezTo>
                <a:lnTo>
                  <a:pt x="494" y="568"/>
                </a:lnTo>
                <a:close/>
                <a:moveTo>
                  <a:pt x="214" y="812"/>
                </a:moveTo>
                <a:cubicBezTo>
                  <a:pt x="214" y="710"/>
                  <a:pt x="214" y="710"/>
                  <a:pt x="214" y="710"/>
                </a:cubicBezTo>
                <a:cubicBezTo>
                  <a:pt x="293" y="710"/>
                  <a:pt x="293" y="710"/>
                  <a:pt x="293" y="710"/>
                </a:cubicBezTo>
                <a:cubicBezTo>
                  <a:pt x="293" y="812"/>
                  <a:pt x="293" y="812"/>
                  <a:pt x="293" y="812"/>
                </a:cubicBezTo>
                <a:lnTo>
                  <a:pt x="214" y="812"/>
                </a:lnTo>
                <a:close/>
                <a:moveTo>
                  <a:pt x="285" y="52"/>
                </a:moveTo>
                <a:cubicBezTo>
                  <a:pt x="393" y="52"/>
                  <a:pt x="393" y="52"/>
                  <a:pt x="393" y="52"/>
                </a:cubicBezTo>
                <a:cubicBezTo>
                  <a:pt x="393" y="160"/>
                  <a:pt x="393" y="160"/>
                  <a:pt x="393" y="160"/>
                </a:cubicBezTo>
                <a:cubicBezTo>
                  <a:pt x="285" y="160"/>
                  <a:pt x="285" y="160"/>
                  <a:pt x="285" y="160"/>
                </a:cubicBezTo>
                <a:lnTo>
                  <a:pt x="285" y="52"/>
                </a:lnTo>
                <a:close/>
                <a:moveTo>
                  <a:pt x="285" y="224"/>
                </a:moveTo>
                <a:cubicBezTo>
                  <a:pt x="393" y="224"/>
                  <a:pt x="393" y="224"/>
                  <a:pt x="393" y="224"/>
                </a:cubicBezTo>
                <a:cubicBezTo>
                  <a:pt x="393" y="332"/>
                  <a:pt x="393" y="332"/>
                  <a:pt x="393" y="332"/>
                </a:cubicBezTo>
                <a:cubicBezTo>
                  <a:pt x="285" y="332"/>
                  <a:pt x="285" y="332"/>
                  <a:pt x="285" y="332"/>
                </a:cubicBezTo>
                <a:lnTo>
                  <a:pt x="285" y="224"/>
                </a:lnTo>
                <a:close/>
                <a:moveTo>
                  <a:pt x="285" y="395"/>
                </a:moveTo>
                <a:cubicBezTo>
                  <a:pt x="393" y="395"/>
                  <a:pt x="393" y="395"/>
                  <a:pt x="393" y="395"/>
                </a:cubicBezTo>
                <a:cubicBezTo>
                  <a:pt x="393" y="503"/>
                  <a:pt x="393" y="503"/>
                  <a:pt x="393" y="503"/>
                </a:cubicBezTo>
                <a:cubicBezTo>
                  <a:pt x="285" y="503"/>
                  <a:pt x="285" y="503"/>
                  <a:pt x="285" y="503"/>
                </a:cubicBezTo>
                <a:lnTo>
                  <a:pt x="285" y="395"/>
                </a:lnTo>
                <a:close/>
                <a:moveTo>
                  <a:pt x="285" y="566"/>
                </a:moveTo>
                <a:cubicBezTo>
                  <a:pt x="393" y="566"/>
                  <a:pt x="393" y="566"/>
                  <a:pt x="393" y="566"/>
                </a:cubicBezTo>
                <a:cubicBezTo>
                  <a:pt x="393" y="674"/>
                  <a:pt x="393" y="674"/>
                  <a:pt x="393" y="674"/>
                </a:cubicBezTo>
                <a:cubicBezTo>
                  <a:pt x="285" y="674"/>
                  <a:pt x="285" y="674"/>
                  <a:pt x="285" y="674"/>
                </a:cubicBezTo>
                <a:lnTo>
                  <a:pt x="285" y="566"/>
                </a:lnTo>
                <a:close/>
                <a:moveTo>
                  <a:pt x="119" y="52"/>
                </a:moveTo>
                <a:cubicBezTo>
                  <a:pt x="227" y="52"/>
                  <a:pt x="227" y="52"/>
                  <a:pt x="227" y="52"/>
                </a:cubicBezTo>
                <a:cubicBezTo>
                  <a:pt x="227" y="160"/>
                  <a:pt x="227" y="160"/>
                  <a:pt x="227" y="160"/>
                </a:cubicBezTo>
                <a:cubicBezTo>
                  <a:pt x="119" y="160"/>
                  <a:pt x="119" y="160"/>
                  <a:pt x="119" y="160"/>
                </a:cubicBezTo>
                <a:lnTo>
                  <a:pt x="119" y="52"/>
                </a:lnTo>
                <a:close/>
                <a:moveTo>
                  <a:pt x="119" y="224"/>
                </a:moveTo>
                <a:cubicBezTo>
                  <a:pt x="227" y="224"/>
                  <a:pt x="227" y="224"/>
                  <a:pt x="227" y="224"/>
                </a:cubicBezTo>
                <a:cubicBezTo>
                  <a:pt x="227" y="332"/>
                  <a:pt x="227" y="332"/>
                  <a:pt x="227" y="332"/>
                </a:cubicBezTo>
                <a:cubicBezTo>
                  <a:pt x="119" y="332"/>
                  <a:pt x="119" y="332"/>
                  <a:pt x="119" y="332"/>
                </a:cubicBezTo>
                <a:lnTo>
                  <a:pt x="119" y="224"/>
                </a:lnTo>
                <a:close/>
                <a:moveTo>
                  <a:pt x="119" y="395"/>
                </a:moveTo>
                <a:cubicBezTo>
                  <a:pt x="227" y="395"/>
                  <a:pt x="227" y="395"/>
                  <a:pt x="227" y="395"/>
                </a:cubicBezTo>
                <a:cubicBezTo>
                  <a:pt x="227" y="503"/>
                  <a:pt x="227" y="503"/>
                  <a:pt x="227" y="503"/>
                </a:cubicBezTo>
                <a:cubicBezTo>
                  <a:pt x="119" y="503"/>
                  <a:pt x="119" y="503"/>
                  <a:pt x="119" y="503"/>
                </a:cubicBezTo>
                <a:lnTo>
                  <a:pt x="119" y="395"/>
                </a:lnTo>
                <a:close/>
                <a:moveTo>
                  <a:pt x="119" y="566"/>
                </a:moveTo>
                <a:cubicBezTo>
                  <a:pt x="227" y="566"/>
                  <a:pt x="227" y="566"/>
                  <a:pt x="227" y="566"/>
                </a:cubicBezTo>
                <a:cubicBezTo>
                  <a:pt x="227" y="674"/>
                  <a:pt x="227" y="674"/>
                  <a:pt x="227" y="674"/>
                </a:cubicBezTo>
                <a:cubicBezTo>
                  <a:pt x="119" y="674"/>
                  <a:pt x="119" y="674"/>
                  <a:pt x="119" y="674"/>
                </a:cubicBezTo>
                <a:lnTo>
                  <a:pt x="119" y="566"/>
                </a:lnTo>
                <a:close/>
              </a:path>
            </a:pathLst>
          </a:custGeom>
          <a:solidFill>
            <a:srgbClr val="666666">
              <a:lumMod val="40000"/>
              <a:lumOff val="60000"/>
            </a:srgbClr>
          </a:solidFill>
          <a:ln>
            <a:noFill/>
          </a:ln>
        </p:spPr>
        <p:txBody>
          <a:bodyPr vert="horz" wrap="square" lIns="127988" tIns="63994" rIns="127988" bIns="63994" numCol="1" anchor="t" anchorCtr="0" compatLnSpc="1"/>
          <a:lstStyle/>
          <a:p>
            <a:pPr defTabSz="2073122">
              <a:defRPr/>
            </a:pPr>
            <a:endParaRPr lang="zh-CN" altLang="en-US" sz="4284" kern="0" smtClean="0">
              <a:solidFill>
                <a:srgbClr val="C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57" name="TextBox 59"/>
          <p:cNvSpPr txBox="1"/>
          <p:nvPr/>
        </p:nvSpPr>
        <p:spPr bwMode="gray">
          <a:xfrm>
            <a:off x="5113260" y="4389223"/>
            <a:ext cx="578162" cy="2222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/>
          <a:lstStyle>
            <a:defPPr>
              <a:defRPr lang="en-US"/>
            </a:defPPr>
            <a:lvl1pPr defTabSz="3048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</a:defRPr>
            </a:lvl1pPr>
          </a:lstStyle>
          <a:p>
            <a:pPr algn="ctr">
              <a:defRPr/>
            </a:pPr>
            <a:r>
              <a: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人</a:t>
            </a:r>
            <a:r>
              <a:rPr lang="zh-CN" altLang="en-US" kern="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社</a:t>
            </a:r>
            <a:endParaRPr lang="zh-CN" altLang="en-US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grpSp>
        <p:nvGrpSpPr>
          <p:cNvPr id="258" name="组合 257"/>
          <p:cNvGrpSpPr/>
          <p:nvPr/>
        </p:nvGrpSpPr>
        <p:grpSpPr bwMode="gray">
          <a:xfrm>
            <a:off x="6533163" y="4104936"/>
            <a:ext cx="357027" cy="301051"/>
            <a:chOff x="1634733" y="5500314"/>
            <a:chExt cx="329384" cy="341743"/>
          </a:xfrm>
          <a:solidFill>
            <a:srgbClr val="666666">
              <a:lumMod val="40000"/>
              <a:lumOff val="60000"/>
            </a:srgbClr>
          </a:solidFill>
        </p:grpSpPr>
        <p:sp>
          <p:nvSpPr>
            <p:cNvPr id="259" name="Freeform 815"/>
            <p:cNvSpPr>
              <a:spLocks noEditPoints="1"/>
            </p:cNvSpPr>
            <p:nvPr/>
          </p:nvSpPr>
          <p:spPr bwMode="gray">
            <a:xfrm>
              <a:off x="1753452" y="5555036"/>
              <a:ext cx="210665" cy="287020"/>
            </a:xfrm>
            <a:custGeom>
              <a:avLst/>
              <a:gdLst>
                <a:gd name="T0" fmla="*/ 0 w 779"/>
                <a:gd name="T1" fmla="*/ 1035 h 1070"/>
                <a:gd name="T2" fmla="*/ 224 w 779"/>
                <a:gd name="T3" fmla="*/ 992 h 1070"/>
                <a:gd name="T4" fmla="*/ 0 w 779"/>
                <a:gd name="T5" fmla="*/ 935 h 1070"/>
                <a:gd name="T6" fmla="*/ 224 w 779"/>
                <a:gd name="T7" fmla="*/ 902 h 1070"/>
                <a:gd name="T8" fmla="*/ 0 w 779"/>
                <a:gd name="T9" fmla="*/ 838 h 1070"/>
                <a:gd name="T10" fmla="*/ 224 w 779"/>
                <a:gd name="T11" fmla="*/ 812 h 1070"/>
                <a:gd name="T12" fmla="*/ 0 w 779"/>
                <a:gd name="T13" fmla="*/ 743 h 1070"/>
                <a:gd name="T14" fmla="*/ 224 w 779"/>
                <a:gd name="T15" fmla="*/ 724 h 1070"/>
                <a:gd name="T16" fmla="*/ 0 w 779"/>
                <a:gd name="T17" fmla="*/ 645 h 1070"/>
                <a:gd name="T18" fmla="*/ 224 w 779"/>
                <a:gd name="T19" fmla="*/ 634 h 1070"/>
                <a:gd name="T20" fmla="*/ 0 w 779"/>
                <a:gd name="T21" fmla="*/ 548 h 1070"/>
                <a:gd name="T22" fmla="*/ 224 w 779"/>
                <a:gd name="T23" fmla="*/ 546 h 1070"/>
                <a:gd name="T24" fmla="*/ 0 w 779"/>
                <a:gd name="T25" fmla="*/ 441 h 1070"/>
                <a:gd name="T26" fmla="*/ 181 w 779"/>
                <a:gd name="T27" fmla="*/ 432 h 1070"/>
                <a:gd name="T28" fmla="*/ 0 w 779"/>
                <a:gd name="T29" fmla="*/ 342 h 1070"/>
                <a:gd name="T30" fmla="*/ 181 w 779"/>
                <a:gd name="T31" fmla="*/ 332 h 1070"/>
                <a:gd name="T32" fmla="*/ 0 w 779"/>
                <a:gd name="T33" fmla="*/ 242 h 1070"/>
                <a:gd name="T34" fmla="*/ 181 w 779"/>
                <a:gd name="T35" fmla="*/ 235 h 1070"/>
                <a:gd name="T36" fmla="*/ 0 w 779"/>
                <a:gd name="T37" fmla="*/ 145 h 1070"/>
                <a:gd name="T38" fmla="*/ 181 w 779"/>
                <a:gd name="T39" fmla="*/ 137 h 1070"/>
                <a:gd name="T40" fmla="*/ 143 w 779"/>
                <a:gd name="T41" fmla="*/ 76 h 1070"/>
                <a:gd name="T42" fmla="*/ 181 w 779"/>
                <a:gd name="T43" fmla="*/ 62 h 1070"/>
                <a:gd name="T44" fmla="*/ 779 w 779"/>
                <a:gd name="T45" fmla="*/ 123 h 1070"/>
                <a:gd name="T46" fmla="*/ 0 w 779"/>
                <a:gd name="T47" fmla="*/ 1070 h 1070"/>
                <a:gd name="T48" fmla="*/ 734 w 779"/>
                <a:gd name="T49" fmla="*/ 921 h 1070"/>
                <a:gd name="T50" fmla="*/ 404 w 779"/>
                <a:gd name="T51" fmla="*/ 980 h 1070"/>
                <a:gd name="T52" fmla="*/ 734 w 779"/>
                <a:gd name="T53" fmla="*/ 859 h 1070"/>
                <a:gd name="T54" fmla="*/ 404 w 779"/>
                <a:gd name="T55" fmla="*/ 783 h 1070"/>
                <a:gd name="T56" fmla="*/ 734 w 779"/>
                <a:gd name="T57" fmla="*/ 859 h 1070"/>
                <a:gd name="T58" fmla="*/ 734 w 779"/>
                <a:gd name="T59" fmla="*/ 679 h 1070"/>
                <a:gd name="T60" fmla="*/ 404 w 779"/>
                <a:gd name="T61" fmla="*/ 719 h 1070"/>
                <a:gd name="T62" fmla="*/ 736 w 779"/>
                <a:gd name="T63" fmla="*/ 619 h 1070"/>
                <a:gd name="T64" fmla="*/ 404 w 779"/>
                <a:gd name="T65" fmla="*/ 522 h 1070"/>
                <a:gd name="T66" fmla="*/ 736 w 779"/>
                <a:gd name="T67" fmla="*/ 619 h 1070"/>
                <a:gd name="T68" fmla="*/ 736 w 779"/>
                <a:gd name="T69" fmla="*/ 439 h 1070"/>
                <a:gd name="T70" fmla="*/ 404 w 779"/>
                <a:gd name="T71" fmla="*/ 456 h 1070"/>
                <a:gd name="T72" fmla="*/ 736 w 779"/>
                <a:gd name="T73" fmla="*/ 377 h 1070"/>
                <a:gd name="T74" fmla="*/ 404 w 779"/>
                <a:gd name="T75" fmla="*/ 261 h 1070"/>
                <a:gd name="T76" fmla="*/ 736 w 779"/>
                <a:gd name="T77" fmla="*/ 377 h 1070"/>
                <a:gd name="T78" fmla="*/ 736 w 779"/>
                <a:gd name="T79" fmla="*/ 199 h 1070"/>
                <a:gd name="T80" fmla="*/ 404 w 779"/>
                <a:gd name="T81" fmla="*/ 194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79" h="1070">
                  <a:moveTo>
                    <a:pt x="0" y="1070"/>
                  </a:moveTo>
                  <a:lnTo>
                    <a:pt x="0" y="1035"/>
                  </a:lnTo>
                  <a:lnTo>
                    <a:pt x="224" y="1035"/>
                  </a:lnTo>
                  <a:lnTo>
                    <a:pt x="224" y="992"/>
                  </a:lnTo>
                  <a:lnTo>
                    <a:pt x="0" y="990"/>
                  </a:lnTo>
                  <a:lnTo>
                    <a:pt x="0" y="935"/>
                  </a:lnTo>
                  <a:lnTo>
                    <a:pt x="224" y="944"/>
                  </a:lnTo>
                  <a:lnTo>
                    <a:pt x="224" y="902"/>
                  </a:lnTo>
                  <a:lnTo>
                    <a:pt x="0" y="892"/>
                  </a:lnTo>
                  <a:lnTo>
                    <a:pt x="0" y="838"/>
                  </a:lnTo>
                  <a:lnTo>
                    <a:pt x="224" y="854"/>
                  </a:lnTo>
                  <a:lnTo>
                    <a:pt x="224" y="812"/>
                  </a:lnTo>
                  <a:lnTo>
                    <a:pt x="0" y="795"/>
                  </a:lnTo>
                  <a:lnTo>
                    <a:pt x="0" y="743"/>
                  </a:lnTo>
                  <a:lnTo>
                    <a:pt x="224" y="764"/>
                  </a:lnTo>
                  <a:lnTo>
                    <a:pt x="224" y="724"/>
                  </a:lnTo>
                  <a:lnTo>
                    <a:pt x="0" y="698"/>
                  </a:lnTo>
                  <a:lnTo>
                    <a:pt x="0" y="645"/>
                  </a:lnTo>
                  <a:lnTo>
                    <a:pt x="224" y="674"/>
                  </a:lnTo>
                  <a:lnTo>
                    <a:pt x="224" y="634"/>
                  </a:lnTo>
                  <a:lnTo>
                    <a:pt x="0" y="600"/>
                  </a:lnTo>
                  <a:lnTo>
                    <a:pt x="0" y="548"/>
                  </a:lnTo>
                  <a:lnTo>
                    <a:pt x="224" y="586"/>
                  </a:lnTo>
                  <a:lnTo>
                    <a:pt x="224" y="546"/>
                  </a:lnTo>
                  <a:lnTo>
                    <a:pt x="0" y="505"/>
                  </a:lnTo>
                  <a:lnTo>
                    <a:pt x="0" y="441"/>
                  </a:lnTo>
                  <a:lnTo>
                    <a:pt x="181" y="477"/>
                  </a:lnTo>
                  <a:lnTo>
                    <a:pt x="181" y="432"/>
                  </a:lnTo>
                  <a:lnTo>
                    <a:pt x="0" y="396"/>
                  </a:lnTo>
                  <a:lnTo>
                    <a:pt x="0" y="342"/>
                  </a:lnTo>
                  <a:lnTo>
                    <a:pt x="181" y="377"/>
                  </a:lnTo>
                  <a:lnTo>
                    <a:pt x="181" y="332"/>
                  </a:lnTo>
                  <a:lnTo>
                    <a:pt x="0" y="297"/>
                  </a:lnTo>
                  <a:lnTo>
                    <a:pt x="0" y="242"/>
                  </a:lnTo>
                  <a:lnTo>
                    <a:pt x="181" y="280"/>
                  </a:lnTo>
                  <a:lnTo>
                    <a:pt x="181" y="235"/>
                  </a:lnTo>
                  <a:lnTo>
                    <a:pt x="0" y="197"/>
                  </a:lnTo>
                  <a:lnTo>
                    <a:pt x="0" y="145"/>
                  </a:lnTo>
                  <a:lnTo>
                    <a:pt x="181" y="183"/>
                  </a:lnTo>
                  <a:lnTo>
                    <a:pt x="181" y="137"/>
                  </a:lnTo>
                  <a:lnTo>
                    <a:pt x="50" y="109"/>
                  </a:lnTo>
                  <a:lnTo>
                    <a:pt x="143" y="76"/>
                  </a:lnTo>
                  <a:lnTo>
                    <a:pt x="181" y="85"/>
                  </a:lnTo>
                  <a:lnTo>
                    <a:pt x="181" y="62"/>
                  </a:lnTo>
                  <a:lnTo>
                    <a:pt x="349" y="0"/>
                  </a:lnTo>
                  <a:lnTo>
                    <a:pt x="779" y="123"/>
                  </a:lnTo>
                  <a:lnTo>
                    <a:pt x="779" y="1070"/>
                  </a:lnTo>
                  <a:lnTo>
                    <a:pt x="0" y="1070"/>
                  </a:lnTo>
                  <a:close/>
                  <a:moveTo>
                    <a:pt x="734" y="980"/>
                  </a:moveTo>
                  <a:lnTo>
                    <a:pt x="734" y="921"/>
                  </a:lnTo>
                  <a:lnTo>
                    <a:pt x="404" y="914"/>
                  </a:lnTo>
                  <a:lnTo>
                    <a:pt x="404" y="980"/>
                  </a:lnTo>
                  <a:lnTo>
                    <a:pt x="734" y="980"/>
                  </a:lnTo>
                  <a:close/>
                  <a:moveTo>
                    <a:pt x="734" y="859"/>
                  </a:moveTo>
                  <a:lnTo>
                    <a:pt x="734" y="800"/>
                  </a:lnTo>
                  <a:lnTo>
                    <a:pt x="404" y="783"/>
                  </a:lnTo>
                  <a:lnTo>
                    <a:pt x="404" y="849"/>
                  </a:lnTo>
                  <a:lnTo>
                    <a:pt x="734" y="859"/>
                  </a:lnTo>
                  <a:close/>
                  <a:moveTo>
                    <a:pt x="734" y="738"/>
                  </a:moveTo>
                  <a:lnTo>
                    <a:pt x="734" y="679"/>
                  </a:lnTo>
                  <a:lnTo>
                    <a:pt x="404" y="653"/>
                  </a:lnTo>
                  <a:lnTo>
                    <a:pt x="404" y="719"/>
                  </a:lnTo>
                  <a:lnTo>
                    <a:pt x="734" y="738"/>
                  </a:lnTo>
                  <a:close/>
                  <a:moveTo>
                    <a:pt x="736" y="619"/>
                  </a:moveTo>
                  <a:lnTo>
                    <a:pt x="736" y="560"/>
                  </a:lnTo>
                  <a:lnTo>
                    <a:pt x="404" y="522"/>
                  </a:lnTo>
                  <a:lnTo>
                    <a:pt x="404" y="588"/>
                  </a:lnTo>
                  <a:lnTo>
                    <a:pt x="736" y="619"/>
                  </a:lnTo>
                  <a:close/>
                  <a:moveTo>
                    <a:pt x="736" y="498"/>
                  </a:moveTo>
                  <a:lnTo>
                    <a:pt x="736" y="439"/>
                  </a:lnTo>
                  <a:lnTo>
                    <a:pt x="404" y="391"/>
                  </a:lnTo>
                  <a:lnTo>
                    <a:pt x="404" y="456"/>
                  </a:lnTo>
                  <a:lnTo>
                    <a:pt x="736" y="498"/>
                  </a:lnTo>
                  <a:close/>
                  <a:moveTo>
                    <a:pt x="736" y="377"/>
                  </a:moveTo>
                  <a:lnTo>
                    <a:pt x="736" y="318"/>
                  </a:lnTo>
                  <a:lnTo>
                    <a:pt x="404" y="261"/>
                  </a:lnTo>
                  <a:lnTo>
                    <a:pt x="404" y="325"/>
                  </a:lnTo>
                  <a:lnTo>
                    <a:pt x="736" y="377"/>
                  </a:lnTo>
                  <a:close/>
                  <a:moveTo>
                    <a:pt x="736" y="259"/>
                  </a:moveTo>
                  <a:lnTo>
                    <a:pt x="736" y="199"/>
                  </a:lnTo>
                  <a:lnTo>
                    <a:pt x="404" y="130"/>
                  </a:lnTo>
                  <a:lnTo>
                    <a:pt x="404" y="194"/>
                  </a:lnTo>
                  <a:lnTo>
                    <a:pt x="736" y="2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0" name="Freeform 818"/>
            <p:cNvSpPr>
              <a:spLocks noEditPoints="1"/>
            </p:cNvSpPr>
            <p:nvPr/>
          </p:nvSpPr>
          <p:spPr bwMode="gray">
            <a:xfrm>
              <a:off x="1654745" y="5500314"/>
              <a:ext cx="70582" cy="225860"/>
            </a:xfrm>
            <a:custGeom>
              <a:avLst/>
              <a:gdLst>
                <a:gd name="T0" fmla="*/ 261 w 261"/>
                <a:gd name="T1" fmla="*/ 842 h 842"/>
                <a:gd name="T2" fmla="*/ 206 w 261"/>
                <a:gd name="T3" fmla="*/ 838 h 842"/>
                <a:gd name="T4" fmla="*/ 206 w 261"/>
                <a:gd name="T5" fmla="*/ 800 h 842"/>
                <a:gd name="T6" fmla="*/ 61 w 261"/>
                <a:gd name="T7" fmla="*/ 826 h 842"/>
                <a:gd name="T8" fmla="*/ 0 w 261"/>
                <a:gd name="T9" fmla="*/ 819 h 842"/>
                <a:gd name="T10" fmla="*/ 0 w 261"/>
                <a:gd name="T11" fmla="*/ 788 h 842"/>
                <a:gd name="T12" fmla="*/ 206 w 261"/>
                <a:gd name="T13" fmla="*/ 747 h 842"/>
                <a:gd name="T14" fmla="*/ 206 w 261"/>
                <a:gd name="T15" fmla="*/ 702 h 842"/>
                <a:gd name="T16" fmla="*/ 0 w 261"/>
                <a:gd name="T17" fmla="*/ 745 h 842"/>
                <a:gd name="T18" fmla="*/ 0 w 261"/>
                <a:gd name="T19" fmla="*/ 78 h 842"/>
                <a:gd name="T20" fmla="*/ 261 w 261"/>
                <a:gd name="T21" fmla="*/ 0 h 842"/>
                <a:gd name="T22" fmla="*/ 261 w 261"/>
                <a:gd name="T23" fmla="*/ 842 h 842"/>
                <a:gd name="T24" fmla="*/ 35 w 261"/>
                <a:gd name="T25" fmla="*/ 674 h 842"/>
                <a:gd name="T26" fmla="*/ 228 w 261"/>
                <a:gd name="T27" fmla="*/ 629 h 842"/>
                <a:gd name="T28" fmla="*/ 228 w 261"/>
                <a:gd name="T29" fmla="*/ 584 h 842"/>
                <a:gd name="T30" fmla="*/ 35 w 261"/>
                <a:gd name="T31" fmla="*/ 629 h 842"/>
                <a:gd name="T32" fmla="*/ 35 w 261"/>
                <a:gd name="T33" fmla="*/ 674 h 842"/>
                <a:gd name="T34" fmla="*/ 35 w 261"/>
                <a:gd name="T35" fmla="*/ 576 h 842"/>
                <a:gd name="T36" fmla="*/ 228 w 261"/>
                <a:gd name="T37" fmla="*/ 529 h 842"/>
                <a:gd name="T38" fmla="*/ 225 w 261"/>
                <a:gd name="T39" fmla="*/ 484 h 842"/>
                <a:gd name="T40" fmla="*/ 35 w 261"/>
                <a:gd name="T41" fmla="*/ 531 h 842"/>
                <a:gd name="T42" fmla="*/ 35 w 261"/>
                <a:gd name="T43" fmla="*/ 576 h 842"/>
                <a:gd name="T44" fmla="*/ 35 w 261"/>
                <a:gd name="T45" fmla="*/ 477 h 842"/>
                <a:gd name="T46" fmla="*/ 225 w 261"/>
                <a:gd name="T47" fmla="*/ 429 h 842"/>
                <a:gd name="T48" fmla="*/ 225 w 261"/>
                <a:gd name="T49" fmla="*/ 384 h 842"/>
                <a:gd name="T50" fmla="*/ 35 w 261"/>
                <a:gd name="T51" fmla="*/ 432 h 842"/>
                <a:gd name="T52" fmla="*/ 35 w 261"/>
                <a:gd name="T53" fmla="*/ 477 h 842"/>
                <a:gd name="T54" fmla="*/ 35 w 261"/>
                <a:gd name="T55" fmla="*/ 379 h 842"/>
                <a:gd name="T56" fmla="*/ 225 w 261"/>
                <a:gd name="T57" fmla="*/ 330 h 842"/>
                <a:gd name="T58" fmla="*/ 225 w 261"/>
                <a:gd name="T59" fmla="*/ 285 h 842"/>
                <a:gd name="T60" fmla="*/ 35 w 261"/>
                <a:gd name="T61" fmla="*/ 334 h 842"/>
                <a:gd name="T62" fmla="*/ 35 w 261"/>
                <a:gd name="T63" fmla="*/ 379 h 842"/>
                <a:gd name="T64" fmla="*/ 35 w 261"/>
                <a:gd name="T65" fmla="*/ 282 h 842"/>
                <a:gd name="T66" fmla="*/ 225 w 261"/>
                <a:gd name="T67" fmla="*/ 232 h 842"/>
                <a:gd name="T68" fmla="*/ 225 w 261"/>
                <a:gd name="T69" fmla="*/ 187 h 842"/>
                <a:gd name="T70" fmla="*/ 35 w 261"/>
                <a:gd name="T71" fmla="*/ 237 h 842"/>
                <a:gd name="T72" fmla="*/ 35 w 261"/>
                <a:gd name="T73" fmla="*/ 282 h 842"/>
                <a:gd name="T74" fmla="*/ 35 w 261"/>
                <a:gd name="T75" fmla="*/ 185 h 842"/>
                <a:gd name="T76" fmla="*/ 225 w 261"/>
                <a:gd name="T77" fmla="*/ 133 h 842"/>
                <a:gd name="T78" fmla="*/ 225 w 261"/>
                <a:gd name="T79" fmla="*/ 88 h 842"/>
                <a:gd name="T80" fmla="*/ 35 w 261"/>
                <a:gd name="T81" fmla="*/ 140 h 842"/>
                <a:gd name="T82" fmla="*/ 35 w 261"/>
                <a:gd name="T83" fmla="*/ 185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1" h="842">
                  <a:moveTo>
                    <a:pt x="261" y="842"/>
                  </a:moveTo>
                  <a:lnTo>
                    <a:pt x="206" y="838"/>
                  </a:lnTo>
                  <a:lnTo>
                    <a:pt x="206" y="800"/>
                  </a:lnTo>
                  <a:lnTo>
                    <a:pt x="61" y="826"/>
                  </a:lnTo>
                  <a:lnTo>
                    <a:pt x="0" y="819"/>
                  </a:lnTo>
                  <a:lnTo>
                    <a:pt x="0" y="788"/>
                  </a:lnTo>
                  <a:lnTo>
                    <a:pt x="206" y="747"/>
                  </a:lnTo>
                  <a:lnTo>
                    <a:pt x="206" y="702"/>
                  </a:lnTo>
                  <a:lnTo>
                    <a:pt x="0" y="745"/>
                  </a:lnTo>
                  <a:lnTo>
                    <a:pt x="0" y="78"/>
                  </a:lnTo>
                  <a:lnTo>
                    <a:pt x="261" y="0"/>
                  </a:lnTo>
                  <a:lnTo>
                    <a:pt x="261" y="842"/>
                  </a:lnTo>
                  <a:close/>
                  <a:moveTo>
                    <a:pt x="35" y="674"/>
                  </a:moveTo>
                  <a:lnTo>
                    <a:pt x="228" y="629"/>
                  </a:lnTo>
                  <a:lnTo>
                    <a:pt x="228" y="584"/>
                  </a:lnTo>
                  <a:lnTo>
                    <a:pt x="35" y="629"/>
                  </a:lnTo>
                  <a:lnTo>
                    <a:pt x="35" y="674"/>
                  </a:lnTo>
                  <a:close/>
                  <a:moveTo>
                    <a:pt x="35" y="576"/>
                  </a:moveTo>
                  <a:lnTo>
                    <a:pt x="228" y="529"/>
                  </a:lnTo>
                  <a:lnTo>
                    <a:pt x="225" y="484"/>
                  </a:lnTo>
                  <a:lnTo>
                    <a:pt x="35" y="531"/>
                  </a:lnTo>
                  <a:lnTo>
                    <a:pt x="35" y="576"/>
                  </a:lnTo>
                  <a:close/>
                  <a:moveTo>
                    <a:pt x="35" y="477"/>
                  </a:moveTo>
                  <a:lnTo>
                    <a:pt x="225" y="429"/>
                  </a:lnTo>
                  <a:lnTo>
                    <a:pt x="225" y="384"/>
                  </a:lnTo>
                  <a:lnTo>
                    <a:pt x="35" y="432"/>
                  </a:lnTo>
                  <a:lnTo>
                    <a:pt x="35" y="477"/>
                  </a:lnTo>
                  <a:close/>
                  <a:moveTo>
                    <a:pt x="35" y="379"/>
                  </a:moveTo>
                  <a:lnTo>
                    <a:pt x="225" y="330"/>
                  </a:lnTo>
                  <a:lnTo>
                    <a:pt x="225" y="285"/>
                  </a:lnTo>
                  <a:lnTo>
                    <a:pt x="35" y="334"/>
                  </a:lnTo>
                  <a:lnTo>
                    <a:pt x="35" y="379"/>
                  </a:lnTo>
                  <a:close/>
                  <a:moveTo>
                    <a:pt x="35" y="282"/>
                  </a:moveTo>
                  <a:lnTo>
                    <a:pt x="225" y="232"/>
                  </a:lnTo>
                  <a:lnTo>
                    <a:pt x="225" y="187"/>
                  </a:lnTo>
                  <a:lnTo>
                    <a:pt x="35" y="237"/>
                  </a:lnTo>
                  <a:lnTo>
                    <a:pt x="35" y="282"/>
                  </a:lnTo>
                  <a:close/>
                  <a:moveTo>
                    <a:pt x="35" y="185"/>
                  </a:moveTo>
                  <a:lnTo>
                    <a:pt x="225" y="133"/>
                  </a:lnTo>
                  <a:lnTo>
                    <a:pt x="225" y="88"/>
                  </a:lnTo>
                  <a:lnTo>
                    <a:pt x="35" y="140"/>
                  </a:lnTo>
                  <a:lnTo>
                    <a:pt x="35" y="1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1" name="Freeform 819"/>
            <p:cNvSpPr>
              <a:spLocks noEditPoints="1"/>
            </p:cNvSpPr>
            <p:nvPr/>
          </p:nvSpPr>
          <p:spPr bwMode="gray">
            <a:xfrm>
              <a:off x="1634733" y="5667162"/>
              <a:ext cx="191464" cy="174895"/>
            </a:xfrm>
            <a:custGeom>
              <a:avLst/>
              <a:gdLst>
                <a:gd name="T0" fmla="*/ 0 w 708"/>
                <a:gd name="T1" fmla="*/ 90 h 652"/>
                <a:gd name="T2" fmla="*/ 302 w 708"/>
                <a:gd name="T3" fmla="*/ 7 h 652"/>
                <a:gd name="T4" fmla="*/ 318 w 708"/>
                <a:gd name="T5" fmla="*/ 0 h 652"/>
                <a:gd name="T6" fmla="*/ 708 w 708"/>
                <a:gd name="T7" fmla="*/ 652 h 652"/>
                <a:gd name="T8" fmla="*/ 33 w 708"/>
                <a:gd name="T9" fmla="*/ 619 h 652"/>
                <a:gd name="T10" fmla="*/ 280 w 708"/>
                <a:gd name="T11" fmla="*/ 574 h 652"/>
                <a:gd name="T12" fmla="*/ 33 w 708"/>
                <a:gd name="T13" fmla="*/ 619 h 652"/>
                <a:gd name="T14" fmla="*/ 663 w 708"/>
                <a:gd name="T15" fmla="*/ 574 h 652"/>
                <a:gd name="T16" fmla="*/ 375 w 708"/>
                <a:gd name="T17" fmla="*/ 617 h 652"/>
                <a:gd name="T18" fmla="*/ 33 w 708"/>
                <a:gd name="T19" fmla="*/ 529 h 652"/>
                <a:gd name="T20" fmla="*/ 280 w 708"/>
                <a:gd name="T21" fmla="*/ 474 h 652"/>
                <a:gd name="T22" fmla="*/ 33 w 708"/>
                <a:gd name="T23" fmla="*/ 529 h 652"/>
                <a:gd name="T24" fmla="*/ 663 w 708"/>
                <a:gd name="T25" fmla="*/ 484 h 652"/>
                <a:gd name="T26" fmla="*/ 375 w 708"/>
                <a:gd name="T27" fmla="*/ 515 h 652"/>
                <a:gd name="T28" fmla="*/ 33 w 708"/>
                <a:gd name="T29" fmla="*/ 439 h 652"/>
                <a:gd name="T30" fmla="*/ 280 w 708"/>
                <a:gd name="T31" fmla="*/ 375 h 652"/>
                <a:gd name="T32" fmla="*/ 33 w 708"/>
                <a:gd name="T33" fmla="*/ 439 h 652"/>
                <a:gd name="T34" fmla="*/ 663 w 708"/>
                <a:gd name="T35" fmla="*/ 394 h 652"/>
                <a:gd name="T36" fmla="*/ 375 w 708"/>
                <a:gd name="T37" fmla="*/ 417 h 652"/>
                <a:gd name="T38" fmla="*/ 33 w 708"/>
                <a:gd name="T39" fmla="*/ 351 h 652"/>
                <a:gd name="T40" fmla="*/ 280 w 708"/>
                <a:gd name="T41" fmla="*/ 277 h 652"/>
                <a:gd name="T42" fmla="*/ 33 w 708"/>
                <a:gd name="T43" fmla="*/ 351 h 652"/>
                <a:gd name="T44" fmla="*/ 663 w 708"/>
                <a:gd name="T45" fmla="*/ 306 h 652"/>
                <a:gd name="T46" fmla="*/ 378 w 708"/>
                <a:gd name="T47" fmla="*/ 318 h 652"/>
                <a:gd name="T48" fmla="*/ 33 w 708"/>
                <a:gd name="T49" fmla="*/ 261 h 652"/>
                <a:gd name="T50" fmla="*/ 280 w 708"/>
                <a:gd name="T51" fmla="*/ 178 h 652"/>
                <a:gd name="T52" fmla="*/ 33 w 708"/>
                <a:gd name="T53" fmla="*/ 261 h 652"/>
                <a:gd name="T54" fmla="*/ 663 w 708"/>
                <a:gd name="T55" fmla="*/ 216 h 652"/>
                <a:gd name="T56" fmla="*/ 378 w 708"/>
                <a:gd name="T57" fmla="*/ 218 h 652"/>
                <a:gd name="T58" fmla="*/ 33 w 708"/>
                <a:gd name="T59" fmla="*/ 173 h 652"/>
                <a:gd name="T60" fmla="*/ 280 w 708"/>
                <a:gd name="T61" fmla="*/ 80 h 652"/>
                <a:gd name="T62" fmla="*/ 33 w 708"/>
                <a:gd name="T63" fmla="*/ 173 h 652"/>
                <a:gd name="T64" fmla="*/ 663 w 708"/>
                <a:gd name="T65" fmla="*/ 128 h 652"/>
                <a:gd name="T66" fmla="*/ 378 w 708"/>
                <a:gd name="T67" fmla="*/ 121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08" h="652">
                  <a:moveTo>
                    <a:pt x="0" y="652"/>
                  </a:moveTo>
                  <a:lnTo>
                    <a:pt x="0" y="90"/>
                  </a:lnTo>
                  <a:lnTo>
                    <a:pt x="257" y="19"/>
                  </a:lnTo>
                  <a:lnTo>
                    <a:pt x="302" y="7"/>
                  </a:lnTo>
                  <a:lnTo>
                    <a:pt x="302" y="4"/>
                  </a:lnTo>
                  <a:lnTo>
                    <a:pt x="318" y="0"/>
                  </a:lnTo>
                  <a:lnTo>
                    <a:pt x="708" y="87"/>
                  </a:lnTo>
                  <a:lnTo>
                    <a:pt x="708" y="652"/>
                  </a:lnTo>
                  <a:lnTo>
                    <a:pt x="0" y="652"/>
                  </a:lnTo>
                  <a:close/>
                  <a:moveTo>
                    <a:pt x="33" y="619"/>
                  </a:moveTo>
                  <a:lnTo>
                    <a:pt x="280" y="619"/>
                  </a:lnTo>
                  <a:lnTo>
                    <a:pt x="280" y="574"/>
                  </a:lnTo>
                  <a:lnTo>
                    <a:pt x="33" y="579"/>
                  </a:lnTo>
                  <a:lnTo>
                    <a:pt x="33" y="619"/>
                  </a:lnTo>
                  <a:close/>
                  <a:moveTo>
                    <a:pt x="663" y="617"/>
                  </a:moveTo>
                  <a:lnTo>
                    <a:pt x="663" y="574"/>
                  </a:lnTo>
                  <a:lnTo>
                    <a:pt x="375" y="569"/>
                  </a:lnTo>
                  <a:lnTo>
                    <a:pt x="375" y="617"/>
                  </a:lnTo>
                  <a:lnTo>
                    <a:pt x="663" y="617"/>
                  </a:lnTo>
                  <a:close/>
                  <a:moveTo>
                    <a:pt x="33" y="529"/>
                  </a:moveTo>
                  <a:lnTo>
                    <a:pt x="280" y="519"/>
                  </a:lnTo>
                  <a:lnTo>
                    <a:pt x="280" y="474"/>
                  </a:lnTo>
                  <a:lnTo>
                    <a:pt x="33" y="488"/>
                  </a:lnTo>
                  <a:lnTo>
                    <a:pt x="33" y="529"/>
                  </a:lnTo>
                  <a:close/>
                  <a:moveTo>
                    <a:pt x="663" y="526"/>
                  </a:moveTo>
                  <a:lnTo>
                    <a:pt x="663" y="484"/>
                  </a:lnTo>
                  <a:lnTo>
                    <a:pt x="375" y="469"/>
                  </a:lnTo>
                  <a:lnTo>
                    <a:pt x="375" y="515"/>
                  </a:lnTo>
                  <a:lnTo>
                    <a:pt x="663" y="526"/>
                  </a:lnTo>
                  <a:close/>
                  <a:moveTo>
                    <a:pt x="33" y="439"/>
                  </a:moveTo>
                  <a:lnTo>
                    <a:pt x="280" y="420"/>
                  </a:lnTo>
                  <a:lnTo>
                    <a:pt x="280" y="375"/>
                  </a:lnTo>
                  <a:lnTo>
                    <a:pt x="33" y="398"/>
                  </a:lnTo>
                  <a:lnTo>
                    <a:pt x="33" y="439"/>
                  </a:lnTo>
                  <a:close/>
                  <a:moveTo>
                    <a:pt x="663" y="436"/>
                  </a:moveTo>
                  <a:lnTo>
                    <a:pt x="663" y="394"/>
                  </a:lnTo>
                  <a:lnTo>
                    <a:pt x="378" y="370"/>
                  </a:lnTo>
                  <a:lnTo>
                    <a:pt x="375" y="417"/>
                  </a:lnTo>
                  <a:lnTo>
                    <a:pt x="663" y="436"/>
                  </a:lnTo>
                  <a:close/>
                  <a:moveTo>
                    <a:pt x="33" y="351"/>
                  </a:moveTo>
                  <a:lnTo>
                    <a:pt x="280" y="322"/>
                  </a:lnTo>
                  <a:lnTo>
                    <a:pt x="280" y="277"/>
                  </a:lnTo>
                  <a:lnTo>
                    <a:pt x="33" y="310"/>
                  </a:lnTo>
                  <a:lnTo>
                    <a:pt x="33" y="351"/>
                  </a:lnTo>
                  <a:close/>
                  <a:moveTo>
                    <a:pt x="663" y="346"/>
                  </a:moveTo>
                  <a:lnTo>
                    <a:pt x="663" y="306"/>
                  </a:lnTo>
                  <a:lnTo>
                    <a:pt x="378" y="272"/>
                  </a:lnTo>
                  <a:lnTo>
                    <a:pt x="378" y="318"/>
                  </a:lnTo>
                  <a:lnTo>
                    <a:pt x="663" y="346"/>
                  </a:lnTo>
                  <a:close/>
                  <a:moveTo>
                    <a:pt x="33" y="261"/>
                  </a:moveTo>
                  <a:lnTo>
                    <a:pt x="280" y="223"/>
                  </a:lnTo>
                  <a:lnTo>
                    <a:pt x="280" y="178"/>
                  </a:lnTo>
                  <a:lnTo>
                    <a:pt x="33" y="220"/>
                  </a:lnTo>
                  <a:lnTo>
                    <a:pt x="33" y="261"/>
                  </a:lnTo>
                  <a:close/>
                  <a:moveTo>
                    <a:pt x="663" y="256"/>
                  </a:moveTo>
                  <a:lnTo>
                    <a:pt x="663" y="216"/>
                  </a:lnTo>
                  <a:lnTo>
                    <a:pt x="378" y="173"/>
                  </a:lnTo>
                  <a:lnTo>
                    <a:pt x="378" y="218"/>
                  </a:lnTo>
                  <a:lnTo>
                    <a:pt x="663" y="256"/>
                  </a:lnTo>
                  <a:close/>
                  <a:moveTo>
                    <a:pt x="33" y="173"/>
                  </a:moveTo>
                  <a:lnTo>
                    <a:pt x="280" y="125"/>
                  </a:lnTo>
                  <a:lnTo>
                    <a:pt x="280" y="80"/>
                  </a:lnTo>
                  <a:lnTo>
                    <a:pt x="33" y="132"/>
                  </a:lnTo>
                  <a:lnTo>
                    <a:pt x="33" y="173"/>
                  </a:lnTo>
                  <a:close/>
                  <a:moveTo>
                    <a:pt x="663" y="168"/>
                  </a:moveTo>
                  <a:lnTo>
                    <a:pt x="663" y="128"/>
                  </a:lnTo>
                  <a:lnTo>
                    <a:pt x="378" y="75"/>
                  </a:lnTo>
                  <a:lnTo>
                    <a:pt x="378" y="121"/>
                  </a:lnTo>
                  <a:lnTo>
                    <a:pt x="663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62" name="TextBox 59"/>
          <p:cNvSpPr txBox="1"/>
          <p:nvPr/>
        </p:nvSpPr>
        <p:spPr bwMode="gray">
          <a:xfrm>
            <a:off x="6462063" y="4394061"/>
            <a:ext cx="599429" cy="14392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/>
          <a:lstStyle>
            <a:defPPr>
              <a:defRPr lang="en-US"/>
            </a:defPPr>
            <a:lvl1pPr defTabSz="3048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</a:defRPr>
            </a:lvl1pPr>
          </a:lstStyle>
          <a:p>
            <a:pPr algn="ctr">
              <a:defRPr/>
            </a:pPr>
            <a:r>
              <a: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民政</a:t>
            </a:r>
          </a:p>
        </p:txBody>
      </p:sp>
      <p:grpSp>
        <p:nvGrpSpPr>
          <p:cNvPr id="263" name="组合 745"/>
          <p:cNvGrpSpPr/>
          <p:nvPr/>
        </p:nvGrpSpPr>
        <p:grpSpPr bwMode="gray">
          <a:xfrm>
            <a:off x="5840002" y="4124871"/>
            <a:ext cx="414768" cy="274703"/>
            <a:chOff x="13801725" y="3422650"/>
            <a:chExt cx="1525588" cy="984250"/>
          </a:xfrm>
          <a:solidFill>
            <a:srgbClr val="666666">
              <a:lumMod val="40000"/>
              <a:lumOff val="60000"/>
            </a:srgbClr>
          </a:solidFill>
        </p:grpSpPr>
        <p:sp>
          <p:nvSpPr>
            <p:cNvPr id="264" name="Freeform 76"/>
            <p:cNvSpPr/>
            <p:nvPr/>
          </p:nvSpPr>
          <p:spPr bwMode="gray">
            <a:xfrm>
              <a:off x="14293850" y="3422650"/>
              <a:ext cx="401638" cy="141288"/>
            </a:xfrm>
            <a:custGeom>
              <a:avLst/>
              <a:gdLst/>
              <a:ahLst/>
              <a:cxnLst>
                <a:cxn ang="0">
                  <a:pos x="439" y="172"/>
                </a:cxn>
                <a:cxn ang="0">
                  <a:pos x="452" y="179"/>
                </a:cxn>
                <a:cxn ang="0">
                  <a:pos x="459" y="177"/>
                </a:cxn>
                <a:cxn ang="0">
                  <a:pos x="501" y="143"/>
                </a:cxn>
                <a:cxn ang="0">
                  <a:pos x="504" y="138"/>
                </a:cxn>
                <a:cxn ang="0">
                  <a:pos x="506" y="132"/>
                </a:cxn>
                <a:cxn ang="0">
                  <a:pos x="501" y="118"/>
                </a:cxn>
                <a:cxn ang="0">
                  <a:pos x="477" y="93"/>
                </a:cxn>
                <a:cxn ang="0">
                  <a:pos x="423" y="52"/>
                </a:cxn>
                <a:cxn ang="0">
                  <a:pos x="363" y="22"/>
                </a:cxn>
                <a:cxn ang="0">
                  <a:pos x="297" y="5"/>
                </a:cxn>
                <a:cxn ang="0">
                  <a:pos x="262" y="0"/>
                </a:cxn>
                <a:cxn ang="0">
                  <a:pos x="241" y="0"/>
                </a:cxn>
                <a:cxn ang="0">
                  <a:pos x="177" y="7"/>
                </a:cxn>
                <a:cxn ang="0">
                  <a:pos x="115" y="24"/>
                </a:cxn>
                <a:cxn ang="0">
                  <a:pos x="57" y="52"/>
                </a:cxn>
                <a:cxn ang="0">
                  <a:pos x="7" y="91"/>
                </a:cxn>
                <a:cxn ang="0">
                  <a:pos x="2" y="98"/>
                </a:cxn>
                <a:cxn ang="0">
                  <a:pos x="2" y="111"/>
                </a:cxn>
                <a:cxn ang="0">
                  <a:pos x="37" y="152"/>
                </a:cxn>
                <a:cxn ang="0">
                  <a:pos x="42" y="155"/>
                </a:cxn>
                <a:cxn ang="0">
                  <a:pos x="51" y="157"/>
                </a:cxn>
                <a:cxn ang="0">
                  <a:pos x="62" y="154"/>
                </a:cxn>
                <a:cxn ang="0">
                  <a:pos x="81" y="137"/>
                </a:cxn>
                <a:cxn ang="0">
                  <a:pos x="123" y="111"/>
                </a:cxn>
                <a:cxn ang="0">
                  <a:pos x="169" y="93"/>
                </a:cxn>
                <a:cxn ang="0">
                  <a:pos x="216" y="84"/>
                </a:cxn>
                <a:cxn ang="0">
                  <a:pos x="241" y="83"/>
                </a:cxn>
                <a:cxn ang="0">
                  <a:pos x="256" y="84"/>
                </a:cxn>
                <a:cxn ang="0">
                  <a:pos x="309" y="93"/>
                </a:cxn>
                <a:cxn ang="0">
                  <a:pos x="358" y="110"/>
                </a:cxn>
                <a:cxn ang="0">
                  <a:pos x="402" y="137"/>
                </a:cxn>
                <a:cxn ang="0">
                  <a:pos x="439" y="172"/>
                </a:cxn>
              </a:cxnLst>
              <a:rect l="0" t="0" r="r" b="b"/>
              <a:pathLst>
                <a:path w="506" h="179">
                  <a:moveTo>
                    <a:pt x="439" y="172"/>
                  </a:moveTo>
                  <a:lnTo>
                    <a:pt x="439" y="172"/>
                  </a:lnTo>
                  <a:lnTo>
                    <a:pt x="445" y="177"/>
                  </a:lnTo>
                  <a:lnTo>
                    <a:pt x="452" y="179"/>
                  </a:lnTo>
                  <a:lnTo>
                    <a:pt x="452" y="179"/>
                  </a:lnTo>
                  <a:lnTo>
                    <a:pt x="459" y="177"/>
                  </a:lnTo>
                  <a:lnTo>
                    <a:pt x="464" y="174"/>
                  </a:lnTo>
                  <a:lnTo>
                    <a:pt x="501" y="143"/>
                  </a:lnTo>
                  <a:lnTo>
                    <a:pt x="501" y="143"/>
                  </a:lnTo>
                  <a:lnTo>
                    <a:pt x="504" y="138"/>
                  </a:lnTo>
                  <a:lnTo>
                    <a:pt x="506" y="132"/>
                  </a:lnTo>
                  <a:lnTo>
                    <a:pt x="506" y="132"/>
                  </a:lnTo>
                  <a:lnTo>
                    <a:pt x="506" y="125"/>
                  </a:lnTo>
                  <a:lnTo>
                    <a:pt x="501" y="118"/>
                  </a:lnTo>
                  <a:lnTo>
                    <a:pt x="501" y="118"/>
                  </a:lnTo>
                  <a:lnTo>
                    <a:pt x="477" y="93"/>
                  </a:lnTo>
                  <a:lnTo>
                    <a:pt x="450" y="71"/>
                  </a:lnTo>
                  <a:lnTo>
                    <a:pt x="423" y="52"/>
                  </a:lnTo>
                  <a:lnTo>
                    <a:pt x="393" y="35"/>
                  </a:lnTo>
                  <a:lnTo>
                    <a:pt x="363" y="22"/>
                  </a:lnTo>
                  <a:lnTo>
                    <a:pt x="329" y="12"/>
                  </a:lnTo>
                  <a:lnTo>
                    <a:pt x="297" y="5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09" y="2"/>
                  </a:lnTo>
                  <a:lnTo>
                    <a:pt x="177" y="7"/>
                  </a:lnTo>
                  <a:lnTo>
                    <a:pt x="145" y="14"/>
                  </a:lnTo>
                  <a:lnTo>
                    <a:pt x="115" y="24"/>
                  </a:lnTo>
                  <a:lnTo>
                    <a:pt x="86" y="37"/>
                  </a:lnTo>
                  <a:lnTo>
                    <a:pt x="57" y="52"/>
                  </a:lnTo>
                  <a:lnTo>
                    <a:pt x="32" y="71"/>
                  </a:lnTo>
                  <a:lnTo>
                    <a:pt x="7" y="91"/>
                  </a:lnTo>
                  <a:lnTo>
                    <a:pt x="7" y="91"/>
                  </a:lnTo>
                  <a:lnTo>
                    <a:pt x="2" y="98"/>
                  </a:lnTo>
                  <a:lnTo>
                    <a:pt x="0" y="105"/>
                  </a:lnTo>
                  <a:lnTo>
                    <a:pt x="2" y="111"/>
                  </a:lnTo>
                  <a:lnTo>
                    <a:pt x="5" y="116"/>
                  </a:lnTo>
                  <a:lnTo>
                    <a:pt x="37" y="152"/>
                  </a:lnTo>
                  <a:lnTo>
                    <a:pt x="37" y="152"/>
                  </a:lnTo>
                  <a:lnTo>
                    <a:pt x="42" y="155"/>
                  </a:lnTo>
                  <a:lnTo>
                    <a:pt x="51" y="157"/>
                  </a:lnTo>
                  <a:lnTo>
                    <a:pt x="51" y="157"/>
                  </a:lnTo>
                  <a:lnTo>
                    <a:pt x="56" y="157"/>
                  </a:lnTo>
                  <a:lnTo>
                    <a:pt x="62" y="154"/>
                  </a:lnTo>
                  <a:lnTo>
                    <a:pt x="62" y="154"/>
                  </a:lnTo>
                  <a:lnTo>
                    <a:pt x="81" y="137"/>
                  </a:lnTo>
                  <a:lnTo>
                    <a:pt x="101" y="123"/>
                  </a:lnTo>
                  <a:lnTo>
                    <a:pt x="123" y="111"/>
                  </a:lnTo>
                  <a:lnTo>
                    <a:pt x="145" y="101"/>
                  </a:lnTo>
                  <a:lnTo>
                    <a:pt x="169" y="93"/>
                  </a:lnTo>
                  <a:lnTo>
                    <a:pt x="192" y="88"/>
                  </a:lnTo>
                  <a:lnTo>
                    <a:pt x="216" y="84"/>
                  </a:lnTo>
                  <a:lnTo>
                    <a:pt x="241" y="83"/>
                  </a:lnTo>
                  <a:lnTo>
                    <a:pt x="241" y="83"/>
                  </a:lnTo>
                  <a:lnTo>
                    <a:pt x="256" y="84"/>
                  </a:lnTo>
                  <a:lnTo>
                    <a:pt x="256" y="84"/>
                  </a:lnTo>
                  <a:lnTo>
                    <a:pt x="283" y="86"/>
                  </a:lnTo>
                  <a:lnTo>
                    <a:pt x="309" y="93"/>
                  </a:lnTo>
                  <a:lnTo>
                    <a:pt x="332" y="100"/>
                  </a:lnTo>
                  <a:lnTo>
                    <a:pt x="358" y="110"/>
                  </a:lnTo>
                  <a:lnTo>
                    <a:pt x="380" y="122"/>
                  </a:lnTo>
                  <a:lnTo>
                    <a:pt x="402" y="137"/>
                  </a:lnTo>
                  <a:lnTo>
                    <a:pt x="420" y="154"/>
                  </a:lnTo>
                  <a:lnTo>
                    <a:pt x="439" y="172"/>
                  </a:lnTo>
                  <a:lnTo>
                    <a:pt x="439" y="17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5" name="Freeform 77"/>
            <p:cNvSpPr/>
            <p:nvPr/>
          </p:nvSpPr>
          <p:spPr bwMode="gray">
            <a:xfrm>
              <a:off x="14377988" y="3532188"/>
              <a:ext cx="225425" cy="100013"/>
            </a:xfrm>
            <a:custGeom>
              <a:avLst/>
              <a:gdLst/>
              <a:ahLst/>
              <a:cxnLst>
                <a:cxn ang="0">
                  <a:pos x="147" y="0"/>
                </a:cxn>
                <a:cxn ang="0">
                  <a:pos x="147" y="0"/>
                </a:cxn>
                <a:cxn ang="0">
                  <a:pos x="137" y="0"/>
                </a:cxn>
                <a:cxn ang="0">
                  <a:pos x="137" y="0"/>
                </a:cxn>
                <a:cxn ang="0">
                  <a:pos x="118" y="2"/>
                </a:cxn>
                <a:cxn ang="0">
                  <a:pos x="100" y="4"/>
                </a:cxn>
                <a:cxn ang="0">
                  <a:pos x="83" y="7"/>
                </a:cxn>
                <a:cxn ang="0">
                  <a:pos x="66" y="14"/>
                </a:cxn>
                <a:cxn ang="0">
                  <a:pos x="49" y="21"/>
                </a:cxn>
                <a:cxn ang="0">
                  <a:pos x="34" y="29"/>
                </a:cxn>
                <a:cxn ang="0">
                  <a:pos x="19" y="39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" y="58"/>
                </a:cxn>
                <a:cxn ang="0">
                  <a:pos x="0" y="64"/>
                </a:cxn>
                <a:cxn ang="0">
                  <a:pos x="0" y="71"/>
                </a:cxn>
                <a:cxn ang="0">
                  <a:pos x="5" y="76"/>
                </a:cxn>
                <a:cxn ang="0">
                  <a:pos x="37" y="112"/>
                </a:cxn>
                <a:cxn ang="0">
                  <a:pos x="37" y="112"/>
                </a:cxn>
                <a:cxn ang="0">
                  <a:pos x="42" y="115"/>
                </a:cxn>
                <a:cxn ang="0">
                  <a:pos x="49" y="117"/>
                </a:cxn>
                <a:cxn ang="0">
                  <a:pos x="49" y="117"/>
                </a:cxn>
                <a:cxn ang="0">
                  <a:pos x="56" y="117"/>
                </a:cxn>
                <a:cxn ang="0">
                  <a:pos x="63" y="112"/>
                </a:cxn>
                <a:cxn ang="0">
                  <a:pos x="63" y="112"/>
                </a:cxn>
                <a:cxn ang="0">
                  <a:pos x="78" y="100"/>
                </a:cxn>
                <a:cxn ang="0">
                  <a:pos x="96" y="91"/>
                </a:cxn>
                <a:cxn ang="0">
                  <a:pos x="117" y="85"/>
                </a:cxn>
                <a:cxn ang="0">
                  <a:pos x="137" y="83"/>
                </a:cxn>
                <a:cxn ang="0">
                  <a:pos x="137" y="83"/>
                </a:cxn>
                <a:cxn ang="0">
                  <a:pos x="142" y="83"/>
                </a:cxn>
                <a:cxn ang="0">
                  <a:pos x="142" y="83"/>
                </a:cxn>
                <a:cxn ang="0">
                  <a:pos x="154" y="85"/>
                </a:cxn>
                <a:cxn ang="0">
                  <a:pos x="164" y="86"/>
                </a:cxn>
                <a:cxn ang="0">
                  <a:pos x="184" y="95"/>
                </a:cxn>
                <a:cxn ang="0">
                  <a:pos x="201" y="105"/>
                </a:cxn>
                <a:cxn ang="0">
                  <a:pos x="209" y="112"/>
                </a:cxn>
                <a:cxn ang="0">
                  <a:pos x="218" y="118"/>
                </a:cxn>
                <a:cxn ang="0">
                  <a:pos x="218" y="118"/>
                </a:cxn>
                <a:cxn ang="0">
                  <a:pos x="223" y="124"/>
                </a:cxn>
                <a:cxn ang="0">
                  <a:pos x="231" y="125"/>
                </a:cxn>
                <a:cxn ang="0">
                  <a:pos x="231" y="125"/>
                </a:cxn>
                <a:cxn ang="0">
                  <a:pos x="236" y="124"/>
                </a:cxn>
                <a:cxn ang="0">
                  <a:pos x="243" y="120"/>
                </a:cxn>
                <a:cxn ang="0">
                  <a:pos x="279" y="90"/>
                </a:cxn>
                <a:cxn ang="0">
                  <a:pos x="279" y="90"/>
                </a:cxn>
                <a:cxn ang="0">
                  <a:pos x="282" y="85"/>
                </a:cxn>
                <a:cxn ang="0">
                  <a:pos x="284" y="78"/>
                </a:cxn>
                <a:cxn ang="0">
                  <a:pos x="284" y="78"/>
                </a:cxn>
                <a:cxn ang="0">
                  <a:pos x="284" y="71"/>
                </a:cxn>
                <a:cxn ang="0">
                  <a:pos x="280" y="64"/>
                </a:cxn>
                <a:cxn ang="0">
                  <a:pos x="280" y="64"/>
                </a:cxn>
                <a:cxn ang="0">
                  <a:pos x="267" y="51"/>
                </a:cxn>
                <a:cxn ang="0">
                  <a:pos x="252" y="39"/>
                </a:cxn>
                <a:cxn ang="0">
                  <a:pos x="236" y="29"/>
                </a:cxn>
                <a:cxn ang="0">
                  <a:pos x="220" y="19"/>
                </a:cxn>
                <a:cxn ang="0">
                  <a:pos x="203" y="12"/>
                </a:cxn>
                <a:cxn ang="0">
                  <a:pos x="186" y="7"/>
                </a:cxn>
                <a:cxn ang="0">
                  <a:pos x="167" y="2"/>
                </a:cxn>
                <a:cxn ang="0">
                  <a:pos x="147" y="0"/>
                </a:cxn>
                <a:cxn ang="0">
                  <a:pos x="147" y="0"/>
                </a:cxn>
              </a:cxnLst>
              <a:rect l="0" t="0" r="r" b="b"/>
              <a:pathLst>
                <a:path w="284" h="125">
                  <a:moveTo>
                    <a:pt x="147" y="0"/>
                  </a:moveTo>
                  <a:lnTo>
                    <a:pt x="147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18" y="2"/>
                  </a:lnTo>
                  <a:lnTo>
                    <a:pt x="100" y="4"/>
                  </a:lnTo>
                  <a:lnTo>
                    <a:pt x="83" y="7"/>
                  </a:lnTo>
                  <a:lnTo>
                    <a:pt x="66" y="14"/>
                  </a:lnTo>
                  <a:lnTo>
                    <a:pt x="49" y="21"/>
                  </a:lnTo>
                  <a:lnTo>
                    <a:pt x="34" y="29"/>
                  </a:lnTo>
                  <a:lnTo>
                    <a:pt x="19" y="39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" y="58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5" y="76"/>
                  </a:lnTo>
                  <a:lnTo>
                    <a:pt x="37" y="112"/>
                  </a:lnTo>
                  <a:lnTo>
                    <a:pt x="37" y="112"/>
                  </a:lnTo>
                  <a:lnTo>
                    <a:pt x="42" y="115"/>
                  </a:lnTo>
                  <a:lnTo>
                    <a:pt x="49" y="117"/>
                  </a:lnTo>
                  <a:lnTo>
                    <a:pt x="49" y="117"/>
                  </a:lnTo>
                  <a:lnTo>
                    <a:pt x="56" y="117"/>
                  </a:lnTo>
                  <a:lnTo>
                    <a:pt x="63" y="112"/>
                  </a:lnTo>
                  <a:lnTo>
                    <a:pt x="63" y="112"/>
                  </a:lnTo>
                  <a:lnTo>
                    <a:pt x="78" y="100"/>
                  </a:lnTo>
                  <a:lnTo>
                    <a:pt x="96" y="91"/>
                  </a:lnTo>
                  <a:lnTo>
                    <a:pt x="117" y="85"/>
                  </a:lnTo>
                  <a:lnTo>
                    <a:pt x="137" y="83"/>
                  </a:lnTo>
                  <a:lnTo>
                    <a:pt x="137" y="83"/>
                  </a:lnTo>
                  <a:lnTo>
                    <a:pt x="142" y="83"/>
                  </a:lnTo>
                  <a:lnTo>
                    <a:pt x="142" y="83"/>
                  </a:lnTo>
                  <a:lnTo>
                    <a:pt x="154" y="85"/>
                  </a:lnTo>
                  <a:lnTo>
                    <a:pt x="164" y="86"/>
                  </a:lnTo>
                  <a:lnTo>
                    <a:pt x="184" y="95"/>
                  </a:lnTo>
                  <a:lnTo>
                    <a:pt x="201" y="105"/>
                  </a:lnTo>
                  <a:lnTo>
                    <a:pt x="209" y="112"/>
                  </a:lnTo>
                  <a:lnTo>
                    <a:pt x="218" y="118"/>
                  </a:lnTo>
                  <a:lnTo>
                    <a:pt x="218" y="118"/>
                  </a:lnTo>
                  <a:lnTo>
                    <a:pt x="223" y="124"/>
                  </a:lnTo>
                  <a:lnTo>
                    <a:pt x="231" y="125"/>
                  </a:lnTo>
                  <a:lnTo>
                    <a:pt x="231" y="125"/>
                  </a:lnTo>
                  <a:lnTo>
                    <a:pt x="236" y="124"/>
                  </a:lnTo>
                  <a:lnTo>
                    <a:pt x="243" y="120"/>
                  </a:lnTo>
                  <a:lnTo>
                    <a:pt x="279" y="90"/>
                  </a:lnTo>
                  <a:lnTo>
                    <a:pt x="279" y="90"/>
                  </a:lnTo>
                  <a:lnTo>
                    <a:pt x="282" y="85"/>
                  </a:lnTo>
                  <a:lnTo>
                    <a:pt x="284" y="78"/>
                  </a:lnTo>
                  <a:lnTo>
                    <a:pt x="284" y="78"/>
                  </a:lnTo>
                  <a:lnTo>
                    <a:pt x="284" y="71"/>
                  </a:lnTo>
                  <a:lnTo>
                    <a:pt x="280" y="64"/>
                  </a:lnTo>
                  <a:lnTo>
                    <a:pt x="280" y="64"/>
                  </a:lnTo>
                  <a:lnTo>
                    <a:pt x="267" y="51"/>
                  </a:lnTo>
                  <a:lnTo>
                    <a:pt x="252" y="39"/>
                  </a:lnTo>
                  <a:lnTo>
                    <a:pt x="236" y="29"/>
                  </a:lnTo>
                  <a:lnTo>
                    <a:pt x="220" y="19"/>
                  </a:lnTo>
                  <a:lnTo>
                    <a:pt x="203" y="12"/>
                  </a:lnTo>
                  <a:lnTo>
                    <a:pt x="186" y="7"/>
                  </a:lnTo>
                  <a:lnTo>
                    <a:pt x="167" y="2"/>
                  </a:lnTo>
                  <a:lnTo>
                    <a:pt x="147" y="0"/>
                  </a:lnTo>
                  <a:lnTo>
                    <a:pt x="147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66" name="Freeform 78"/>
            <p:cNvSpPr>
              <a:spLocks noEditPoints="1"/>
            </p:cNvSpPr>
            <p:nvPr/>
          </p:nvSpPr>
          <p:spPr bwMode="gray">
            <a:xfrm>
              <a:off x="13801725" y="3470275"/>
              <a:ext cx="1525588" cy="936625"/>
            </a:xfrm>
            <a:custGeom>
              <a:avLst/>
              <a:gdLst/>
              <a:ahLst/>
              <a:cxnLst>
                <a:cxn ang="0">
                  <a:pos x="1805" y="1019"/>
                </a:cxn>
                <a:cxn ang="0">
                  <a:pos x="1625" y="1019"/>
                </a:cxn>
                <a:cxn ang="0">
                  <a:pos x="1176" y="0"/>
                </a:cxn>
                <a:cxn ang="0">
                  <a:pos x="1093" y="494"/>
                </a:cxn>
                <a:cxn ang="0">
                  <a:pos x="572" y="1019"/>
                </a:cxn>
                <a:cxn ang="0">
                  <a:pos x="523" y="176"/>
                </a:cxn>
                <a:cxn ang="0">
                  <a:pos x="314" y="203"/>
                </a:cxn>
                <a:cxn ang="0">
                  <a:pos x="301" y="262"/>
                </a:cxn>
                <a:cxn ang="0">
                  <a:pos x="118" y="1019"/>
                </a:cxn>
                <a:cxn ang="0">
                  <a:pos x="2" y="1169"/>
                </a:cxn>
                <a:cxn ang="0">
                  <a:pos x="1917" y="1181"/>
                </a:cxn>
                <a:cxn ang="0">
                  <a:pos x="1922" y="1169"/>
                </a:cxn>
                <a:cxn ang="0">
                  <a:pos x="741" y="756"/>
                </a:cxn>
                <a:cxn ang="0">
                  <a:pos x="896" y="756"/>
                </a:cxn>
                <a:cxn ang="0">
                  <a:pos x="1049" y="756"/>
                </a:cxn>
                <a:cxn ang="0">
                  <a:pos x="677" y="756"/>
                </a:cxn>
                <a:cxn ang="0">
                  <a:pos x="434" y="604"/>
                </a:cxn>
                <a:cxn ang="0">
                  <a:pos x="425" y="533"/>
                </a:cxn>
                <a:cxn ang="0">
                  <a:pos x="498" y="520"/>
                </a:cxn>
                <a:cxn ang="0">
                  <a:pos x="513" y="533"/>
                </a:cxn>
                <a:cxn ang="0">
                  <a:pos x="505" y="604"/>
                </a:cxn>
                <a:cxn ang="0">
                  <a:pos x="513" y="933"/>
                </a:cxn>
                <a:cxn ang="0">
                  <a:pos x="439" y="947"/>
                </a:cxn>
                <a:cxn ang="0">
                  <a:pos x="425" y="933"/>
                </a:cxn>
                <a:cxn ang="0">
                  <a:pos x="434" y="862"/>
                </a:cxn>
                <a:cxn ang="0">
                  <a:pos x="508" y="866"/>
                </a:cxn>
                <a:cxn ang="0">
                  <a:pos x="348" y="791"/>
                </a:cxn>
                <a:cxn ang="0">
                  <a:pos x="334" y="805"/>
                </a:cxn>
                <a:cxn ang="0">
                  <a:pos x="262" y="796"/>
                </a:cxn>
                <a:cxn ang="0">
                  <a:pos x="263" y="724"/>
                </a:cxn>
                <a:cxn ang="0">
                  <a:pos x="339" y="720"/>
                </a:cxn>
                <a:cxn ang="0">
                  <a:pos x="243" y="397"/>
                </a:cxn>
                <a:cxn ang="0">
                  <a:pos x="258" y="383"/>
                </a:cxn>
                <a:cxn ang="0">
                  <a:pos x="331" y="391"/>
                </a:cxn>
                <a:cxn ang="0">
                  <a:pos x="328" y="464"/>
                </a:cxn>
                <a:cxn ang="0">
                  <a:pos x="252" y="467"/>
                </a:cxn>
                <a:cxn ang="0">
                  <a:pos x="1464" y="105"/>
                </a:cxn>
                <a:cxn ang="0">
                  <a:pos x="1471" y="96"/>
                </a:cxn>
                <a:cxn ang="0">
                  <a:pos x="1490" y="101"/>
                </a:cxn>
                <a:cxn ang="0">
                  <a:pos x="1490" y="940"/>
                </a:cxn>
                <a:cxn ang="0">
                  <a:pos x="1471" y="945"/>
                </a:cxn>
                <a:cxn ang="0">
                  <a:pos x="1464" y="105"/>
                </a:cxn>
                <a:cxn ang="0">
                  <a:pos x="1362" y="98"/>
                </a:cxn>
                <a:cxn ang="0">
                  <a:pos x="1382" y="100"/>
                </a:cxn>
                <a:cxn ang="0">
                  <a:pos x="1383" y="940"/>
                </a:cxn>
                <a:cxn ang="0">
                  <a:pos x="1363" y="945"/>
                </a:cxn>
                <a:cxn ang="0">
                  <a:pos x="1356" y="105"/>
                </a:cxn>
                <a:cxn ang="0">
                  <a:pos x="1254" y="98"/>
                </a:cxn>
                <a:cxn ang="0">
                  <a:pos x="1276" y="100"/>
                </a:cxn>
                <a:cxn ang="0">
                  <a:pos x="1277" y="940"/>
                </a:cxn>
                <a:cxn ang="0">
                  <a:pos x="1257" y="945"/>
                </a:cxn>
                <a:cxn ang="0">
                  <a:pos x="1250" y="105"/>
                </a:cxn>
              </a:cxnLst>
              <a:rect l="0" t="0" r="r" b="b"/>
              <a:pathLst>
                <a:path w="1923" h="1181">
                  <a:moveTo>
                    <a:pt x="1820" y="1029"/>
                  </a:moveTo>
                  <a:lnTo>
                    <a:pt x="1820" y="1029"/>
                  </a:lnTo>
                  <a:lnTo>
                    <a:pt x="1815" y="1024"/>
                  </a:lnTo>
                  <a:lnTo>
                    <a:pt x="1810" y="1021"/>
                  </a:lnTo>
                  <a:lnTo>
                    <a:pt x="1805" y="1019"/>
                  </a:lnTo>
                  <a:lnTo>
                    <a:pt x="1798" y="1019"/>
                  </a:lnTo>
                  <a:lnTo>
                    <a:pt x="1750" y="1019"/>
                  </a:lnTo>
                  <a:lnTo>
                    <a:pt x="1750" y="739"/>
                  </a:lnTo>
                  <a:lnTo>
                    <a:pt x="1625" y="606"/>
                  </a:lnTo>
                  <a:lnTo>
                    <a:pt x="1625" y="1019"/>
                  </a:lnTo>
                  <a:lnTo>
                    <a:pt x="1583" y="1019"/>
                  </a:lnTo>
                  <a:lnTo>
                    <a:pt x="1583" y="562"/>
                  </a:lnTo>
                  <a:lnTo>
                    <a:pt x="1583" y="0"/>
                  </a:lnTo>
                  <a:lnTo>
                    <a:pt x="1218" y="0"/>
                  </a:lnTo>
                  <a:lnTo>
                    <a:pt x="1176" y="0"/>
                  </a:lnTo>
                  <a:lnTo>
                    <a:pt x="1176" y="1019"/>
                  </a:lnTo>
                  <a:lnTo>
                    <a:pt x="1124" y="1019"/>
                  </a:lnTo>
                  <a:lnTo>
                    <a:pt x="1124" y="562"/>
                  </a:lnTo>
                  <a:lnTo>
                    <a:pt x="1093" y="562"/>
                  </a:lnTo>
                  <a:lnTo>
                    <a:pt x="1093" y="494"/>
                  </a:lnTo>
                  <a:lnTo>
                    <a:pt x="751" y="553"/>
                  </a:lnTo>
                  <a:lnTo>
                    <a:pt x="751" y="562"/>
                  </a:lnTo>
                  <a:lnTo>
                    <a:pt x="626" y="562"/>
                  </a:lnTo>
                  <a:lnTo>
                    <a:pt x="626" y="1019"/>
                  </a:lnTo>
                  <a:lnTo>
                    <a:pt x="572" y="1019"/>
                  </a:lnTo>
                  <a:lnTo>
                    <a:pt x="572" y="262"/>
                  </a:lnTo>
                  <a:lnTo>
                    <a:pt x="525" y="262"/>
                  </a:lnTo>
                  <a:lnTo>
                    <a:pt x="525" y="181"/>
                  </a:lnTo>
                  <a:lnTo>
                    <a:pt x="525" y="181"/>
                  </a:lnTo>
                  <a:lnTo>
                    <a:pt x="523" y="176"/>
                  </a:lnTo>
                  <a:lnTo>
                    <a:pt x="522" y="170"/>
                  </a:lnTo>
                  <a:lnTo>
                    <a:pt x="516" y="169"/>
                  </a:lnTo>
                  <a:lnTo>
                    <a:pt x="511" y="169"/>
                  </a:lnTo>
                  <a:lnTo>
                    <a:pt x="314" y="203"/>
                  </a:lnTo>
                  <a:lnTo>
                    <a:pt x="314" y="203"/>
                  </a:lnTo>
                  <a:lnTo>
                    <a:pt x="309" y="204"/>
                  </a:lnTo>
                  <a:lnTo>
                    <a:pt x="304" y="208"/>
                  </a:lnTo>
                  <a:lnTo>
                    <a:pt x="301" y="213"/>
                  </a:lnTo>
                  <a:lnTo>
                    <a:pt x="301" y="218"/>
                  </a:lnTo>
                  <a:lnTo>
                    <a:pt x="301" y="262"/>
                  </a:lnTo>
                  <a:lnTo>
                    <a:pt x="181" y="262"/>
                  </a:lnTo>
                  <a:lnTo>
                    <a:pt x="181" y="1019"/>
                  </a:lnTo>
                  <a:lnTo>
                    <a:pt x="125" y="1019"/>
                  </a:lnTo>
                  <a:lnTo>
                    <a:pt x="125" y="1019"/>
                  </a:lnTo>
                  <a:lnTo>
                    <a:pt x="118" y="1019"/>
                  </a:lnTo>
                  <a:lnTo>
                    <a:pt x="113" y="1021"/>
                  </a:lnTo>
                  <a:lnTo>
                    <a:pt x="108" y="1024"/>
                  </a:lnTo>
                  <a:lnTo>
                    <a:pt x="103" y="1029"/>
                  </a:lnTo>
                  <a:lnTo>
                    <a:pt x="2" y="1169"/>
                  </a:lnTo>
                  <a:lnTo>
                    <a:pt x="2" y="1169"/>
                  </a:lnTo>
                  <a:lnTo>
                    <a:pt x="0" y="1174"/>
                  </a:lnTo>
                  <a:lnTo>
                    <a:pt x="2" y="1178"/>
                  </a:lnTo>
                  <a:lnTo>
                    <a:pt x="4" y="1179"/>
                  </a:lnTo>
                  <a:lnTo>
                    <a:pt x="7" y="1181"/>
                  </a:lnTo>
                  <a:lnTo>
                    <a:pt x="1917" y="1181"/>
                  </a:lnTo>
                  <a:lnTo>
                    <a:pt x="1917" y="1181"/>
                  </a:lnTo>
                  <a:lnTo>
                    <a:pt x="1920" y="1179"/>
                  </a:lnTo>
                  <a:lnTo>
                    <a:pt x="1922" y="1178"/>
                  </a:lnTo>
                  <a:lnTo>
                    <a:pt x="1923" y="1174"/>
                  </a:lnTo>
                  <a:lnTo>
                    <a:pt x="1922" y="1169"/>
                  </a:lnTo>
                  <a:lnTo>
                    <a:pt x="1820" y="1029"/>
                  </a:lnTo>
                  <a:close/>
                  <a:moveTo>
                    <a:pt x="741" y="660"/>
                  </a:moveTo>
                  <a:lnTo>
                    <a:pt x="879" y="660"/>
                  </a:lnTo>
                  <a:lnTo>
                    <a:pt x="879" y="756"/>
                  </a:lnTo>
                  <a:lnTo>
                    <a:pt x="741" y="756"/>
                  </a:lnTo>
                  <a:lnTo>
                    <a:pt x="741" y="660"/>
                  </a:lnTo>
                  <a:close/>
                  <a:moveTo>
                    <a:pt x="896" y="660"/>
                  </a:moveTo>
                  <a:lnTo>
                    <a:pt x="1033" y="660"/>
                  </a:lnTo>
                  <a:lnTo>
                    <a:pt x="1033" y="756"/>
                  </a:lnTo>
                  <a:lnTo>
                    <a:pt x="896" y="756"/>
                  </a:lnTo>
                  <a:lnTo>
                    <a:pt x="896" y="660"/>
                  </a:lnTo>
                  <a:close/>
                  <a:moveTo>
                    <a:pt x="1049" y="660"/>
                  </a:moveTo>
                  <a:lnTo>
                    <a:pt x="1082" y="660"/>
                  </a:lnTo>
                  <a:lnTo>
                    <a:pt x="1082" y="756"/>
                  </a:lnTo>
                  <a:lnTo>
                    <a:pt x="1049" y="756"/>
                  </a:lnTo>
                  <a:lnTo>
                    <a:pt x="1049" y="660"/>
                  </a:lnTo>
                  <a:close/>
                  <a:moveTo>
                    <a:pt x="677" y="660"/>
                  </a:moveTo>
                  <a:lnTo>
                    <a:pt x="724" y="660"/>
                  </a:lnTo>
                  <a:lnTo>
                    <a:pt x="724" y="756"/>
                  </a:lnTo>
                  <a:lnTo>
                    <a:pt x="677" y="756"/>
                  </a:lnTo>
                  <a:lnTo>
                    <a:pt x="677" y="660"/>
                  </a:lnTo>
                  <a:close/>
                  <a:moveTo>
                    <a:pt x="498" y="606"/>
                  </a:moveTo>
                  <a:lnTo>
                    <a:pt x="439" y="606"/>
                  </a:lnTo>
                  <a:lnTo>
                    <a:pt x="439" y="606"/>
                  </a:lnTo>
                  <a:lnTo>
                    <a:pt x="434" y="604"/>
                  </a:lnTo>
                  <a:lnTo>
                    <a:pt x="429" y="601"/>
                  </a:lnTo>
                  <a:lnTo>
                    <a:pt x="425" y="597"/>
                  </a:lnTo>
                  <a:lnTo>
                    <a:pt x="425" y="591"/>
                  </a:lnTo>
                  <a:lnTo>
                    <a:pt x="425" y="533"/>
                  </a:lnTo>
                  <a:lnTo>
                    <a:pt x="425" y="533"/>
                  </a:lnTo>
                  <a:lnTo>
                    <a:pt x="425" y="528"/>
                  </a:lnTo>
                  <a:lnTo>
                    <a:pt x="429" y="523"/>
                  </a:lnTo>
                  <a:lnTo>
                    <a:pt x="434" y="521"/>
                  </a:lnTo>
                  <a:lnTo>
                    <a:pt x="439" y="520"/>
                  </a:lnTo>
                  <a:lnTo>
                    <a:pt x="498" y="520"/>
                  </a:lnTo>
                  <a:lnTo>
                    <a:pt x="498" y="520"/>
                  </a:lnTo>
                  <a:lnTo>
                    <a:pt x="505" y="521"/>
                  </a:lnTo>
                  <a:lnTo>
                    <a:pt x="508" y="523"/>
                  </a:lnTo>
                  <a:lnTo>
                    <a:pt x="511" y="528"/>
                  </a:lnTo>
                  <a:lnTo>
                    <a:pt x="513" y="533"/>
                  </a:lnTo>
                  <a:lnTo>
                    <a:pt x="513" y="591"/>
                  </a:lnTo>
                  <a:lnTo>
                    <a:pt x="513" y="591"/>
                  </a:lnTo>
                  <a:lnTo>
                    <a:pt x="511" y="597"/>
                  </a:lnTo>
                  <a:lnTo>
                    <a:pt x="508" y="601"/>
                  </a:lnTo>
                  <a:lnTo>
                    <a:pt x="505" y="604"/>
                  </a:lnTo>
                  <a:lnTo>
                    <a:pt x="498" y="606"/>
                  </a:lnTo>
                  <a:lnTo>
                    <a:pt x="498" y="606"/>
                  </a:lnTo>
                  <a:close/>
                  <a:moveTo>
                    <a:pt x="513" y="874"/>
                  </a:moveTo>
                  <a:lnTo>
                    <a:pt x="513" y="933"/>
                  </a:lnTo>
                  <a:lnTo>
                    <a:pt x="513" y="933"/>
                  </a:lnTo>
                  <a:lnTo>
                    <a:pt x="511" y="938"/>
                  </a:lnTo>
                  <a:lnTo>
                    <a:pt x="508" y="941"/>
                  </a:lnTo>
                  <a:lnTo>
                    <a:pt x="505" y="945"/>
                  </a:lnTo>
                  <a:lnTo>
                    <a:pt x="498" y="947"/>
                  </a:lnTo>
                  <a:lnTo>
                    <a:pt x="439" y="947"/>
                  </a:lnTo>
                  <a:lnTo>
                    <a:pt x="439" y="947"/>
                  </a:lnTo>
                  <a:lnTo>
                    <a:pt x="434" y="945"/>
                  </a:lnTo>
                  <a:lnTo>
                    <a:pt x="429" y="941"/>
                  </a:lnTo>
                  <a:lnTo>
                    <a:pt x="425" y="938"/>
                  </a:lnTo>
                  <a:lnTo>
                    <a:pt x="425" y="933"/>
                  </a:lnTo>
                  <a:lnTo>
                    <a:pt x="425" y="874"/>
                  </a:lnTo>
                  <a:lnTo>
                    <a:pt x="425" y="874"/>
                  </a:lnTo>
                  <a:lnTo>
                    <a:pt x="425" y="869"/>
                  </a:lnTo>
                  <a:lnTo>
                    <a:pt x="429" y="866"/>
                  </a:lnTo>
                  <a:lnTo>
                    <a:pt x="434" y="862"/>
                  </a:lnTo>
                  <a:lnTo>
                    <a:pt x="439" y="860"/>
                  </a:lnTo>
                  <a:lnTo>
                    <a:pt x="498" y="860"/>
                  </a:lnTo>
                  <a:lnTo>
                    <a:pt x="498" y="860"/>
                  </a:lnTo>
                  <a:lnTo>
                    <a:pt x="505" y="862"/>
                  </a:lnTo>
                  <a:lnTo>
                    <a:pt x="508" y="866"/>
                  </a:lnTo>
                  <a:lnTo>
                    <a:pt x="511" y="869"/>
                  </a:lnTo>
                  <a:lnTo>
                    <a:pt x="513" y="874"/>
                  </a:lnTo>
                  <a:lnTo>
                    <a:pt x="513" y="874"/>
                  </a:lnTo>
                  <a:close/>
                  <a:moveTo>
                    <a:pt x="348" y="734"/>
                  </a:moveTo>
                  <a:lnTo>
                    <a:pt x="348" y="791"/>
                  </a:lnTo>
                  <a:lnTo>
                    <a:pt x="348" y="791"/>
                  </a:lnTo>
                  <a:lnTo>
                    <a:pt x="346" y="796"/>
                  </a:lnTo>
                  <a:lnTo>
                    <a:pt x="343" y="801"/>
                  </a:lnTo>
                  <a:lnTo>
                    <a:pt x="339" y="805"/>
                  </a:lnTo>
                  <a:lnTo>
                    <a:pt x="334" y="805"/>
                  </a:lnTo>
                  <a:lnTo>
                    <a:pt x="274" y="805"/>
                  </a:lnTo>
                  <a:lnTo>
                    <a:pt x="274" y="805"/>
                  </a:lnTo>
                  <a:lnTo>
                    <a:pt x="269" y="805"/>
                  </a:lnTo>
                  <a:lnTo>
                    <a:pt x="263" y="801"/>
                  </a:lnTo>
                  <a:lnTo>
                    <a:pt x="262" y="796"/>
                  </a:lnTo>
                  <a:lnTo>
                    <a:pt x="260" y="791"/>
                  </a:lnTo>
                  <a:lnTo>
                    <a:pt x="260" y="734"/>
                  </a:lnTo>
                  <a:lnTo>
                    <a:pt x="260" y="734"/>
                  </a:lnTo>
                  <a:lnTo>
                    <a:pt x="262" y="729"/>
                  </a:lnTo>
                  <a:lnTo>
                    <a:pt x="263" y="724"/>
                  </a:lnTo>
                  <a:lnTo>
                    <a:pt x="269" y="720"/>
                  </a:lnTo>
                  <a:lnTo>
                    <a:pt x="274" y="720"/>
                  </a:lnTo>
                  <a:lnTo>
                    <a:pt x="334" y="720"/>
                  </a:lnTo>
                  <a:lnTo>
                    <a:pt x="334" y="720"/>
                  </a:lnTo>
                  <a:lnTo>
                    <a:pt x="339" y="720"/>
                  </a:lnTo>
                  <a:lnTo>
                    <a:pt x="343" y="724"/>
                  </a:lnTo>
                  <a:lnTo>
                    <a:pt x="346" y="729"/>
                  </a:lnTo>
                  <a:lnTo>
                    <a:pt x="348" y="734"/>
                  </a:lnTo>
                  <a:lnTo>
                    <a:pt x="348" y="734"/>
                  </a:lnTo>
                  <a:close/>
                  <a:moveTo>
                    <a:pt x="243" y="397"/>
                  </a:moveTo>
                  <a:lnTo>
                    <a:pt x="243" y="397"/>
                  </a:lnTo>
                  <a:lnTo>
                    <a:pt x="245" y="391"/>
                  </a:lnTo>
                  <a:lnTo>
                    <a:pt x="248" y="386"/>
                  </a:lnTo>
                  <a:lnTo>
                    <a:pt x="252" y="385"/>
                  </a:lnTo>
                  <a:lnTo>
                    <a:pt x="258" y="383"/>
                  </a:lnTo>
                  <a:lnTo>
                    <a:pt x="317" y="383"/>
                  </a:lnTo>
                  <a:lnTo>
                    <a:pt x="317" y="383"/>
                  </a:lnTo>
                  <a:lnTo>
                    <a:pt x="322" y="385"/>
                  </a:lnTo>
                  <a:lnTo>
                    <a:pt x="328" y="386"/>
                  </a:lnTo>
                  <a:lnTo>
                    <a:pt x="331" y="391"/>
                  </a:lnTo>
                  <a:lnTo>
                    <a:pt x="331" y="397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61"/>
                  </a:lnTo>
                  <a:lnTo>
                    <a:pt x="328" y="464"/>
                  </a:lnTo>
                  <a:lnTo>
                    <a:pt x="322" y="467"/>
                  </a:lnTo>
                  <a:lnTo>
                    <a:pt x="317" y="469"/>
                  </a:lnTo>
                  <a:lnTo>
                    <a:pt x="258" y="469"/>
                  </a:lnTo>
                  <a:lnTo>
                    <a:pt x="258" y="469"/>
                  </a:lnTo>
                  <a:lnTo>
                    <a:pt x="252" y="467"/>
                  </a:lnTo>
                  <a:lnTo>
                    <a:pt x="248" y="464"/>
                  </a:lnTo>
                  <a:lnTo>
                    <a:pt x="245" y="461"/>
                  </a:lnTo>
                  <a:lnTo>
                    <a:pt x="243" y="454"/>
                  </a:lnTo>
                  <a:lnTo>
                    <a:pt x="243" y="397"/>
                  </a:lnTo>
                  <a:close/>
                  <a:moveTo>
                    <a:pt x="1464" y="105"/>
                  </a:moveTo>
                  <a:lnTo>
                    <a:pt x="1464" y="105"/>
                  </a:lnTo>
                  <a:lnTo>
                    <a:pt x="1464" y="101"/>
                  </a:lnTo>
                  <a:lnTo>
                    <a:pt x="1466" y="100"/>
                  </a:lnTo>
                  <a:lnTo>
                    <a:pt x="1468" y="98"/>
                  </a:lnTo>
                  <a:lnTo>
                    <a:pt x="1471" y="96"/>
                  </a:lnTo>
                  <a:lnTo>
                    <a:pt x="1485" y="96"/>
                  </a:lnTo>
                  <a:lnTo>
                    <a:pt x="1485" y="96"/>
                  </a:lnTo>
                  <a:lnTo>
                    <a:pt x="1486" y="98"/>
                  </a:lnTo>
                  <a:lnTo>
                    <a:pt x="1490" y="100"/>
                  </a:lnTo>
                  <a:lnTo>
                    <a:pt x="1490" y="101"/>
                  </a:lnTo>
                  <a:lnTo>
                    <a:pt x="1491" y="105"/>
                  </a:lnTo>
                  <a:lnTo>
                    <a:pt x="1491" y="464"/>
                  </a:lnTo>
                  <a:lnTo>
                    <a:pt x="1491" y="938"/>
                  </a:lnTo>
                  <a:lnTo>
                    <a:pt x="1491" y="938"/>
                  </a:lnTo>
                  <a:lnTo>
                    <a:pt x="1490" y="940"/>
                  </a:lnTo>
                  <a:lnTo>
                    <a:pt x="1490" y="941"/>
                  </a:lnTo>
                  <a:lnTo>
                    <a:pt x="1486" y="943"/>
                  </a:lnTo>
                  <a:lnTo>
                    <a:pt x="1485" y="945"/>
                  </a:lnTo>
                  <a:lnTo>
                    <a:pt x="1471" y="945"/>
                  </a:lnTo>
                  <a:lnTo>
                    <a:pt x="1471" y="945"/>
                  </a:lnTo>
                  <a:lnTo>
                    <a:pt x="1466" y="943"/>
                  </a:lnTo>
                  <a:lnTo>
                    <a:pt x="1466" y="943"/>
                  </a:lnTo>
                  <a:lnTo>
                    <a:pt x="1464" y="940"/>
                  </a:lnTo>
                  <a:lnTo>
                    <a:pt x="1464" y="938"/>
                  </a:lnTo>
                  <a:lnTo>
                    <a:pt x="1464" y="105"/>
                  </a:lnTo>
                  <a:close/>
                  <a:moveTo>
                    <a:pt x="1356" y="105"/>
                  </a:moveTo>
                  <a:lnTo>
                    <a:pt x="1356" y="105"/>
                  </a:lnTo>
                  <a:lnTo>
                    <a:pt x="1358" y="101"/>
                  </a:lnTo>
                  <a:lnTo>
                    <a:pt x="1360" y="100"/>
                  </a:lnTo>
                  <a:lnTo>
                    <a:pt x="1362" y="98"/>
                  </a:lnTo>
                  <a:lnTo>
                    <a:pt x="1363" y="96"/>
                  </a:lnTo>
                  <a:lnTo>
                    <a:pt x="1377" y="96"/>
                  </a:lnTo>
                  <a:lnTo>
                    <a:pt x="1377" y="96"/>
                  </a:lnTo>
                  <a:lnTo>
                    <a:pt x="1380" y="98"/>
                  </a:lnTo>
                  <a:lnTo>
                    <a:pt x="1382" y="100"/>
                  </a:lnTo>
                  <a:lnTo>
                    <a:pt x="1383" y="101"/>
                  </a:lnTo>
                  <a:lnTo>
                    <a:pt x="1383" y="105"/>
                  </a:lnTo>
                  <a:lnTo>
                    <a:pt x="1383" y="938"/>
                  </a:lnTo>
                  <a:lnTo>
                    <a:pt x="1383" y="938"/>
                  </a:lnTo>
                  <a:lnTo>
                    <a:pt x="1383" y="940"/>
                  </a:lnTo>
                  <a:lnTo>
                    <a:pt x="1382" y="941"/>
                  </a:lnTo>
                  <a:lnTo>
                    <a:pt x="1380" y="943"/>
                  </a:lnTo>
                  <a:lnTo>
                    <a:pt x="1377" y="945"/>
                  </a:lnTo>
                  <a:lnTo>
                    <a:pt x="1363" y="945"/>
                  </a:lnTo>
                  <a:lnTo>
                    <a:pt x="1363" y="945"/>
                  </a:lnTo>
                  <a:lnTo>
                    <a:pt x="1362" y="943"/>
                  </a:lnTo>
                  <a:lnTo>
                    <a:pt x="1360" y="941"/>
                  </a:lnTo>
                  <a:lnTo>
                    <a:pt x="1358" y="940"/>
                  </a:lnTo>
                  <a:lnTo>
                    <a:pt x="1356" y="938"/>
                  </a:lnTo>
                  <a:lnTo>
                    <a:pt x="1356" y="105"/>
                  </a:lnTo>
                  <a:close/>
                  <a:moveTo>
                    <a:pt x="1250" y="105"/>
                  </a:moveTo>
                  <a:lnTo>
                    <a:pt x="1250" y="105"/>
                  </a:lnTo>
                  <a:lnTo>
                    <a:pt x="1250" y="101"/>
                  </a:lnTo>
                  <a:lnTo>
                    <a:pt x="1252" y="100"/>
                  </a:lnTo>
                  <a:lnTo>
                    <a:pt x="1254" y="98"/>
                  </a:lnTo>
                  <a:lnTo>
                    <a:pt x="1257" y="96"/>
                  </a:lnTo>
                  <a:lnTo>
                    <a:pt x="1270" y="96"/>
                  </a:lnTo>
                  <a:lnTo>
                    <a:pt x="1270" y="96"/>
                  </a:lnTo>
                  <a:lnTo>
                    <a:pt x="1274" y="98"/>
                  </a:lnTo>
                  <a:lnTo>
                    <a:pt x="1276" y="100"/>
                  </a:lnTo>
                  <a:lnTo>
                    <a:pt x="1277" y="101"/>
                  </a:lnTo>
                  <a:lnTo>
                    <a:pt x="1277" y="105"/>
                  </a:lnTo>
                  <a:lnTo>
                    <a:pt x="1277" y="938"/>
                  </a:lnTo>
                  <a:lnTo>
                    <a:pt x="1277" y="938"/>
                  </a:lnTo>
                  <a:lnTo>
                    <a:pt x="1277" y="940"/>
                  </a:lnTo>
                  <a:lnTo>
                    <a:pt x="1276" y="941"/>
                  </a:lnTo>
                  <a:lnTo>
                    <a:pt x="1274" y="943"/>
                  </a:lnTo>
                  <a:lnTo>
                    <a:pt x="1270" y="945"/>
                  </a:lnTo>
                  <a:lnTo>
                    <a:pt x="1257" y="945"/>
                  </a:lnTo>
                  <a:lnTo>
                    <a:pt x="1257" y="945"/>
                  </a:lnTo>
                  <a:lnTo>
                    <a:pt x="1254" y="943"/>
                  </a:lnTo>
                  <a:lnTo>
                    <a:pt x="1252" y="941"/>
                  </a:lnTo>
                  <a:lnTo>
                    <a:pt x="1250" y="940"/>
                  </a:lnTo>
                  <a:lnTo>
                    <a:pt x="1250" y="938"/>
                  </a:lnTo>
                  <a:lnTo>
                    <a:pt x="1250" y="10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7988" tIns="63994" rIns="127988" bIns="63994" numCol="1" anchor="t" anchorCtr="0" compatLnSpc="1"/>
            <a:lstStyle/>
            <a:p>
              <a:pPr defTabSz="2073122">
                <a:defRPr/>
              </a:pPr>
              <a:endParaRPr lang="zh-CN" altLang="en-US" sz="4284" kern="0" smtClean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67" name="TextBox 59"/>
          <p:cNvSpPr txBox="1"/>
          <p:nvPr/>
        </p:nvSpPr>
        <p:spPr bwMode="gray">
          <a:xfrm>
            <a:off x="5798583" y="4394061"/>
            <a:ext cx="554821" cy="8250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/>
          <a:lstStyle>
            <a:defPPr>
              <a:defRPr lang="en-US"/>
            </a:defPPr>
            <a:lvl1pPr defTabSz="3048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"/>
              </a:defRPr>
            </a:lvl1pPr>
          </a:lstStyle>
          <a:p>
            <a:pPr algn="ctr">
              <a:defRPr/>
            </a:pPr>
            <a:r>
              <a: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卫健</a:t>
            </a:r>
          </a:p>
        </p:txBody>
      </p:sp>
      <p:sp>
        <p:nvSpPr>
          <p:cNvPr id="268" name="椭圆 267"/>
          <p:cNvSpPr>
            <a:spLocks noChangeAspect="1"/>
          </p:cNvSpPr>
          <p:nvPr/>
        </p:nvSpPr>
        <p:spPr bwMode="gray">
          <a:xfrm>
            <a:off x="6012464" y="4014572"/>
            <a:ext cx="72000" cy="76613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69" name="椭圆 268"/>
          <p:cNvSpPr>
            <a:spLocks noChangeAspect="1"/>
          </p:cNvSpPr>
          <p:nvPr/>
        </p:nvSpPr>
        <p:spPr bwMode="gray">
          <a:xfrm>
            <a:off x="5351628" y="4014572"/>
            <a:ext cx="72000" cy="76613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270" name="椭圆 269"/>
          <p:cNvSpPr>
            <a:spLocks noChangeAspect="1"/>
          </p:cNvSpPr>
          <p:nvPr/>
        </p:nvSpPr>
        <p:spPr bwMode="gray">
          <a:xfrm>
            <a:off x="6633772" y="4014572"/>
            <a:ext cx="72000" cy="76613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71" name="直接连接符 270"/>
          <p:cNvCxnSpPr>
            <a:stCxn id="268" idx="0"/>
            <a:endCxn id="253" idx="4"/>
          </p:cNvCxnSpPr>
          <p:nvPr/>
        </p:nvCxnSpPr>
        <p:spPr bwMode="gray">
          <a:xfrm flipV="1">
            <a:off x="6048464" y="3730467"/>
            <a:ext cx="705" cy="284105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72" name="直接连接符 271"/>
          <p:cNvCxnSpPr>
            <a:stCxn id="269" idx="0"/>
            <a:endCxn id="253" idx="4"/>
          </p:cNvCxnSpPr>
          <p:nvPr/>
        </p:nvCxnSpPr>
        <p:spPr bwMode="gray">
          <a:xfrm flipV="1">
            <a:off x="5387628" y="3730467"/>
            <a:ext cx="661541" cy="284105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73" name="直接连接符 272"/>
          <p:cNvCxnSpPr>
            <a:stCxn id="270" idx="0"/>
            <a:endCxn id="253" idx="4"/>
          </p:cNvCxnSpPr>
          <p:nvPr/>
        </p:nvCxnSpPr>
        <p:spPr bwMode="gray">
          <a:xfrm flipH="1" flipV="1">
            <a:off x="6049169" y="3730467"/>
            <a:ext cx="620603" cy="284105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sp>
        <p:nvSpPr>
          <p:cNvPr id="274" name="Right Arrow 117"/>
          <p:cNvSpPr/>
          <p:nvPr/>
        </p:nvSpPr>
        <p:spPr bwMode="gray">
          <a:xfrm>
            <a:off x="3905329" y="3364755"/>
            <a:ext cx="474167" cy="487884"/>
          </a:xfrm>
          <a:prstGeom prst="rightArrow">
            <a:avLst>
              <a:gd name="adj1" fmla="val 63486"/>
              <a:gd name="adj2" fmla="val 40133"/>
            </a:avLst>
          </a:prstGeom>
          <a:gradFill flip="none" rotWithShape="1">
            <a:gsLst>
              <a:gs pos="0">
                <a:srgbClr val="666666">
                  <a:lumMod val="40000"/>
                  <a:lumOff val="60000"/>
                </a:srgbClr>
              </a:gs>
              <a:gs pos="100000">
                <a:srgbClr val="666666">
                  <a:lumMod val="20000"/>
                  <a:lumOff val="80000"/>
                  <a:alpha val="4000"/>
                </a:srgbClr>
              </a:gs>
            </a:gsLst>
            <a:lin ang="10800000" scaled="0"/>
            <a:tileRect/>
          </a:gra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flat" dir="t"/>
          </a:scene3d>
        </p:spPr>
        <p:txBody>
          <a:bodyPr lIns="68562" tIns="34281" rIns="68562" bIns="34281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275" name="组合 274"/>
          <p:cNvGrpSpPr/>
          <p:nvPr/>
        </p:nvGrpSpPr>
        <p:grpSpPr bwMode="gray">
          <a:xfrm>
            <a:off x="3430298" y="2412075"/>
            <a:ext cx="1034986" cy="589147"/>
            <a:chOff x="6901648" y="1944927"/>
            <a:chExt cx="1152445" cy="656008"/>
          </a:xfrm>
        </p:grpSpPr>
        <p:pic>
          <p:nvPicPr>
            <p:cNvPr id="276" name="图片 167" descr="yu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gray">
            <a:xfrm>
              <a:off x="6901648" y="1944927"/>
              <a:ext cx="1152445" cy="656008"/>
            </a:xfrm>
            <a:prstGeom prst="rect">
              <a:avLst/>
            </a:prstGeom>
          </p:spPr>
        </p:pic>
        <p:sp>
          <p:nvSpPr>
            <p:cNvPr id="277" name="TextBox 59"/>
            <p:cNvSpPr txBox="1"/>
            <p:nvPr/>
          </p:nvSpPr>
          <p:spPr bwMode="gray">
            <a:xfrm>
              <a:off x="7031656" y="2119502"/>
              <a:ext cx="980319" cy="330049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/>
            <a:lstStyle>
              <a:defPPr>
                <a:defRPr lang="en-US"/>
              </a:defPPr>
              <a:lvl1pPr defTabSz="3048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</a:defRPr>
              </a:lvl1pPr>
            </a:lstStyle>
            <a:p>
              <a:pPr algn="ctr">
                <a:defRPr/>
              </a:pPr>
              <a:r>
                <a:rPr lang="zh-CN" altLang="en-US" kern="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监控</a:t>
              </a:r>
              <a:r>
                <a:rPr lang="zh-CN" altLang="en-US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云</a:t>
              </a:r>
              <a:endPara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cxnSp>
        <p:nvCxnSpPr>
          <p:cNvPr id="278" name="直接连接符 277"/>
          <p:cNvCxnSpPr>
            <a:stCxn id="229" idx="0"/>
            <a:endCxn id="276" idx="2"/>
          </p:cNvCxnSpPr>
          <p:nvPr/>
        </p:nvCxnSpPr>
        <p:spPr bwMode="gray">
          <a:xfrm flipV="1">
            <a:off x="1883445" y="3001222"/>
            <a:ext cx="2064346" cy="998373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79" name="直接连接符 278"/>
          <p:cNvCxnSpPr>
            <a:stCxn id="228" idx="0"/>
            <a:endCxn id="276" idx="2"/>
          </p:cNvCxnSpPr>
          <p:nvPr/>
        </p:nvCxnSpPr>
        <p:spPr bwMode="gray">
          <a:xfrm flipV="1">
            <a:off x="2544281" y="3001222"/>
            <a:ext cx="1403510" cy="998373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cxnSp>
        <p:nvCxnSpPr>
          <p:cNvPr id="280" name="直接连接符 279"/>
          <p:cNvCxnSpPr>
            <a:stCxn id="230" idx="0"/>
            <a:endCxn id="276" idx="2"/>
          </p:cNvCxnSpPr>
          <p:nvPr/>
        </p:nvCxnSpPr>
        <p:spPr bwMode="gray">
          <a:xfrm flipV="1">
            <a:off x="3165589" y="3001222"/>
            <a:ext cx="782202" cy="998373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solid"/>
            <a:miter lim="800000"/>
          </a:ln>
          <a:effectLst/>
        </p:spPr>
      </p:cxnSp>
      <p:grpSp>
        <p:nvGrpSpPr>
          <p:cNvPr id="281" name="组合 280"/>
          <p:cNvGrpSpPr/>
          <p:nvPr/>
        </p:nvGrpSpPr>
        <p:grpSpPr bwMode="gray">
          <a:xfrm>
            <a:off x="6618607" y="3208842"/>
            <a:ext cx="966716" cy="550285"/>
            <a:chOff x="6901648" y="1944927"/>
            <a:chExt cx="1152445" cy="656008"/>
          </a:xfrm>
        </p:grpSpPr>
        <p:pic>
          <p:nvPicPr>
            <p:cNvPr id="282" name="图片 167" descr="yu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 bwMode="gray">
            <a:xfrm>
              <a:off x="6901648" y="1944927"/>
              <a:ext cx="1152445" cy="656008"/>
            </a:xfrm>
            <a:prstGeom prst="rect">
              <a:avLst/>
            </a:prstGeom>
          </p:spPr>
        </p:pic>
        <p:sp>
          <p:nvSpPr>
            <p:cNvPr id="283" name="TextBox 59"/>
            <p:cNvSpPr txBox="1"/>
            <p:nvPr/>
          </p:nvSpPr>
          <p:spPr bwMode="gray">
            <a:xfrm>
              <a:off x="7022156" y="2155318"/>
              <a:ext cx="980318" cy="330049"/>
            </a:xfrm>
            <a:prstGeom prst="rect">
              <a:avLst/>
            </a:prstGeom>
            <a:noFill/>
            <a:ln w="6350">
              <a:noFill/>
              <a:miter lim="800000"/>
            </a:ln>
          </p:spPr>
          <p:txBody>
            <a:bodyPr/>
            <a:lstStyle>
              <a:defPPr>
                <a:defRPr lang="en-US"/>
              </a:defPPr>
              <a:lvl1pPr defTabSz="3048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</a:defRPr>
              </a:lvl1pPr>
            </a:lstStyle>
            <a:p>
              <a:pPr algn="ctr">
                <a:defRPr/>
              </a:pPr>
              <a:r>
                <a:rPr lang="zh-CN" altLang="en-US" kern="0" dirty="0" smtClean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rPr>
                <a:t>监控云</a:t>
              </a:r>
              <a:endParaRPr lang="zh-CN" altLang="en-US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284" name="椭圆 283"/>
          <p:cNvSpPr>
            <a:spLocks noChangeAspect="1"/>
          </p:cNvSpPr>
          <p:nvPr/>
        </p:nvSpPr>
        <p:spPr bwMode="gray">
          <a:xfrm>
            <a:off x="6409715" y="3065207"/>
            <a:ext cx="124198" cy="132155"/>
          </a:xfrm>
          <a:prstGeom prst="ellips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solidFill>
              <a:srgbClr val="EBEBE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322">
              <a:defRPr/>
            </a:pPr>
            <a:endParaRPr lang="zh-CN" altLang="en-US" sz="1200" kern="0" smtClean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85" name="直接连接符 284"/>
          <p:cNvCxnSpPr>
            <a:stCxn id="253" idx="7"/>
            <a:endCxn id="284" idx="3"/>
          </p:cNvCxnSpPr>
          <p:nvPr/>
        </p:nvCxnSpPr>
        <p:spPr bwMode="gray">
          <a:xfrm flipV="1">
            <a:off x="6093080" y="3178008"/>
            <a:ext cx="334823" cy="439658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pic>
        <p:nvPicPr>
          <p:cNvPr id="286" name="图片 285"/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FFFF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113260" y="2781770"/>
            <a:ext cx="1807944" cy="390807"/>
          </a:xfrm>
          <a:prstGeom prst="rect">
            <a:avLst/>
          </a:prstGeom>
        </p:spPr>
      </p:pic>
      <p:grpSp>
        <p:nvGrpSpPr>
          <p:cNvPr id="287" name="组合 286"/>
          <p:cNvGrpSpPr/>
          <p:nvPr/>
        </p:nvGrpSpPr>
        <p:grpSpPr bwMode="gray">
          <a:xfrm>
            <a:off x="5398090" y="2084255"/>
            <a:ext cx="1252276" cy="900049"/>
            <a:chOff x="5249941" y="1855048"/>
            <a:chExt cx="1252276" cy="900049"/>
          </a:xfrm>
        </p:grpSpPr>
        <p:pic>
          <p:nvPicPr>
            <p:cNvPr id="288" name="Picture 45" descr="I:\2019\73 数通2020年F3实验室DEMO制作-DCN\PPT\组 5354301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gray">
            <a:xfrm>
              <a:off x="5249941" y="1855048"/>
              <a:ext cx="1252276" cy="900049"/>
            </a:xfrm>
            <a:prstGeom prst="rect">
              <a:avLst/>
            </a:prstGeom>
            <a:noFill/>
          </p:spPr>
        </p:pic>
        <p:pic>
          <p:nvPicPr>
            <p:cNvPr id="289" name="图片 288" descr="loo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 bwMode="gray">
            <a:xfrm>
              <a:off x="5405605" y="2317278"/>
              <a:ext cx="938800" cy="183077"/>
            </a:xfrm>
            <a:prstGeom prst="rect">
              <a:avLst/>
            </a:prstGeom>
          </p:spPr>
        </p:pic>
      </p:grpSp>
      <p:sp>
        <p:nvSpPr>
          <p:cNvPr id="290" name="文本框 289"/>
          <p:cNvSpPr txBox="1"/>
          <p:nvPr/>
        </p:nvSpPr>
        <p:spPr bwMode="gray">
          <a:xfrm>
            <a:off x="5700085" y="2809324"/>
            <a:ext cx="688256" cy="32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 rtlCol="0" anchor="t" anchorCtr="0">
            <a:spAutoFit/>
          </a:bodyPr>
          <a:lstStyle/>
          <a:p>
            <a:pPr defTabSz="914400">
              <a:lnSpc>
                <a:spcPct val="150000"/>
              </a:lnSpc>
              <a:spcAft>
                <a:spcPts val="600"/>
              </a:spcAft>
              <a:buSzPct val="75000"/>
            </a:pPr>
            <a:r>
              <a:rPr lang="zh-CN" altLang="en-US" sz="1200" b="1" kern="0" dirty="0">
                <a:solidFill>
                  <a:srgbClr val="1D1D1A">
                    <a:lumMod val="75000"/>
                    <a:lumOff val="2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</a:t>
            </a:r>
            <a:r>
              <a:rPr lang="zh-CN" altLang="en-US" sz="1200" b="1" kern="0" dirty="0" smtClean="0">
                <a:solidFill>
                  <a:srgbClr val="1D1D1A">
                    <a:lumMod val="75000"/>
                    <a:lumOff val="2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网协同</a:t>
            </a:r>
          </a:p>
        </p:txBody>
      </p:sp>
      <p:sp>
        <p:nvSpPr>
          <p:cNvPr id="291" name="TextBox 5"/>
          <p:cNvSpPr txBox="1"/>
          <p:nvPr/>
        </p:nvSpPr>
        <p:spPr bwMode="gray">
          <a:xfrm>
            <a:off x="1148738" y="4904641"/>
            <a:ext cx="3198332" cy="9002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4000" indent="-144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300" b="1" dirty="0" smtClean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孤岛化：</a:t>
            </a:r>
            <a:r>
              <a:rPr kumimoji="1" lang="zh-CN" altLang="en-US" sz="1300" dirty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云网</a:t>
            </a:r>
            <a:r>
              <a:rPr kumimoji="1" lang="zh-CN" altLang="en-US" sz="1300" dirty="0" smtClean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资源无法统一调度</a:t>
            </a:r>
            <a:endParaRPr kumimoji="1" lang="en-US" altLang="zh-CN" sz="1300" dirty="0" smtClean="0">
              <a:solidFill>
                <a:srgbClr val="666666">
                  <a:lumMod val="50000"/>
                </a:srgb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144000" indent="-144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300" b="1" dirty="0" smtClean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开通慢：</a:t>
            </a:r>
            <a:r>
              <a:rPr kumimoji="1" lang="zh-CN" altLang="en-US" sz="1300" dirty="0" smtClean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跨域配置，业务周级开通</a:t>
            </a:r>
            <a:endParaRPr kumimoji="1" lang="en-US" altLang="zh-CN" sz="1300" dirty="0" smtClean="0">
              <a:solidFill>
                <a:srgbClr val="666666">
                  <a:lumMod val="50000"/>
                </a:srgb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144000" indent="-144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300" b="1" dirty="0" smtClean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体验差：</a:t>
            </a:r>
            <a:r>
              <a:rPr kumimoji="1" lang="zh-CN" altLang="en-US" sz="1300" dirty="0" smtClean="0">
                <a:solidFill>
                  <a:srgbClr val="666666">
                    <a:lumMod val="50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突发流量，网络拥塞</a:t>
            </a:r>
            <a:endParaRPr kumimoji="1" lang="en-US" altLang="zh-CN" sz="1300" dirty="0" smtClean="0">
              <a:solidFill>
                <a:srgbClr val="666666">
                  <a:lumMod val="50000"/>
                </a:srgb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292" name="直接连接符 291"/>
          <p:cNvCxnSpPr>
            <a:stCxn id="251" idx="6"/>
            <a:endCxn id="254" idx="5"/>
          </p:cNvCxnSpPr>
          <p:nvPr/>
        </p:nvCxnSpPr>
        <p:spPr bwMode="gray">
          <a:xfrm flipV="1">
            <a:off x="5553228" y="3181824"/>
            <a:ext cx="146982" cy="356142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293" name="直接连接符 292"/>
          <p:cNvCxnSpPr>
            <a:stCxn id="284" idx="3"/>
            <a:endCxn id="254" idx="5"/>
          </p:cNvCxnSpPr>
          <p:nvPr/>
        </p:nvCxnSpPr>
        <p:spPr bwMode="gray">
          <a:xfrm flipH="1">
            <a:off x="5700210" y="3178008"/>
            <a:ext cx="727693" cy="3816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294" name="直接连接符 293"/>
          <p:cNvCxnSpPr>
            <a:stCxn id="284" idx="3"/>
          </p:cNvCxnSpPr>
          <p:nvPr/>
        </p:nvCxnSpPr>
        <p:spPr bwMode="gray">
          <a:xfrm flipH="1">
            <a:off x="5561270" y="3178008"/>
            <a:ext cx="866633" cy="353254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295" name="直接连接符 294"/>
          <p:cNvCxnSpPr>
            <a:stCxn id="252" idx="2"/>
            <a:endCxn id="251" idx="6"/>
          </p:cNvCxnSpPr>
          <p:nvPr/>
        </p:nvCxnSpPr>
        <p:spPr bwMode="gray">
          <a:xfrm flipH="1">
            <a:off x="5553228" y="3498037"/>
            <a:ext cx="1035039" cy="39929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296" name="直接连接符 295"/>
          <p:cNvCxnSpPr>
            <a:stCxn id="252" idx="2"/>
            <a:endCxn id="284" idx="3"/>
          </p:cNvCxnSpPr>
          <p:nvPr/>
        </p:nvCxnSpPr>
        <p:spPr bwMode="gray">
          <a:xfrm flipH="1" flipV="1">
            <a:off x="6427903" y="3178008"/>
            <a:ext cx="160364" cy="320029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cxnSp>
        <p:nvCxnSpPr>
          <p:cNvPr id="297" name="直接连接符 296"/>
          <p:cNvCxnSpPr>
            <a:stCxn id="252" idx="2"/>
          </p:cNvCxnSpPr>
          <p:nvPr/>
        </p:nvCxnSpPr>
        <p:spPr bwMode="gray">
          <a:xfrm flipH="1" flipV="1">
            <a:off x="5718399" y="3197362"/>
            <a:ext cx="869868" cy="300675"/>
          </a:xfrm>
          <a:prstGeom prst="line">
            <a:avLst/>
          </a:prstGeom>
          <a:noFill/>
          <a:ln w="6350" cap="flat" cmpd="sng" algn="ctr">
            <a:solidFill>
              <a:srgbClr val="666666"/>
            </a:solidFill>
            <a:prstDash val="dash"/>
            <a:miter lim="800000"/>
          </a:ln>
          <a:effectLst/>
        </p:spPr>
      </p:cxnSp>
      <p:sp>
        <p:nvSpPr>
          <p:cNvPr id="298" name="TextBox 5"/>
          <p:cNvSpPr txBox="1"/>
          <p:nvPr/>
        </p:nvSpPr>
        <p:spPr bwMode="gray">
          <a:xfrm>
            <a:off x="4525202" y="4904641"/>
            <a:ext cx="3091089" cy="9002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44000" indent="-144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3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一体化：</a:t>
            </a:r>
            <a:r>
              <a:rPr kumimoji="1" lang="zh-CN" altLang="en-US" sz="13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云</a:t>
            </a:r>
            <a:r>
              <a:rPr kumimoji="1" lang="zh-CN" altLang="en-US" sz="13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网</a:t>
            </a:r>
            <a:r>
              <a:rPr kumimoji="1" lang="zh-CN" altLang="en-US" sz="13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协同，云网一体化服务</a:t>
            </a:r>
            <a:endParaRPr kumimoji="1" lang="en-US" altLang="zh-CN" sz="1300" dirty="0" smtClea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144000" indent="-144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3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开通快：</a:t>
            </a:r>
            <a:r>
              <a:rPr kumimoji="1" lang="zh-CN" altLang="en-US" sz="13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跨域</a:t>
            </a:r>
            <a:r>
              <a:rPr kumimoji="1" lang="zh-CN" altLang="en-US" sz="13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自动发放，小时级开通</a:t>
            </a:r>
            <a:endParaRPr kumimoji="1" lang="en-US" altLang="zh-CN" sz="130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144000" indent="-1440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3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体验佳：</a:t>
            </a:r>
            <a:r>
              <a:rPr kumimoji="1" lang="zh-CN" altLang="en-US" sz="13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业务调优，保障体验</a:t>
            </a:r>
            <a:endParaRPr kumimoji="1" lang="zh-CN" altLang="en-US" sz="130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 bwMode="gray">
          <a:xfrm>
            <a:off x="8451508" y="1738086"/>
            <a:ext cx="2286000" cy="307777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数字政务一体化平台</a:t>
            </a:r>
            <a:endParaRPr lang="zh-CN" altLang="en-US" sz="1400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9" name="TextBox 462"/>
          <p:cNvSpPr txBox="1"/>
          <p:nvPr/>
        </p:nvSpPr>
        <p:spPr bwMode="gray">
          <a:xfrm>
            <a:off x="5601169" y="3294844"/>
            <a:ext cx="8940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400"/>
            <a:r>
              <a:rPr kumimoji="1" lang="en-US" altLang="zh-CN" sz="14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SDN+SRv6</a:t>
            </a:r>
            <a:endParaRPr kumimoji="1" lang="en-US" sz="1400" b="1" dirty="0" smtClean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199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10F5826-D7F2-4124-BF30-D6781F6990C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>
                <a:sym typeface="Huawei Sans" panose="020C0503030203020204" pitchFamily="34" charset="0"/>
              </a:rPr>
              <a:t>某企业广域网流量智能调优</a:t>
            </a:r>
          </a:p>
        </p:txBody>
      </p:sp>
      <p:sp>
        <p:nvSpPr>
          <p:cNvPr id="3" name="圆角矩形 447">
            <a:extLst>
              <a:ext uri="{FF2B5EF4-FFF2-40B4-BE49-F238E27FC236}">
                <a16:creationId xmlns="" xmlns:a16="http://schemas.microsoft.com/office/drawing/2014/main" id="{7E66BC40-9BC7-46A9-A359-9D435922C9D9}"/>
              </a:ext>
            </a:extLst>
          </p:cNvPr>
          <p:cNvSpPr/>
          <p:nvPr/>
        </p:nvSpPr>
        <p:spPr bwMode="gray">
          <a:xfrm>
            <a:off x="4349160" y="1367113"/>
            <a:ext cx="7399927" cy="4806021"/>
          </a:xfrm>
          <a:prstGeom prst="roundRect">
            <a:avLst>
              <a:gd name="adj" fmla="val 0"/>
            </a:avLst>
          </a:prstGeom>
          <a:noFill/>
          <a:ln w="12700">
            <a:gradFill flip="none" rotWithShape="1">
              <a:gsLst>
                <a:gs pos="0">
                  <a:srgbClr val="002060">
                    <a:alpha val="47000"/>
                  </a:srgbClr>
                </a:gs>
                <a:gs pos="50000">
                  <a:sysClr val="window" lastClr="FFFFFF"/>
                </a:gs>
                <a:gs pos="100000">
                  <a:srgbClr val="002060">
                    <a:alpha val="37000"/>
                  </a:srgbClr>
                </a:gs>
              </a:gsLst>
              <a:lin ang="2700000" scaled="1"/>
              <a:tileRect/>
            </a:gradFill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defTabSz="914377" fontAlgn="ctr">
              <a:defRPr/>
            </a:pPr>
            <a:endParaRPr lang="en-US" altLang="zh-CN" sz="9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圆角矩形 58">
            <a:extLst>
              <a:ext uri="{FF2B5EF4-FFF2-40B4-BE49-F238E27FC236}">
                <a16:creationId xmlns="" xmlns:a16="http://schemas.microsoft.com/office/drawing/2014/main" id="{42103F0D-5D62-49B3-80CD-4AAB1828F477}"/>
              </a:ext>
            </a:extLst>
          </p:cNvPr>
          <p:cNvSpPr/>
          <p:nvPr/>
        </p:nvSpPr>
        <p:spPr bwMode="gray">
          <a:xfrm>
            <a:off x="452438" y="1394755"/>
            <a:ext cx="3651982" cy="4778380"/>
          </a:xfrm>
          <a:prstGeom prst="roundRect">
            <a:avLst>
              <a:gd name="adj" fmla="val 0"/>
            </a:avLst>
          </a:prstGeom>
          <a:noFill/>
          <a:ln w="12700">
            <a:gradFill flip="none" rotWithShape="1">
              <a:gsLst>
                <a:gs pos="0">
                  <a:srgbClr val="002060">
                    <a:alpha val="47000"/>
                  </a:srgbClr>
                </a:gs>
                <a:gs pos="50000">
                  <a:sysClr val="window" lastClr="FFFFFF"/>
                </a:gs>
                <a:gs pos="100000">
                  <a:srgbClr val="002060">
                    <a:alpha val="37000"/>
                  </a:srgbClr>
                </a:gs>
              </a:gsLst>
              <a:lin ang="2700000" scaled="1"/>
              <a:tileRect/>
            </a:gradFill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defTabSz="914377" fontAlgn="ctr">
              <a:defRPr/>
            </a:pPr>
            <a:endParaRPr lang="en-US" altLang="zh-CN" sz="900" kern="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FFE3E6F-BCE0-4427-A5C3-C3B5C73ED487}"/>
              </a:ext>
            </a:extLst>
          </p:cNvPr>
          <p:cNvSpPr/>
          <p:nvPr/>
        </p:nvSpPr>
        <p:spPr bwMode="gray">
          <a:xfrm>
            <a:off x="452438" y="998538"/>
            <a:ext cx="3651982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业务场景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9BFDE3D4-9D0E-4C77-9D22-FE13F3C033C8}"/>
              </a:ext>
            </a:extLst>
          </p:cNvPr>
          <p:cNvSpPr/>
          <p:nvPr/>
        </p:nvSpPr>
        <p:spPr bwMode="gray">
          <a:xfrm>
            <a:off x="4351427" y="1003895"/>
            <a:ext cx="7397659" cy="338554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BEE9EE">
                  <a:alpha val="60000"/>
                </a:srgbClr>
              </a:gs>
            </a:gsLst>
            <a:lin ang="5400000" scaled="1"/>
          </a:gradFill>
          <a:ln w="12700">
            <a:solidFill>
              <a:srgbClr val="BEE9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600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解决方案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191902C7-67EC-4889-8C8E-A397EFDA1DD2}"/>
              </a:ext>
            </a:extLst>
          </p:cNvPr>
          <p:cNvSpPr txBox="1"/>
          <p:nvPr/>
        </p:nvSpPr>
        <p:spPr bwMode="gray">
          <a:xfrm>
            <a:off x="591470" y="1585305"/>
            <a:ext cx="3270088" cy="21441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en-US"/>
            </a:defPPr>
            <a:lvl1pPr marL="228600" indent="-228600">
              <a:lnSpc>
                <a:spcPts val="2000"/>
              </a:lnSpc>
              <a:buFontTx/>
              <a:buAutoNum type="arabicPeriod"/>
              <a:defRPr sz="1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zh-CN" altLang="en-US" dirty="0">
                <a:sym typeface="Huawei Sans" panose="020C0503030203020204" pitchFamily="34" charset="0"/>
              </a:rPr>
              <a:t>总部</a:t>
            </a:r>
            <a:r>
              <a:rPr lang="en-US" altLang="zh-CN" dirty="0">
                <a:sym typeface="Huawei Sans" panose="020C0503030203020204" pitchFamily="34" charset="0"/>
              </a:rPr>
              <a:t>-</a:t>
            </a:r>
            <a:r>
              <a:rPr lang="zh-CN" altLang="en-US" dirty="0">
                <a:sym typeface="Huawei Sans" panose="020C0503030203020204" pitchFamily="34" charset="0"/>
              </a:rPr>
              <a:t>分支间年均流量增长</a:t>
            </a:r>
            <a:r>
              <a:rPr lang="en-US" altLang="zh-CN" dirty="0">
                <a:sym typeface="Huawei Sans" panose="020C0503030203020204" pitchFamily="34" charset="0"/>
              </a:rPr>
              <a:t>20%</a:t>
            </a:r>
            <a:r>
              <a:rPr lang="zh-CN" altLang="en-US" dirty="0">
                <a:sym typeface="Huawei Sans" panose="020C0503030203020204" pitchFamily="34" charset="0"/>
              </a:rPr>
              <a:t>左右，每年专线租赁预算只允许增长</a:t>
            </a:r>
            <a:r>
              <a:rPr lang="en-US" altLang="zh-CN" dirty="0">
                <a:sym typeface="Huawei Sans" panose="020C0503030203020204" pitchFamily="34" charset="0"/>
              </a:rPr>
              <a:t>5%</a:t>
            </a:r>
            <a:r>
              <a:rPr lang="zh-CN" altLang="en-US" dirty="0">
                <a:sym typeface="Huawei Sans" panose="020C0503030203020204" pitchFamily="34" charset="0"/>
              </a:rPr>
              <a:t>；而专线平均利用率只有</a:t>
            </a:r>
            <a:r>
              <a:rPr lang="en-US" altLang="zh-CN" dirty="0">
                <a:sym typeface="Huawei Sans" panose="020C0503030203020204" pitchFamily="34" charset="0"/>
              </a:rPr>
              <a:t>25%</a:t>
            </a:r>
            <a:r>
              <a:rPr lang="zh-CN" altLang="en-US" dirty="0">
                <a:sym typeface="Huawei Sans" panose="020C0503030203020204" pitchFamily="34" charset="0"/>
              </a:rPr>
              <a:t>左右</a:t>
            </a:r>
            <a:r>
              <a:rPr lang="zh-CN" altLang="en-US" dirty="0" smtClean="0">
                <a:sym typeface="Huawei Sans" panose="020C0503030203020204" pitchFamily="34" charset="0"/>
              </a:rPr>
              <a:t>。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endParaRPr lang="en-US" altLang="zh-CN" dirty="0" smtClean="0">
              <a:sym typeface="Huawei Sans" panose="020C0503030203020204" pitchFamily="34" charset="0"/>
            </a:endParaRPr>
          </a:p>
          <a:p>
            <a:r>
              <a:rPr lang="zh-CN" altLang="en-US" dirty="0" smtClean="0">
                <a:sym typeface="Huawei Sans" panose="020C0503030203020204" pitchFamily="34" charset="0"/>
              </a:rPr>
              <a:t>企业</a:t>
            </a:r>
            <a:r>
              <a:rPr lang="zh-CN" altLang="en-US" dirty="0">
                <a:sym typeface="Huawei Sans" panose="020C0503030203020204" pitchFamily="34" charset="0"/>
              </a:rPr>
              <a:t>数据同步业务需要</a:t>
            </a:r>
            <a:r>
              <a:rPr lang="zh-CN" altLang="en-US" b="1" dirty="0">
                <a:solidFill>
                  <a:srgbClr val="C7000B"/>
                </a:solidFill>
                <a:sym typeface="Huawei Sans" panose="020C0503030203020204" pitchFamily="34" charset="0"/>
              </a:rPr>
              <a:t>夜间作业</a:t>
            </a:r>
            <a:r>
              <a:rPr lang="zh-CN" altLang="en-US" dirty="0">
                <a:sym typeface="Huawei Sans" panose="020C0503030203020204" pitchFamily="34" charset="0"/>
              </a:rPr>
              <a:t>并且需要</a:t>
            </a:r>
            <a:r>
              <a:rPr lang="zh-CN" altLang="en-US" b="1" dirty="0">
                <a:solidFill>
                  <a:srgbClr val="C7000B"/>
                </a:solidFill>
                <a:sym typeface="Huawei Sans" panose="020C0503030203020204" pitchFamily="34" charset="0"/>
              </a:rPr>
              <a:t>超大带宽</a:t>
            </a:r>
            <a:r>
              <a:rPr lang="zh-CN" altLang="en-US" dirty="0">
                <a:sym typeface="Huawei Sans" panose="020C0503030203020204" pitchFamily="34" charset="0"/>
              </a:rPr>
              <a:t>需求。传统网络中受限于路由</a:t>
            </a:r>
            <a:r>
              <a:rPr lang="zh-CN" altLang="en-US" b="1" dirty="0">
                <a:solidFill>
                  <a:srgbClr val="C7000B"/>
                </a:solidFill>
                <a:sym typeface="Huawei Sans" panose="020C0503030203020204" pitchFamily="34" charset="0"/>
              </a:rPr>
              <a:t>最短路径原则</a:t>
            </a:r>
            <a:r>
              <a:rPr lang="zh-CN" altLang="en-US" dirty="0">
                <a:sym typeface="Huawei Sans" panose="020C0503030203020204" pitchFamily="34" charset="0"/>
              </a:rPr>
              <a:t>，难以实现流量负载均衡</a:t>
            </a:r>
            <a:r>
              <a:rPr lang="zh-CN" altLang="en-US" dirty="0" smtClean="0">
                <a:sym typeface="Huawei Sans" panose="020C0503030203020204" pitchFamily="34" charset="0"/>
              </a:rPr>
              <a:t>。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BFFDC501-3113-4BE1-99DE-CAF5229320E7}"/>
              </a:ext>
            </a:extLst>
          </p:cNvPr>
          <p:cNvSpPr txBox="1"/>
          <p:nvPr/>
        </p:nvSpPr>
        <p:spPr bwMode="gray">
          <a:xfrm>
            <a:off x="6095384" y="1585464"/>
            <a:ext cx="621799" cy="3324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过去</a:t>
            </a:r>
            <a:endParaRPr lang="en-US" altLang="zh-CN" sz="1400" b="1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BE2DDFDD-DF25-4CD2-AAA9-37FBCD091740}"/>
              </a:ext>
            </a:extLst>
          </p:cNvPr>
          <p:cNvSpPr txBox="1"/>
          <p:nvPr/>
        </p:nvSpPr>
        <p:spPr bwMode="gray">
          <a:xfrm>
            <a:off x="9610662" y="1581254"/>
            <a:ext cx="621799" cy="3324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b="1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现在</a:t>
            </a:r>
            <a:endParaRPr lang="en-US" altLang="zh-CN" sz="1400" b="1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="" xmlns:a16="http://schemas.microsoft.com/office/drawing/2014/main" id="{28F9A538-837A-4BE8-896F-2B6AB53C64B6}"/>
              </a:ext>
            </a:extLst>
          </p:cNvPr>
          <p:cNvGrpSpPr/>
          <p:nvPr/>
        </p:nvGrpSpPr>
        <p:grpSpPr bwMode="gray">
          <a:xfrm>
            <a:off x="793151" y="3893931"/>
            <a:ext cx="2843853" cy="1111273"/>
            <a:chOff x="3160544" y="1612033"/>
            <a:chExt cx="2585058" cy="923049"/>
          </a:xfrm>
        </p:grpSpPr>
        <p:grpSp>
          <p:nvGrpSpPr>
            <p:cNvPr id="12" name="组合 11">
              <a:extLst>
                <a:ext uri="{FF2B5EF4-FFF2-40B4-BE49-F238E27FC236}">
                  <a16:creationId xmlns="" xmlns:a16="http://schemas.microsoft.com/office/drawing/2014/main" id="{0030673B-2CA6-4D8F-AD71-393354BC5282}"/>
                </a:ext>
              </a:extLst>
            </p:cNvPr>
            <p:cNvGrpSpPr/>
            <p:nvPr/>
          </p:nvGrpSpPr>
          <p:grpSpPr bwMode="gray">
            <a:xfrm>
              <a:off x="3606147" y="1837056"/>
              <a:ext cx="1933291" cy="698026"/>
              <a:chOff x="3523971" y="1750534"/>
              <a:chExt cx="2127880" cy="797357"/>
            </a:xfrm>
          </p:grpSpPr>
          <p:cxnSp>
            <p:nvCxnSpPr>
              <p:cNvPr id="17" name="直接连接符 497">
                <a:extLst>
                  <a:ext uri="{FF2B5EF4-FFF2-40B4-BE49-F238E27FC236}">
                    <a16:creationId xmlns="" xmlns:a16="http://schemas.microsoft.com/office/drawing/2014/main" id="{8711B117-62DB-40EC-A53C-A58F0E978542}"/>
                  </a:ext>
                </a:extLst>
              </p:cNvPr>
              <p:cNvCxnSpPr/>
              <p:nvPr/>
            </p:nvCxnSpPr>
            <p:spPr bwMode="gray">
              <a:xfrm flipH="1" flipV="1">
                <a:off x="3523971" y="2232815"/>
                <a:ext cx="320363" cy="45002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8" name="直接连接符 498">
                <a:extLst>
                  <a:ext uri="{FF2B5EF4-FFF2-40B4-BE49-F238E27FC236}">
                    <a16:creationId xmlns="" xmlns:a16="http://schemas.microsoft.com/office/drawing/2014/main" id="{87F51965-B1CE-4512-9E1C-B1FB36AADE2C}"/>
                  </a:ext>
                </a:extLst>
              </p:cNvPr>
              <p:cNvCxnSpPr/>
              <p:nvPr/>
            </p:nvCxnSpPr>
            <p:spPr bwMode="gray">
              <a:xfrm flipV="1">
                <a:off x="3523971" y="2101910"/>
                <a:ext cx="219457" cy="130906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19" name="直接连接符 499">
                <a:extLst>
                  <a:ext uri="{FF2B5EF4-FFF2-40B4-BE49-F238E27FC236}">
                    <a16:creationId xmlns="" xmlns:a16="http://schemas.microsoft.com/office/drawing/2014/main" id="{4467AD2B-E595-4B92-A136-26FC5AB4BBF2}"/>
                  </a:ext>
                </a:extLst>
              </p:cNvPr>
              <p:cNvCxnSpPr/>
              <p:nvPr/>
            </p:nvCxnSpPr>
            <p:spPr bwMode="gray">
              <a:xfrm>
                <a:off x="3739501" y="2103841"/>
                <a:ext cx="306290" cy="0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0" name="直接连接符 500">
                <a:extLst>
                  <a:ext uri="{FF2B5EF4-FFF2-40B4-BE49-F238E27FC236}">
                    <a16:creationId xmlns="" xmlns:a16="http://schemas.microsoft.com/office/drawing/2014/main" id="{A02843DC-CDE5-4B88-ADBD-5F8896943442}"/>
                  </a:ext>
                </a:extLst>
              </p:cNvPr>
              <p:cNvCxnSpPr/>
              <p:nvPr/>
            </p:nvCxnSpPr>
            <p:spPr bwMode="gray">
              <a:xfrm flipH="1">
                <a:off x="3829817" y="2103841"/>
                <a:ext cx="219900" cy="175687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1" name="直接连接符 501">
                <a:extLst>
                  <a:ext uri="{FF2B5EF4-FFF2-40B4-BE49-F238E27FC236}">
                    <a16:creationId xmlns="" xmlns:a16="http://schemas.microsoft.com/office/drawing/2014/main" id="{13E538DB-37F8-4C8F-97BA-A1677619F751}"/>
                  </a:ext>
                </a:extLst>
              </p:cNvPr>
              <p:cNvCxnSpPr/>
              <p:nvPr/>
            </p:nvCxnSpPr>
            <p:spPr bwMode="gray">
              <a:xfrm flipV="1">
                <a:off x="3739501" y="1988002"/>
                <a:ext cx="235608" cy="113907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2" name="直接连接符 502">
                <a:extLst>
                  <a:ext uri="{FF2B5EF4-FFF2-40B4-BE49-F238E27FC236}">
                    <a16:creationId xmlns="" xmlns:a16="http://schemas.microsoft.com/office/drawing/2014/main" id="{F34D4F1A-4672-4E68-80F4-30B490BBFD3E}"/>
                  </a:ext>
                </a:extLst>
              </p:cNvPr>
              <p:cNvCxnSpPr/>
              <p:nvPr/>
            </p:nvCxnSpPr>
            <p:spPr bwMode="gray">
              <a:xfrm flipV="1">
                <a:off x="3971182" y="1839344"/>
                <a:ext cx="219901" cy="152520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3" name="直接连接符 503">
                <a:extLst>
                  <a:ext uri="{FF2B5EF4-FFF2-40B4-BE49-F238E27FC236}">
                    <a16:creationId xmlns="" xmlns:a16="http://schemas.microsoft.com/office/drawing/2014/main" id="{AD96BEB3-AC73-4DA3-8517-FE57B832B0B1}"/>
                  </a:ext>
                </a:extLst>
              </p:cNvPr>
              <p:cNvCxnSpPr/>
              <p:nvPr/>
            </p:nvCxnSpPr>
            <p:spPr bwMode="gray">
              <a:xfrm flipV="1">
                <a:off x="4187156" y="1750534"/>
                <a:ext cx="227755" cy="90741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4" name="直接连接符 504">
                <a:extLst>
                  <a:ext uri="{FF2B5EF4-FFF2-40B4-BE49-F238E27FC236}">
                    <a16:creationId xmlns="" xmlns:a16="http://schemas.microsoft.com/office/drawing/2014/main" id="{C5B88009-F0C3-4BA0-88EE-F10809A28D7A}"/>
                  </a:ext>
                </a:extLst>
              </p:cNvPr>
              <p:cNvCxnSpPr/>
              <p:nvPr/>
            </p:nvCxnSpPr>
            <p:spPr bwMode="gray">
              <a:xfrm>
                <a:off x="4195010" y="1839343"/>
                <a:ext cx="298437" cy="44404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5" name="直接连接符 505">
                <a:extLst>
                  <a:ext uri="{FF2B5EF4-FFF2-40B4-BE49-F238E27FC236}">
                    <a16:creationId xmlns="" xmlns:a16="http://schemas.microsoft.com/office/drawing/2014/main" id="{C32695F5-9824-4335-8A06-4B0E71098CC7}"/>
                  </a:ext>
                </a:extLst>
              </p:cNvPr>
              <p:cNvCxnSpPr/>
              <p:nvPr/>
            </p:nvCxnSpPr>
            <p:spPr bwMode="gray">
              <a:xfrm>
                <a:off x="3959401" y="1989933"/>
                <a:ext cx="321997" cy="46335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6" name="直接连接符 506">
                <a:extLst>
                  <a:ext uri="{FF2B5EF4-FFF2-40B4-BE49-F238E27FC236}">
                    <a16:creationId xmlns="" xmlns:a16="http://schemas.microsoft.com/office/drawing/2014/main" id="{6F44946D-A8D5-42BF-929F-43D4FF189586}"/>
                  </a:ext>
                </a:extLst>
              </p:cNvPr>
              <p:cNvCxnSpPr/>
              <p:nvPr/>
            </p:nvCxnSpPr>
            <p:spPr bwMode="gray">
              <a:xfrm>
                <a:off x="4285325" y="2036267"/>
                <a:ext cx="306291" cy="110047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7" name="直接连接符 507">
                <a:extLst>
                  <a:ext uri="{FF2B5EF4-FFF2-40B4-BE49-F238E27FC236}">
                    <a16:creationId xmlns="" xmlns:a16="http://schemas.microsoft.com/office/drawing/2014/main" id="{FF94649D-B42E-4A72-B3DC-FCA12F9385DE}"/>
                  </a:ext>
                </a:extLst>
              </p:cNvPr>
              <p:cNvCxnSpPr/>
              <p:nvPr/>
            </p:nvCxnSpPr>
            <p:spPr bwMode="gray">
              <a:xfrm flipH="1">
                <a:off x="4277472" y="1883748"/>
                <a:ext cx="215974" cy="154451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8" name="直接连接符 508">
                <a:extLst>
                  <a:ext uri="{FF2B5EF4-FFF2-40B4-BE49-F238E27FC236}">
                    <a16:creationId xmlns="" xmlns:a16="http://schemas.microsoft.com/office/drawing/2014/main" id="{BF150E87-FFF1-4943-AA6C-90F357E8C874}"/>
                  </a:ext>
                </a:extLst>
              </p:cNvPr>
              <p:cNvCxnSpPr/>
              <p:nvPr/>
            </p:nvCxnSpPr>
            <p:spPr bwMode="gray">
              <a:xfrm>
                <a:off x="4418836" y="1750536"/>
                <a:ext cx="306291" cy="65641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29" name="直接连接符 509">
                <a:extLst>
                  <a:ext uri="{FF2B5EF4-FFF2-40B4-BE49-F238E27FC236}">
                    <a16:creationId xmlns="" xmlns:a16="http://schemas.microsoft.com/office/drawing/2014/main" id="{96390C52-0AAD-4B63-B1D2-C8D144C76108}"/>
                  </a:ext>
                </a:extLst>
              </p:cNvPr>
              <p:cNvCxnSpPr/>
              <p:nvPr/>
            </p:nvCxnSpPr>
            <p:spPr bwMode="gray">
              <a:xfrm flipH="1">
                <a:off x="4045791" y="2034339"/>
                <a:ext cx="231681" cy="71434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0" name="直接连接符 510">
                <a:extLst>
                  <a:ext uri="{FF2B5EF4-FFF2-40B4-BE49-F238E27FC236}">
                    <a16:creationId xmlns="" xmlns:a16="http://schemas.microsoft.com/office/drawing/2014/main" id="{187ED141-259C-4FE4-BE8D-95BC6C5596C2}"/>
                  </a:ext>
                </a:extLst>
              </p:cNvPr>
              <p:cNvCxnSpPr/>
              <p:nvPr/>
            </p:nvCxnSpPr>
            <p:spPr bwMode="gray">
              <a:xfrm>
                <a:off x="4049718" y="2101911"/>
                <a:ext cx="318071" cy="133214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1" name="直接连接符 511">
                <a:extLst>
                  <a:ext uri="{FF2B5EF4-FFF2-40B4-BE49-F238E27FC236}">
                    <a16:creationId xmlns="" xmlns:a16="http://schemas.microsoft.com/office/drawing/2014/main" id="{CF2DFC52-ED70-44A9-90D1-1942874AE071}"/>
                  </a:ext>
                </a:extLst>
              </p:cNvPr>
              <p:cNvCxnSpPr/>
              <p:nvPr/>
            </p:nvCxnSpPr>
            <p:spPr bwMode="gray">
              <a:xfrm flipH="1">
                <a:off x="4155742" y="2232817"/>
                <a:ext cx="212047" cy="170274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2" name="直接连接符 512">
                <a:extLst>
                  <a:ext uri="{FF2B5EF4-FFF2-40B4-BE49-F238E27FC236}">
                    <a16:creationId xmlns="" xmlns:a16="http://schemas.microsoft.com/office/drawing/2014/main" id="{150428B4-69D0-4DA5-82DC-2893C8696FAA}"/>
                  </a:ext>
                </a:extLst>
              </p:cNvPr>
              <p:cNvCxnSpPr/>
              <p:nvPr/>
            </p:nvCxnSpPr>
            <p:spPr bwMode="gray">
              <a:xfrm>
                <a:off x="3837670" y="2277599"/>
                <a:ext cx="302363" cy="126636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3" name="直接连接符 513">
                <a:extLst>
                  <a:ext uri="{FF2B5EF4-FFF2-40B4-BE49-F238E27FC236}">
                    <a16:creationId xmlns="" xmlns:a16="http://schemas.microsoft.com/office/drawing/2014/main" id="{3EFBDD14-5421-419A-84A7-3113B4F7A5A1}"/>
                  </a:ext>
                </a:extLst>
              </p:cNvPr>
              <p:cNvCxnSpPr/>
              <p:nvPr/>
            </p:nvCxnSpPr>
            <p:spPr bwMode="gray">
              <a:xfrm>
                <a:off x="4136107" y="2410812"/>
                <a:ext cx="329851" cy="19306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4" name="直接连接符 514">
                <a:extLst>
                  <a:ext uri="{FF2B5EF4-FFF2-40B4-BE49-F238E27FC236}">
                    <a16:creationId xmlns="" xmlns:a16="http://schemas.microsoft.com/office/drawing/2014/main" id="{CE1D3A24-F92F-419D-908A-9A2EB8A9657D}"/>
                  </a:ext>
                </a:extLst>
              </p:cNvPr>
              <p:cNvCxnSpPr/>
              <p:nvPr/>
            </p:nvCxnSpPr>
            <p:spPr bwMode="gray">
              <a:xfrm>
                <a:off x="4367788" y="2233194"/>
                <a:ext cx="310217" cy="67572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5" name="直接连接符 515">
                <a:extLst>
                  <a:ext uri="{FF2B5EF4-FFF2-40B4-BE49-F238E27FC236}">
                    <a16:creationId xmlns="" xmlns:a16="http://schemas.microsoft.com/office/drawing/2014/main" id="{A46B48D8-2AB3-4CCF-A474-85146F74B3CB}"/>
                  </a:ext>
                </a:extLst>
              </p:cNvPr>
              <p:cNvCxnSpPr/>
              <p:nvPr/>
            </p:nvCxnSpPr>
            <p:spPr bwMode="gray">
              <a:xfrm flipV="1">
                <a:off x="4497373" y="1814247"/>
                <a:ext cx="227754" cy="69503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6" name="直接连接符 516">
                <a:extLst>
                  <a:ext uri="{FF2B5EF4-FFF2-40B4-BE49-F238E27FC236}">
                    <a16:creationId xmlns="" xmlns:a16="http://schemas.microsoft.com/office/drawing/2014/main" id="{4DD167B7-3CF6-4045-8CA8-240255A161BD}"/>
                  </a:ext>
                </a:extLst>
              </p:cNvPr>
              <p:cNvCxnSpPr/>
              <p:nvPr/>
            </p:nvCxnSpPr>
            <p:spPr bwMode="gray">
              <a:xfrm>
                <a:off x="4725127" y="1814249"/>
                <a:ext cx="314144" cy="67573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7" name="直接连接符 517">
                <a:extLst>
                  <a:ext uri="{FF2B5EF4-FFF2-40B4-BE49-F238E27FC236}">
                    <a16:creationId xmlns="" xmlns:a16="http://schemas.microsoft.com/office/drawing/2014/main" id="{C4879960-1133-4B63-B217-365B91D7B469}"/>
                  </a:ext>
                </a:extLst>
              </p:cNvPr>
              <p:cNvCxnSpPr/>
              <p:nvPr/>
            </p:nvCxnSpPr>
            <p:spPr bwMode="gray">
              <a:xfrm flipH="1">
                <a:off x="4367788" y="2142456"/>
                <a:ext cx="223828" cy="92671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8" name="直接连接符 518">
                <a:extLst>
                  <a:ext uri="{FF2B5EF4-FFF2-40B4-BE49-F238E27FC236}">
                    <a16:creationId xmlns="" xmlns:a16="http://schemas.microsoft.com/office/drawing/2014/main" id="{93CDBC29-A9F2-4DC7-9288-D00B66F3BCB5}"/>
                  </a:ext>
                </a:extLst>
              </p:cNvPr>
              <p:cNvCxnSpPr/>
              <p:nvPr/>
            </p:nvCxnSpPr>
            <p:spPr bwMode="gray">
              <a:xfrm>
                <a:off x="4501299" y="1885681"/>
                <a:ext cx="310217" cy="129353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39" name="直接连接符 519">
                <a:extLst>
                  <a:ext uri="{FF2B5EF4-FFF2-40B4-BE49-F238E27FC236}">
                    <a16:creationId xmlns="" xmlns:a16="http://schemas.microsoft.com/office/drawing/2014/main" id="{A16BD41A-0CB4-4E5B-A0EC-30187A46D5D5}"/>
                  </a:ext>
                </a:extLst>
              </p:cNvPr>
              <p:cNvCxnSpPr/>
              <p:nvPr/>
            </p:nvCxnSpPr>
            <p:spPr bwMode="gray">
              <a:xfrm flipH="1">
                <a:off x="4811516" y="1881820"/>
                <a:ext cx="227754" cy="133214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0" name="直接连接符 520">
                <a:extLst>
                  <a:ext uri="{FF2B5EF4-FFF2-40B4-BE49-F238E27FC236}">
                    <a16:creationId xmlns="" xmlns:a16="http://schemas.microsoft.com/office/drawing/2014/main" id="{ABDB9AAF-102F-43D4-BEEB-68AB0688547B}"/>
                  </a:ext>
                </a:extLst>
              </p:cNvPr>
              <p:cNvCxnSpPr/>
              <p:nvPr/>
            </p:nvCxnSpPr>
            <p:spPr bwMode="gray">
              <a:xfrm flipH="1">
                <a:off x="4591616" y="2018895"/>
                <a:ext cx="215974" cy="127422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1" name="直接连接符 521">
                <a:extLst>
                  <a:ext uri="{FF2B5EF4-FFF2-40B4-BE49-F238E27FC236}">
                    <a16:creationId xmlns="" xmlns:a16="http://schemas.microsoft.com/office/drawing/2014/main" id="{34B9E4DE-79E8-4A2D-9DC3-FEDE23013FD4}"/>
                  </a:ext>
                </a:extLst>
              </p:cNvPr>
              <p:cNvCxnSpPr/>
              <p:nvPr/>
            </p:nvCxnSpPr>
            <p:spPr bwMode="gray">
              <a:xfrm>
                <a:off x="4587688" y="2146317"/>
                <a:ext cx="318071" cy="67573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2" name="直接连接符 522">
                <a:extLst>
                  <a:ext uri="{FF2B5EF4-FFF2-40B4-BE49-F238E27FC236}">
                    <a16:creationId xmlns="" xmlns:a16="http://schemas.microsoft.com/office/drawing/2014/main" id="{12DF9CA4-347A-4D20-9F85-8FF335283B02}"/>
                  </a:ext>
                </a:extLst>
              </p:cNvPr>
              <p:cNvCxnSpPr/>
              <p:nvPr/>
            </p:nvCxnSpPr>
            <p:spPr bwMode="gray">
              <a:xfrm flipH="1">
                <a:off x="4674078" y="2211959"/>
                <a:ext cx="231681" cy="90740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3" name="直接连接符 523">
                <a:extLst>
                  <a:ext uri="{FF2B5EF4-FFF2-40B4-BE49-F238E27FC236}">
                    <a16:creationId xmlns="" xmlns:a16="http://schemas.microsoft.com/office/drawing/2014/main" id="{6BB9246F-B782-436A-8073-B9E3C49D2186}"/>
                  </a:ext>
                </a:extLst>
              </p:cNvPr>
              <p:cNvCxnSpPr/>
              <p:nvPr/>
            </p:nvCxnSpPr>
            <p:spPr bwMode="gray">
              <a:xfrm flipH="1">
                <a:off x="4462031" y="2302698"/>
                <a:ext cx="208120" cy="131284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4" name="直接连接符 524">
                <a:extLst>
                  <a:ext uri="{FF2B5EF4-FFF2-40B4-BE49-F238E27FC236}">
                    <a16:creationId xmlns="" xmlns:a16="http://schemas.microsoft.com/office/drawing/2014/main" id="{7C97FBF7-1087-4291-9EB4-E3EBD80CF0B9}"/>
                  </a:ext>
                </a:extLst>
              </p:cNvPr>
              <p:cNvCxnSpPr/>
              <p:nvPr/>
            </p:nvCxnSpPr>
            <p:spPr bwMode="gray">
              <a:xfrm>
                <a:off x="4811516" y="2013103"/>
                <a:ext cx="318071" cy="67573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5" name="直接连接符 525">
                <a:extLst>
                  <a:ext uri="{FF2B5EF4-FFF2-40B4-BE49-F238E27FC236}">
                    <a16:creationId xmlns="" xmlns:a16="http://schemas.microsoft.com/office/drawing/2014/main" id="{ED9AAF93-816B-4106-8008-21FC1FA0401A}"/>
                  </a:ext>
                </a:extLst>
              </p:cNvPr>
              <p:cNvCxnSpPr/>
              <p:nvPr/>
            </p:nvCxnSpPr>
            <p:spPr bwMode="gray">
              <a:xfrm flipH="1">
                <a:off x="4897906" y="2078745"/>
                <a:ext cx="231682" cy="139005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6" name="直接连接符 526">
                <a:extLst>
                  <a:ext uri="{FF2B5EF4-FFF2-40B4-BE49-F238E27FC236}">
                    <a16:creationId xmlns="" xmlns:a16="http://schemas.microsoft.com/office/drawing/2014/main" id="{65B7702F-E5B7-41BA-BF4E-2A740BFA5824}"/>
                  </a:ext>
                </a:extLst>
              </p:cNvPr>
              <p:cNvCxnSpPr/>
              <p:nvPr/>
            </p:nvCxnSpPr>
            <p:spPr bwMode="gray">
              <a:xfrm>
                <a:off x="5039270" y="1879888"/>
                <a:ext cx="318070" cy="158312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7" name="直接连接符 527">
                <a:extLst>
                  <a:ext uri="{FF2B5EF4-FFF2-40B4-BE49-F238E27FC236}">
                    <a16:creationId xmlns="" xmlns:a16="http://schemas.microsoft.com/office/drawing/2014/main" id="{AFE6E289-CD9F-4781-8471-7E23FE81C509}"/>
                  </a:ext>
                </a:extLst>
              </p:cNvPr>
              <p:cNvCxnSpPr/>
              <p:nvPr/>
            </p:nvCxnSpPr>
            <p:spPr bwMode="gray">
              <a:xfrm flipV="1">
                <a:off x="5133513" y="2036269"/>
                <a:ext cx="227754" cy="42474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8" name="直接连接符 528">
                <a:extLst>
                  <a:ext uri="{FF2B5EF4-FFF2-40B4-BE49-F238E27FC236}">
                    <a16:creationId xmlns="" xmlns:a16="http://schemas.microsoft.com/office/drawing/2014/main" id="{022DD38C-4841-406D-91FD-6858F23B4EBF}"/>
                  </a:ext>
                </a:extLst>
              </p:cNvPr>
              <p:cNvCxnSpPr/>
              <p:nvPr/>
            </p:nvCxnSpPr>
            <p:spPr bwMode="gray">
              <a:xfrm>
                <a:off x="5357341" y="2034339"/>
                <a:ext cx="294510" cy="23167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49" name="直接连接符 529">
                <a:extLst>
                  <a:ext uri="{FF2B5EF4-FFF2-40B4-BE49-F238E27FC236}">
                    <a16:creationId xmlns="" xmlns:a16="http://schemas.microsoft.com/office/drawing/2014/main" id="{F4CADA93-D4AF-4BC5-8D37-67AE66C86FE2}"/>
                  </a:ext>
                </a:extLst>
              </p:cNvPr>
              <p:cNvCxnSpPr/>
              <p:nvPr/>
            </p:nvCxnSpPr>
            <p:spPr bwMode="gray">
              <a:xfrm flipH="1">
                <a:off x="5431949" y="2063295"/>
                <a:ext cx="219901" cy="38613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50" name="直接连接符 530">
                <a:extLst>
                  <a:ext uri="{FF2B5EF4-FFF2-40B4-BE49-F238E27FC236}">
                    <a16:creationId xmlns="" xmlns:a16="http://schemas.microsoft.com/office/drawing/2014/main" id="{611C3687-162E-4F35-B9BC-6DDB334E4A9D}"/>
                  </a:ext>
                </a:extLst>
              </p:cNvPr>
              <p:cNvCxnSpPr/>
              <p:nvPr/>
            </p:nvCxnSpPr>
            <p:spPr bwMode="gray">
              <a:xfrm flipH="1" flipV="1">
                <a:off x="5129586" y="2078740"/>
                <a:ext cx="298436" cy="21237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51" name="直接连接符 531">
                <a:extLst>
                  <a:ext uri="{FF2B5EF4-FFF2-40B4-BE49-F238E27FC236}">
                    <a16:creationId xmlns="" xmlns:a16="http://schemas.microsoft.com/office/drawing/2014/main" id="{0F906309-4584-4146-A479-0DE40AF8615B}"/>
                  </a:ext>
                </a:extLst>
              </p:cNvPr>
              <p:cNvCxnSpPr/>
              <p:nvPr/>
            </p:nvCxnSpPr>
            <p:spPr bwMode="gray">
              <a:xfrm flipH="1">
                <a:off x="5219902" y="2101908"/>
                <a:ext cx="215974" cy="173756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52" name="直接连接符 532">
                <a:extLst>
                  <a:ext uri="{FF2B5EF4-FFF2-40B4-BE49-F238E27FC236}">
                    <a16:creationId xmlns="" xmlns:a16="http://schemas.microsoft.com/office/drawing/2014/main" id="{B50636E5-32C3-4D32-BE7E-BB9EE0278E30}"/>
                  </a:ext>
                </a:extLst>
              </p:cNvPr>
              <p:cNvCxnSpPr/>
              <p:nvPr/>
            </p:nvCxnSpPr>
            <p:spPr bwMode="gray">
              <a:xfrm flipH="1" flipV="1">
                <a:off x="4901831" y="2213889"/>
                <a:ext cx="321997" cy="61780"/>
              </a:xfrm>
              <a:prstGeom prst="line">
                <a:avLst/>
              </a:prstGeom>
              <a:noFill/>
              <a:ln w="19050" cap="sq" cmpd="sng" algn="ctr">
                <a:solidFill>
                  <a:srgbClr val="C00000"/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53" name="直接连接符 533">
                <a:extLst>
                  <a:ext uri="{FF2B5EF4-FFF2-40B4-BE49-F238E27FC236}">
                    <a16:creationId xmlns="" xmlns:a16="http://schemas.microsoft.com/office/drawing/2014/main" id="{8E079A83-7C74-4504-AB03-C54312B7B90C}"/>
                  </a:ext>
                </a:extLst>
              </p:cNvPr>
              <p:cNvCxnSpPr/>
              <p:nvPr/>
            </p:nvCxnSpPr>
            <p:spPr bwMode="gray">
              <a:xfrm>
                <a:off x="4678004" y="2300767"/>
                <a:ext cx="314144" cy="42474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54" name="直接连接符 534">
                <a:extLst>
                  <a:ext uri="{FF2B5EF4-FFF2-40B4-BE49-F238E27FC236}">
                    <a16:creationId xmlns="" xmlns:a16="http://schemas.microsoft.com/office/drawing/2014/main" id="{D2C440CB-C8DD-4AAC-AA7B-EA48E873C4FD}"/>
                  </a:ext>
                </a:extLst>
              </p:cNvPr>
              <p:cNvCxnSpPr/>
              <p:nvPr/>
            </p:nvCxnSpPr>
            <p:spPr bwMode="gray">
              <a:xfrm flipH="1">
                <a:off x="4988220" y="2277599"/>
                <a:ext cx="223827" cy="65641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55" name="直接连接符 535">
                <a:extLst>
                  <a:ext uri="{FF2B5EF4-FFF2-40B4-BE49-F238E27FC236}">
                    <a16:creationId xmlns="" xmlns:a16="http://schemas.microsoft.com/office/drawing/2014/main" id="{58BB38DD-7A1B-4047-92B5-560DFBC410DF}"/>
                  </a:ext>
                </a:extLst>
              </p:cNvPr>
              <p:cNvCxnSpPr/>
              <p:nvPr/>
            </p:nvCxnSpPr>
            <p:spPr bwMode="gray">
              <a:xfrm>
                <a:off x="4462029" y="2430119"/>
                <a:ext cx="298437" cy="111977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  <p:cxnSp>
            <p:nvCxnSpPr>
              <p:cNvPr id="56" name="直接连接符 536">
                <a:extLst>
                  <a:ext uri="{FF2B5EF4-FFF2-40B4-BE49-F238E27FC236}">
                    <a16:creationId xmlns="" xmlns:a16="http://schemas.microsoft.com/office/drawing/2014/main" id="{4927086F-2FE8-44B5-9246-64DB31BD02C0}"/>
                  </a:ext>
                </a:extLst>
              </p:cNvPr>
              <p:cNvCxnSpPr/>
              <p:nvPr/>
            </p:nvCxnSpPr>
            <p:spPr bwMode="gray">
              <a:xfrm flipH="1">
                <a:off x="4760467" y="2347420"/>
                <a:ext cx="227754" cy="200471"/>
              </a:xfrm>
              <a:prstGeom prst="line">
                <a:avLst/>
              </a:prstGeom>
              <a:noFill/>
              <a:ln w="19050" cap="sq" cmpd="sng" algn="ctr">
                <a:solidFill>
                  <a:schemeClr val="bg1">
                    <a:lumMod val="65000"/>
                  </a:schemeClr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3" name="文本框 12">
              <a:extLst>
                <a:ext uri="{FF2B5EF4-FFF2-40B4-BE49-F238E27FC236}">
                  <a16:creationId xmlns="" xmlns:a16="http://schemas.microsoft.com/office/drawing/2014/main" id="{2564F4C8-D68D-4E76-B2D1-8087AEB40942}"/>
                </a:ext>
              </a:extLst>
            </p:cNvPr>
            <p:cNvSpPr txBox="1"/>
            <p:nvPr/>
          </p:nvSpPr>
          <p:spPr bwMode="gray">
            <a:xfrm>
              <a:off x="3160544" y="1612033"/>
              <a:ext cx="1061441" cy="434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利用率</a:t>
              </a:r>
              <a:endParaRPr lang="en-US" altLang="zh-CN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60%</a:t>
              </a:r>
              <a:endPara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="" xmlns:a16="http://schemas.microsoft.com/office/drawing/2014/main" id="{E72D6619-8E3C-4227-9388-6400DB8F7871}"/>
                </a:ext>
              </a:extLst>
            </p:cNvPr>
            <p:cNvCxnSpPr/>
            <p:nvPr/>
          </p:nvCxnSpPr>
          <p:spPr bwMode="gray">
            <a:xfrm flipH="1">
              <a:off x="4150481" y="1735431"/>
              <a:ext cx="2451" cy="291599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="" xmlns:a16="http://schemas.microsoft.com/office/drawing/2014/main" id="{1AFC5396-AE82-48B3-A049-05E848579C2C}"/>
                </a:ext>
              </a:extLst>
            </p:cNvPr>
            <p:cNvCxnSpPr/>
            <p:nvPr/>
          </p:nvCxnSpPr>
          <p:spPr bwMode="gray">
            <a:xfrm>
              <a:off x="4888929" y="1845749"/>
              <a:ext cx="1670" cy="542048"/>
            </a:xfrm>
            <a:prstGeom prst="line">
              <a:avLst/>
            </a:prstGeom>
            <a:ln w="1905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/>
                  </a:gs>
                </a:gsLst>
                <a:lin ang="54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="" xmlns:a16="http://schemas.microsoft.com/office/drawing/2014/main" id="{1E3F1512-D768-4179-8BCA-7B8E2915A926}"/>
                </a:ext>
              </a:extLst>
            </p:cNvPr>
            <p:cNvSpPr txBox="1"/>
            <p:nvPr/>
          </p:nvSpPr>
          <p:spPr bwMode="gray">
            <a:xfrm>
              <a:off x="4684161" y="1647407"/>
              <a:ext cx="1061441" cy="434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利用率</a:t>
              </a:r>
              <a:endParaRPr lang="en-US" altLang="zh-CN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400" dirty="0">
                  <a:solidFill>
                    <a:srgbClr val="1D1D1A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5%</a:t>
              </a:r>
              <a:endPara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AE61232B-C6BD-4D33-8ED6-B7BDC249B9A2}"/>
              </a:ext>
            </a:extLst>
          </p:cNvPr>
          <p:cNvGrpSpPr/>
          <p:nvPr/>
        </p:nvGrpSpPr>
        <p:grpSpPr bwMode="gray">
          <a:xfrm>
            <a:off x="4954073" y="2758875"/>
            <a:ext cx="3083748" cy="2227427"/>
            <a:chOff x="5146863" y="2765028"/>
            <a:chExt cx="3065665" cy="2870402"/>
          </a:xfrm>
        </p:grpSpPr>
        <p:sp>
          <p:nvSpPr>
            <p:cNvPr id="58" name="Freeform 6">
              <a:extLst>
                <a:ext uri="{FF2B5EF4-FFF2-40B4-BE49-F238E27FC236}">
                  <a16:creationId xmlns="" xmlns:a16="http://schemas.microsoft.com/office/drawing/2014/main" id="{DB72F506-D9DF-4075-8948-3A614AB42AAF}"/>
                </a:ext>
              </a:extLst>
            </p:cNvPr>
            <p:cNvSpPr>
              <a:spLocks/>
            </p:cNvSpPr>
            <p:nvPr/>
          </p:nvSpPr>
          <p:spPr bwMode="gray">
            <a:xfrm>
              <a:off x="5232695" y="3959758"/>
              <a:ext cx="642027" cy="526694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353 w 10000"/>
                <a:gd name="connsiteY7" fmla="*/ 5815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638 w 10000"/>
                <a:gd name="connsiteY3" fmla="*/ 4336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353 w 10000"/>
                <a:gd name="connsiteY7" fmla="*/ 5815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638 w 10000"/>
                <a:gd name="connsiteY3" fmla="*/ 4336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054 w 10000"/>
                <a:gd name="connsiteY7" fmla="*/ 5692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noFill/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6177" tIns="43087" rIns="86177" bIns="43087" numCol="1" anchor="ctr" anchorCtr="0" compatLnSpc="1">
              <a:prstTxWarp prst="textNoShape">
                <a:avLst/>
              </a:prstTxWarp>
            </a:bodyPr>
            <a:lstStyle/>
            <a:p>
              <a:pPr algn="ctr" defTabSz="964825">
                <a:lnSpc>
                  <a:spcPct val="200000"/>
                </a:lnSpc>
                <a:defRPr/>
              </a:pPr>
              <a:endParaRPr lang="zh-CN" altLang="en-US" sz="1400" ker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="" xmlns:a16="http://schemas.microsoft.com/office/drawing/2014/main" id="{9773DDF6-DC95-4EC6-BC83-1644C3A91150}"/>
                </a:ext>
              </a:extLst>
            </p:cNvPr>
            <p:cNvSpPr txBox="1"/>
            <p:nvPr/>
          </p:nvSpPr>
          <p:spPr bwMode="gray">
            <a:xfrm>
              <a:off x="5286367" y="4025923"/>
              <a:ext cx="665222" cy="396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7575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DC1</a:t>
              </a:r>
              <a:endParaRPr kumimoji="1" lang="zh-CN" altLang="en-US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="" xmlns:a16="http://schemas.microsoft.com/office/drawing/2014/main" id="{E99B70FE-53D2-48C8-A077-E43915068D36}"/>
                </a:ext>
              </a:extLst>
            </p:cNvPr>
            <p:cNvSpPr txBox="1"/>
            <p:nvPr/>
          </p:nvSpPr>
          <p:spPr bwMode="gray">
            <a:xfrm>
              <a:off x="5226352" y="3619098"/>
              <a:ext cx="665222" cy="396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7575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北京</a:t>
              </a:r>
            </a:p>
          </p:txBody>
        </p:sp>
        <p:sp>
          <p:nvSpPr>
            <p:cNvPr id="61" name="Freeform 6">
              <a:extLst>
                <a:ext uri="{FF2B5EF4-FFF2-40B4-BE49-F238E27FC236}">
                  <a16:creationId xmlns="" xmlns:a16="http://schemas.microsoft.com/office/drawing/2014/main" id="{FA62A50C-14BA-4277-AFB8-EB8A2B0D8765}"/>
                </a:ext>
              </a:extLst>
            </p:cNvPr>
            <p:cNvSpPr>
              <a:spLocks/>
            </p:cNvSpPr>
            <p:nvPr/>
          </p:nvSpPr>
          <p:spPr bwMode="gray">
            <a:xfrm>
              <a:off x="6171792" y="2765028"/>
              <a:ext cx="642027" cy="513598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353 w 10000"/>
                <a:gd name="connsiteY7" fmla="*/ 5815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638 w 10000"/>
                <a:gd name="connsiteY3" fmla="*/ 4336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353 w 10000"/>
                <a:gd name="connsiteY7" fmla="*/ 5815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638 w 10000"/>
                <a:gd name="connsiteY3" fmla="*/ 4336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054 w 10000"/>
                <a:gd name="connsiteY7" fmla="*/ 5692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6177" tIns="43087" rIns="86177" bIns="43087" numCol="1" anchor="ctr" anchorCtr="0" compatLnSpc="1">
              <a:prstTxWarp prst="textNoShape">
                <a:avLst/>
              </a:prstTxWarp>
            </a:bodyPr>
            <a:lstStyle/>
            <a:p>
              <a:pPr algn="ctr" defTabSz="964825">
                <a:lnSpc>
                  <a:spcPct val="200000"/>
                </a:lnSpc>
                <a:defRPr/>
              </a:pPr>
              <a:endParaRPr lang="zh-CN" altLang="en-US" sz="1400" ker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="" xmlns:a16="http://schemas.microsoft.com/office/drawing/2014/main" id="{DD8EEAE4-0DFC-49B7-89FF-E7D9731A1F23}"/>
                </a:ext>
              </a:extLst>
            </p:cNvPr>
            <p:cNvSpPr txBox="1"/>
            <p:nvPr/>
          </p:nvSpPr>
          <p:spPr bwMode="gray">
            <a:xfrm>
              <a:off x="6251163" y="2843346"/>
              <a:ext cx="665222" cy="396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7575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DC2</a:t>
              </a:r>
              <a:endParaRPr kumimoji="1" lang="zh-CN" altLang="en-US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="" xmlns:a16="http://schemas.microsoft.com/office/drawing/2014/main" id="{F3D23A03-34C9-4FFF-B256-ECC503605558}"/>
                </a:ext>
              </a:extLst>
            </p:cNvPr>
            <p:cNvSpPr txBox="1"/>
            <p:nvPr/>
          </p:nvSpPr>
          <p:spPr bwMode="gray">
            <a:xfrm>
              <a:off x="5622873" y="2843346"/>
              <a:ext cx="665222" cy="396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7575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北京</a:t>
              </a:r>
            </a:p>
          </p:txBody>
        </p:sp>
        <p:sp>
          <p:nvSpPr>
            <p:cNvPr id="64" name="Freeform 6">
              <a:extLst>
                <a:ext uri="{FF2B5EF4-FFF2-40B4-BE49-F238E27FC236}">
                  <a16:creationId xmlns="" xmlns:a16="http://schemas.microsoft.com/office/drawing/2014/main" id="{28619471-3299-4828-B969-2B8E5D7C27D7}"/>
                </a:ext>
              </a:extLst>
            </p:cNvPr>
            <p:cNvSpPr>
              <a:spLocks/>
            </p:cNvSpPr>
            <p:nvPr/>
          </p:nvSpPr>
          <p:spPr bwMode="gray">
            <a:xfrm>
              <a:off x="7185078" y="4007273"/>
              <a:ext cx="642027" cy="513598"/>
            </a:xfrm>
            <a:custGeom>
              <a:avLst/>
              <a:gdLst>
                <a:gd name="T0" fmla="*/ 637 w 754"/>
                <a:gd name="T1" fmla="*/ 407 h 415"/>
                <a:gd name="T2" fmla="*/ 92 w 754"/>
                <a:gd name="T3" fmla="*/ 403 h 415"/>
                <a:gd name="T4" fmla="*/ 15 w 754"/>
                <a:gd name="T5" fmla="*/ 290 h 415"/>
                <a:gd name="T6" fmla="*/ 139 w 754"/>
                <a:gd name="T7" fmla="*/ 204 h 415"/>
                <a:gd name="T8" fmla="*/ 287 w 754"/>
                <a:gd name="T9" fmla="*/ 26 h 415"/>
                <a:gd name="T10" fmla="*/ 504 w 754"/>
                <a:gd name="T11" fmla="*/ 122 h 415"/>
                <a:gd name="T12" fmla="*/ 650 w 754"/>
                <a:gd name="T13" fmla="*/ 119 h 415"/>
                <a:gd name="T14" fmla="*/ 678 w 754"/>
                <a:gd name="T15" fmla="*/ 244 h 415"/>
                <a:gd name="T16" fmla="*/ 742 w 754"/>
                <a:gd name="T17" fmla="*/ 336 h 415"/>
                <a:gd name="T18" fmla="*/ 637 w 754"/>
                <a:gd name="T19" fmla="*/ 407 h 415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8992 w 10000"/>
                <a:gd name="connsiteY7" fmla="*/ 5880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470 w 10000"/>
                <a:gd name="connsiteY3" fmla="*/ 4211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353 w 10000"/>
                <a:gd name="connsiteY7" fmla="*/ 5815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638 w 10000"/>
                <a:gd name="connsiteY3" fmla="*/ 4336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353 w 10000"/>
                <a:gd name="connsiteY7" fmla="*/ 5815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  <a:gd name="connsiteX0" fmla="*/ 8448 w 10000"/>
                <a:gd name="connsiteY0" fmla="*/ 9807 h 10000"/>
                <a:gd name="connsiteX1" fmla="*/ 1220 w 10000"/>
                <a:gd name="connsiteY1" fmla="*/ 9711 h 10000"/>
                <a:gd name="connsiteX2" fmla="*/ 199 w 10000"/>
                <a:gd name="connsiteY2" fmla="*/ 6988 h 10000"/>
                <a:gd name="connsiteX3" fmla="*/ 1638 w 10000"/>
                <a:gd name="connsiteY3" fmla="*/ 4336 h 10000"/>
                <a:gd name="connsiteX4" fmla="*/ 3806 w 10000"/>
                <a:gd name="connsiteY4" fmla="*/ 627 h 10000"/>
                <a:gd name="connsiteX5" fmla="*/ 6684 w 10000"/>
                <a:gd name="connsiteY5" fmla="*/ 2940 h 10000"/>
                <a:gd name="connsiteX6" fmla="*/ 8621 w 10000"/>
                <a:gd name="connsiteY6" fmla="*/ 2867 h 10000"/>
                <a:gd name="connsiteX7" fmla="*/ 9054 w 10000"/>
                <a:gd name="connsiteY7" fmla="*/ 5692 h 10000"/>
                <a:gd name="connsiteX8" fmla="*/ 9841 w 10000"/>
                <a:gd name="connsiteY8" fmla="*/ 8096 h 10000"/>
                <a:gd name="connsiteX9" fmla="*/ 8448 w 10000"/>
                <a:gd name="connsiteY9" fmla="*/ 980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000" h="10000">
                  <a:moveTo>
                    <a:pt x="8448" y="9807"/>
                  </a:moveTo>
                  <a:lnTo>
                    <a:pt x="1220" y="9711"/>
                  </a:lnTo>
                  <a:cubicBezTo>
                    <a:pt x="1220" y="9711"/>
                    <a:pt x="0" y="9253"/>
                    <a:pt x="199" y="6988"/>
                  </a:cubicBezTo>
                  <a:cubicBezTo>
                    <a:pt x="424" y="4530"/>
                    <a:pt x="1638" y="4336"/>
                    <a:pt x="1638" y="4336"/>
                  </a:cubicBezTo>
                  <a:cubicBezTo>
                    <a:pt x="1638" y="4336"/>
                    <a:pt x="1711" y="1277"/>
                    <a:pt x="3806" y="627"/>
                  </a:cubicBezTo>
                  <a:cubicBezTo>
                    <a:pt x="5849" y="0"/>
                    <a:pt x="6684" y="2940"/>
                    <a:pt x="6684" y="2940"/>
                  </a:cubicBezTo>
                  <a:cubicBezTo>
                    <a:pt x="6684" y="2940"/>
                    <a:pt x="7732" y="1542"/>
                    <a:pt x="8621" y="2867"/>
                  </a:cubicBezTo>
                  <a:cubicBezTo>
                    <a:pt x="9363" y="3952"/>
                    <a:pt x="9054" y="5692"/>
                    <a:pt x="9054" y="5692"/>
                  </a:cubicBezTo>
                  <a:cubicBezTo>
                    <a:pt x="9054" y="5692"/>
                    <a:pt x="10000" y="6361"/>
                    <a:pt x="9841" y="8096"/>
                  </a:cubicBezTo>
                  <a:cubicBezTo>
                    <a:pt x="9668" y="10000"/>
                    <a:pt x="8448" y="9807"/>
                    <a:pt x="8448" y="980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86177" tIns="43087" rIns="86177" bIns="43087" numCol="1" anchor="ctr" anchorCtr="0" compatLnSpc="1">
              <a:prstTxWarp prst="textNoShape">
                <a:avLst/>
              </a:prstTxWarp>
            </a:bodyPr>
            <a:lstStyle/>
            <a:p>
              <a:pPr algn="ctr" defTabSz="964825">
                <a:lnSpc>
                  <a:spcPct val="200000"/>
                </a:lnSpc>
                <a:defRPr/>
              </a:pPr>
              <a:endParaRPr lang="zh-CN" altLang="en-US" sz="1400" ker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="" xmlns:a16="http://schemas.microsoft.com/office/drawing/2014/main" id="{1351977D-7C63-4533-98B5-71F2F0DF7872}"/>
                </a:ext>
              </a:extLst>
            </p:cNvPr>
            <p:cNvSpPr txBox="1"/>
            <p:nvPr/>
          </p:nvSpPr>
          <p:spPr bwMode="gray">
            <a:xfrm>
              <a:off x="7314689" y="4142334"/>
              <a:ext cx="665222" cy="396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400" dirty="0">
                  <a:solidFill>
                    <a:srgbClr val="57575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DC</a:t>
              </a:r>
              <a:endParaRPr kumimoji="1" lang="zh-CN" altLang="en-US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="" xmlns:a16="http://schemas.microsoft.com/office/drawing/2014/main" id="{3172A861-F288-42E7-86F4-1FBD495D1BA6}"/>
                </a:ext>
              </a:extLst>
            </p:cNvPr>
            <p:cNvSpPr txBox="1"/>
            <p:nvPr/>
          </p:nvSpPr>
          <p:spPr bwMode="gray">
            <a:xfrm>
              <a:off x="7222152" y="3677043"/>
              <a:ext cx="665222" cy="396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solidFill>
                    <a:srgbClr val="57575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上海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="" xmlns:a16="http://schemas.microsoft.com/office/drawing/2014/main" id="{61B75CDE-4131-46E4-9EEA-997CCC9C1E19}"/>
                </a:ext>
              </a:extLst>
            </p:cNvPr>
            <p:cNvSpPr/>
            <p:nvPr/>
          </p:nvSpPr>
          <p:spPr bwMode="gray">
            <a:xfrm>
              <a:off x="5146863" y="5386249"/>
              <a:ext cx="856615" cy="249181"/>
            </a:xfrm>
            <a:prstGeom prst="rect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rgbClr val="66666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分支</a:t>
              </a:r>
              <a:r>
                <a:rPr lang="en-US" altLang="zh-CN" sz="1400">
                  <a:solidFill>
                    <a:srgbClr val="66666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400" dirty="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="" xmlns:a16="http://schemas.microsoft.com/office/drawing/2014/main" id="{AD8AF71D-786A-48BF-A9F9-70CDDB17CF4E}"/>
                </a:ext>
              </a:extLst>
            </p:cNvPr>
            <p:cNvSpPr/>
            <p:nvPr/>
          </p:nvSpPr>
          <p:spPr bwMode="gray">
            <a:xfrm>
              <a:off x="6321934" y="5385368"/>
              <a:ext cx="856615" cy="249181"/>
            </a:xfrm>
            <a:prstGeom prst="rect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rgbClr val="66666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分支</a:t>
              </a:r>
              <a:r>
                <a:rPr lang="en-US" altLang="zh-CN" sz="1400">
                  <a:solidFill>
                    <a:srgbClr val="66666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dirty="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="" xmlns:a16="http://schemas.microsoft.com/office/drawing/2014/main" id="{5E4C837F-F039-41A7-80C2-9C1D3A881A2F}"/>
                </a:ext>
              </a:extLst>
            </p:cNvPr>
            <p:cNvSpPr/>
            <p:nvPr/>
          </p:nvSpPr>
          <p:spPr bwMode="gray">
            <a:xfrm>
              <a:off x="7355913" y="5386249"/>
              <a:ext cx="856615" cy="249181"/>
            </a:xfrm>
            <a:prstGeom prst="rect">
              <a:avLst/>
            </a:prstGeom>
            <a:noFill/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rgbClr val="66666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分支</a:t>
              </a:r>
              <a:r>
                <a:rPr lang="en-US" altLang="zh-CN" sz="1400">
                  <a:solidFill>
                    <a:srgbClr val="666666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400" dirty="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="" xmlns:a16="http://schemas.microsoft.com/office/drawing/2014/main" id="{93969D3B-6E9B-4F18-B0C7-8B41EF365CD6}"/>
                </a:ext>
              </a:extLst>
            </p:cNvPr>
            <p:cNvCxnSpPr>
              <a:stCxn id="67" idx="0"/>
            </p:cNvCxnSpPr>
            <p:nvPr/>
          </p:nvCxnSpPr>
          <p:spPr bwMode="gray">
            <a:xfrm flipV="1">
              <a:off x="5575171" y="4278101"/>
              <a:ext cx="488763" cy="1108148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71" name="直接连接符 70">
              <a:extLst>
                <a:ext uri="{FF2B5EF4-FFF2-40B4-BE49-F238E27FC236}">
                  <a16:creationId xmlns="" xmlns:a16="http://schemas.microsoft.com/office/drawing/2014/main" id="{48DDFDCF-A15E-4061-B366-B77EE1BA921C}"/>
                </a:ext>
              </a:extLst>
            </p:cNvPr>
            <p:cNvCxnSpPr>
              <a:stCxn id="67" idx="0"/>
            </p:cNvCxnSpPr>
            <p:nvPr/>
          </p:nvCxnSpPr>
          <p:spPr bwMode="gray">
            <a:xfrm flipV="1">
              <a:off x="5575171" y="4247609"/>
              <a:ext cx="1318866" cy="1138640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72" name="直接连接符 71">
              <a:extLst>
                <a:ext uri="{FF2B5EF4-FFF2-40B4-BE49-F238E27FC236}">
                  <a16:creationId xmlns="" xmlns:a16="http://schemas.microsoft.com/office/drawing/2014/main" id="{B63A7C34-0ADC-4215-ADAD-417E12E05D4A}"/>
                </a:ext>
              </a:extLst>
            </p:cNvPr>
            <p:cNvCxnSpPr>
              <a:stCxn id="68" idx="0"/>
              <a:endCxn id="59" idx="3"/>
            </p:cNvCxnSpPr>
            <p:nvPr/>
          </p:nvCxnSpPr>
          <p:spPr bwMode="gray">
            <a:xfrm flipH="1" flipV="1">
              <a:off x="5951589" y="4224234"/>
              <a:ext cx="798652" cy="1161134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73" name="直接连接符 72">
              <a:extLst>
                <a:ext uri="{FF2B5EF4-FFF2-40B4-BE49-F238E27FC236}">
                  <a16:creationId xmlns="" xmlns:a16="http://schemas.microsoft.com/office/drawing/2014/main" id="{B79DEDE8-692A-4862-8E52-31A6CE8AEE65}"/>
                </a:ext>
              </a:extLst>
            </p:cNvPr>
            <p:cNvCxnSpPr>
              <a:stCxn id="68" idx="0"/>
            </p:cNvCxnSpPr>
            <p:nvPr/>
          </p:nvCxnSpPr>
          <p:spPr bwMode="gray">
            <a:xfrm flipV="1">
              <a:off x="6750241" y="4247609"/>
              <a:ext cx="143795" cy="1137759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74" name="直接连接符 73">
              <a:extLst>
                <a:ext uri="{FF2B5EF4-FFF2-40B4-BE49-F238E27FC236}">
                  <a16:creationId xmlns="" xmlns:a16="http://schemas.microsoft.com/office/drawing/2014/main" id="{6F8A45DF-2929-4412-B3D7-D65B9C2B6DAF}"/>
                </a:ext>
              </a:extLst>
            </p:cNvPr>
            <p:cNvCxnSpPr>
              <a:stCxn id="69" idx="0"/>
            </p:cNvCxnSpPr>
            <p:nvPr/>
          </p:nvCxnSpPr>
          <p:spPr bwMode="gray">
            <a:xfrm flipH="1" flipV="1">
              <a:off x="6063934" y="4278101"/>
              <a:ext cx="1720287" cy="1108148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75" name="直接连接符 74">
              <a:extLst>
                <a:ext uri="{FF2B5EF4-FFF2-40B4-BE49-F238E27FC236}">
                  <a16:creationId xmlns="" xmlns:a16="http://schemas.microsoft.com/office/drawing/2014/main" id="{486D622A-B062-483D-81FD-DBBA784CC268}"/>
                </a:ext>
              </a:extLst>
            </p:cNvPr>
            <p:cNvCxnSpPr>
              <a:stCxn id="69" idx="0"/>
            </p:cNvCxnSpPr>
            <p:nvPr/>
          </p:nvCxnSpPr>
          <p:spPr bwMode="gray">
            <a:xfrm flipH="1" flipV="1">
              <a:off x="6894036" y="4247609"/>
              <a:ext cx="890184" cy="1138640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76" name="直接连接符 75">
              <a:extLst>
                <a:ext uri="{FF2B5EF4-FFF2-40B4-BE49-F238E27FC236}">
                  <a16:creationId xmlns="" xmlns:a16="http://schemas.microsoft.com/office/drawing/2014/main" id="{1E098D8B-20A6-4FF7-ACF7-351BED46FE4E}"/>
                </a:ext>
              </a:extLst>
            </p:cNvPr>
            <p:cNvCxnSpPr/>
            <p:nvPr/>
          </p:nvCxnSpPr>
          <p:spPr bwMode="gray">
            <a:xfrm flipH="1">
              <a:off x="5839214" y="4183528"/>
              <a:ext cx="253592" cy="212272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77" name="直接连接符 76">
              <a:extLst>
                <a:ext uri="{FF2B5EF4-FFF2-40B4-BE49-F238E27FC236}">
                  <a16:creationId xmlns="" xmlns:a16="http://schemas.microsoft.com/office/drawing/2014/main" id="{E1E7584A-5C25-4C6D-9DF3-D8D290009282}"/>
                </a:ext>
              </a:extLst>
            </p:cNvPr>
            <p:cNvCxnSpPr>
              <a:endCxn id="64" idx="2"/>
            </p:cNvCxnSpPr>
            <p:nvPr/>
          </p:nvCxnSpPr>
          <p:spPr bwMode="gray">
            <a:xfrm>
              <a:off x="6913657" y="4167421"/>
              <a:ext cx="284197" cy="198754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78" name="直接连接符 77">
              <a:extLst>
                <a:ext uri="{FF2B5EF4-FFF2-40B4-BE49-F238E27FC236}">
                  <a16:creationId xmlns="" xmlns:a16="http://schemas.microsoft.com/office/drawing/2014/main" id="{DB441C5C-2D6F-416D-8251-4616370CAFC5}"/>
                </a:ext>
              </a:extLst>
            </p:cNvPr>
            <p:cNvCxnSpPr/>
            <p:nvPr/>
          </p:nvCxnSpPr>
          <p:spPr bwMode="gray">
            <a:xfrm>
              <a:off x="6442721" y="3278626"/>
              <a:ext cx="89776" cy="294058"/>
            </a:xfrm>
            <a:prstGeom prst="lin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</p:cxnSp>
        <p:sp>
          <p:nvSpPr>
            <p:cNvPr id="79" name="等腰三角形 78">
              <a:extLst>
                <a:ext uri="{FF2B5EF4-FFF2-40B4-BE49-F238E27FC236}">
                  <a16:creationId xmlns="" xmlns:a16="http://schemas.microsoft.com/office/drawing/2014/main" id="{0ADC9F6D-18B5-4FF3-BD51-CA9802C5A525}"/>
                </a:ext>
              </a:extLst>
            </p:cNvPr>
            <p:cNvSpPr/>
            <p:nvPr/>
          </p:nvSpPr>
          <p:spPr bwMode="gray">
            <a:xfrm>
              <a:off x="6095139" y="3543250"/>
              <a:ext cx="825117" cy="671656"/>
            </a:xfrm>
            <a:prstGeom prst="triangle">
              <a:avLst/>
            </a:prstGeom>
            <a:solidFill>
              <a:srgbClr val="FFFFFF"/>
            </a:solidFill>
            <a:ln w="9525" cap="flat">
              <a:solidFill>
                <a:srgbClr val="00B0F0"/>
              </a:solidFill>
              <a:prstDash val="solid"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89" name="KSO_Shape">
            <a:extLst>
              <a:ext uri="{FF2B5EF4-FFF2-40B4-BE49-F238E27FC236}">
                <a16:creationId xmlns="" xmlns:a16="http://schemas.microsoft.com/office/drawing/2014/main" id="{B13BC088-292E-450D-A0F2-848AD7A8188D}"/>
              </a:ext>
            </a:extLst>
          </p:cNvPr>
          <p:cNvSpPr>
            <a:spLocks/>
          </p:cNvSpPr>
          <p:nvPr/>
        </p:nvSpPr>
        <p:spPr bwMode="gray">
          <a:xfrm>
            <a:off x="5987152" y="2067832"/>
            <a:ext cx="693873" cy="435134"/>
          </a:xfrm>
          <a:custGeom>
            <a:avLst/>
            <a:gdLst>
              <a:gd name="T0" fmla="*/ 2147483646 w 112"/>
              <a:gd name="T1" fmla="*/ 2147483646 h 77"/>
              <a:gd name="T2" fmla="*/ 2147483646 w 112"/>
              <a:gd name="T3" fmla="*/ 2147483646 h 77"/>
              <a:gd name="T4" fmla="*/ 2147483646 w 112"/>
              <a:gd name="T5" fmla="*/ 2147483646 h 77"/>
              <a:gd name="T6" fmla="*/ 2147483646 w 112"/>
              <a:gd name="T7" fmla="*/ 2147483646 h 77"/>
              <a:gd name="T8" fmla="*/ 2147483646 w 112"/>
              <a:gd name="T9" fmla="*/ 2147483646 h 77"/>
              <a:gd name="T10" fmla="*/ 0 w 112"/>
              <a:gd name="T11" fmla="*/ 2147483646 h 77"/>
              <a:gd name="T12" fmla="*/ 2147483646 w 112"/>
              <a:gd name="T13" fmla="*/ 2147483646 h 77"/>
              <a:gd name="T14" fmla="*/ 2147483646 w 112"/>
              <a:gd name="T15" fmla="*/ 2147483646 h 77"/>
              <a:gd name="T16" fmla="*/ 2147483646 w 112"/>
              <a:gd name="T17" fmla="*/ 2147483646 h 77"/>
              <a:gd name="T18" fmla="*/ 2147483646 w 112"/>
              <a:gd name="T19" fmla="*/ 2147483646 h 77"/>
              <a:gd name="T20" fmla="*/ 2147483646 w 112"/>
              <a:gd name="T21" fmla="*/ 2147483646 h 77"/>
              <a:gd name="T22" fmla="*/ 2147483646 w 112"/>
              <a:gd name="T23" fmla="*/ 2147483646 h 77"/>
              <a:gd name="T24" fmla="*/ 2147483646 w 112"/>
              <a:gd name="T25" fmla="*/ 2147483646 h 77"/>
              <a:gd name="T26" fmla="*/ 2147483646 w 112"/>
              <a:gd name="T27" fmla="*/ 2147483646 h 77"/>
              <a:gd name="T28" fmla="*/ 2147483646 w 112"/>
              <a:gd name="T29" fmla="*/ 2147483646 h 77"/>
              <a:gd name="T30" fmla="*/ 2147483646 w 112"/>
              <a:gd name="T31" fmla="*/ 2147483646 h 77"/>
              <a:gd name="T32" fmla="*/ 2147483646 w 112"/>
              <a:gd name="T33" fmla="*/ 2147483646 h 77"/>
              <a:gd name="T34" fmla="*/ 2147483646 w 112"/>
              <a:gd name="T35" fmla="*/ 2147483646 h 77"/>
              <a:gd name="T36" fmla="*/ 2147483646 w 112"/>
              <a:gd name="T37" fmla="*/ 2147483646 h 77"/>
              <a:gd name="T38" fmla="*/ 2147483646 w 112"/>
              <a:gd name="T39" fmla="*/ 2147483646 h 77"/>
              <a:gd name="T40" fmla="*/ 2147483646 w 112"/>
              <a:gd name="T41" fmla="*/ 2147483646 h 77"/>
              <a:gd name="T42" fmla="*/ 2147483646 w 112"/>
              <a:gd name="T43" fmla="*/ 2147483646 h 77"/>
              <a:gd name="T44" fmla="*/ 2147483646 w 112"/>
              <a:gd name="T45" fmla="*/ 2147483646 h 77"/>
              <a:gd name="T46" fmla="*/ 2147483646 w 112"/>
              <a:gd name="T47" fmla="*/ 2147483646 h 77"/>
              <a:gd name="T48" fmla="*/ 2147483646 w 112"/>
              <a:gd name="T49" fmla="*/ 2147483646 h 77"/>
              <a:gd name="T50" fmla="*/ 2147483646 w 112"/>
              <a:gd name="T51" fmla="*/ 2147483646 h 77"/>
              <a:gd name="T52" fmla="*/ 2147483646 w 112"/>
              <a:gd name="T53" fmla="*/ 2147483646 h 77"/>
              <a:gd name="T54" fmla="*/ 2147483646 w 112"/>
              <a:gd name="T55" fmla="*/ 2147483646 h 77"/>
              <a:gd name="T56" fmla="*/ 2147483646 w 112"/>
              <a:gd name="T57" fmla="*/ 2147483646 h 77"/>
              <a:gd name="T58" fmla="*/ 2147483646 w 112"/>
              <a:gd name="T59" fmla="*/ 2147483646 h 77"/>
              <a:gd name="T60" fmla="*/ 2147483646 w 112"/>
              <a:gd name="T61" fmla="*/ 2147483646 h 77"/>
              <a:gd name="T62" fmla="*/ 2147483646 w 112"/>
              <a:gd name="T63" fmla="*/ 2147483646 h 77"/>
              <a:gd name="T64" fmla="*/ 2147483646 w 112"/>
              <a:gd name="T65" fmla="*/ 2147483646 h 77"/>
              <a:gd name="T66" fmla="*/ 2147483646 w 112"/>
              <a:gd name="T67" fmla="*/ 2147483646 h 77"/>
              <a:gd name="T68" fmla="*/ 2147483646 w 112"/>
              <a:gd name="T69" fmla="*/ 2147483646 h 77"/>
              <a:gd name="T70" fmla="*/ 2147483646 w 112"/>
              <a:gd name="T71" fmla="*/ 2147483646 h 77"/>
              <a:gd name="T72" fmla="*/ 2147483646 w 112"/>
              <a:gd name="T73" fmla="*/ 2147483646 h 77"/>
              <a:gd name="T74" fmla="*/ 2147483646 w 112"/>
              <a:gd name="T75" fmla="*/ 2147483646 h 77"/>
              <a:gd name="T76" fmla="*/ 2147483646 w 112"/>
              <a:gd name="T77" fmla="*/ 2147483646 h 77"/>
              <a:gd name="T78" fmla="*/ 2147483646 w 112"/>
              <a:gd name="T79" fmla="*/ 2147483646 h 77"/>
              <a:gd name="T80" fmla="*/ 2147483646 w 112"/>
              <a:gd name="T81" fmla="*/ 2147483646 h 77"/>
              <a:gd name="T82" fmla="*/ 2147483646 w 112"/>
              <a:gd name="T83" fmla="*/ 2147483646 h 77"/>
              <a:gd name="T84" fmla="*/ 2147483646 w 112"/>
              <a:gd name="T85" fmla="*/ 2147483646 h 77"/>
              <a:gd name="T86" fmla="*/ 2147483646 w 112"/>
              <a:gd name="T87" fmla="*/ 2147483646 h 7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12" h="77">
                <a:moveTo>
                  <a:pt x="56" y="0"/>
                </a:moveTo>
                <a:cubicBezTo>
                  <a:pt x="62" y="0"/>
                  <a:pt x="66" y="4"/>
                  <a:pt x="66" y="10"/>
                </a:cubicBezTo>
                <a:cubicBezTo>
                  <a:pt x="66" y="15"/>
                  <a:pt x="62" y="20"/>
                  <a:pt x="56" y="20"/>
                </a:cubicBezTo>
                <a:cubicBezTo>
                  <a:pt x="51" y="20"/>
                  <a:pt x="46" y="15"/>
                  <a:pt x="46" y="10"/>
                </a:cubicBezTo>
                <a:cubicBezTo>
                  <a:pt x="46" y="4"/>
                  <a:pt x="51" y="0"/>
                  <a:pt x="56" y="0"/>
                </a:cubicBezTo>
                <a:close/>
                <a:moveTo>
                  <a:pt x="15" y="49"/>
                </a:moveTo>
                <a:cubicBezTo>
                  <a:pt x="15" y="66"/>
                  <a:pt x="15" y="66"/>
                  <a:pt x="15" y="66"/>
                </a:cubicBezTo>
                <a:cubicBezTo>
                  <a:pt x="10" y="66"/>
                  <a:pt x="10" y="66"/>
                  <a:pt x="10" y="66"/>
                </a:cubicBezTo>
                <a:cubicBezTo>
                  <a:pt x="10" y="52"/>
                  <a:pt x="10" y="52"/>
                  <a:pt x="10" y="52"/>
                </a:cubicBezTo>
                <a:cubicBezTo>
                  <a:pt x="9" y="52"/>
                  <a:pt x="9" y="52"/>
                  <a:pt x="9" y="52"/>
                </a:cubicBezTo>
                <a:cubicBezTo>
                  <a:pt x="9" y="66"/>
                  <a:pt x="9" y="66"/>
                  <a:pt x="9" y="66"/>
                </a:cubicBezTo>
                <a:cubicBezTo>
                  <a:pt x="4" y="66"/>
                  <a:pt x="4" y="66"/>
                  <a:pt x="4" y="66"/>
                </a:cubicBezTo>
                <a:cubicBezTo>
                  <a:pt x="4" y="49"/>
                  <a:pt x="4" y="49"/>
                  <a:pt x="4" y="49"/>
                </a:cubicBezTo>
                <a:cubicBezTo>
                  <a:pt x="4" y="46"/>
                  <a:pt x="4" y="46"/>
                  <a:pt x="4" y="46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37"/>
                  <a:pt x="4" y="37"/>
                  <a:pt x="4" y="37"/>
                </a:cubicBezTo>
                <a:cubicBezTo>
                  <a:pt x="4" y="46"/>
                  <a:pt x="4" y="46"/>
                  <a:pt x="4" y="46"/>
                </a:cubicBezTo>
                <a:cubicBezTo>
                  <a:pt x="0" y="46"/>
                  <a:pt x="0" y="46"/>
                  <a:pt x="0" y="46"/>
                </a:cubicBezTo>
                <a:cubicBezTo>
                  <a:pt x="0" y="33"/>
                  <a:pt x="0" y="33"/>
                  <a:pt x="0" y="33"/>
                </a:cubicBezTo>
                <a:cubicBezTo>
                  <a:pt x="0" y="31"/>
                  <a:pt x="1" y="29"/>
                  <a:pt x="4" y="29"/>
                </a:cubicBezTo>
                <a:cubicBezTo>
                  <a:pt x="13" y="29"/>
                  <a:pt x="13" y="29"/>
                  <a:pt x="13" y="29"/>
                </a:cubicBezTo>
                <a:cubicBezTo>
                  <a:pt x="13" y="30"/>
                  <a:pt x="13" y="30"/>
                  <a:pt x="13" y="31"/>
                </a:cubicBezTo>
                <a:cubicBezTo>
                  <a:pt x="13" y="49"/>
                  <a:pt x="13" y="49"/>
                  <a:pt x="13" y="49"/>
                </a:cubicBezTo>
                <a:cubicBezTo>
                  <a:pt x="15" y="49"/>
                  <a:pt x="15" y="49"/>
                  <a:pt x="15" y="49"/>
                </a:cubicBezTo>
                <a:close/>
                <a:moveTo>
                  <a:pt x="10" y="15"/>
                </a:moveTo>
                <a:cubicBezTo>
                  <a:pt x="13" y="15"/>
                  <a:pt x="16" y="18"/>
                  <a:pt x="16" y="22"/>
                </a:cubicBezTo>
                <a:cubicBezTo>
                  <a:pt x="16" y="23"/>
                  <a:pt x="16" y="24"/>
                  <a:pt x="15" y="25"/>
                </a:cubicBezTo>
                <a:cubicBezTo>
                  <a:pt x="15" y="26"/>
                  <a:pt x="15" y="26"/>
                  <a:pt x="14" y="26"/>
                </a:cubicBezTo>
                <a:cubicBezTo>
                  <a:pt x="13" y="27"/>
                  <a:pt x="12" y="28"/>
                  <a:pt x="10" y="28"/>
                </a:cubicBezTo>
                <a:cubicBezTo>
                  <a:pt x="6" y="28"/>
                  <a:pt x="3" y="25"/>
                  <a:pt x="3" y="22"/>
                </a:cubicBezTo>
                <a:cubicBezTo>
                  <a:pt x="3" y="18"/>
                  <a:pt x="6" y="15"/>
                  <a:pt x="10" y="15"/>
                </a:cubicBezTo>
                <a:close/>
                <a:moveTo>
                  <a:pt x="96" y="49"/>
                </a:moveTo>
                <a:cubicBezTo>
                  <a:pt x="96" y="66"/>
                  <a:pt x="96" y="66"/>
                  <a:pt x="96" y="66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101" y="52"/>
                  <a:pt x="101" y="52"/>
                  <a:pt x="101" y="52"/>
                </a:cubicBezTo>
                <a:cubicBezTo>
                  <a:pt x="102" y="52"/>
                  <a:pt x="102" y="52"/>
                  <a:pt x="102" y="52"/>
                </a:cubicBezTo>
                <a:cubicBezTo>
                  <a:pt x="102" y="66"/>
                  <a:pt x="102" y="66"/>
                  <a:pt x="102" y="66"/>
                </a:cubicBezTo>
                <a:cubicBezTo>
                  <a:pt x="107" y="66"/>
                  <a:pt x="107" y="66"/>
                  <a:pt x="107" y="66"/>
                </a:cubicBezTo>
                <a:cubicBezTo>
                  <a:pt x="107" y="49"/>
                  <a:pt x="107" y="49"/>
                  <a:pt x="107" y="49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7" y="46"/>
                  <a:pt x="107" y="46"/>
                  <a:pt x="107" y="46"/>
                </a:cubicBezTo>
                <a:cubicBezTo>
                  <a:pt x="112" y="46"/>
                  <a:pt x="112" y="46"/>
                  <a:pt x="112" y="46"/>
                </a:cubicBezTo>
                <a:cubicBezTo>
                  <a:pt x="112" y="33"/>
                  <a:pt x="112" y="33"/>
                  <a:pt x="112" y="33"/>
                </a:cubicBezTo>
                <a:cubicBezTo>
                  <a:pt x="112" y="31"/>
                  <a:pt x="110" y="29"/>
                  <a:pt x="107" y="29"/>
                </a:cubicBezTo>
                <a:cubicBezTo>
                  <a:pt x="98" y="29"/>
                  <a:pt x="98" y="29"/>
                  <a:pt x="98" y="29"/>
                </a:cubicBezTo>
                <a:cubicBezTo>
                  <a:pt x="98" y="30"/>
                  <a:pt x="98" y="30"/>
                  <a:pt x="98" y="31"/>
                </a:cubicBezTo>
                <a:cubicBezTo>
                  <a:pt x="98" y="49"/>
                  <a:pt x="98" y="49"/>
                  <a:pt x="98" y="49"/>
                </a:cubicBezTo>
                <a:cubicBezTo>
                  <a:pt x="96" y="49"/>
                  <a:pt x="96" y="49"/>
                  <a:pt x="96" y="49"/>
                </a:cubicBezTo>
                <a:close/>
                <a:moveTo>
                  <a:pt x="101" y="15"/>
                </a:moveTo>
                <a:cubicBezTo>
                  <a:pt x="98" y="15"/>
                  <a:pt x="95" y="18"/>
                  <a:pt x="95" y="22"/>
                </a:cubicBezTo>
                <a:cubicBezTo>
                  <a:pt x="95" y="23"/>
                  <a:pt x="95" y="24"/>
                  <a:pt x="96" y="25"/>
                </a:cubicBezTo>
                <a:cubicBezTo>
                  <a:pt x="96" y="26"/>
                  <a:pt x="97" y="26"/>
                  <a:pt x="97" y="26"/>
                </a:cubicBezTo>
                <a:cubicBezTo>
                  <a:pt x="98" y="27"/>
                  <a:pt x="100" y="28"/>
                  <a:pt x="101" y="28"/>
                </a:cubicBezTo>
                <a:cubicBezTo>
                  <a:pt x="105" y="28"/>
                  <a:pt x="108" y="25"/>
                  <a:pt x="108" y="22"/>
                </a:cubicBezTo>
                <a:cubicBezTo>
                  <a:pt x="108" y="18"/>
                  <a:pt x="105" y="15"/>
                  <a:pt x="101" y="15"/>
                </a:cubicBezTo>
                <a:close/>
                <a:moveTo>
                  <a:pt x="75" y="51"/>
                </a:moveTo>
                <a:cubicBezTo>
                  <a:pt x="75" y="72"/>
                  <a:pt x="75" y="72"/>
                  <a:pt x="75" y="72"/>
                </a:cubicBezTo>
                <a:cubicBezTo>
                  <a:pt x="80" y="72"/>
                  <a:pt x="80" y="72"/>
                  <a:pt x="80" y="72"/>
                </a:cubicBezTo>
                <a:cubicBezTo>
                  <a:pt x="80" y="54"/>
                  <a:pt x="80" y="54"/>
                  <a:pt x="80" y="54"/>
                </a:cubicBezTo>
                <a:cubicBezTo>
                  <a:pt x="82" y="54"/>
                  <a:pt x="82" y="54"/>
                  <a:pt x="82" y="54"/>
                </a:cubicBezTo>
                <a:cubicBezTo>
                  <a:pt x="82" y="72"/>
                  <a:pt x="82" y="72"/>
                  <a:pt x="82" y="72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51"/>
                  <a:pt x="87" y="51"/>
                  <a:pt x="87" y="51"/>
                </a:cubicBezTo>
                <a:cubicBezTo>
                  <a:pt x="87" y="47"/>
                  <a:pt x="87" y="47"/>
                  <a:pt x="87" y="47"/>
                </a:cubicBezTo>
                <a:cubicBezTo>
                  <a:pt x="87" y="36"/>
                  <a:pt x="87" y="36"/>
                  <a:pt x="87" y="36"/>
                </a:cubicBezTo>
                <a:cubicBezTo>
                  <a:pt x="88" y="36"/>
                  <a:pt x="88" y="36"/>
                  <a:pt x="88" y="36"/>
                </a:cubicBezTo>
                <a:cubicBezTo>
                  <a:pt x="88" y="47"/>
                  <a:pt x="88" y="47"/>
                  <a:pt x="88" y="47"/>
                </a:cubicBezTo>
                <a:cubicBezTo>
                  <a:pt x="94" y="47"/>
                  <a:pt x="94" y="47"/>
                  <a:pt x="94" y="47"/>
                </a:cubicBezTo>
                <a:cubicBezTo>
                  <a:pt x="94" y="31"/>
                  <a:pt x="94" y="31"/>
                  <a:pt x="94" y="31"/>
                </a:cubicBezTo>
                <a:cubicBezTo>
                  <a:pt x="94" y="28"/>
                  <a:pt x="91" y="26"/>
                  <a:pt x="88" y="26"/>
                </a:cubicBezTo>
                <a:cubicBezTo>
                  <a:pt x="77" y="26"/>
                  <a:pt x="77" y="26"/>
                  <a:pt x="77" y="26"/>
                </a:cubicBezTo>
                <a:cubicBezTo>
                  <a:pt x="77" y="27"/>
                  <a:pt x="77" y="28"/>
                  <a:pt x="77" y="28"/>
                </a:cubicBezTo>
                <a:cubicBezTo>
                  <a:pt x="77" y="51"/>
                  <a:pt x="77" y="51"/>
                  <a:pt x="77" y="51"/>
                </a:cubicBezTo>
                <a:cubicBezTo>
                  <a:pt x="75" y="51"/>
                  <a:pt x="75" y="51"/>
                  <a:pt x="75" y="51"/>
                </a:cubicBezTo>
                <a:close/>
                <a:moveTo>
                  <a:pt x="65" y="47"/>
                </a:moveTo>
                <a:cubicBezTo>
                  <a:pt x="65" y="32"/>
                  <a:pt x="65" y="32"/>
                  <a:pt x="65" y="32"/>
                </a:cubicBezTo>
                <a:cubicBezTo>
                  <a:pt x="64" y="32"/>
                  <a:pt x="64" y="32"/>
                  <a:pt x="64" y="32"/>
                </a:cubicBezTo>
                <a:cubicBezTo>
                  <a:pt x="64" y="47"/>
                  <a:pt x="64" y="47"/>
                  <a:pt x="64" y="47"/>
                </a:cubicBezTo>
                <a:cubicBezTo>
                  <a:pt x="64" y="50"/>
                  <a:pt x="64" y="50"/>
                  <a:pt x="64" y="50"/>
                </a:cubicBezTo>
                <a:cubicBezTo>
                  <a:pt x="64" y="77"/>
                  <a:pt x="64" y="77"/>
                  <a:pt x="64" y="77"/>
                </a:cubicBezTo>
                <a:cubicBezTo>
                  <a:pt x="57" y="77"/>
                  <a:pt x="57" y="77"/>
                  <a:pt x="57" y="77"/>
                </a:cubicBezTo>
                <a:cubicBezTo>
                  <a:pt x="57" y="55"/>
                  <a:pt x="57" y="55"/>
                  <a:pt x="57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77"/>
                  <a:pt x="55" y="77"/>
                  <a:pt x="55" y="77"/>
                </a:cubicBezTo>
                <a:cubicBezTo>
                  <a:pt x="48" y="77"/>
                  <a:pt x="48" y="77"/>
                  <a:pt x="48" y="77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7"/>
                  <a:pt x="48" y="47"/>
                  <a:pt x="48" y="47"/>
                </a:cubicBezTo>
                <a:cubicBezTo>
                  <a:pt x="48" y="32"/>
                  <a:pt x="48" y="32"/>
                  <a:pt x="48" y="32"/>
                </a:cubicBezTo>
                <a:cubicBezTo>
                  <a:pt x="47" y="32"/>
                  <a:pt x="47" y="32"/>
                  <a:pt x="47" y="32"/>
                </a:cubicBezTo>
                <a:cubicBezTo>
                  <a:pt x="47" y="47"/>
                  <a:pt x="47" y="47"/>
                  <a:pt x="47" y="47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27"/>
                  <a:pt x="41" y="27"/>
                  <a:pt x="41" y="27"/>
                </a:cubicBezTo>
                <a:cubicBezTo>
                  <a:pt x="41" y="24"/>
                  <a:pt x="44" y="21"/>
                  <a:pt x="47" y="21"/>
                </a:cubicBezTo>
                <a:cubicBezTo>
                  <a:pt x="66" y="21"/>
                  <a:pt x="46" y="21"/>
                  <a:pt x="65" y="21"/>
                </a:cubicBezTo>
                <a:cubicBezTo>
                  <a:pt x="69" y="21"/>
                  <a:pt x="71" y="24"/>
                  <a:pt x="71" y="27"/>
                </a:cubicBezTo>
                <a:cubicBezTo>
                  <a:pt x="71" y="47"/>
                  <a:pt x="71" y="47"/>
                  <a:pt x="71" y="47"/>
                </a:cubicBezTo>
                <a:cubicBezTo>
                  <a:pt x="70" y="47"/>
                  <a:pt x="68" y="47"/>
                  <a:pt x="65" y="47"/>
                </a:cubicBezTo>
                <a:close/>
                <a:moveTo>
                  <a:pt x="37" y="51"/>
                </a:moveTo>
                <a:cubicBezTo>
                  <a:pt x="37" y="72"/>
                  <a:pt x="37" y="72"/>
                  <a:pt x="37" y="72"/>
                </a:cubicBezTo>
                <a:cubicBezTo>
                  <a:pt x="31" y="72"/>
                  <a:pt x="31" y="72"/>
                  <a:pt x="31" y="72"/>
                </a:cubicBezTo>
                <a:cubicBezTo>
                  <a:pt x="31" y="54"/>
                  <a:pt x="31" y="54"/>
                  <a:pt x="31" y="54"/>
                </a:cubicBezTo>
                <a:cubicBezTo>
                  <a:pt x="30" y="54"/>
                  <a:pt x="30" y="54"/>
                  <a:pt x="30" y="54"/>
                </a:cubicBezTo>
                <a:cubicBezTo>
                  <a:pt x="30" y="72"/>
                  <a:pt x="30" y="72"/>
                  <a:pt x="30" y="72"/>
                </a:cubicBezTo>
                <a:cubicBezTo>
                  <a:pt x="24" y="72"/>
                  <a:pt x="24" y="72"/>
                  <a:pt x="24" y="72"/>
                </a:cubicBezTo>
                <a:cubicBezTo>
                  <a:pt x="24" y="51"/>
                  <a:pt x="24" y="51"/>
                  <a:pt x="24" y="51"/>
                </a:cubicBezTo>
                <a:cubicBezTo>
                  <a:pt x="24" y="47"/>
                  <a:pt x="24" y="47"/>
                  <a:pt x="24" y="47"/>
                </a:cubicBezTo>
                <a:cubicBezTo>
                  <a:pt x="24" y="36"/>
                  <a:pt x="24" y="36"/>
                  <a:pt x="24" y="36"/>
                </a:cubicBezTo>
                <a:cubicBezTo>
                  <a:pt x="23" y="36"/>
                  <a:pt x="23" y="36"/>
                  <a:pt x="23" y="36"/>
                </a:cubicBezTo>
                <a:cubicBezTo>
                  <a:pt x="23" y="47"/>
                  <a:pt x="23" y="47"/>
                  <a:pt x="23" y="47"/>
                </a:cubicBezTo>
                <a:cubicBezTo>
                  <a:pt x="18" y="47"/>
                  <a:pt x="18" y="47"/>
                  <a:pt x="18" y="47"/>
                </a:cubicBezTo>
                <a:cubicBezTo>
                  <a:pt x="18" y="31"/>
                  <a:pt x="18" y="31"/>
                  <a:pt x="18" y="31"/>
                </a:cubicBezTo>
                <a:cubicBezTo>
                  <a:pt x="18" y="28"/>
                  <a:pt x="20" y="26"/>
                  <a:pt x="23" y="26"/>
                </a:cubicBezTo>
                <a:cubicBezTo>
                  <a:pt x="35" y="26"/>
                  <a:pt x="35" y="26"/>
                  <a:pt x="35" y="26"/>
                </a:cubicBezTo>
                <a:cubicBezTo>
                  <a:pt x="35" y="27"/>
                  <a:pt x="35" y="28"/>
                  <a:pt x="35" y="28"/>
                </a:cubicBezTo>
                <a:cubicBezTo>
                  <a:pt x="35" y="51"/>
                  <a:pt x="35" y="51"/>
                  <a:pt x="35" y="51"/>
                </a:cubicBezTo>
                <a:cubicBezTo>
                  <a:pt x="37" y="51"/>
                  <a:pt x="37" y="51"/>
                  <a:pt x="37" y="51"/>
                </a:cubicBezTo>
                <a:close/>
                <a:moveTo>
                  <a:pt x="31" y="9"/>
                </a:moveTo>
                <a:cubicBezTo>
                  <a:pt x="35" y="9"/>
                  <a:pt x="39" y="12"/>
                  <a:pt x="39" y="17"/>
                </a:cubicBezTo>
                <a:cubicBezTo>
                  <a:pt x="39" y="19"/>
                  <a:pt x="38" y="20"/>
                  <a:pt x="37" y="22"/>
                </a:cubicBezTo>
                <a:cubicBezTo>
                  <a:pt x="37" y="22"/>
                  <a:pt x="37" y="22"/>
                  <a:pt x="37" y="23"/>
                </a:cubicBezTo>
                <a:cubicBezTo>
                  <a:pt x="35" y="24"/>
                  <a:pt x="33" y="25"/>
                  <a:pt x="31" y="25"/>
                </a:cubicBezTo>
                <a:cubicBezTo>
                  <a:pt x="26" y="25"/>
                  <a:pt x="22" y="21"/>
                  <a:pt x="22" y="17"/>
                </a:cubicBezTo>
                <a:cubicBezTo>
                  <a:pt x="22" y="12"/>
                  <a:pt x="26" y="9"/>
                  <a:pt x="31" y="9"/>
                </a:cubicBezTo>
                <a:close/>
                <a:moveTo>
                  <a:pt x="81" y="9"/>
                </a:moveTo>
                <a:cubicBezTo>
                  <a:pt x="76" y="9"/>
                  <a:pt x="73" y="12"/>
                  <a:pt x="73" y="17"/>
                </a:cubicBezTo>
                <a:cubicBezTo>
                  <a:pt x="73" y="19"/>
                  <a:pt x="73" y="20"/>
                  <a:pt x="74" y="22"/>
                </a:cubicBezTo>
                <a:cubicBezTo>
                  <a:pt x="75" y="22"/>
                  <a:pt x="75" y="22"/>
                  <a:pt x="75" y="23"/>
                </a:cubicBezTo>
                <a:cubicBezTo>
                  <a:pt x="77" y="24"/>
                  <a:pt x="79" y="25"/>
                  <a:pt x="81" y="25"/>
                </a:cubicBezTo>
                <a:cubicBezTo>
                  <a:pt x="85" y="25"/>
                  <a:pt x="89" y="21"/>
                  <a:pt x="89" y="17"/>
                </a:cubicBezTo>
                <a:cubicBezTo>
                  <a:pt x="89" y="12"/>
                  <a:pt x="85" y="9"/>
                  <a:pt x="81" y="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140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itchFamily="34" charset="0"/>
              <a:sym typeface="Huawei Sans" panose="020C0503030203020204" pitchFamily="34" charset="0"/>
            </a:endParaRPr>
          </a:p>
        </p:txBody>
      </p:sp>
      <p:pic>
        <p:nvPicPr>
          <p:cNvPr id="90" name="Picture 2" descr="D:\南太\资料\品牌\HC2017\光8528.png">
            <a:extLst>
              <a:ext uri="{FF2B5EF4-FFF2-40B4-BE49-F238E27FC236}">
                <a16:creationId xmlns="" xmlns:a16="http://schemas.microsoft.com/office/drawing/2014/main" id="{BE656E91-8DE0-443B-8BB5-5980F69E3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34302" b="36955"/>
          <a:stretch/>
        </p:blipFill>
        <p:spPr bwMode="gray">
          <a:xfrm>
            <a:off x="5378184" y="2419473"/>
            <a:ext cx="2003246" cy="324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任意多边形 53">
            <a:extLst>
              <a:ext uri="{FF2B5EF4-FFF2-40B4-BE49-F238E27FC236}">
                <a16:creationId xmlns="" xmlns:a16="http://schemas.microsoft.com/office/drawing/2014/main" id="{9FF32151-EC40-439A-943C-462F9F30C9A0}"/>
              </a:ext>
            </a:extLst>
          </p:cNvPr>
          <p:cNvSpPr/>
          <p:nvPr/>
        </p:nvSpPr>
        <p:spPr bwMode="gray">
          <a:xfrm>
            <a:off x="5232152" y="3084283"/>
            <a:ext cx="957656" cy="1599390"/>
          </a:xfrm>
          <a:custGeom>
            <a:avLst/>
            <a:gdLst>
              <a:gd name="connsiteX0" fmla="*/ 0 w 853905"/>
              <a:gd name="connsiteY0" fmla="*/ 1531620 h 1531620"/>
              <a:gd name="connsiteX1" fmla="*/ 480060 w 853905"/>
              <a:gd name="connsiteY1" fmla="*/ 868680 h 1531620"/>
              <a:gd name="connsiteX2" fmla="*/ 830580 w 853905"/>
              <a:gd name="connsiteY2" fmla="*/ 388620 h 1531620"/>
              <a:gd name="connsiteX3" fmla="*/ 792480 w 853905"/>
              <a:gd name="connsiteY3" fmla="*/ 0 h 1531620"/>
              <a:gd name="connsiteX0" fmla="*/ 0 w 934944"/>
              <a:gd name="connsiteY0" fmla="*/ 1511300 h 1511300"/>
              <a:gd name="connsiteX1" fmla="*/ 480060 w 934944"/>
              <a:gd name="connsiteY1" fmla="*/ 848360 h 1511300"/>
              <a:gd name="connsiteX2" fmla="*/ 830580 w 934944"/>
              <a:gd name="connsiteY2" fmla="*/ 368300 h 1511300"/>
              <a:gd name="connsiteX3" fmla="*/ 919480 w 934944"/>
              <a:gd name="connsiteY3" fmla="*/ 0 h 1511300"/>
              <a:gd name="connsiteX0" fmla="*/ 0 w 919480"/>
              <a:gd name="connsiteY0" fmla="*/ 1511300 h 1511300"/>
              <a:gd name="connsiteX1" fmla="*/ 480060 w 919480"/>
              <a:gd name="connsiteY1" fmla="*/ 848360 h 1511300"/>
              <a:gd name="connsiteX2" fmla="*/ 830580 w 919480"/>
              <a:gd name="connsiteY2" fmla="*/ 368300 h 1511300"/>
              <a:gd name="connsiteX3" fmla="*/ 919480 w 919480"/>
              <a:gd name="connsiteY3" fmla="*/ 0 h 151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9480" h="1511300">
                <a:moveTo>
                  <a:pt x="0" y="1511300"/>
                </a:moveTo>
                <a:lnTo>
                  <a:pt x="480060" y="848360"/>
                </a:lnTo>
                <a:cubicBezTo>
                  <a:pt x="618490" y="657860"/>
                  <a:pt x="757343" y="509693"/>
                  <a:pt x="830580" y="368300"/>
                </a:cubicBezTo>
                <a:cubicBezTo>
                  <a:pt x="903817" y="226907"/>
                  <a:pt x="908685" y="121920"/>
                  <a:pt x="919480" y="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="" xmlns:a16="http://schemas.microsoft.com/office/drawing/2014/main" id="{95545152-48C7-4DA5-B99C-00DFE60AC080}"/>
              </a:ext>
            </a:extLst>
          </p:cNvPr>
          <p:cNvSpPr txBox="1"/>
          <p:nvPr/>
        </p:nvSpPr>
        <p:spPr bwMode="gray">
          <a:xfrm>
            <a:off x="4489395" y="5134786"/>
            <a:ext cx="5671748" cy="6052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28600" indent="-228600">
              <a:lnSpc>
                <a:spcPts val="2000"/>
              </a:lnSpc>
              <a:buFontTx/>
              <a:buAutoNum type="arabicPeriod"/>
            </a:pPr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人工逐跳配置策略路由，单次调优操作需要</a:t>
            </a:r>
            <a:r>
              <a:rPr lang="en-US" altLang="zh-CN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个小时以上，且易</a:t>
            </a:r>
            <a:r>
              <a:rPr lang="zh-CN" altLang="en-US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出错。</a:t>
            </a:r>
            <a:endParaRPr lang="en-US" altLang="zh-CN" sz="140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228600" indent="-228600">
              <a:lnSpc>
                <a:spcPts val="2000"/>
              </a:lnSpc>
              <a:buFontTx/>
              <a:buAutoNum type="arabicPeriod"/>
            </a:pPr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流量调优通常要求夜间作业，需要专门人员</a:t>
            </a:r>
            <a:r>
              <a:rPr lang="zh-CN" altLang="en-US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值守</a:t>
            </a:r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任意多边形 54">
            <a:extLst>
              <a:ext uri="{FF2B5EF4-FFF2-40B4-BE49-F238E27FC236}">
                <a16:creationId xmlns="" xmlns:a16="http://schemas.microsoft.com/office/drawing/2014/main" id="{08769B51-5999-4BF5-AC73-05238BE0E447}"/>
              </a:ext>
            </a:extLst>
          </p:cNvPr>
          <p:cNvSpPr/>
          <p:nvPr/>
        </p:nvSpPr>
        <p:spPr bwMode="gray">
          <a:xfrm>
            <a:off x="5554166" y="3084290"/>
            <a:ext cx="1483600" cy="1676268"/>
          </a:xfrm>
          <a:custGeom>
            <a:avLst/>
            <a:gdLst>
              <a:gd name="connsiteX0" fmla="*/ 0 w 1204449"/>
              <a:gd name="connsiteY0" fmla="*/ 1517904 h 1517904"/>
              <a:gd name="connsiteX1" fmla="*/ 1170432 w 1204449"/>
              <a:gd name="connsiteY1" fmla="*/ 822960 h 1517904"/>
              <a:gd name="connsiteX2" fmla="*/ 890016 w 1204449"/>
              <a:gd name="connsiteY2" fmla="*/ 256032 h 1517904"/>
              <a:gd name="connsiteX3" fmla="*/ 890016 w 1204449"/>
              <a:gd name="connsiteY3" fmla="*/ 0 h 1517904"/>
              <a:gd name="connsiteX0" fmla="*/ 0 w 1419534"/>
              <a:gd name="connsiteY0" fmla="*/ 1472184 h 1472184"/>
              <a:gd name="connsiteX1" fmla="*/ 1373632 w 1419534"/>
              <a:gd name="connsiteY1" fmla="*/ 822960 h 1472184"/>
              <a:gd name="connsiteX2" fmla="*/ 1093216 w 1419534"/>
              <a:gd name="connsiteY2" fmla="*/ 256032 h 1472184"/>
              <a:gd name="connsiteX3" fmla="*/ 1093216 w 1419534"/>
              <a:gd name="connsiteY3" fmla="*/ 0 h 1472184"/>
              <a:gd name="connsiteX0" fmla="*/ 0 w 1424458"/>
              <a:gd name="connsiteY0" fmla="*/ 1583944 h 1583944"/>
              <a:gd name="connsiteX1" fmla="*/ 1373632 w 1424458"/>
              <a:gd name="connsiteY1" fmla="*/ 934720 h 1583944"/>
              <a:gd name="connsiteX2" fmla="*/ 1093216 w 1424458"/>
              <a:gd name="connsiteY2" fmla="*/ 367792 h 1583944"/>
              <a:gd name="connsiteX3" fmla="*/ 747776 w 1424458"/>
              <a:gd name="connsiteY3" fmla="*/ 0 h 158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4458" h="1583944">
                <a:moveTo>
                  <a:pt x="0" y="1583944"/>
                </a:moveTo>
                <a:cubicBezTo>
                  <a:pt x="511048" y="1341628"/>
                  <a:pt x="1191429" y="1137412"/>
                  <a:pt x="1373632" y="934720"/>
                </a:cubicBezTo>
                <a:cubicBezTo>
                  <a:pt x="1555835" y="732028"/>
                  <a:pt x="1197525" y="523579"/>
                  <a:pt x="1093216" y="367792"/>
                </a:cubicBezTo>
                <a:cubicBezTo>
                  <a:pt x="988907" y="212005"/>
                  <a:pt x="756920" y="50800"/>
                  <a:pt x="747776" y="0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任意多边形 62">
            <a:extLst>
              <a:ext uri="{FF2B5EF4-FFF2-40B4-BE49-F238E27FC236}">
                <a16:creationId xmlns="" xmlns:a16="http://schemas.microsoft.com/office/drawing/2014/main" id="{136A14F7-A0D2-4C00-97F2-A54EACD43EE0}"/>
              </a:ext>
            </a:extLst>
          </p:cNvPr>
          <p:cNvSpPr/>
          <p:nvPr/>
        </p:nvSpPr>
        <p:spPr bwMode="gray">
          <a:xfrm>
            <a:off x="5538321" y="3094141"/>
            <a:ext cx="1321808" cy="1618206"/>
          </a:xfrm>
          <a:custGeom>
            <a:avLst/>
            <a:gdLst>
              <a:gd name="connsiteX0" fmla="*/ 0 w 1232013"/>
              <a:gd name="connsiteY0" fmla="*/ 1549400 h 1549400"/>
              <a:gd name="connsiteX1" fmla="*/ 1229360 w 1232013"/>
              <a:gd name="connsiteY1" fmla="*/ 756920 h 1549400"/>
              <a:gd name="connsiteX2" fmla="*/ 335280 w 1232013"/>
              <a:gd name="connsiteY2" fmla="*/ 614680 h 1549400"/>
              <a:gd name="connsiteX3" fmla="*/ 594360 w 1232013"/>
              <a:gd name="connsiteY3" fmla="*/ 233680 h 1549400"/>
              <a:gd name="connsiteX4" fmla="*/ 538480 w 1232013"/>
              <a:gd name="connsiteY4" fmla="*/ 0 h 1549400"/>
              <a:gd name="connsiteX0" fmla="*/ 0 w 1472240"/>
              <a:gd name="connsiteY0" fmla="*/ 1529080 h 1529080"/>
              <a:gd name="connsiteX1" fmla="*/ 1465083 w 1472240"/>
              <a:gd name="connsiteY1" fmla="*/ 756920 h 1529080"/>
              <a:gd name="connsiteX2" fmla="*/ 571003 w 1472240"/>
              <a:gd name="connsiteY2" fmla="*/ 614680 h 1529080"/>
              <a:gd name="connsiteX3" fmla="*/ 830083 w 1472240"/>
              <a:gd name="connsiteY3" fmla="*/ 233680 h 1529080"/>
              <a:gd name="connsiteX4" fmla="*/ 774203 w 1472240"/>
              <a:gd name="connsiteY4" fmla="*/ 0 h 152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240" h="1529080">
                <a:moveTo>
                  <a:pt x="0" y="1529080"/>
                </a:moveTo>
                <a:cubicBezTo>
                  <a:pt x="586740" y="1210733"/>
                  <a:pt x="1369916" y="909320"/>
                  <a:pt x="1465083" y="756920"/>
                </a:cubicBezTo>
                <a:cubicBezTo>
                  <a:pt x="1560250" y="604520"/>
                  <a:pt x="676836" y="701887"/>
                  <a:pt x="571003" y="614680"/>
                </a:cubicBezTo>
                <a:cubicBezTo>
                  <a:pt x="465170" y="527473"/>
                  <a:pt x="796216" y="336127"/>
                  <a:pt x="830083" y="233680"/>
                </a:cubicBezTo>
                <a:cubicBezTo>
                  <a:pt x="863950" y="131233"/>
                  <a:pt x="819076" y="65616"/>
                  <a:pt x="774203" y="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1" name="Freeform 6">
            <a:extLst>
              <a:ext uri="{FF2B5EF4-FFF2-40B4-BE49-F238E27FC236}">
                <a16:creationId xmlns="" xmlns:a16="http://schemas.microsoft.com/office/drawing/2014/main" id="{2C2F890D-D5DF-4FCF-9789-CF621899969C}"/>
              </a:ext>
            </a:extLst>
          </p:cNvPr>
          <p:cNvSpPr>
            <a:spLocks/>
          </p:cNvSpPr>
          <p:nvPr/>
        </p:nvSpPr>
        <p:spPr bwMode="gray">
          <a:xfrm>
            <a:off x="8505992" y="3632563"/>
            <a:ext cx="645814" cy="408714"/>
          </a:xfrm>
          <a:custGeom>
            <a:avLst/>
            <a:gdLst>
              <a:gd name="T0" fmla="*/ 637 w 754"/>
              <a:gd name="T1" fmla="*/ 407 h 415"/>
              <a:gd name="T2" fmla="*/ 92 w 754"/>
              <a:gd name="T3" fmla="*/ 403 h 415"/>
              <a:gd name="T4" fmla="*/ 15 w 754"/>
              <a:gd name="T5" fmla="*/ 290 h 415"/>
              <a:gd name="T6" fmla="*/ 139 w 754"/>
              <a:gd name="T7" fmla="*/ 204 h 415"/>
              <a:gd name="T8" fmla="*/ 287 w 754"/>
              <a:gd name="T9" fmla="*/ 26 h 415"/>
              <a:gd name="T10" fmla="*/ 504 w 754"/>
              <a:gd name="T11" fmla="*/ 122 h 415"/>
              <a:gd name="T12" fmla="*/ 650 w 754"/>
              <a:gd name="T13" fmla="*/ 119 h 415"/>
              <a:gd name="T14" fmla="*/ 678 w 754"/>
              <a:gd name="T15" fmla="*/ 244 h 415"/>
              <a:gd name="T16" fmla="*/ 742 w 754"/>
              <a:gd name="T17" fmla="*/ 336 h 415"/>
              <a:gd name="T18" fmla="*/ 637 w 754"/>
              <a:gd name="T19" fmla="*/ 407 h 415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470 w 10000"/>
              <a:gd name="connsiteY3" fmla="*/ 4211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8992 w 10000"/>
              <a:gd name="connsiteY7" fmla="*/ 5880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470 w 10000"/>
              <a:gd name="connsiteY3" fmla="*/ 4211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353 w 10000"/>
              <a:gd name="connsiteY7" fmla="*/ 5815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638 w 10000"/>
              <a:gd name="connsiteY3" fmla="*/ 4336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353 w 10000"/>
              <a:gd name="connsiteY7" fmla="*/ 5815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638 w 10000"/>
              <a:gd name="connsiteY3" fmla="*/ 4336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054 w 10000"/>
              <a:gd name="connsiteY7" fmla="*/ 5692 h 10000"/>
              <a:gd name="connsiteX8" fmla="*/ 9841 w 10000"/>
              <a:gd name="connsiteY8" fmla="*/ 8096 h 10000"/>
              <a:gd name="connsiteX9" fmla="*/ 8448 w 10000"/>
              <a:gd name="connsiteY9" fmla="*/ 980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000">
                <a:moveTo>
                  <a:pt x="8448" y="9807"/>
                </a:moveTo>
                <a:lnTo>
                  <a:pt x="1220" y="9711"/>
                </a:lnTo>
                <a:cubicBezTo>
                  <a:pt x="1220" y="9711"/>
                  <a:pt x="0" y="9253"/>
                  <a:pt x="199" y="6988"/>
                </a:cubicBezTo>
                <a:cubicBezTo>
                  <a:pt x="424" y="4530"/>
                  <a:pt x="1638" y="4336"/>
                  <a:pt x="1638" y="4336"/>
                </a:cubicBezTo>
                <a:cubicBezTo>
                  <a:pt x="1638" y="4336"/>
                  <a:pt x="1711" y="1277"/>
                  <a:pt x="3806" y="627"/>
                </a:cubicBezTo>
                <a:cubicBezTo>
                  <a:pt x="5849" y="0"/>
                  <a:pt x="6684" y="2940"/>
                  <a:pt x="6684" y="2940"/>
                </a:cubicBezTo>
                <a:cubicBezTo>
                  <a:pt x="6684" y="2940"/>
                  <a:pt x="7732" y="1542"/>
                  <a:pt x="8621" y="2867"/>
                </a:cubicBezTo>
                <a:cubicBezTo>
                  <a:pt x="9363" y="3952"/>
                  <a:pt x="9054" y="5692"/>
                  <a:pt x="9054" y="5692"/>
                </a:cubicBezTo>
                <a:cubicBezTo>
                  <a:pt x="9054" y="5692"/>
                  <a:pt x="10000" y="6361"/>
                  <a:pt x="9841" y="8096"/>
                </a:cubicBezTo>
                <a:cubicBezTo>
                  <a:pt x="9668" y="10000"/>
                  <a:pt x="8448" y="9807"/>
                  <a:pt x="8448" y="9807"/>
                </a:cubicBezTo>
                <a:close/>
              </a:path>
            </a:pathLst>
          </a:custGeom>
          <a:noFill/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  <p:txBody>
          <a:bodyPr vert="horz" wrap="square" lIns="86177" tIns="43087" rIns="86177" bIns="43087" numCol="1" anchor="ctr" anchorCtr="0" compatLnSpc="1">
            <a:prstTxWarp prst="textNoShape">
              <a:avLst/>
            </a:prstTxWarp>
          </a:bodyPr>
          <a:lstStyle/>
          <a:p>
            <a:pPr algn="ctr" defTabSz="964825">
              <a:lnSpc>
                <a:spcPct val="200000"/>
              </a:lnSpc>
              <a:defRPr/>
            </a:pPr>
            <a:endParaRPr lang="zh-CN" altLang="en-US" sz="1400" kern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="" xmlns:a16="http://schemas.microsoft.com/office/drawing/2014/main" id="{E9B8CBCD-C3A8-4856-9374-05A09644A6F3}"/>
              </a:ext>
            </a:extLst>
          </p:cNvPr>
          <p:cNvSpPr txBox="1"/>
          <p:nvPr/>
        </p:nvSpPr>
        <p:spPr bwMode="gray">
          <a:xfrm>
            <a:off x="8554755" y="3732563"/>
            <a:ext cx="669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DC1</a:t>
            </a:r>
            <a:endParaRPr kumimoji="1" lang="zh-CN" altLang="en-US" sz="1400" dirty="0">
              <a:solidFill>
                <a:srgbClr val="57575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="" xmlns:a16="http://schemas.microsoft.com/office/drawing/2014/main" id="{C364A460-D644-490C-8C31-EAD8646BF960}"/>
              </a:ext>
            </a:extLst>
          </p:cNvPr>
          <p:cNvSpPr txBox="1"/>
          <p:nvPr/>
        </p:nvSpPr>
        <p:spPr bwMode="gray">
          <a:xfrm>
            <a:off x="8562454" y="3353406"/>
            <a:ext cx="669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北京</a:t>
            </a:r>
          </a:p>
        </p:txBody>
      </p:sp>
      <p:sp>
        <p:nvSpPr>
          <p:cNvPr id="124" name="Freeform 6">
            <a:extLst>
              <a:ext uri="{FF2B5EF4-FFF2-40B4-BE49-F238E27FC236}">
                <a16:creationId xmlns="" xmlns:a16="http://schemas.microsoft.com/office/drawing/2014/main" id="{CA0F087B-8FCF-42C5-9E1F-DD92144AA5EA}"/>
              </a:ext>
            </a:extLst>
          </p:cNvPr>
          <p:cNvSpPr>
            <a:spLocks/>
          </p:cNvSpPr>
          <p:nvPr/>
        </p:nvSpPr>
        <p:spPr bwMode="gray">
          <a:xfrm>
            <a:off x="9450628" y="2705454"/>
            <a:ext cx="645814" cy="398551"/>
          </a:xfrm>
          <a:custGeom>
            <a:avLst/>
            <a:gdLst>
              <a:gd name="T0" fmla="*/ 637 w 754"/>
              <a:gd name="T1" fmla="*/ 407 h 415"/>
              <a:gd name="T2" fmla="*/ 92 w 754"/>
              <a:gd name="T3" fmla="*/ 403 h 415"/>
              <a:gd name="T4" fmla="*/ 15 w 754"/>
              <a:gd name="T5" fmla="*/ 290 h 415"/>
              <a:gd name="T6" fmla="*/ 139 w 754"/>
              <a:gd name="T7" fmla="*/ 204 h 415"/>
              <a:gd name="T8" fmla="*/ 287 w 754"/>
              <a:gd name="T9" fmla="*/ 26 h 415"/>
              <a:gd name="T10" fmla="*/ 504 w 754"/>
              <a:gd name="T11" fmla="*/ 122 h 415"/>
              <a:gd name="T12" fmla="*/ 650 w 754"/>
              <a:gd name="T13" fmla="*/ 119 h 415"/>
              <a:gd name="T14" fmla="*/ 678 w 754"/>
              <a:gd name="T15" fmla="*/ 244 h 415"/>
              <a:gd name="T16" fmla="*/ 742 w 754"/>
              <a:gd name="T17" fmla="*/ 336 h 415"/>
              <a:gd name="T18" fmla="*/ 637 w 754"/>
              <a:gd name="T19" fmla="*/ 407 h 415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470 w 10000"/>
              <a:gd name="connsiteY3" fmla="*/ 4211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8992 w 10000"/>
              <a:gd name="connsiteY7" fmla="*/ 5880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470 w 10000"/>
              <a:gd name="connsiteY3" fmla="*/ 4211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353 w 10000"/>
              <a:gd name="connsiteY7" fmla="*/ 5815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638 w 10000"/>
              <a:gd name="connsiteY3" fmla="*/ 4336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353 w 10000"/>
              <a:gd name="connsiteY7" fmla="*/ 5815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638 w 10000"/>
              <a:gd name="connsiteY3" fmla="*/ 4336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054 w 10000"/>
              <a:gd name="connsiteY7" fmla="*/ 5692 h 10000"/>
              <a:gd name="connsiteX8" fmla="*/ 9841 w 10000"/>
              <a:gd name="connsiteY8" fmla="*/ 8096 h 10000"/>
              <a:gd name="connsiteX9" fmla="*/ 8448 w 10000"/>
              <a:gd name="connsiteY9" fmla="*/ 980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000">
                <a:moveTo>
                  <a:pt x="8448" y="9807"/>
                </a:moveTo>
                <a:lnTo>
                  <a:pt x="1220" y="9711"/>
                </a:lnTo>
                <a:cubicBezTo>
                  <a:pt x="1220" y="9711"/>
                  <a:pt x="0" y="9253"/>
                  <a:pt x="199" y="6988"/>
                </a:cubicBezTo>
                <a:cubicBezTo>
                  <a:pt x="424" y="4530"/>
                  <a:pt x="1638" y="4336"/>
                  <a:pt x="1638" y="4336"/>
                </a:cubicBezTo>
                <a:cubicBezTo>
                  <a:pt x="1638" y="4336"/>
                  <a:pt x="1711" y="1277"/>
                  <a:pt x="3806" y="627"/>
                </a:cubicBezTo>
                <a:cubicBezTo>
                  <a:pt x="5849" y="0"/>
                  <a:pt x="6684" y="2940"/>
                  <a:pt x="6684" y="2940"/>
                </a:cubicBezTo>
                <a:cubicBezTo>
                  <a:pt x="6684" y="2940"/>
                  <a:pt x="7732" y="1542"/>
                  <a:pt x="8621" y="2867"/>
                </a:cubicBezTo>
                <a:cubicBezTo>
                  <a:pt x="9363" y="3952"/>
                  <a:pt x="9054" y="5692"/>
                  <a:pt x="9054" y="5692"/>
                </a:cubicBezTo>
                <a:cubicBezTo>
                  <a:pt x="9054" y="5692"/>
                  <a:pt x="10000" y="6361"/>
                  <a:pt x="9841" y="8096"/>
                </a:cubicBezTo>
                <a:cubicBezTo>
                  <a:pt x="9668" y="10000"/>
                  <a:pt x="8448" y="9807"/>
                  <a:pt x="8448" y="9807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  <p:txBody>
          <a:bodyPr vert="horz" wrap="square" lIns="86177" tIns="43087" rIns="86177" bIns="43087" numCol="1" anchor="ctr" anchorCtr="0" compatLnSpc="1">
            <a:prstTxWarp prst="textNoShape">
              <a:avLst/>
            </a:prstTxWarp>
          </a:bodyPr>
          <a:lstStyle/>
          <a:p>
            <a:pPr algn="ctr" defTabSz="964825">
              <a:lnSpc>
                <a:spcPct val="200000"/>
              </a:lnSpc>
              <a:defRPr/>
            </a:pPr>
            <a:endParaRPr lang="zh-CN" altLang="en-US" sz="1400" kern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="" xmlns:a16="http://schemas.microsoft.com/office/drawing/2014/main" id="{20E702F8-9C28-4230-A8F2-5803AB240C6F}"/>
              </a:ext>
            </a:extLst>
          </p:cNvPr>
          <p:cNvSpPr txBox="1"/>
          <p:nvPr/>
        </p:nvSpPr>
        <p:spPr bwMode="gray">
          <a:xfrm>
            <a:off x="9552761" y="2747453"/>
            <a:ext cx="669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DC2</a:t>
            </a:r>
            <a:endParaRPr kumimoji="1" lang="zh-CN" altLang="en-US" sz="1400" dirty="0">
              <a:solidFill>
                <a:srgbClr val="57575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="" xmlns:a16="http://schemas.microsoft.com/office/drawing/2014/main" id="{95D23449-351E-4D9C-869C-5796758882E7}"/>
              </a:ext>
            </a:extLst>
          </p:cNvPr>
          <p:cNvSpPr txBox="1"/>
          <p:nvPr/>
        </p:nvSpPr>
        <p:spPr bwMode="gray">
          <a:xfrm>
            <a:off x="10054402" y="2740020"/>
            <a:ext cx="669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北京</a:t>
            </a:r>
          </a:p>
        </p:txBody>
      </p:sp>
      <p:sp>
        <p:nvSpPr>
          <p:cNvPr id="127" name="Freeform 6">
            <a:extLst>
              <a:ext uri="{FF2B5EF4-FFF2-40B4-BE49-F238E27FC236}">
                <a16:creationId xmlns="" xmlns:a16="http://schemas.microsoft.com/office/drawing/2014/main" id="{8A2DA5C9-6D81-4E66-B045-BE7D7193F295}"/>
              </a:ext>
            </a:extLst>
          </p:cNvPr>
          <p:cNvSpPr>
            <a:spLocks/>
          </p:cNvSpPr>
          <p:nvPr/>
        </p:nvSpPr>
        <p:spPr bwMode="gray">
          <a:xfrm>
            <a:off x="10463323" y="3669434"/>
            <a:ext cx="645814" cy="398551"/>
          </a:xfrm>
          <a:custGeom>
            <a:avLst/>
            <a:gdLst>
              <a:gd name="T0" fmla="*/ 637 w 754"/>
              <a:gd name="T1" fmla="*/ 407 h 415"/>
              <a:gd name="T2" fmla="*/ 92 w 754"/>
              <a:gd name="T3" fmla="*/ 403 h 415"/>
              <a:gd name="T4" fmla="*/ 15 w 754"/>
              <a:gd name="T5" fmla="*/ 290 h 415"/>
              <a:gd name="T6" fmla="*/ 139 w 754"/>
              <a:gd name="T7" fmla="*/ 204 h 415"/>
              <a:gd name="T8" fmla="*/ 287 w 754"/>
              <a:gd name="T9" fmla="*/ 26 h 415"/>
              <a:gd name="T10" fmla="*/ 504 w 754"/>
              <a:gd name="T11" fmla="*/ 122 h 415"/>
              <a:gd name="T12" fmla="*/ 650 w 754"/>
              <a:gd name="T13" fmla="*/ 119 h 415"/>
              <a:gd name="T14" fmla="*/ 678 w 754"/>
              <a:gd name="T15" fmla="*/ 244 h 415"/>
              <a:gd name="T16" fmla="*/ 742 w 754"/>
              <a:gd name="T17" fmla="*/ 336 h 415"/>
              <a:gd name="T18" fmla="*/ 637 w 754"/>
              <a:gd name="T19" fmla="*/ 407 h 415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470 w 10000"/>
              <a:gd name="connsiteY3" fmla="*/ 4211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8992 w 10000"/>
              <a:gd name="connsiteY7" fmla="*/ 5880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470 w 10000"/>
              <a:gd name="connsiteY3" fmla="*/ 4211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353 w 10000"/>
              <a:gd name="connsiteY7" fmla="*/ 5815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638 w 10000"/>
              <a:gd name="connsiteY3" fmla="*/ 4336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353 w 10000"/>
              <a:gd name="connsiteY7" fmla="*/ 5815 h 10000"/>
              <a:gd name="connsiteX8" fmla="*/ 9841 w 10000"/>
              <a:gd name="connsiteY8" fmla="*/ 8096 h 10000"/>
              <a:gd name="connsiteX9" fmla="*/ 8448 w 10000"/>
              <a:gd name="connsiteY9" fmla="*/ 9807 h 10000"/>
              <a:gd name="connsiteX0" fmla="*/ 8448 w 10000"/>
              <a:gd name="connsiteY0" fmla="*/ 9807 h 10000"/>
              <a:gd name="connsiteX1" fmla="*/ 1220 w 10000"/>
              <a:gd name="connsiteY1" fmla="*/ 9711 h 10000"/>
              <a:gd name="connsiteX2" fmla="*/ 199 w 10000"/>
              <a:gd name="connsiteY2" fmla="*/ 6988 h 10000"/>
              <a:gd name="connsiteX3" fmla="*/ 1638 w 10000"/>
              <a:gd name="connsiteY3" fmla="*/ 4336 h 10000"/>
              <a:gd name="connsiteX4" fmla="*/ 3806 w 10000"/>
              <a:gd name="connsiteY4" fmla="*/ 627 h 10000"/>
              <a:gd name="connsiteX5" fmla="*/ 6684 w 10000"/>
              <a:gd name="connsiteY5" fmla="*/ 2940 h 10000"/>
              <a:gd name="connsiteX6" fmla="*/ 8621 w 10000"/>
              <a:gd name="connsiteY6" fmla="*/ 2867 h 10000"/>
              <a:gd name="connsiteX7" fmla="*/ 9054 w 10000"/>
              <a:gd name="connsiteY7" fmla="*/ 5692 h 10000"/>
              <a:gd name="connsiteX8" fmla="*/ 9841 w 10000"/>
              <a:gd name="connsiteY8" fmla="*/ 8096 h 10000"/>
              <a:gd name="connsiteX9" fmla="*/ 8448 w 10000"/>
              <a:gd name="connsiteY9" fmla="*/ 980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000">
                <a:moveTo>
                  <a:pt x="8448" y="9807"/>
                </a:moveTo>
                <a:lnTo>
                  <a:pt x="1220" y="9711"/>
                </a:lnTo>
                <a:cubicBezTo>
                  <a:pt x="1220" y="9711"/>
                  <a:pt x="0" y="9253"/>
                  <a:pt x="199" y="6988"/>
                </a:cubicBezTo>
                <a:cubicBezTo>
                  <a:pt x="424" y="4530"/>
                  <a:pt x="1638" y="4336"/>
                  <a:pt x="1638" y="4336"/>
                </a:cubicBezTo>
                <a:cubicBezTo>
                  <a:pt x="1638" y="4336"/>
                  <a:pt x="1711" y="1277"/>
                  <a:pt x="3806" y="627"/>
                </a:cubicBezTo>
                <a:cubicBezTo>
                  <a:pt x="5849" y="0"/>
                  <a:pt x="6684" y="2940"/>
                  <a:pt x="6684" y="2940"/>
                </a:cubicBezTo>
                <a:cubicBezTo>
                  <a:pt x="6684" y="2940"/>
                  <a:pt x="7732" y="1542"/>
                  <a:pt x="8621" y="2867"/>
                </a:cubicBezTo>
                <a:cubicBezTo>
                  <a:pt x="9363" y="3952"/>
                  <a:pt x="9054" y="5692"/>
                  <a:pt x="9054" y="5692"/>
                </a:cubicBezTo>
                <a:cubicBezTo>
                  <a:pt x="9054" y="5692"/>
                  <a:pt x="10000" y="6361"/>
                  <a:pt x="9841" y="8096"/>
                </a:cubicBezTo>
                <a:cubicBezTo>
                  <a:pt x="9668" y="10000"/>
                  <a:pt x="8448" y="9807"/>
                  <a:pt x="8448" y="9807"/>
                </a:cubicBezTo>
                <a:close/>
              </a:path>
            </a:pathLst>
          </a:cu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  <p:txBody>
          <a:bodyPr vert="horz" wrap="square" lIns="86177" tIns="43087" rIns="86177" bIns="43087" numCol="1" anchor="ctr" anchorCtr="0" compatLnSpc="1">
            <a:prstTxWarp prst="textNoShape">
              <a:avLst/>
            </a:prstTxWarp>
          </a:bodyPr>
          <a:lstStyle/>
          <a:p>
            <a:pPr algn="ctr" defTabSz="964825">
              <a:lnSpc>
                <a:spcPct val="200000"/>
              </a:lnSpc>
              <a:defRPr/>
            </a:pPr>
            <a:endParaRPr lang="zh-CN" altLang="en-US" sz="1400" kern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="" xmlns:a16="http://schemas.microsoft.com/office/drawing/2014/main" id="{BA8D43ED-81B5-4134-A3E0-CCC135E8B4C1}"/>
              </a:ext>
            </a:extLst>
          </p:cNvPr>
          <p:cNvSpPr txBox="1"/>
          <p:nvPr/>
        </p:nvSpPr>
        <p:spPr bwMode="gray">
          <a:xfrm>
            <a:off x="10596307" y="3755466"/>
            <a:ext cx="669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DC</a:t>
            </a:r>
            <a:endParaRPr kumimoji="1" lang="zh-CN" altLang="en-US" sz="1400" dirty="0">
              <a:solidFill>
                <a:srgbClr val="57575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="" xmlns:a16="http://schemas.microsoft.com/office/drawing/2014/main" id="{2497BE1B-A0BA-4908-9FE5-7F0012A04BB1}"/>
              </a:ext>
            </a:extLst>
          </p:cNvPr>
          <p:cNvSpPr txBox="1"/>
          <p:nvPr/>
        </p:nvSpPr>
        <p:spPr bwMode="gray">
          <a:xfrm>
            <a:off x="10488749" y="3398355"/>
            <a:ext cx="669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57575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上海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="" xmlns:a16="http://schemas.microsoft.com/office/drawing/2014/main" id="{0CFC3512-98CC-4AD2-A9AF-9687564297C3}"/>
              </a:ext>
            </a:extLst>
          </p:cNvPr>
          <p:cNvSpPr/>
          <p:nvPr/>
        </p:nvSpPr>
        <p:spPr bwMode="gray">
          <a:xfrm>
            <a:off x="8437005" y="4781731"/>
            <a:ext cx="861668" cy="19336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分支</a:t>
            </a:r>
            <a:r>
              <a:rPr lang="en-US" altLang="zh-CN" sz="140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dirty="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="" xmlns:a16="http://schemas.microsoft.com/office/drawing/2014/main" id="{41A7D29B-9837-4EA8-99F2-C893DCF83532}"/>
              </a:ext>
            </a:extLst>
          </p:cNvPr>
          <p:cNvSpPr/>
          <p:nvPr/>
        </p:nvSpPr>
        <p:spPr bwMode="gray">
          <a:xfrm>
            <a:off x="9601655" y="4779473"/>
            <a:ext cx="861668" cy="19336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分支</a:t>
            </a:r>
            <a:r>
              <a:rPr lang="en-US" altLang="zh-CN" sz="140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dirty="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="" xmlns:a16="http://schemas.microsoft.com/office/drawing/2014/main" id="{671C6A52-2254-45D7-AAF2-582BD21FDE24}"/>
              </a:ext>
            </a:extLst>
          </p:cNvPr>
          <p:cNvSpPr/>
          <p:nvPr/>
        </p:nvSpPr>
        <p:spPr bwMode="gray">
          <a:xfrm>
            <a:off x="10641733" y="4781427"/>
            <a:ext cx="861668" cy="193364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分支</a:t>
            </a:r>
            <a:r>
              <a:rPr lang="en-US" altLang="zh-CN" sz="1400">
                <a:solidFill>
                  <a:srgbClr val="666666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dirty="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33" name="直接连接符 132">
            <a:extLst>
              <a:ext uri="{FF2B5EF4-FFF2-40B4-BE49-F238E27FC236}">
                <a16:creationId xmlns="" xmlns:a16="http://schemas.microsoft.com/office/drawing/2014/main" id="{7DC262DB-F4CE-48C1-B9E1-94CF4FFF4D71}"/>
              </a:ext>
            </a:extLst>
          </p:cNvPr>
          <p:cNvCxnSpPr>
            <a:stCxn id="130" idx="0"/>
          </p:cNvCxnSpPr>
          <p:nvPr/>
        </p:nvCxnSpPr>
        <p:spPr bwMode="gray">
          <a:xfrm flipV="1">
            <a:off x="8867839" y="3879596"/>
            <a:ext cx="474294" cy="902135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cxnSp>
        <p:nvCxnSpPr>
          <p:cNvPr id="134" name="直接连接符 133">
            <a:extLst>
              <a:ext uri="{FF2B5EF4-FFF2-40B4-BE49-F238E27FC236}">
                <a16:creationId xmlns="" xmlns:a16="http://schemas.microsoft.com/office/drawing/2014/main" id="{0A7644C7-5203-4E1E-9223-B72BFC95F4B3}"/>
              </a:ext>
            </a:extLst>
          </p:cNvPr>
          <p:cNvCxnSpPr>
            <a:stCxn id="130" idx="0"/>
          </p:cNvCxnSpPr>
          <p:nvPr/>
        </p:nvCxnSpPr>
        <p:spPr bwMode="gray">
          <a:xfrm flipV="1">
            <a:off x="8867839" y="3855934"/>
            <a:ext cx="1309293" cy="925797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cxnSp>
        <p:nvCxnSpPr>
          <p:cNvPr id="135" name="直接连接符 134">
            <a:extLst>
              <a:ext uri="{FF2B5EF4-FFF2-40B4-BE49-F238E27FC236}">
                <a16:creationId xmlns="" xmlns:a16="http://schemas.microsoft.com/office/drawing/2014/main" id="{E65DE558-BAD8-43AB-9BB3-A2D15DC81730}"/>
              </a:ext>
            </a:extLst>
          </p:cNvPr>
          <p:cNvCxnSpPr>
            <a:stCxn id="131" idx="0"/>
            <a:endCxn id="122" idx="3"/>
          </p:cNvCxnSpPr>
          <p:nvPr/>
        </p:nvCxnSpPr>
        <p:spPr bwMode="gray">
          <a:xfrm flipH="1" flipV="1">
            <a:off x="9223901" y="3886452"/>
            <a:ext cx="808588" cy="893021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cxnSp>
        <p:nvCxnSpPr>
          <p:cNvPr id="136" name="直接连接符 135">
            <a:extLst>
              <a:ext uri="{FF2B5EF4-FFF2-40B4-BE49-F238E27FC236}">
                <a16:creationId xmlns="" xmlns:a16="http://schemas.microsoft.com/office/drawing/2014/main" id="{D9F4E7DA-5FC3-43B3-B865-183085AFCE9C}"/>
              </a:ext>
            </a:extLst>
          </p:cNvPr>
          <p:cNvCxnSpPr>
            <a:stCxn id="131" idx="0"/>
          </p:cNvCxnSpPr>
          <p:nvPr/>
        </p:nvCxnSpPr>
        <p:spPr bwMode="gray">
          <a:xfrm flipV="1">
            <a:off x="10032489" y="3855934"/>
            <a:ext cx="144643" cy="923539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cxnSp>
        <p:nvCxnSpPr>
          <p:cNvPr id="137" name="直接连接符 136">
            <a:extLst>
              <a:ext uri="{FF2B5EF4-FFF2-40B4-BE49-F238E27FC236}">
                <a16:creationId xmlns="" xmlns:a16="http://schemas.microsoft.com/office/drawing/2014/main" id="{5857CBC9-0C6C-4D62-A739-BCC50D0DA2A6}"/>
              </a:ext>
            </a:extLst>
          </p:cNvPr>
          <p:cNvCxnSpPr>
            <a:stCxn id="132" idx="0"/>
          </p:cNvCxnSpPr>
          <p:nvPr/>
        </p:nvCxnSpPr>
        <p:spPr bwMode="gray">
          <a:xfrm flipH="1" flipV="1">
            <a:off x="9342133" y="3879596"/>
            <a:ext cx="1730434" cy="901831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cxnSp>
        <p:nvCxnSpPr>
          <p:cNvPr id="138" name="直接连接符 137">
            <a:extLst>
              <a:ext uri="{FF2B5EF4-FFF2-40B4-BE49-F238E27FC236}">
                <a16:creationId xmlns="" xmlns:a16="http://schemas.microsoft.com/office/drawing/2014/main" id="{C5FE0EFF-1DA7-4A4F-BF03-DD52B78A0669}"/>
              </a:ext>
            </a:extLst>
          </p:cNvPr>
          <p:cNvCxnSpPr>
            <a:stCxn id="132" idx="0"/>
          </p:cNvCxnSpPr>
          <p:nvPr/>
        </p:nvCxnSpPr>
        <p:spPr bwMode="gray">
          <a:xfrm flipH="1" flipV="1">
            <a:off x="10177132" y="3855934"/>
            <a:ext cx="895435" cy="925493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cxnSp>
        <p:nvCxnSpPr>
          <p:cNvPr id="139" name="直接连接符 138">
            <a:extLst>
              <a:ext uri="{FF2B5EF4-FFF2-40B4-BE49-F238E27FC236}">
                <a16:creationId xmlns="" xmlns:a16="http://schemas.microsoft.com/office/drawing/2014/main" id="{15FD73DF-2A8A-45D8-A003-9F35AE420800}"/>
              </a:ext>
            </a:extLst>
          </p:cNvPr>
          <p:cNvCxnSpPr/>
          <p:nvPr/>
        </p:nvCxnSpPr>
        <p:spPr bwMode="gray">
          <a:xfrm flipH="1">
            <a:off x="9116088" y="3806208"/>
            <a:ext cx="255088" cy="164723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cxnSp>
        <p:nvCxnSpPr>
          <p:cNvPr id="140" name="直接连接符 139">
            <a:extLst>
              <a:ext uri="{FF2B5EF4-FFF2-40B4-BE49-F238E27FC236}">
                <a16:creationId xmlns="" xmlns:a16="http://schemas.microsoft.com/office/drawing/2014/main" id="{98198C73-90E4-4338-8208-85136A577636}"/>
              </a:ext>
            </a:extLst>
          </p:cNvPr>
          <p:cNvCxnSpPr>
            <a:endCxn id="127" idx="2"/>
          </p:cNvCxnSpPr>
          <p:nvPr/>
        </p:nvCxnSpPr>
        <p:spPr bwMode="gray">
          <a:xfrm>
            <a:off x="10190301" y="3793709"/>
            <a:ext cx="285873" cy="154233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cxnSp>
        <p:nvCxnSpPr>
          <p:cNvPr id="141" name="直接连接符 140">
            <a:extLst>
              <a:ext uri="{FF2B5EF4-FFF2-40B4-BE49-F238E27FC236}">
                <a16:creationId xmlns="" xmlns:a16="http://schemas.microsoft.com/office/drawing/2014/main" id="{27E6B21A-02B4-4CBD-852F-680096D13148}"/>
              </a:ext>
            </a:extLst>
          </p:cNvPr>
          <p:cNvCxnSpPr/>
          <p:nvPr/>
        </p:nvCxnSpPr>
        <p:spPr bwMode="gray">
          <a:xfrm>
            <a:off x="9723155" y="3104005"/>
            <a:ext cx="90306" cy="228189"/>
          </a:xfrm>
          <a:prstGeom prst="lin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</p:cxnSp>
      <p:sp>
        <p:nvSpPr>
          <p:cNvPr id="142" name="等腰三角形 141">
            <a:extLst>
              <a:ext uri="{FF2B5EF4-FFF2-40B4-BE49-F238E27FC236}">
                <a16:creationId xmlns="" xmlns:a16="http://schemas.microsoft.com/office/drawing/2014/main" id="{BFD4D63A-DB13-4F41-95B8-7A8E09EC6233}"/>
              </a:ext>
            </a:extLst>
          </p:cNvPr>
          <p:cNvSpPr/>
          <p:nvPr/>
        </p:nvSpPr>
        <p:spPr bwMode="gray">
          <a:xfrm>
            <a:off x="9360317" y="3277761"/>
            <a:ext cx="829984" cy="521204"/>
          </a:xfrm>
          <a:prstGeom prst="triangle">
            <a:avLst/>
          </a:prstGeom>
          <a:solidFill>
            <a:srgbClr val="FFFFFF"/>
          </a:solidFill>
          <a:ln w="9525" cap="flat">
            <a:solidFill>
              <a:srgbClr val="00B0F0"/>
            </a:solidFill>
            <a:prstDash val="solid"/>
            <a:miter lim="800000"/>
            <a:headEnd/>
            <a:tailEnd/>
          </a:ln>
        </p:spPr>
        <p:txBody>
          <a:bodyPr rtlCol="0" anchor="ctr"/>
          <a:lstStyle/>
          <a:p>
            <a:pPr algn="ctr"/>
            <a:endParaRPr lang="zh-CN" altLang="en-US" sz="140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2" name="任意多边形 380">
            <a:extLst>
              <a:ext uri="{FF2B5EF4-FFF2-40B4-BE49-F238E27FC236}">
                <a16:creationId xmlns="" xmlns:a16="http://schemas.microsoft.com/office/drawing/2014/main" id="{A3BE882C-B24E-413D-ABD3-2EEA6FAD8FA0}"/>
              </a:ext>
            </a:extLst>
          </p:cNvPr>
          <p:cNvSpPr/>
          <p:nvPr/>
        </p:nvSpPr>
        <p:spPr bwMode="gray">
          <a:xfrm>
            <a:off x="8777889" y="3063215"/>
            <a:ext cx="771151" cy="1599390"/>
          </a:xfrm>
          <a:custGeom>
            <a:avLst/>
            <a:gdLst>
              <a:gd name="connsiteX0" fmla="*/ 0 w 853905"/>
              <a:gd name="connsiteY0" fmla="*/ 1531620 h 1531620"/>
              <a:gd name="connsiteX1" fmla="*/ 480060 w 853905"/>
              <a:gd name="connsiteY1" fmla="*/ 868680 h 1531620"/>
              <a:gd name="connsiteX2" fmla="*/ 830580 w 853905"/>
              <a:gd name="connsiteY2" fmla="*/ 388620 h 1531620"/>
              <a:gd name="connsiteX3" fmla="*/ 792480 w 853905"/>
              <a:gd name="connsiteY3" fmla="*/ 0 h 1531620"/>
              <a:gd name="connsiteX0" fmla="*/ 0 w 934944"/>
              <a:gd name="connsiteY0" fmla="*/ 1511300 h 1511300"/>
              <a:gd name="connsiteX1" fmla="*/ 480060 w 934944"/>
              <a:gd name="connsiteY1" fmla="*/ 848360 h 1511300"/>
              <a:gd name="connsiteX2" fmla="*/ 830580 w 934944"/>
              <a:gd name="connsiteY2" fmla="*/ 368300 h 1511300"/>
              <a:gd name="connsiteX3" fmla="*/ 919480 w 934944"/>
              <a:gd name="connsiteY3" fmla="*/ 0 h 1511300"/>
              <a:gd name="connsiteX0" fmla="*/ 0 w 919480"/>
              <a:gd name="connsiteY0" fmla="*/ 1511300 h 1511300"/>
              <a:gd name="connsiteX1" fmla="*/ 480060 w 919480"/>
              <a:gd name="connsiteY1" fmla="*/ 848360 h 1511300"/>
              <a:gd name="connsiteX2" fmla="*/ 830580 w 919480"/>
              <a:gd name="connsiteY2" fmla="*/ 368300 h 1511300"/>
              <a:gd name="connsiteX3" fmla="*/ 919480 w 919480"/>
              <a:gd name="connsiteY3" fmla="*/ 0 h 1511300"/>
              <a:gd name="connsiteX0" fmla="*/ 0 w 740410"/>
              <a:gd name="connsiteY0" fmla="*/ 1511300 h 1511300"/>
              <a:gd name="connsiteX1" fmla="*/ 300990 w 740410"/>
              <a:gd name="connsiteY1" fmla="*/ 848360 h 1511300"/>
              <a:gd name="connsiteX2" fmla="*/ 651510 w 740410"/>
              <a:gd name="connsiteY2" fmla="*/ 368300 h 1511300"/>
              <a:gd name="connsiteX3" fmla="*/ 740410 w 740410"/>
              <a:gd name="connsiteY3" fmla="*/ 0 h 151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0410" h="1511300">
                <a:moveTo>
                  <a:pt x="0" y="1511300"/>
                </a:moveTo>
                <a:cubicBezTo>
                  <a:pt x="100330" y="1290320"/>
                  <a:pt x="192405" y="1038860"/>
                  <a:pt x="300990" y="848360"/>
                </a:cubicBezTo>
                <a:cubicBezTo>
                  <a:pt x="409575" y="657860"/>
                  <a:pt x="578273" y="509693"/>
                  <a:pt x="651510" y="368300"/>
                </a:cubicBezTo>
                <a:cubicBezTo>
                  <a:pt x="724747" y="226907"/>
                  <a:pt x="729615" y="121920"/>
                  <a:pt x="740410" y="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3" name="任意多边形 381">
            <a:extLst>
              <a:ext uri="{FF2B5EF4-FFF2-40B4-BE49-F238E27FC236}">
                <a16:creationId xmlns="" xmlns:a16="http://schemas.microsoft.com/office/drawing/2014/main" id="{BEE9E359-4037-4761-86E2-9DA189127955}"/>
              </a:ext>
            </a:extLst>
          </p:cNvPr>
          <p:cNvSpPr/>
          <p:nvPr/>
        </p:nvSpPr>
        <p:spPr bwMode="gray">
          <a:xfrm>
            <a:off x="9019748" y="3030869"/>
            <a:ext cx="1483600" cy="1676268"/>
          </a:xfrm>
          <a:custGeom>
            <a:avLst/>
            <a:gdLst>
              <a:gd name="connsiteX0" fmla="*/ 0 w 1204449"/>
              <a:gd name="connsiteY0" fmla="*/ 1517904 h 1517904"/>
              <a:gd name="connsiteX1" fmla="*/ 1170432 w 1204449"/>
              <a:gd name="connsiteY1" fmla="*/ 822960 h 1517904"/>
              <a:gd name="connsiteX2" fmla="*/ 890016 w 1204449"/>
              <a:gd name="connsiteY2" fmla="*/ 256032 h 1517904"/>
              <a:gd name="connsiteX3" fmla="*/ 890016 w 1204449"/>
              <a:gd name="connsiteY3" fmla="*/ 0 h 1517904"/>
              <a:gd name="connsiteX0" fmla="*/ 0 w 1419534"/>
              <a:gd name="connsiteY0" fmla="*/ 1472184 h 1472184"/>
              <a:gd name="connsiteX1" fmla="*/ 1373632 w 1419534"/>
              <a:gd name="connsiteY1" fmla="*/ 822960 h 1472184"/>
              <a:gd name="connsiteX2" fmla="*/ 1093216 w 1419534"/>
              <a:gd name="connsiteY2" fmla="*/ 256032 h 1472184"/>
              <a:gd name="connsiteX3" fmla="*/ 1093216 w 1419534"/>
              <a:gd name="connsiteY3" fmla="*/ 0 h 1472184"/>
              <a:gd name="connsiteX0" fmla="*/ 0 w 1424458"/>
              <a:gd name="connsiteY0" fmla="*/ 1583944 h 1583944"/>
              <a:gd name="connsiteX1" fmla="*/ 1373632 w 1424458"/>
              <a:gd name="connsiteY1" fmla="*/ 934720 h 1583944"/>
              <a:gd name="connsiteX2" fmla="*/ 1093216 w 1424458"/>
              <a:gd name="connsiteY2" fmla="*/ 367792 h 1583944"/>
              <a:gd name="connsiteX3" fmla="*/ 747776 w 1424458"/>
              <a:gd name="connsiteY3" fmla="*/ 0 h 158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4458" h="1583944">
                <a:moveTo>
                  <a:pt x="0" y="1583944"/>
                </a:moveTo>
                <a:cubicBezTo>
                  <a:pt x="511048" y="1341628"/>
                  <a:pt x="1191429" y="1137412"/>
                  <a:pt x="1373632" y="934720"/>
                </a:cubicBezTo>
                <a:cubicBezTo>
                  <a:pt x="1555835" y="732028"/>
                  <a:pt x="1197525" y="523579"/>
                  <a:pt x="1093216" y="367792"/>
                </a:cubicBezTo>
                <a:cubicBezTo>
                  <a:pt x="988907" y="212005"/>
                  <a:pt x="756920" y="50800"/>
                  <a:pt x="747776" y="0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4" name="任意多边形 397">
            <a:extLst>
              <a:ext uri="{FF2B5EF4-FFF2-40B4-BE49-F238E27FC236}">
                <a16:creationId xmlns="" xmlns:a16="http://schemas.microsoft.com/office/drawing/2014/main" id="{927158AF-80DE-49E6-84C0-63433A73A1E1}"/>
              </a:ext>
            </a:extLst>
          </p:cNvPr>
          <p:cNvSpPr/>
          <p:nvPr/>
        </p:nvSpPr>
        <p:spPr bwMode="gray">
          <a:xfrm>
            <a:off x="9003903" y="3024591"/>
            <a:ext cx="1321892" cy="1634334"/>
          </a:xfrm>
          <a:custGeom>
            <a:avLst/>
            <a:gdLst>
              <a:gd name="connsiteX0" fmla="*/ 0 w 1232013"/>
              <a:gd name="connsiteY0" fmla="*/ 1549400 h 1549400"/>
              <a:gd name="connsiteX1" fmla="*/ 1229360 w 1232013"/>
              <a:gd name="connsiteY1" fmla="*/ 756920 h 1549400"/>
              <a:gd name="connsiteX2" fmla="*/ 335280 w 1232013"/>
              <a:gd name="connsiteY2" fmla="*/ 614680 h 1549400"/>
              <a:gd name="connsiteX3" fmla="*/ 594360 w 1232013"/>
              <a:gd name="connsiteY3" fmla="*/ 233680 h 1549400"/>
              <a:gd name="connsiteX4" fmla="*/ 538480 w 1232013"/>
              <a:gd name="connsiteY4" fmla="*/ 0 h 1549400"/>
              <a:gd name="connsiteX0" fmla="*/ 0 w 1472240"/>
              <a:gd name="connsiteY0" fmla="*/ 1529080 h 1529080"/>
              <a:gd name="connsiteX1" fmla="*/ 1465083 w 1472240"/>
              <a:gd name="connsiteY1" fmla="*/ 756920 h 1529080"/>
              <a:gd name="connsiteX2" fmla="*/ 571003 w 1472240"/>
              <a:gd name="connsiteY2" fmla="*/ 614680 h 1529080"/>
              <a:gd name="connsiteX3" fmla="*/ 830083 w 1472240"/>
              <a:gd name="connsiteY3" fmla="*/ 233680 h 1529080"/>
              <a:gd name="connsiteX4" fmla="*/ 774203 w 1472240"/>
              <a:gd name="connsiteY4" fmla="*/ 0 h 1529080"/>
              <a:gd name="connsiteX0" fmla="*/ 0 w 1472334"/>
              <a:gd name="connsiteY0" fmla="*/ 1529080 h 1529080"/>
              <a:gd name="connsiteX1" fmla="*/ 1465083 w 1472334"/>
              <a:gd name="connsiteY1" fmla="*/ 756920 h 1529080"/>
              <a:gd name="connsiteX2" fmla="*/ 571003 w 1472334"/>
              <a:gd name="connsiteY2" fmla="*/ 614680 h 1529080"/>
              <a:gd name="connsiteX3" fmla="*/ 754946 w 1472334"/>
              <a:gd name="connsiteY3" fmla="*/ 248920 h 1529080"/>
              <a:gd name="connsiteX4" fmla="*/ 774203 w 1472334"/>
              <a:gd name="connsiteY4" fmla="*/ 0 h 1529080"/>
              <a:gd name="connsiteX0" fmla="*/ 0 w 1472334"/>
              <a:gd name="connsiteY0" fmla="*/ 1544320 h 1544320"/>
              <a:gd name="connsiteX1" fmla="*/ 1465083 w 1472334"/>
              <a:gd name="connsiteY1" fmla="*/ 772160 h 1544320"/>
              <a:gd name="connsiteX2" fmla="*/ 571003 w 1472334"/>
              <a:gd name="connsiteY2" fmla="*/ 629920 h 1544320"/>
              <a:gd name="connsiteX3" fmla="*/ 754946 w 1472334"/>
              <a:gd name="connsiteY3" fmla="*/ 264160 h 1544320"/>
              <a:gd name="connsiteX4" fmla="*/ 743264 w 1472334"/>
              <a:gd name="connsiteY4" fmla="*/ 0 h 154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2334" h="1544320">
                <a:moveTo>
                  <a:pt x="0" y="1544320"/>
                </a:moveTo>
                <a:cubicBezTo>
                  <a:pt x="586740" y="1225973"/>
                  <a:pt x="1369916" y="924560"/>
                  <a:pt x="1465083" y="772160"/>
                </a:cubicBezTo>
                <a:cubicBezTo>
                  <a:pt x="1560250" y="619760"/>
                  <a:pt x="689359" y="714587"/>
                  <a:pt x="571003" y="629920"/>
                </a:cubicBezTo>
                <a:cubicBezTo>
                  <a:pt x="452647" y="545253"/>
                  <a:pt x="726236" y="369147"/>
                  <a:pt x="754946" y="264160"/>
                </a:cubicBezTo>
                <a:cubicBezTo>
                  <a:pt x="783656" y="159173"/>
                  <a:pt x="788137" y="65616"/>
                  <a:pt x="743264" y="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rgbClr val="666666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155" name="Picture 2" descr="C:\Users\l00275394\AppData\Roaming\eSpace_Desktop\UserData\l00275394\imagefiles\originalImgfiles\6FB94FD6-103E-47F9-9EB8-C94AB6F694D1.png">
            <a:extLst>
              <a:ext uri="{FF2B5EF4-FFF2-40B4-BE49-F238E27FC236}">
                <a16:creationId xmlns="" xmlns:a16="http://schemas.microsoft.com/office/drawing/2014/main" id="{258F1194-39C3-4148-8356-B61E1A457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9155104" y="1971870"/>
            <a:ext cx="1426419" cy="317480"/>
          </a:xfrm>
          <a:prstGeom prst="rect">
            <a:avLst/>
          </a:prstGeom>
          <a:noFill/>
          <a:ln>
            <a:solidFill>
              <a:schemeClr val="bg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6" name="肘形连接符 88">
            <a:extLst>
              <a:ext uri="{FF2B5EF4-FFF2-40B4-BE49-F238E27FC236}">
                <a16:creationId xmlns="" xmlns:a16="http://schemas.microsoft.com/office/drawing/2014/main" id="{9974E445-B158-454E-B618-9B2F2FC4DFC2}"/>
              </a:ext>
            </a:extLst>
          </p:cNvPr>
          <p:cNvCxnSpPr>
            <a:stCxn id="155" idx="2"/>
          </p:cNvCxnSpPr>
          <p:nvPr/>
        </p:nvCxnSpPr>
        <p:spPr bwMode="gray">
          <a:xfrm rot="5400000">
            <a:off x="9328876" y="2474284"/>
            <a:ext cx="724372" cy="35450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文本框 156">
            <a:extLst>
              <a:ext uri="{FF2B5EF4-FFF2-40B4-BE49-F238E27FC236}">
                <a16:creationId xmlns="" xmlns:a16="http://schemas.microsoft.com/office/drawing/2014/main" id="{39B0DE62-2C00-41A2-9AE8-958C1A5870AF}"/>
              </a:ext>
            </a:extLst>
          </p:cNvPr>
          <p:cNvSpPr txBox="1"/>
          <p:nvPr/>
        </p:nvSpPr>
        <p:spPr bwMode="gray">
          <a:xfrm>
            <a:off x="6660555" y="2836634"/>
            <a:ext cx="114558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逐跳配置</a:t>
            </a:r>
            <a:endParaRPr lang="en-US" altLang="zh-CN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策略路由</a:t>
            </a:r>
            <a:endParaRPr lang="en-US" altLang="zh-CN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8" name="文本框 157">
            <a:extLst>
              <a:ext uri="{FF2B5EF4-FFF2-40B4-BE49-F238E27FC236}">
                <a16:creationId xmlns="" xmlns:a16="http://schemas.microsoft.com/office/drawing/2014/main" id="{0D00793A-D8AF-4C9B-A050-A3FF910B8410}"/>
              </a:ext>
            </a:extLst>
          </p:cNvPr>
          <p:cNvSpPr txBox="1"/>
          <p:nvPr/>
        </p:nvSpPr>
        <p:spPr bwMode="gray">
          <a:xfrm>
            <a:off x="8452989" y="2470745"/>
            <a:ext cx="105674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SRv6</a:t>
            </a:r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策略</a:t>
            </a:r>
            <a:endParaRPr lang="en-US" altLang="zh-CN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4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自动配置</a:t>
            </a:r>
            <a:endParaRPr lang="en-US" altLang="zh-CN" sz="1400" b="1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="" xmlns:a16="http://schemas.microsoft.com/office/drawing/2014/main" id="{C0D8B399-2651-4C6D-9BE7-B9F6F6B5C314}"/>
              </a:ext>
            </a:extLst>
          </p:cNvPr>
          <p:cNvSpPr/>
          <p:nvPr/>
        </p:nvSpPr>
        <p:spPr bwMode="gray">
          <a:xfrm>
            <a:off x="602212" y="5050640"/>
            <a:ext cx="3395815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“我们希望能基于时间段、流量门限、流量突发等不同的方式自动或手动触发流量调</a:t>
            </a:r>
            <a:r>
              <a:rPr lang="zh-CN" altLang="en-US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优。”</a:t>
            </a:r>
            <a:endParaRPr lang="en-US" altLang="zh-CN" sz="140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                 </a:t>
            </a:r>
            <a:r>
              <a:rPr lang="en-US" altLang="zh-CN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——</a:t>
            </a:r>
            <a:r>
              <a:rPr lang="zh-CN" altLang="en-US" sz="1400" dirty="0" smtClea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</a:t>
            </a:r>
            <a:r>
              <a:rPr lang="zh-CN" altLang="en-US" sz="140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资深网络架构师</a:t>
            </a:r>
          </a:p>
        </p:txBody>
      </p:sp>
      <p:pic>
        <p:nvPicPr>
          <p:cNvPr id="160" name="图片 159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371035" y="4646891"/>
            <a:ext cx="184086" cy="150950"/>
          </a:xfrm>
          <a:prstGeom prst="rect">
            <a:avLst/>
          </a:prstGeom>
        </p:spPr>
      </p:pic>
      <p:pic>
        <p:nvPicPr>
          <p:cNvPr id="161" name="图片 160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474866" y="4646891"/>
            <a:ext cx="184086" cy="150950"/>
          </a:xfrm>
          <a:prstGeom prst="rect">
            <a:avLst/>
          </a:prstGeom>
        </p:spPr>
      </p:pic>
      <p:pic>
        <p:nvPicPr>
          <p:cNvPr id="162" name="图片 161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97080" y="4646891"/>
            <a:ext cx="184086" cy="150950"/>
          </a:xfrm>
          <a:prstGeom prst="rect">
            <a:avLst/>
          </a:prstGeom>
        </p:spPr>
      </p:pic>
      <p:pic>
        <p:nvPicPr>
          <p:cNvPr id="163" name="图片 162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50600" y="3933970"/>
            <a:ext cx="184086" cy="150950"/>
          </a:xfrm>
          <a:prstGeom prst="rect">
            <a:avLst/>
          </a:prstGeom>
        </p:spPr>
      </p:pic>
      <p:pic>
        <p:nvPicPr>
          <p:cNvPr id="164" name="图片 163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631721" y="3808566"/>
            <a:ext cx="184086" cy="150950"/>
          </a:xfrm>
          <a:prstGeom prst="rect">
            <a:avLst/>
          </a:prstGeom>
        </p:spPr>
      </p:pic>
      <p:pic>
        <p:nvPicPr>
          <p:cNvPr id="165" name="图片 164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184191" y="3037252"/>
            <a:ext cx="184086" cy="150950"/>
          </a:xfrm>
          <a:prstGeom prst="rect">
            <a:avLst/>
          </a:prstGeom>
        </p:spPr>
      </p:pic>
      <p:pic>
        <p:nvPicPr>
          <p:cNvPr id="166" name="图片 165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800962" y="3808566"/>
            <a:ext cx="184086" cy="150950"/>
          </a:xfrm>
          <a:prstGeom prst="rect">
            <a:avLst/>
          </a:prstGeom>
        </p:spPr>
      </p:pic>
      <p:pic>
        <p:nvPicPr>
          <p:cNvPr id="167" name="图片 166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511693" y="3916605"/>
            <a:ext cx="184086" cy="150950"/>
          </a:xfrm>
          <a:prstGeom prst="rect">
            <a:avLst/>
          </a:prstGeom>
        </p:spPr>
      </p:pic>
      <p:pic>
        <p:nvPicPr>
          <p:cNvPr id="168" name="图片 167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869184" y="4646891"/>
            <a:ext cx="184086" cy="150950"/>
          </a:xfrm>
          <a:prstGeom prst="rect">
            <a:avLst/>
          </a:prstGeom>
        </p:spPr>
      </p:pic>
      <p:pic>
        <p:nvPicPr>
          <p:cNvPr id="169" name="图片 168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948365" y="4646891"/>
            <a:ext cx="184086" cy="150950"/>
          </a:xfrm>
          <a:prstGeom prst="rect">
            <a:avLst/>
          </a:prstGeom>
        </p:spPr>
      </p:pic>
      <p:pic>
        <p:nvPicPr>
          <p:cNvPr id="170" name="图片 169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939533" y="4646891"/>
            <a:ext cx="184086" cy="150950"/>
          </a:xfrm>
          <a:prstGeom prst="rect">
            <a:avLst/>
          </a:prstGeom>
        </p:spPr>
      </p:pic>
      <p:pic>
        <p:nvPicPr>
          <p:cNvPr id="171" name="图片 170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406673" y="3856325"/>
            <a:ext cx="184086" cy="150950"/>
          </a:xfrm>
          <a:prstGeom prst="rect">
            <a:avLst/>
          </a:prstGeom>
        </p:spPr>
      </p:pic>
      <p:pic>
        <p:nvPicPr>
          <p:cNvPr id="172" name="图片 171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0083541" y="3755466"/>
            <a:ext cx="184086" cy="150950"/>
          </a:xfrm>
          <a:prstGeom prst="rect">
            <a:avLst/>
          </a:prstGeom>
        </p:spPr>
      </p:pic>
      <p:pic>
        <p:nvPicPr>
          <p:cNvPr id="173" name="图片 172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273699" y="3755466"/>
            <a:ext cx="184086" cy="150950"/>
          </a:xfrm>
          <a:prstGeom prst="rect">
            <a:avLst/>
          </a:prstGeom>
        </p:spPr>
      </p:pic>
      <p:pic>
        <p:nvPicPr>
          <p:cNvPr id="174" name="图片 173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002078" y="3862910"/>
            <a:ext cx="184086" cy="150950"/>
          </a:xfrm>
          <a:prstGeom prst="rect">
            <a:avLst/>
          </a:prstGeom>
        </p:spPr>
      </p:pic>
      <p:pic>
        <p:nvPicPr>
          <p:cNvPr id="175" name="图片 174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692227" y="3194301"/>
            <a:ext cx="184086" cy="150950"/>
          </a:xfrm>
          <a:prstGeom prst="rect">
            <a:avLst/>
          </a:prstGeom>
        </p:spPr>
      </p:pic>
      <p:pic>
        <p:nvPicPr>
          <p:cNvPr id="176" name="图片 175">
            <a:extLst>
              <a:ext uri="{FF2B5EF4-FFF2-40B4-BE49-F238E27FC236}">
                <a16:creationId xmlns="" xmlns:a16="http://schemas.microsoft.com/office/drawing/2014/main" id="{00D9E19B-FC52-428A-BD18-D28EA6F8951D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467133" y="3004834"/>
            <a:ext cx="184086" cy="15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2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 bwMode="gray"/>
        <p:txBody>
          <a:bodyPr>
            <a:normAutofit/>
          </a:bodyPr>
          <a:lstStyle/>
          <a:p>
            <a:r>
              <a:rPr lang="zh-CN" altLang="en-US" dirty="0" smtClean="0">
                <a:sym typeface="Huawei Sans" panose="020C0503030203020204" pitchFamily="34" charset="0"/>
              </a:rPr>
              <a:t>某电力公司通过网络分片承载多种业务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03" name="平行四边形 85"/>
          <p:cNvSpPr/>
          <p:nvPr/>
        </p:nvSpPr>
        <p:spPr bwMode="gray">
          <a:xfrm>
            <a:off x="3138285" y="5135934"/>
            <a:ext cx="5136885" cy="988659"/>
          </a:xfrm>
          <a:prstGeom prst="parallelogram">
            <a:avLst>
              <a:gd name="adj" fmla="val 88195"/>
            </a:avLst>
          </a:prstGeom>
          <a:solidFill>
            <a:srgbClr val="F2F2F2">
              <a:alpha val="70980"/>
            </a:srgbClr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 anchorCtr="0"/>
          <a:lstStyle/>
          <a:p>
            <a:pPr algn="ctr" defTabSz="646805" fontAlgn="base">
              <a:lnSpc>
                <a:spcPct val="120000"/>
              </a:lnSpc>
              <a:spcBef>
                <a:spcPct val="0"/>
              </a:spcBef>
              <a:spcAft>
                <a:spcPts val="189"/>
              </a:spcAft>
              <a:buClr>
                <a:srgbClr val="C00000"/>
              </a:buClr>
              <a:buSzPct val="70000"/>
              <a:buFont typeface="Wingdings" pitchFamily="2" charset="2"/>
              <a:buChar char="n"/>
            </a:pPr>
            <a:endParaRPr lang="zh-CN" altLang="en-US" sz="1799" b="1" kern="0" dirty="0">
              <a:solidFill>
                <a:prstClr val="black">
                  <a:lumMod val="75000"/>
                  <a:lumOff val="25000"/>
                </a:prst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304" name="直接连接符 502"/>
          <p:cNvCxnSpPr/>
          <p:nvPr/>
        </p:nvCxnSpPr>
        <p:spPr bwMode="gray">
          <a:xfrm flipH="1">
            <a:off x="4517841" y="5427663"/>
            <a:ext cx="899791" cy="175740"/>
          </a:xfrm>
          <a:prstGeom prst="line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</p:cxnSp>
      <p:cxnSp>
        <p:nvCxnSpPr>
          <p:cNvPr id="305" name="直接连接符 503"/>
          <p:cNvCxnSpPr/>
          <p:nvPr/>
        </p:nvCxnSpPr>
        <p:spPr bwMode="gray">
          <a:xfrm flipH="1" flipV="1">
            <a:off x="4517843" y="5645582"/>
            <a:ext cx="1420559" cy="183135"/>
          </a:xfrm>
          <a:prstGeom prst="line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</p:cxnSp>
      <p:cxnSp>
        <p:nvCxnSpPr>
          <p:cNvPr id="306" name="直接连接符 506"/>
          <p:cNvCxnSpPr/>
          <p:nvPr/>
        </p:nvCxnSpPr>
        <p:spPr bwMode="gray">
          <a:xfrm flipH="1" flipV="1">
            <a:off x="5704090" y="5403059"/>
            <a:ext cx="1420561" cy="183136"/>
          </a:xfrm>
          <a:prstGeom prst="line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</p:cxnSp>
      <p:cxnSp>
        <p:nvCxnSpPr>
          <p:cNvPr id="307" name="直接连接符 510"/>
          <p:cNvCxnSpPr/>
          <p:nvPr/>
        </p:nvCxnSpPr>
        <p:spPr bwMode="gray">
          <a:xfrm flipH="1">
            <a:off x="6161014" y="5612190"/>
            <a:ext cx="906820" cy="207103"/>
          </a:xfrm>
          <a:prstGeom prst="line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</p:cxnSp>
      <p:cxnSp>
        <p:nvCxnSpPr>
          <p:cNvPr id="308" name="直接连接符 511"/>
          <p:cNvCxnSpPr/>
          <p:nvPr/>
        </p:nvCxnSpPr>
        <p:spPr bwMode="gray">
          <a:xfrm flipH="1">
            <a:off x="4528386" y="5603402"/>
            <a:ext cx="2460365" cy="36906"/>
          </a:xfrm>
          <a:prstGeom prst="line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</p:cxnSp>
      <p:cxnSp>
        <p:nvCxnSpPr>
          <p:cNvPr id="309" name="直接连接符 512"/>
          <p:cNvCxnSpPr/>
          <p:nvPr/>
        </p:nvCxnSpPr>
        <p:spPr bwMode="gray">
          <a:xfrm flipH="1" flipV="1">
            <a:off x="5614463" y="5504990"/>
            <a:ext cx="379520" cy="223723"/>
          </a:xfrm>
          <a:prstGeom prst="line">
            <a:avLst/>
          </a:prstGeom>
          <a:noFill/>
          <a:ln w="25400" cap="flat" cmpd="sng" algn="ctr">
            <a:solidFill>
              <a:srgbClr val="4F81BD">
                <a:lumMod val="75000"/>
              </a:srgbClr>
            </a:solidFill>
            <a:prstDash val="solid"/>
          </a:ln>
          <a:effectLst/>
        </p:spPr>
      </p:cxnSp>
      <p:cxnSp>
        <p:nvCxnSpPr>
          <p:cNvPr id="310" name="直接连接符 513"/>
          <p:cNvCxnSpPr/>
          <p:nvPr/>
        </p:nvCxnSpPr>
        <p:spPr bwMode="gray">
          <a:xfrm>
            <a:off x="4364713" y="2018870"/>
            <a:ext cx="3752" cy="3566817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311" name="直接连接符 514"/>
          <p:cNvCxnSpPr/>
          <p:nvPr/>
        </p:nvCxnSpPr>
        <p:spPr bwMode="gray">
          <a:xfrm>
            <a:off x="5545687" y="1871249"/>
            <a:ext cx="17811" cy="3461373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312" name="直接连接符 515"/>
          <p:cNvCxnSpPr/>
          <p:nvPr/>
        </p:nvCxnSpPr>
        <p:spPr bwMode="gray">
          <a:xfrm flipH="1">
            <a:off x="6081931" y="2134857"/>
            <a:ext cx="1521" cy="3668747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313" name="直接连接符 516"/>
          <p:cNvCxnSpPr/>
          <p:nvPr/>
        </p:nvCxnSpPr>
        <p:spPr bwMode="gray">
          <a:xfrm>
            <a:off x="7119501" y="2124315"/>
            <a:ext cx="0" cy="3358741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pic>
        <p:nvPicPr>
          <p:cNvPr id="314" name="图片 93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08"/>
          <a:stretch/>
        </p:blipFill>
        <p:spPr bwMode="gray">
          <a:xfrm>
            <a:off x="4052548" y="4227762"/>
            <a:ext cx="3419263" cy="641295"/>
          </a:xfrm>
          <a:prstGeom prst="rect">
            <a:avLst/>
          </a:prstGeom>
        </p:spPr>
      </p:pic>
      <p:pic>
        <p:nvPicPr>
          <p:cNvPr id="315" name="图片 93"/>
          <p:cNvPicPr>
            <a:picLocks noChangeAspect="1"/>
          </p:cNvPicPr>
          <p:nvPr/>
        </p:nvPicPr>
        <p:blipFill rotWithShape="1">
          <a:blip r:embed="rId3" cstate="print">
            <a:duotone>
              <a:srgbClr val="E9002F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08"/>
          <a:stretch/>
        </p:blipFill>
        <p:spPr bwMode="gray">
          <a:xfrm>
            <a:off x="4042003" y="3510742"/>
            <a:ext cx="3419263" cy="641295"/>
          </a:xfrm>
          <a:prstGeom prst="rect">
            <a:avLst/>
          </a:prstGeom>
        </p:spPr>
      </p:pic>
      <p:pic>
        <p:nvPicPr>
          <p:cNvPr id="316" name="图片 93"/>
          <p:cNvPicPr>
            <a:picLocks noChangeAspect="1"/>
          </p:cNvPicPr>
          <p:nvPr/>
        </p:nvPicPr>
        <p:blipFill rotWithShape="1">
          <a:blip r:embed="rId3" cstate="print">
            <a:duotone>
              <a:srgbClr val="F7964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08"/>
          <a:stretch/>
        </p:blipFill>
        <p:spPr bwMode="gray">
          <a:xfrm>
            <a:off x="4073636" y="2743909"/>
            <a:ext cx="3419263" cy="641295"/>
          </a:xfrm>
          <a:prstGeom prst="rect">
            <a:avLst/>
          </a:prstGeom>
        </p:spPr>
      </p:pic>
      <p:pic>
        <p:nvPicPr>
          <p:cNvPr id="317" name="图片 9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08"/>
          <a:stretch/>
        </p:blipFill>
        <p:spPr bwMode="gray">
          <a:xfrm>
            <a:off x="3899975" y="1346413"/>
            <a:ext cx="3419263" cy="641295"/>
          </a:xfrm>
          <a:prstGeom prst="rect">
            <a:avLst/>
          </a:prstGeom>
        </p:spPr>
      </p:pic>
      <p:sp>
        <p:nvSpPr>
          <p:cNvPr id="318" name="矩形 690"/>
          <p:cNvSpPr/>
          <p:nvPr/>
        </p:nvSpPr>
        <p:spPr bwMode="gray">
          <a:xfrm>
            <a:off x="863960" y="5601038"/>
            <a:ext cx="8002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继电保护</a:t>
            </a:r>
          </a:p>
        </p:txBody>
      </p:sp>
      <p:sp>
        <p:nvSpPr>
          <p:cNvPr id="319" name="矩形 698"/>
          <p:cNvSpPr/>
          <p:nvPr/>
        </p:nvSpPr>
        <p:spPr bwMode="gray">
          <a:xfrm>
            <a:off x="560530" y="4550922"/>
            <a:ext cx="1103649" cy="219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3851" fontAlgn="base">
              <a:lnSpc>
                <a:spcPts val="9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kern="1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生产运维</a:t>
            </a:r>
          </a:p>
        </p:txBody>
      </p:sp>
      <p:sp>
        <p:nvSpPr>
          <p:cNvPr id="320" name="矩形 699"/>
          <p:cNvSpPr/>
          <p:nvPr/>
        </p:nvSpPr>
        <p:spPr bwMode="gray">
          <a:xfrm>
            <a:off x="528384" y="4220141"/>
            <a:ext cx="1135795" cy="219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3851" fontAlgn="base">
              <a:lnSpc>
                <a:spcPts val="9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kern="1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视频监控</a:t>
            </a:r>
            <a:endParaRPr lang="zh-CN" altLang="zh-CN" sz="1200" kern="1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321" name="矩形 703"/>
          <p:cNvSpPr/>
          <p:nvPr/>
        </p:nvSpPr>
        <p:spPr bwMode="gray">
          <a:xfrm>
            <a:off x="599470" y="5270256"/>
            <a:ext cx="1064709" cy="219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3851" fontAlgn="base">
              <a:lnSpc>
                <a:spcPts val="9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kern="1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调度电话</a:t>
            </a:r>
          </a:p>
        </p:txBody>
      </p:sp>
      <p:grpSp>
        <p:nvGrpSpPr>
          <p:cNvPr id="322" name="组合 520"/>
          <p:cNvGrpSpPr>
            <a:grpSpLocks noChangeAspect="1"/>
          </p:cNvGrpSpPr>
          <p:nvPr/>
        </p:nvGrpSpPr>
        <p:grpSpPr bwMode="gray">
          <a:xfrm>
            <a:off x="1611439" y="5566110"/>
            <a:ext cx="330640" cy="330639"/>
            <a:chOff x="-1398141" y="2139713"/>
            <a:chExt cx="788399" cy="788400"/>
          </a:xfrm>
        </p:grpSpPr>
        <p:sp>
          <p:nvSpPr>
            <p:cNvPr id="323" name="椭圆 693"/>
            <p:cNvSpPr/>
            <p:nvPr/>
          </p:nvSpPr>
          <p:spPr bwMode="gray">
            <a:xfrm>
              <a:off x="-1398141" y="2139713"/>
              <a:ext cx="788399" cy="78840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2799" kern="0" dirty="0">
                <a:solidFill>
                  <a:prstClr val="black">
                    <a:lumMod val="75000"/>
                    <a:lumOff val="25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324" name="组合 73"/>
            <p:cNvGrpSpPr/>
            <p:nvPr/>
          </p:nvGrpSpPr>
          <p:grpSpPr bwMode="gray">
            <a:xfrm>
              <a:off x="-1174881" y="2260600"/>
              <a:ext cx="377162" cy="549275"/>
              <a:chOff x="1963738" y="4656138"/>
              <a:chExt cx="563562" cy="820737"/>
            </a:xfrm>
            <a:solidFill>
              <a:sysClr val="window" lastClr="FFFFFF"/>
            </a:solidFill>
          </p:grpSpPr>
          <p:sp>
            <p:nvSpPr>
              <p:cNvPr id="325" name="Freeform 28"/>
              <p:cNvSpPr>
                <a:spLocks noEditPoints="1"/>
              </p:cNvSpPr>
              <p:nvPr/>
            </p:nvSpPr>
            <p:spPr bwMode="gray">
              <a:xfrm>
                <a:off x="1963738" y="4656138"/>
                <a:ext cx="563562" cy="820737"/>
              </a:xfrm>
              <a:custGeom>
                <a:avLst/>
                <a:gdLst/>
                <a:ahLst/>
                <a:cxnLst>
                  <a:cxn ang="0">
                    <a:pos x="10841" y="15373"/>
                  </a:cxn>
                  <a:cxn ang="0">
                    <a:pos x="10348" y="16027"/>
                  </a:cxn>
                  <a:cxn ang="0">
                    <a:pos x="986" y="16027"/>
                  </a:cxn>
                  <a:cxn ang="0">
                    <a:pos x="329" y="15700"/>
                  </a:cxn>
                  <a:cxn ang="0">
                    <a:pos x="0" y="15046"/>
                  </a:cxn>
                  <a:cxn ang="0">
                    <a:pos x="0" y="491"/>
                  </a:cxn>
                  <a:cxn ang="0">
                    <a:pos x="657" y="0"/>
                  </a:cxn>
                  <a:cxn ang="0">
                    <a:pos x="10020" y="0"/>
                  </a:cxn>
                  <a:cxn ang="0">
                    <a:pos x="10676" y="163"/>
                  </a:cxn>
                  <a:cxn ang="0">
                    <a:pos x="11005" y="982"/>
                  </a:cxn>
                  <a:cxn ang="0">
                    <a:pos x="5421" y="2781"/>
                  </a:cxn>
                  <a:cxn ang="0">
                    <a:pos x="4107" y="3271"/>
                  </a:cxn>
                  <a:cxn ang="0">
                    <a:pos x="3450" y="4743"/>
                  </a:cxn>
                  <a:cxn ang="0">
                    <a:pos x="4107" y="6214"/>
                  </a:cxn>
                  <a:cxn ang="0">
                    <a:pos x="5421" y="6705"/>
                  </a:cxn>
                  <a:cxn ang="0">
                    <a:pos x="6898" y="6214"/>
                  </a:cxn>
                  <a:cxn ang="0">
                    <a:pos x="7555" y="4743"/>
                  </a:cxn>
                  <a:cxn ang="0">
                    <a:pos x="6898" y="3271"/>
                  </a:cxn>
                  <a:cxn ang="0">
                    <a:pos x="5421" y="2781"/>
                  </a:cxn>
                  <a:cxn ang="0">
                    <a:pos x="4600" y="7196"/>
                  </a:cxn>
                  <a:cxn ang="0">
                    <a:pos x="3285" y="7686"/>
                  </a:cxn>
                  <a:cxn ang="0">
                    <a:pos x="2135" y="8831"/>
                  </a:cxn>
                  <a:cxn ang="0">
                    <a:pos x="1643" y="10303"/>
                  </a:cxn>
                  <a:cxn ang="0">
                    <a:pos x="1643" y="11775"/>
                  </a:cxn>
                  <a:cxn ang="0">
                    <a:pos x="2135" y="13246"/>
                  </a:cxn>
                  <a:cxn ang="0">
                    <a:pos x="3285" y="14391"/>
                  </a:cxn>
                  <a:cxn ang="0">
                    <a:pos x="4600" y="14882"/>
                  </a:cxn>
                  <a:cxn ang="0">
                    <a:pos x="6241" y="14882"/>
                  </a:cxn>
                  <a:cxn ang="0">
                    <a:pos x="7720" y="14391"/>
                  </a:cxn>
                  <a:cxn ang="0">
                    <a:pos x="8870" y="13246"/>
                  </a:cxn>
                  <a:cxn ang="0">
                    <a:pos x="9362" y="11775"/>
                  </a:cxn>
                  <a:cxn ang="0">
                    <a:pos x="9362" y="10303"/>
                  </a:cxn>
                  <a:cxn ang="0">
                    <a:pos x="8870" y="8831"/>
                  </a:cxn>
                  <a:cxn ang="0">
                    <a:pos x="7720" y="7686"/>
                  </a:cxn>
                  <a:cxn ang="0">
                    <a:pos x="6241" y="7196"/>
                  </a:cxn>
                </a:cxnLst>
                <a:rect l="0" t="0" r="r" b="b"/>
                <a:pathLst>
                  <a:path w="11005" h="16027">
                    <a:moveTo>
                      <a:pt x="11005" y="15046"/>
                    </a:moveTo>
                    <a:lnTo>
                      <a:pt x="10841" y="15373"/>
                    </a:lnTo>
                    <a:lnTo>
                      <a:pt x="10676" y="15700"/>
                    </a:lnTo>
                    <a:lnTo>
                      <a:pt x="10348" y="16027"/>
                    </a:lnTo>
                    <a:lnTo>
                      <a:pt x="10020" y="16027"/>
                    </a:lnTo>
                    <a:lnTo>
                      <a:pt x="986" y="16027"/>
                    </a:lnTo>
                    <a:lnTo>
                      <a:pt x="657" y="16027"/>
                    </a:lnTo>
                    <a:lnTo>
                      <a:pt x="329" y="15700"/>
                    </a:lnTo>
                    <a:lnTo>
                      <a:pt x="0" y="15373"/>
                    </a:lnTo>
                    <a:lnTo>
                      <a:pt x="0" y="15046"/>
                    </a:lnTo>
                    <a:lnTo>
                      <a:pt x="0" y="982"/>
                    </a:lnTo>
                    <a:lnTo>
                      <a:pt x="0" y="491"/>
                    </a:lnTo>
                    <a:lnTo>
                      <a:pt x="329" y="163"/>
                    </a:lnTo>
                    <a:lnTo>
                      <a:pt x="657" y="0"/>
                    </a:lnTo>
                    <a:lnTo>
                      <a:pt x="986" y="0"/>
                    </a:lnTo>
                    <a:lnTo>
                      <a:pt x="10020" y="0"/>
                    </a:lnTo>
                    <a:lnTo>
                      <a:pt x="10348" y="0"/>
                    </a:lnTo>
                    <a:lnTo>
                      <a:pt x="10676" y="163"/>
                    </a:lnTo>
                    <a:lnTo>
                      <a:pt x="10841" y="491"/>
                    </a:lnTo>
                    <a:lnTo>
                      <a:pt x="11005" y="982"/>
                    </a:lnTo>
                    <a:lnTo>
                      <a:pt x="11005" y="15046"/>
                    </a:lnTo>
                    <a:close/>
                    <a:moveTo>
                      <a:pt x="5421" y="2781"/>
                    </a:moveTo>
                    <a:lnTo>
                      <a:pt x="4764" y="2944"/>
                    </a:lnTo>
                    <a:lnTo>
                      <a:pt x="4107" y="3271"/>
                    </a:lnTo>
                    <a:lnTo>
                      <a:pt x="3614" y="3925"/>
                    </a:lnTo>
                    <a:lnTo>
                      <a:pt x="3450" y="4743"/>
                    </a:lnTo>
                    <a:lnTo>
                      <a:pt x="3614" y="5560"/>
                    </a:lnTo>
                    <a:lnTo>
                      <a:pt x="4107" y="6214"/>
                    </a:lnTo>
                    <a:lnTo>
                      <a:pt x="4764" y="6542"/>
                    </a:lnTo>
                    <a:lnTo>
                      <a:pt x="5421" y="6705"/>
                    </a:lnTo>
                    <a:lnTo>
                      <a:pt x="6241" y="6542"/>
                    </a:lnTo>
                    <a:lnTo>
                      <a:pt x="6898" y="6214"/>
                    </a:lnTo>
                    <a:lnTo>
                      <a:pt x="7391" y="5560"/>
                    </a:lnTo>
                    <a:lnTo>
                      <a:pt x="7555" y="4743"/>
                    </a:lnTo>
                    <a:lnTo>
                      <a:pt x="7391" y="3925"/>
                    </a:lnTo>
                    <a:lnTo>
                      <a:pt x="6898" y="3271"/>
                    </a:lnTo>
                    <a:lnTo>
                      <a:pt x="6241" y="2944"/>
                    </a:lnTo>
                    <a:lnTo>
                      <a:pt x="5421" y="2781"/>
                    </a:lnTo>
                    <a:close/>
                    <a:moveTo>
                      <a:pt x="5421" y="7033"/>
                    </a:moveTo>
                    <a:lnTo>
                      <a:pt x="4600" y="7196"/>
                    </a:lnTo>
                    <a:lnTo>
                      <a:pt x="3943" y="7359"/>
                    </a:lnTo>
                    <a:lnTo>
                      <a:pt x="3285" y="7686"/>
                    </a:lnTo>
                    <a:lnTo>
                      <a:pt x="2628" y="8177"/>
                    </a:lnTo>
                    <a:lnTo>
                      <a:pt x="2135" y="8831"/>
                    </a:lnTo>
                    <a:lnTo>
                      <a:pt x="1807" y="9485"/>
                    </a:lnTo>
                    <a:lnTo>
                      <a:pt x="1643" y="10303"/>
                    </a:lnTo>
                    <a:lnTo>
                      <a:pt x="1479" y="11121"/>
                    </a:lnTo>
                    <a:lnTo>
                      <a:pt x="1643" y="11775"/>
                    </a:lnTo>
                    <a:lnTo>
                      <a:pt x="1807" y="12593"/>
                    </a:lnTo>
                    <a:lnTo>
                      <a:pt x="2135" y="13246"/>
                    </a:lnTo>
                    <a:lnTo>
                      <a:pt x="2628" y="13901"/>
                    </a:lnTo>
                    <a:lnTo>
                      <a:pt x="3285" y="14391"/>
                    </a:lnTo>
                    <a:lnTo>
                      <a:pt x="3943" y="14719"/>
                    </a:lnTo>
                    <a:lnTo>
                      <a:pt x="4600" y="14882"/>
                    </a:lnTo>
                    <a:lnTo>
                      <a:pt x="5421" y="15046"/>
                    </a:lnTo>
                    <a:lnTo>
                      <a:pt x="6241" y="14882"/>
                    </a:lnTo>
                    <a:lnTo>
                      <a:pt x="7063" y="14719"/>
                    </a:lnTo>
                    <a:lnTo>
                      <a:pt x="7720" y="14391"/>
                    </a:lnTo>
                    <a:lnTo>
                      <a:pt x="8377" y="13901"/>
                    </a:lnTo>
                    <a:lnTo>
                      <a:pt x="8870" y="13246"/>
                    </a:lnTo>
                    <a:lnTo>
                      <a:pt x="9198" y="12593"/>
                    </a:lnTo>
                    <a:lnTo>
                      <a:pt x="9362" y="11775"/>
                    </a:lnTo>
                    <a:lnTo>
                      <a:pt x="9527" y="11121"/>
                    </a:lnTo>
                    <a:lnTo>
                      <a:pt x="9362" y="10303"/>
                    </a:lnTo>
                    <a:lnTo>
                      <a:pt x="9198" y="9485"/>
                    </a:lnTo>
                    <a:lnTo>
                      <a:pt x="8870" y="8831"/>
                    </a:lnTo>
                    <a:lnTo>
                      <a:pt x="8377" y="8177"/>
                    </a:lnTo>
                    <a:lnTo>
                      <a:pt x="7720" y="7686"/>
                    </a:lnTo>
                    <a:lnTo>
                      <a:pt x="7063" y="7359"/>
                    </a:lnTo>
                    <a:lnTo>
                      <a:pt x="6241" y="7196"/>
                    </a:lnTo>
                    <a:lnTo>
                      <a:pt x="5421" y="703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26" name="Freeform 29"/>
              <p:cNvSpPr>
                <a:spLocks noEditPoints="1"/>
              </p:cNvSpPr>
              <p:nvPr/>
            </p:nvSpPr>
            <p:spPr bwMode="gray">
              <a:xfrm>
                <a:off x="2073275" y="5057775"/>
                <a:ext cx="336550" cy="334962"/>
              </a:xfrm>
              <a:custGeom>
                <a:avLst/>
                <a:gdLst/>
                <a:ahLst/>
                <a:cxnLst>
                  <a:cxn ang="0">
                    <a:pos x="3286" y="6541"/>
                  </a:cxn>
                  <a:cxn ang="0">
                    <a:pos x="2629" y="6378"/>
                  </a:cxn>
                  <a:cxn ang="0">
                    <a:pos x="2136" y="6215"/>
                  </a:cxn>
                  <a:cxn ang="0">
                    <a:pos x="1479" y="5887"/>
                  </a:cxn>
                  <a:cxn ang="0">
                    <a:pos x="986" y="5561"/>
                  </a:cxn>
                  <a:cxn ang="0">
                    <a:pos x="658" y="5070"/>
                  </a:cxn>
                  <a:cxn ang="0">
                    <a:pos x="329" y="4416"/>
                  </a:cxn>
                  <a:cxn ang="0">
                    <a:pos x="165" y="3925"/>
                  </a:cxn>
                  <a:cxn ang="0">
                    <a:pos x="0" y="3271"/>
                  </a:cxn>
                  <a:cxn ang="0">
                    <a:pos x="165" y="2617"/>
                  </a:cxn>
                  <a:cxn ang="0">
                    <a:pos x="329" y="1963"/>
                  </a:cxn>
                  <a:cxn ang="0">
                    <a:pos x="658" y="1308"/>
                  </a:cxn>
                  <a:cxn ang="0">
                    <a:pos x="986" y="818"/>
                  </a:cxn>
                  <a:cxn ang="0">
                    <a:pos x="1479" y="491"/>
                  </a:cxn>
                  <a:cxn ang="0">
                    <a:pos x="2136" y="164"/>
                  </a:cxn>
                  <a:cxn ang="0">
                    <a:pos x="2629" y="0"/>
                  </a:cxn>
                  <a:cxn ang="0">
                    <a:pos x="3286" y="0"/>
                  </a:cxn>
                  <a:cxn ang="0">
                    <a:pos x="3942" y="0"/>
                  </a:cxn>
                  <a:cxn ang="0">
                    <a:pos x="4599" y="164"/>
                  </a:cxn>
                  <a:cxn ang="0">
                    <a:pos x="5256" y="491"/>
                  </a:cxn>
                  <a:cxn ang="0">
                    <a:pos x="5749" y="818"/>
                  </a:cxn>
                  <a:cxn ang="0">
                    <a:pos x="6077" y="1308"/>
                  </a:cxn>
                  <a:cxn ang="0">
                    <a:pos x="6406" y="1963"/>
                  </a:cxn>
                  <a:cxn ang="0">
                    <a:pos x="6570" y="2617"/>
                  </a:cxn>
                  <a:cxn ang="0">
                    <a:pos x="6570" y="3271"/>
                  </a:cxn>
                  <a:cxn ang="0">
                    <a:pos x="6570" y="3925"/>
                  </a:cxn>
                  <a:cxn ang="0">
                    <a:pos x="6406" y="4416"/>
                  </a:cxn>
                  <a:cxn ang="0">
                    <a:pos x="6077" y="5070"/>
                  </a:cxn>
                  <a:cxn ang="0">
                    <a:pos x="5749" y="5561"/>
                  </a:cxn>
                  <a:cxn ang="0">
                    <a:pos x="5256" y="5887"/>
                  </a:cxn>
                  <a:cxn ang="0">
                    <a:pos x="4599" y="6215"/>
                  </a:cxn>
                  <a:cxn ang="0">
                    <a:pos x="3942" y="6378"/>
                  </a:cxn>
                  <a:cxn ang="0">
                    <a:pos x="3286" y="6541"/>
                  </a:cxn>
                  <a:cxn ang="0">
                    <a:pos x="5585" y="3271"/>
                  </a:cxn>
                  <a:cxn ang="0">
                    <a:pos x="5420" y="4088"/>
                  </a:cxn>
                  <a:cxn ang="0">
                    <a:pos x="4928" y="4743"/>
                  </a:cxn>
                  <a:cxn ang="0">
                    <a:pos x="4271" y="5233"/>
                  </a:cxn>
                  <a:cxn ang="0">
                    <a:pos x="3286" y="5561"/>
                  </a:cxn>
                  <a:cxn ang="0">
                    <a:pos x="2465" y="5233"/>
                  </a:cxn>
                  <a:cxn ang="0">
                    <a:pos x="1643" y="4743"/>
                  </a:cxn>
                  <a:cxn ang="0">
                    <a:pos x="1150" y="4088"/>
                  </a:cxn>
                  <a:cxn ang="0">
                    <a:pos x="986" y="3271"/>
                  </a:cxn>
                  <a:cxn ang="0">
                    <a:pos x="1150" y="2289"/>
                  </a:cxn>
                  <a:cxn ang="0">
                    <a:pos x="1643" y="1635"/>
                  </a:cxn>
                  <a:cxn ang="0">
                    <a:pos x="2465" y="1145"/>
                  </a:cxn>
                  <a:cxn ang="0">
                    <a:pos x="3286" y="981"/>
                  </a:cxn>
                  <a:cxn ang="0">
                    <a:pos x="4271" y="1145"/>
                  </a:cxn>
                  <a:cxn ang="0">
                    <a:pos x="4928" y="1635"/>
                  </a:cxn>
                  <a:cxn ang="0">
                    <a:pos x="5420" y="2289"/>
                  </a:cxn>
                  <a:cxn ang="0">
                    <a:pos x="5585" y="3271"/>
                  </a:cxn>
                </a:cxnLst>
                <a:rect l="0" t="0" r="r" b="b"/>
                <a:pathLst>
                  <a:path w="6570" h="6541">
                    <a:moveTo>
                      <a:pt x="3286" y="6541"/>
                    </a:moveTo>
                    <a:lnTo>
                      <a:pt x="2629" y="6378"/>
                    </a:lnTo>
                    <a:lnTo>
                      <a:pt x="2136" y="6215"/>
                    </a:lnTo>
                    <a:lnTo>
                      <a:pt x="1479" y="5887"/>
                    </a:lnTo>
                    <a:lnTo>
                      <a:pt x="986" y="5561"/>
                    </a:lnTo>
                    <a:lnTo>
                      <a:pt x="658" y="5070"/>
                    </a:lnTo>
                    <a:lnTo>
                      <a:pt x="329" y="4416"/>
                    </a:lnTo>
                    <a:lnTo>
                      <a:pt x="165" y="3925"/>
                    </a:lnTo>
                    <a:lnTo>
                      <a:pt x="0" y="3271"/>
                    </a:lnTo>
                    <a:lnTo>
                      <a:pt x="165" y="2617"/>
                    </a:lnTo>
                    <a:lnTo>
                      <a:pt x="329" y="1963"/>
                    </a:lnTo>
                    <a:lnTo>
                      <a:pt x="658" y="1308"/>
                    </a:lnTo>
                    <a:lnTo>
                      <a:pt x="986" y="818"/>
                    </a:lnTo>
                    <a:lnTo>
                      <a:pt x="1479" y="491"/>
                    </a:lnTo>
                    <a:lnTo>
                      <a:pt x="2136" y="164"/>
                    </a:lnTo>
                    <a:lnTo>
                      <a:pt x="2629" y="0"/>
                    </a:lnTo>
                    <a:lnTo>
                      <a:pt x="3286" y="0"/>
                    </a:lnTo>
                    <a:lnTo>
                      <a:pt x="3942" y="0"/>
                    </a:lnTo>
                    <a:lnTo>
                      <a:pt x="4599" y="164"/>
                    </a:lnTo>
                    <a:lnTo>
                      <a:pt x="5256" y="491"/>
                    </a:lnTo>
                    <a:lnTo>
                      <a:pt x="5749" y="818"/>
                    </a:lnTo>
                    <a:lnTo>
                      <a:pt x="6077" y="1308"/>
                    </a:lnTo>
                    <a:lnTo>
                      <a:pt x="6406" y="1963"/>
                    </a:lnTo>
                    <a:lnTo>
                      <a:pt x="6570" y="2617"/>
                    </a:lnTo>
                    <a:lnTo>
                      <a:pt x="6570" y="3271"/>
                    </a:lnTo>
                    <a:lnTo>
                      <a:pt x="6570" y="3925"/>
                    </a:lnTo>
                    <a:lnTo>
                      <a:pt x="6406" y="4416"/>
                    </a:lnTo>
                    <a:lnTo>
                      <a:pt x="6077" y="5070"/>
                    </a:lnTo>
                    <a:lnTo>
                      <a:pt x="5749" y="5561"/>
                    </a:lnTo>
                    <a:lnTo>
                      <a:pt x="5256" y="5887"/>
                    </a:lnTo>
                    <a:lnTo>
                      <a:pt x="4599" y="6215"/>
                    </a:lnTo>
                    <a:lnTo>
                      <a:pt x="3942" y="6378"/>
                    </a:lnTo>
                    <a:lnTo>
                      <a:pt x="3286" y="6541"/>
                    </a:lnTo>
                    <a:close/>
                    <a:moveTo>
                      <a:pt x="5585" y="3271"/>
                    </a:moveTo>
                    <a:lnTo>
                      <a:pt x="5420" y="4088"/>
                    </a:lnTo>
                    <a:lnTo>
                      <a:pt x="4928" y="4743"/>
                    </a:lnTo>
                    <a:lnTo>
                      <a:pt x="4271" y="5233"/>
                    </a:lnTo>
                    <a:lnTo>
                      <a:pt x="3286" y="5561"/>
                    </a:lnTo>
                    <a:lnTo>
                      <a:pt x="2465" y="5233"/>
                    </a:lnTo>
                    <a:lnTo>
                      <a:pt x="1643" y="4743"/>
                    </a:lnTo>
                    <a:lnTo>
                      <a:pt x="1150" y="4088"/>
                    </a:lnTo>
                    <a:lnTo>
                      <a:pt x="986" y="3271"/>
                    </a:lnTo>
                    <a:lnTo>
                      <a:pt x="1150" y="2289"/>
                    </a:lnTo>
                    <a:lnTo>
                      <a:pt x="1643" y="1635"/>
                    </a:lnTo>
                    <a:lnTo>
                      <a:pt x="2465" y="1145"/>
                    </a:lnTo>
                    <a:lnTo>
                      <a:pt x="3286" y="981"/>
                    </a:lnTo>
                    <a:lnTo>
                      <a:pt x="4271" y="1145"/>
                    </a:lnTo>
                    <a:lnTo>
                      <a:pt x="4928" y="1635"/>
                    </a:lnTo>
                    <a:lnTo>
                      <a:pt x="5420" y="2289"/>
                    </a:lnTo>
                    <a:lnTo>
                      <a:pt x="5585" y="327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27" name="Freeform 30"/>
              <p:cNvSpPr>
                <a:spLocks noEditPoints="1"/>
              </p:cNvSpPr>
              <p:nvPr/>
            </p:nvSpPr>
            <p:spPr bwMode="gray">
              <a:xfrm>
                <a:off x="2173288" y="4832350"/>
                <a:ext cx="134937" cy="133350"/>
              </a:xfrm>
              <a:custGeom>
                <a:avLst/>
                <a:gdLst/>
                <a:ahLst/>
                <a:cxnLst>
                  <a:cxn ang="0">
                    <a:pos x="1314" y="2616"/>
                  </a:cxn>
                  <a:cxn ang="0">
                    <a:pos x="821" y="2453"/>
                  </a:cxn>
                  <a:cxn ang="0">
                    <a:pos x="493" y="2289"/>
                  </a:cxn>
                  <a:cxn ang="0">
                    <a:pos x="164" y="1798"/>
                  </a:cxn>
                  <a:cxn ang="0">
                    <a:pos x="0" y="1308"/>
                  </a:cxn>
                  <a:cxn ang="0">
                    <a:pos x="164" y="817"/>
                  </a:cxn>
                  <a:cxn ang="0">
                    <a:pos x="493" y="326"/>
                  </a:cxn>
                  <a:cxn ang="0">
                    <a:pos x="821" y="163"/>
                  </a:cxn>
                  <a:cxn ang="0">
                    <a:pos x="1314" y="0"/>
                  </a:cxn>
                  <a:cxn ang="0">
                    <a:pos x="1806" y="163"/>
                  </a:cxn>
                  <a:cxn ang="0">
                    <a:pos x="2299" y="326"/>
                  </a:cxn>
                  <a:cxn ang="0">
                    <a:pos x="2627" y="817"/>
                  </a:cxn>
                  <a:cxn ang="0">
                    <a:pos x="2627" y="1308"/>
                  </a:cxn>
                  <a:cxn ang="0">
                    <a:pos x="2627" y="1798"/>
                  </a:cxn>
                  <a:cxn ang="0">
                    <a:pos x="2299" y="2289"/>
                  </a:cxn>
                  <a:cxn ang="0">
                    <a:pos x="1806" y="2453"/>
                  </a:cxn>
                  <a:cxn ang="0">
                    <a:pos x="1314" y="2616"/>
                  </a:cxn>
                  <a:cxn ang="0">
                    <a:pos x="2134" y="1308"/>
                  </a:cxn>
                  <a:cxn ang="0">
                    <a:pos x="2134" y="1635"/>
                  </a:cxn>
                  <a:cxn ang="0">
                    <a:pos x="1970" y="1798"/>
                  </a:cxn>
                  <a:cxn ang="0">
                    <a:pos x="1641" y="1962"/>
                  </a:cxn>
                  <a:cxn ang="0">
                    <a:pos x="1314" y="2125"/>
                  </a:cxn>
                  <a:cxn ang="0">
                    <a:pos x="985" y="1962"/>
                  </a:cxn>
                  <a:cxn ang="0">
                    <a:pos x="821" y="1798"/>
                  </a:cxn>
                  <a:cxn ang="0">
                    <a:pos x="657" y="1635"/>
                  </a:cxn>
                  <a:cxn ang="0">
                    <a:pos x="493" y="1308"/>
                  </a:cxn>
                  <a:cxn ang="0">
                    <a:pos x="657" y="980"/>
                  </a:cxn>
                  <a:cxn ang="0">
                    <a:pos x="821" y="654"/>
                  </a:cxn>
                  <a:cxn ang="0">
                    <a:pos x="985" y="490"/>
                  </a:cxn>
                  <a:cxn ang="0">
                    <a:pos x="1314" y="490"/>
                  </a:cxn>
                  <a:cxn ang="0">
                    <a:pos x="1641" y="490"/>
                  </a:cxn>
                  <a:cxn ang="0">
                    <a:pos x="1970" y="654"/>
                  </a:cxn>
                  <a:cxn ang="0">
                    <a:pos x="2134" y="980"/>
                  </a:cxn>
                  <a:cxn ang="0">
                    <a:pos x="2134" y="1308"/>
                  </a:cxn>
                </a:cxnLst>
                <a:rect l="0" t="0" r="r" b="b"/>
                <a:pathLst>
                  <a:path w="2627" h="2616">
                    <a:moveTo>
                      <a:pt x="1314" y="2616"/>
                    </a:moveTo>
                    <a:lnTo>
                      <a:pt x="821" y="2453"/>
                    </a:lnTo>
                    <a:lnTo>
                      <a:pt x="493" y="2289"/>
                    </a:lnTo>
                    <a:lnTo>
                      <a:pt x="164" y="1798"/>
                    </a:lnTo>
                    <a:lnTo>
                      <a:pt x="0" y="1308"/>
                    </a:lnTo>
                    <a:lnTo>
                      <a:pt x="164" y="817"/>
                    </a:lnTo>
                    <a:lnTo>
                      <a:pt x="493" y="326"/>
                    </a:lnTo>
                    <a:lnTo>
                      <a:pt x="821" y="163"/>
                    </a:lnTo>
                    <a:lnTo>
                      <a:pt x="1314" y="0"/>
                    </a:lnTo>
                    <a:lnTo>
                      <a:pt x="1806" y="163"/>
                    </a:lnTo>
                    <a:lnTo>
                      <a:pt x="2299" y="326"/>
                    </a:lnTo>
                    <a:lnTo>
                      <a:pt x="2627" y="817"/>
                    </a:lnTo>
                    <a:lnTo>
                      <a:pt x="2627" y="1308"/>
                    </a:lnTo>
                    <a:lnTo>
                      <a:pt x="2627" y="1798"/>
                    </a:lnTo>
                    <a:lnTo>
                      <a:pt x="2299" y="2289"/>
                    </a:lnTo>
                    <a:lnTo>
                      <a:pt x="1806" y="2453"/>
                    </a:lnTo>
                    <a:lnTo>
                      <a:pt x="1314" y="2616"/>
                    </a:lnTo>
                    <a:close/>
                    <a:moveTo>
                      <a:pt x="2134" y="1308"/>
                    </a:moveTo>
                    <a:lnTo>
                      <a:pt x="2134" y="1635"/>
                    </a:lnTo>
                    <a:lnTo>
                      <a:pt x="1970" y="1798"/>
                    </a:lnTo>
                    <a:lnTo>
                      <a:pt x="1641" y="1962"/>
                    </a:lnTo>
                    <a:lnTo>
                      <a:pt x="1314" y="2125"/>
                    </a:lnTo>
                    <a:lnTo>
                      <a:pt x="985" y="1962"/>
                    </a:lnTo>
                    <a:lnTo>
                      <a:pt x="821" y="1798"/>
                    </a:lnTo>
                    <a:lnTo>
                      <a:pt x="657" y="1635"/>
                    </a:lnTo>
                    <a:lnTo>
                      <a:pt x="493" y="1308"/>
                    </a:lnTo>
                    <a:lnTo>
                      <a:pt x="657" y="980"/>
                    </a:lnTo>
                    <a:lnTo>
                      <a:pt x="821" y="654"/>
                    </a:lnTo>
                    <a:lnTo>
                      <a:pt x="985" y="490"/>
                    </a:lnTo>
                    <a:lnTo>
                      <a:pt x="1314" y="490"/>
                    </a:lnTo>
                    <a:lnTo>
                      <a:pt x="1641" y="490"/>
                    </a:lnTo>
                    <a:lnTo>
                      <a:pt x="1970" y="654"/>
                    </a:lnTo>
                    <a:lnTo>
                      <a:pt x="2134" y="980"/>
                    </a:lnTo>
                    <a:lnTo>
                      <a:pt x="2134" y="130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328" name="组合 14"/>
          <p:cNvGrpSpPr>
            <a:grpSpLocks noChangeAspect="1"/>
          </p:cNvGrpSpPr>
          <p:nvPr/>
        </p:nvGrpSpPr>
        <p:grpSpPr bwMode="gray">
          <a:xfrm>
            <a:off x="1611439" y="4845950"/>
            <a:ext cx="330640" cy="330639"/>
            <a:chOff x="-814908" y="1851670"/>
            <a:chExt cx="582749" cy="582749"/>
          </a:xfrm>
        </p:grpSpPr>
        <p:sp>
          <p:nvSpPr>
            <p:cNvPr id="329" name="椭圆 566"/>
            <p:cNvSpPr/>
            <p:nvPr/>
          </p:nvSpPr>
          <p:spPr bwMode="gray">
            <a:xfrm>
              <a:off x="-814908" y="1851670"/>
              <a:ext cx="582749" cy="5827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2799" kern="0" dirty="0">
                <a:solidFill>
                  <a:prstClr val="black">
                    <a:lumMod val="75000"/>
                    <a:lumOff val="25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337" name="组合 398"/>
            <p:cNvGrpSpPr/>
            <p:nvPr/>
          </p:nvGrpSpPr>
          <p:grpSpPr bwMode="gray">
            <a:xfrm>
              <a:off x="-673027" y="1962040"/>
              <a:ext cx="298988" cy="362008"/>
              <a:chOff x="10287403" y="1826574"/>
              <a:chExt cx="2327275" cy="2817813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338" name="Freeform 21"/>
              <p:cNvSpPr>
                <a:spLocks/>
              </p:cNvSpPr>
              <p:nvPr/>
            </p:nvSpPr>
            <p:spPr bwMode="gray">
              <a:xfrm>
                <a:off x="11073215" y="2025012"/>
                <a:ext cx="203200" cy="33338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2"/>
                  </a:cxn>
                  <a:cxn ang="0">
                    <a:pos x="1212" y="9"/>
                  </a:cxn>
                  <a:cxn ang="0">
                    <a:pos x="1229" y="19"/>
                  </a:cxn>
                  <a:cxn ang="0">
                    <a:pos x="1246" y="32"/>
                  </a:cxn>
                  <a:cxn ang="0">
                    <a:pos x="1259" y="49"/>
                  </a:cxn>
                  <a:cxn ang="0">
                    <a:pos x="1269" y="66"/>
                  </a:cxn>
                  <a:cxn ang="0">
                    <a:pos x="1276" y="87"/>
                  </a:cxn>
                  <a:cxn ang="0">
                    <a:pos x="1278" y="110"/>
                  </a:cxn>
                  <a:cxn ang="0">
                    <a:pos x="1276" y="131"/>
                  </a:cxn>
                  <a:cxn ang="0">
                    <a:pos x="1269" y="152"/>
                  </a:cxn>
                  <a:cxn ang="0">
                    <a:pos x="1259" y="170"/>
                  </a:cxn>
                  <a:cxn ang="0">
                    <a:pos x="1246" y="186"/>
                  </a:cxn>
                  <a:cxn ang="0">
                    <a:pos x="1229" y="200"/>
                  </a:cxn>
                  <a:cxn ang="0">
                    <a:pos x="1212" y="210"/>
                  </a:cxn>
                  <a:cxn ang="0">
                    <a:pos x="1190" y="216"/>
                  </a:cxn>
                  <a:cxn ang="0">
                    <a:pos x="1169" y="218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38" y="193"/>
                  </a:cxn>
                  <a:cxn ang="0">
                    <a:pos x="24" y="178"/>
                  </a:cxn>
                  <a:cxn ang="0">
                    <a:pos x="12" y="161"/>
                  </a:cxn>
                  <a:cxn ang="0">
                    <a:pos x="4" y="142"/>
                  </a:cxn>
                  <a:cxn ang="0">
                    <a:pos x="0" y="121"/>
                  </a:cxn>
                  <a:cxn ang="0">
                    <a:pos x="0" y="99"/>
                  </a:cxn>
                  <a:cxn ang="0">
                    <a:pos x="4" y="76"/>
                  </a:cxn>
                  <a:cxn ang="0">
                    <a:pos x="12" y="58"/>
                  </a:cxn>
                  <a:cxn ang="0">
                    <a:pos x="24" y="40"/>
                  </a:cxn>
                  <a:cxn ang="0">
                    <a:pos x="38" y="25"/>
                  </a:cxn>
                  <a:cxn ang="0">
                    <a:pos x="56" y="13"/>
                  </a:cxn>
                  <a:cxn ang="0">
                    <a:pos x="76" y="5"/>
                  </a:cxn>
                  <a:cxn ang="0">
                    <a:pos x="97" y="1"/>
                  </a:cxn>
                </a:cxnLst>
                <a:rect l="0" t="0" r="r" b="b"/>
                <a:pathLst>
                  <a:path w="1278" h="218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1"/>
                    </a:lnTo>
                    <a:lnTo>
                      <a:pt x="1190" y="2"/>
                    </a:lnTo>
                    <a:lnTo>
                      <a:pt x="1202" y="5"/>
                    </a:lnTo>
                    <a:lnTo>
                      <a:pt x="1212" y="9"/>
                    </a:lnTo>
                    <a:lnTo>
                      <a:pt x="1220" y="13"/>
                    </a:lnTo>
                    <a:lnTo>
                      <a:pt x="1229" y="19"/>
                    </a:lnTo>
                    <a:lnTo>
                      <a:pt x="1238" y="25"/>
                    </a:lnTo>
                    <a:lnTo>
                      <a:pt x="1246" y="32"/>
                    </a:lnTo>
                    <a:lnTo>
                      <a:pt x="1253" y="40"/>
                    </a:lnTo>
                    <a:lnTo>
                      <a:pt x="1259" y="49"/>
                    </a:lnTo>
                    <a:lnTo>
                      <a:pt x="1265" y="58"/>
                    </a:lnTo>
                    <a:lnTo>
                      <a:pt x="1269" y="66"/>
                    </a:lnTo>
                    <a:lnTo>
                      <a:pt x="1272" y="76"/>
                    </a:lnTo>
                    <a:lnTo>
                      <a:pt x="1276" y="87"/>
                    </a:lnTo>
                    <a:lnTo>
                      <a:pt x="1277" y="99"/>
                    </a:lnTo>
                    <a:lnTo>
                      <a:pt x="1278" y="110"/>
                    </a:lnTo>
                    <a:lnTo>
                      <a:pt x="1277" y="121"/>
                    </a:lnTo>
                    <a:lnTo>
                      <a:pt x="1276" y="131"/>
                    </a:lnTo>
                    <a:lnTo>
                      <a:pt x="1272" y="142"/>
                    </a:lnTo>
                    <a:lnTo>
                      <a:pt x="1269" y="152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3" y="178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29" y="200"/>
                    </a:lnTo>
                    <a:lnTo>
                      <a:pt x="1220" y="205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0" y="216"/>
                    </a:lnTo>
                    <a:lnTo>
                      <a:pt x="1180" y="217"/>
                    </a:lnTo>
                    <a:lnTo>
                      <a:pt x="1169" y="218"/>
                    </a:lnTo>
                    <a:lnTo>
                      <a:pt x="108" y="218"/>
                    </a:lnTo>
                    <a:lnTo>
                      <a:pt x="97" y="217"/>
                    </a:lnTo>
                    <a:lnTo>
                      <a:pt x="86" y="216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5"/>
                    </a:lnTo>
                    <a:lnTo>
                      <a:pt x="47" y="200"/>
                    </a:lnTo>
                    <a:lnTo>
                      <a:pt x="38" y="193"/>
                    </a:lnTo>
                    <a:lnTo>
                      <a:pt x="31" y="186"/>
                    </a:lnTo>
                    <a:lnTo>
                      <a:pt x="24" y="178"/>
                    </a:lnTo>
                    <a:lnTo>
                      <a:pt x="17" y="170"/>
                    </a:lnTo>
                    <a:lnTo>
                      <a:pt x="12" y="161"/>
                    </a:lnTo>
                    <a:lnTo>
                      <a:pt x="7" y="152"/>
                    </a:lnTo>
                    <a:lnTo>
                      <a:pt x="4" y="142"/>
                    </a:lnTo>
                    <a:lnTo>
                      <a:pt x="2" y="131"/>
                    </a:lnTo>
                    <a:lnTo>
                      <a:pt x="0" y="121"/>
                    </a:lnTo>
                    <a:lnTo>
                      <a:pt x="0" y="110"/>
                    </a:lnTo>
                    <a:lnTo>
                      <a:pt x="0" y="99"/>
                    </a:lnTo>
                    <a:lnTo>
                      <a:pt x="2" y="87"/>
                    </a:lnTo>
                    <a:lnTo>
                      <a:pt x="4" y="76"/>
                    </a:lnTo>
                    <a:lnTo>
                      <a:pt x="7" y="66"/>
                    </a:lnTo>
                    <a:lnTo>
                      <a:pt x="12" y="58"/>
                    </a:lnTo>
                    <a:lnTo>
                      <a:pt x="17" y="49"/>
                    </a:lnTo>
                    <a:lnTo>
                      <a:pt x="24" y="40"/>
                    </a:lnTo>
                    <a:lnTo>
                      <a:pt x="31" y="32"/>
                    </a:lnTo>
                    <a:lnTo>
                      <a:pt x="38" y="25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6" y="5"/>
                    </a:lnTo>
                    <a:lnTo>
                      <a:pt x="86" y="2"/>
                    </a:lnTo>
                    <a:lnTo>
                      <a:pt x="97" y="1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39" name="Freeform 22"/>
              <p:cNvSpPr>
                <a:spLocks/>
              </p:cNvSpPr>
              <p:nvPr/>
            </p:nvSpPr>
            <p:spPr bwMode="gray">
              <a:xfrm>
                <a:off x="10455678" y="2025012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5" y="170"/>
                  </a:cxn>
                  <a:cxn ang="0">
                    <a:pos x="150" y="162"/>
                  </a:cxn>
                  <a:cxn ang="0">
                    <a:pos x="162" y="148"/>
                  </a:cxn>
                  <a:cxn ang="0">
                    <a:pos x="172" y="134"/>
                  </a:cxn>
                  <a:cxn ang="0">
                    <a:pos x="179" y="117"/>
                  </a:cxn>
                  <a:cxn ang="0">
                    <a:pos x="182" y="99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99"/>
                  </a:cxn>
                  <a:cxn ang="0">
                    <a:pos x="4" y="117"/>
                  </a:cxn>
                  <a:cxn ang="0">
                    <a:pos x="11" y="134"/>
                  </a:cxn>
                  <a:cxn ang="0">
                    <a:pos x="21" y="148"/>
                  </a:cxn>
                  <a:cxn ang="0">
                    <a:pos x="33" y="162"/>
                  </a:cxn>
                  <a:cxn ang="0">
                    <a:pos x="48" y="170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10" y="180"/>
                    </a:lnTo>
                    <a:lnTo>
                      <a:pt x="119" y="178"/>
                    </a:lnTo>
                    <a:lnTo>
                      <a:pt x="126" y="175"/>
                    </a:lnTo>
                    <a:lnTo>
                      <a:pt x="135" y="170"/>
                    </a:lnTo>
                    <a:lnTo>
                      <a:pt x="142" y="166"/>
                    </a:lnTo>
                    <a:lnTo>
                      <a:pt x="150" y="162"/>
                    </a:lnTo>
                    <a:lnTo>
                      <a:pt x="156" y="155"/>
                    </a:lnTo>
                    <a:lnTo>
                      <a:pt x="162" y="148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6"/>
                    </a:lnTo>
                    <a:lnTo>
                      <a:pt x="179" y="117"/>
                    </a:lnTo>
                    <a:lnTo>
                      <a:pt x="181" y="109"/>
                    </a:lnTo>
                    <a:lnTo>
                      <a:pt x="182" y="99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2" y="47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50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99"/>
                    </a:lnTo>
                    <a:lnTo>
                      <a:pt x="2" y="109"/>
                    </a:lnTo>
                    <a:lnTo>
                      <a:pt x="4" y="117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48"/>
                    </a:lnTo>
                    <a:lnTo>
                      <a:pt x="27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8" y="170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0" name="Freeform 23"/>
              <p:cNvSpPr>
                <a:spLocks/>
              </p:cNvSpPr>
              <p:nvPr/>
            </p:nvSpPr>
            <p:spPr bwMode="gray">
              <a:xfrm>
                <a:off x="10495365" y="2025012"/>
                <a:ext cx="30163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5" y="170"/>
                  </a:cxn>
                  <a:cxn ang="0">
                    <a:pos x="150" y="162"/>
                  </a:cxn>
                  <a:cxn ang="0">
                    <a:pos x="162" y="148"/>
                  </a:cxn>
                  <a:cxn ang="0">
                    <a:pos x="172" y="134"/>
                  </a:cxn>
                  <a:cxn ang="0">
                    <a:pos x="178" y="117"/>
                  </a:cxn>
                  <a:cxn ang="0">
                    <a:pos x="182" y="99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99"/>
                  </a:cxn>
                  <a:cxn ang="0">
                    <a:pos x="4" y="117"/>
                  </a:cxn>
                  <a:cxn ang="0">
                    <a:pos x="11" y="134"/>
                  </a:cxn>
                  <a:cxn ang="0">
                    <a:pos x="21" y="148"/>
                  </a:cxn>
                  <a:cxn ang="0">
                    <a:pos x="33" y="162"/>
                  </a:cxn>
                  <a:cxn ang="0">
                    <a:pos x="48" y="170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10" y="180"/>
                    </a:lnTo>
                    <a:lnTo>
                      <a:pt x="119" y="178"/>
                    </a:lnTo>
                    <a:lnTo>
                      <a:pt x="127" y="175"/>
                    </a:lnTo>
                    <a:lnTo>
                      <a:pt x="135" y="170"/>
                    </a:lnTo>
                    <a:lnTo>
                      <a:pt x="142" y="166"/>
                    </a:lnTo>
                    <a:lnTo>
                      <a:pt x="150" y="162"/>
                    </a:lnTo>
                    <a:lnTo>
                      <a:pt x="156" y="155"/>
                    </a:lnTo>
                    <a:lnTo>
                      <a:pt x="162" y="148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6"/>
                    </a:lnTo>
                    <a:lnTo>
                      <a:pt x="178" y="117"/>
                    </a:lnTo>
                    <a:lnTo>
                      <a:pt x="181" y="109"/>
                    </a:lnTo>
                    <a:lnTo>
                      <a:pt x="182" y="99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7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50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9" y="3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8" y="55"/>
                    </a:lnTo>
                    <a:lnTo>
                      <a:pt x="4" y="64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99"/>
                    </a:lnTo>
                    <a:lnTo>
                      <a:pt x="2" y="109"/>
                    </a:lnTo>
                    <a:lnTo>
                      <a:pt x="4" y="117"/>
                    </a:lnTo>
                    <a:lnTo>
                      <a:pt x="8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8"/>
                    </a:lnTo>
                    <a:lnTo>
                      <a:pt x="26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8" y="170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1" name="Freeform 24"/>
              <p:cNvSpPr>
                <a:spLocks/>
              </p:cNvSpPr>
              <p:nvPr/>
            </p:nvSpPr>
            <p:spPr bwMode="gray">
              <a:xfrm>
                <a:off x="10536640" y="2025012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5" y="170"/>
                  </a:cxn>
                  <a:cxn ang="0">
                    <a:pos x="149" y="162"/>
                  </a:cxn>
                  <a:cxn ang="0">
                    <a:pos x="162" y="148"/>
                  </a:cxn>
                  <a:cxn ang="0">
                    <a:pos x="172" y="134"/>
                  </a:cxn>
                  <a:cxn ang="0">
                    <a:pos x="178" y="117"/>
                  </a:cxn>
                  <a:cxn ang="0">
                    <a:pos x="183" y="99"/>
                  </a:cxn>
                  <a:cxn ang="0">
                    <a:pos x="183" y="82"/>
                  </a:cxn>
                  <a:cxn ang="0">
                    <a:pos x="178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99"/>
                  </a:cxn>
                  <a:cxn ang="0">
                    <a:pos x="4" y="117"/>
                  </a:cxn>
                  <a:cxn ang="0">
                    <a:pos x="11" y="134"/>
                  </a:cxn>
                  <a:cxn ang="0">
                    <a:pos x="21" y="148"/>
                  </a:cxn>
                  <a:cxn ang="0">
                    <a:pos x="33" y="162"/>
                  </a:cxn>
                  <a:cxn ang="0">
                    <a:pos x="47" y="170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0"/>
                    </a:lnTo>
                    <a:lnTo>
                      <a:pt x="143" y="166"/>
                    </a:lnTo>
                    <a:lnTo>
                      <a:pt x="149" y="162"/>
                    </a:lnTo>
                    <a:lnTo>
                      <a:pt x="156" y="155"/>
                    </a:lnTo>
                    <a:lnTo>
                      <a:pt x="162" y="148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6" y="126"/>
                    </a:lnTo>
                    <a:lnTo>
                      <a:pt x="178" y="117"/>
                    </a:lnTo>
                    <a:lnTo>
                      <a:pt x="180" y="109"/>
                    </a:lnTo>
                    <a:lnTo>
                      <a:pt x="183" y="99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0" y="72"/>
                    </a:lnTo>
                    <a:lnTo>
                      <a:pt x="178" y="64"/>
                    </a:lnTo>
                    <a:lnTo>
                      <a:pt x="176" y="55"/>
                    </a:lnTo>
                    <a:lnTo>
                      <a:pt x="172" y="47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3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6" y="6"/>
                    </a:lnTo>
                    <a:lnTo>
                      <a:pt x="47" y="11"/>
                    </a:lnTo>
                    <a:lnTo>
                      <a:pt x="41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99"/>
                    </a:lnTo>
                    <a:lnTo>
                      <a:pt x="2" y="109"/>
                    </a:lnTo>
                    <a:lnTo>
                      <a:pt x="4" y="117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8"/>
                    </a:lnTo>
                    <a:lnTo>
                      <a:pt x="26" y="155"/>
                    </a:lnTo>
                    <a:lnTo>
                      <a:pt x="33" y="162"/>
                    </a:lnTo>
                    <a:lnTo>
                      <a:pt x="41" y="166"/>
                    </a:lnTo>
                    <a:lnTo>
                      <a:pt x="47" y="170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2" name="Freeform 25"/>
              <p:cNvSpPr>
                <a:spLocks/>
              </p:cNvSpPr>
              <p:nvPr/>
            </p:nvSpPr>
            <p:spPr bwMode="gray">
              <a:xfrm>
                <a:off x="10576328" y="2025012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5" y="170"/>
                  </a:cxn>
                  <a:cxn ang="0">
                    <a:pos x="149" y="162"/>
                  </a:cxn>
                  <a:cxn ang="0">
                    <a:pos x="161" y="148"/>
                  </a:cxn>
                  <a:cxn ang="0">
                    <a:pos x="171" y="134"/>
                  </a:cxn>
                  <a:cxn ang="0">
                    <a:pos x="178" y="117"/>
                  </a:cxn>
                  <a:cxn ang="0">
                    <a:pos x="182" y="99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1" y="47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3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99"/>
                  </a:cxn>
                  <a:cxn ang="0">
                    <a:pos x="4" y="117"/>
                  </a:cxn>
                  <a:cxn ang="0">
                    <a:pos x="11" y="134"/>
                  </a:cxn>
                  <a:cxn ang="0">
                    <a:pos x="21" y="148"/>
                  </a:cxn>
                  <a:cxn ang="0">
                    <a:pos x="33" y="162"/>
                  </a:cxn>
                  <a:cxn ang="0">
                    <a:pos x="48" y="170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2" y="182"/>
                    </a:moveTo>
                    <a:lnTo>
                      <a:pt x="100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0"/>
                    </a:lnTo>
                    <a:lnTo>
                      <a:pt x="143" y="166"/>
                    </a:lnTo>
                    <a:lnTo>
                      <a:pt x="149" y="162"/>
                    </a:lnTo>
                    <a:lnTo>
                      <a:pt x="156" y="155"/>
                    </a:lnTo>
                    <a:lnTo>
                      <a:pt x="161" y="148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6" y="126"/>
                    </a:lnTo>
                    <a:lnTo>
                      <a:pt x="178" y="117"/>
                    </a:lnTo>
                    <a:lnTo>
                      <a:pt x="180" y="109"/>
                    </a:lnTo>
                    <a:lnTo>
                      <a:pt x="182" y="99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0" y="72"/>
                    </a:lnTo>
                    <a:lnTo>
                      <a:pt x="178" y="64"/>
                    </a:lnTo>
                    <a:lnTo>
                      <a:pt x="176" y="55"/>
                    </a:lnTo>
                    <a:lnTo>
                      <a:pt x="171" y="47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3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1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99"/>
                    </a:lnTo>
                    <a:lnTo>
                      <a:pt x="2" y="109"/>
                    </a:lnTo>
                    <a:lnTo>
                      <a:pt x="4" y="117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48"/>
                    </a:lnTo>
                    <a:lnTo>
                      <a:pt x="27" y="155"/>
                    </a:lnTo>
                    <a:lnTo>
                      <a:pt x="33" y="162"/>
                    </a:lnTo>
                    <a:lnTo>
                      <a:pt x="41" y="166"/>
                    </a:lnTo>
                    <a:lnTo>
                      <a:pt x="48" y="170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3" name="Freeform 26"/>
              <p:cNvSpPr>
                <a:spLocks/>
              </p:cNvSpPr>
              <p:nvPr/>
            </p:nvSpPr>
            <p:spPr bwMode="gray">
              <a:xfrm>
                <a:off x="10616015" y="2025012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5" y="170"/>
                  </a:cxn>
                  <a:cxn ang="0">
                    <a:pos x="149" y="162"/>
                  </a:cxn>
                  <a:cxn ang="0">
                    <a:pos x="161" y="148"/>
                  </a:cxn>
                  <a:cxn ang="0">
                    <a:pos x="171" y="134"/>
                  </a:cxn>
                  <a:cxn ang="0">
                    <a:pos x="179" y="117"/>
                  </a:cxn>
                  <a:cxn ang="0">
                    <a:pos x="182" y="99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7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3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4" y="21"/>
                  </a:cxn>
                  <a:cxn ang="0">
                    <a:pos x="20" y="33"/>
                  </a:cxn>
                  <a:cxn ang="0">
                    <a:pos x="10" y="47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99"/>
                  </a:cxn>
                  <a:cxn ang="0">
                    <a:pos x="4" y="117"/>
                  </a:cxn>
                  <a:cxn ang="0">
                    <a:pos x="10" y="134"/>
                  </a:cxn>
                  <a:cxn ang="0">
                    <a:pos x="20" y="148"/>
                  </a:cxn>
                  <a:cxn ang="0">
                    <a:pos x="34" y="162"/>
                  </a:cxn>
                  <a:cxn ang="0">
                    <a:pos x="48" y="170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0"/>
                    </a:lnTo>
                    <a:lnTo>
                      <a:pt x="142" y="166"/>
                    </a:lnTo>
                    <a:lnTo>
                      <a:pt x="149" y="162"/>
                    </a:lnTo>
                    <a:lnTo>
                      <a:pt x="156" y="155"/>
                    </a:lnTo>
                    <a:lnTo>
                      <a:pt x="161" y="148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6" y="126"/>
                    </a:lnTo>
                    <a:lnTo>
                      <a:pt x="179" y="117"/>
                    </a:lnTo>
                    <a:lnTo>
                      <a:pt x="181" y="109"/>
                    </a:lnTo>
                    <a:lnTo>
                      <a:pt x="182" y="99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9" y="64"/>
                    </a:lnTo>
                    <a:lnTo>
                      <a:pt x="176" y="55"/>
                    </a:lnTo>
                    <a:lnTo>
                      <a:pt x="171" y="47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4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99"/>
                    </a:lnTo>
                    <a:lnTo>
                      <a:pt x="2" y="109"/>
                    </a:lnTo>
                    <a:lnTo>
                      <a:pt x="4" y="117"/>
                    </a:lnTo>
                    <a:lnTo>
                      <a:pt x="7" y="126"/>
                    </a:lnTo>
                    <a:lnTo>
                      <a:pt x="10" y="134"/>
                    </a:lnTo>
                    <a:lnTo>
                      <a:pt x="16" y="142"/>
                    </a:lnTo>
                    <a:lnTo>
                      <a:pt x="20" y="148"/>
                    </a:lnTo>
                    <a:lnTo>
                      <a:pt x="27" y="155"/>
                    </a:lnTo>
                    <a:lnTo>
                      <a:pt x="34" y="162"/>
                    </a:lnTo>
                    <a:lnTo>
                      <a:pt x="40" y="166"/>
                    </a:lnTo>
                    <a:lnTo>
                      <a:pt x="48" y="170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4" name="Freeform 27"/>
              <p:cNvSpPr>
                <a:spLocks/>
              </p:cNvSpPr>
              <p:nvPr/>
            </p:nvSpPr>
            <p:spPr bwMode="gray">
              <a:xfrm>
                <a:off x="11073215" y="2212337"/>
                <a:ext cx="203200" cy="34925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3"/>
                  </a:cxn>
                  <a:cxn ang="0">
                    <a:pos x="1212" y="9"/>
                  </a:cxn>
                  <a:cxn ang="0">
                    <a:pos x="1229" y="19"/>
                  </a:cxn>
                  <a:cxn ang="0">
                    <a:pos x="1246" y="33"/>
                  </a:cxn>
                  <a:cxn ang="0">
                    <a:pos x="1259" y="49"/>
                  </a:cxn>
                  <a:cxn ang="0">
                    <a:pos x="1269" y="67"/>
                  </a:cxn>
                  <a:cxn ang="0">
                    <a:pos x="1276" y="88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69" y="152"/>
                  </a:cxn>
                  <a:cxn ang="0">
                    <a:pos x="1259" y="170"/>
                  </a:cxn>
                  <a:cxn ang="0">
                    <a:pos x="1246" y="187"/>
                  </a:cxn>
                  <a:cxn ang="0">
                    <a:pos x="1229" y="200"/>
                  </a:cxn>
                  <a:cxn ang="0">
                    <a:pos x="1212" y="210"/>
                  </a:cxn>
                  <a:cxn ang="0">
                    <a:pos x="1190" y="217"/>
                  </a:cxn>
                  <a:cxn ang="0">
                    <a:pos x="1169" y="219"/>
                  </a:cxn>
                  <a:cxn ang="0">
                    <a:pos x="97" y="218"/>
                  </a:cxn>
                  <a:cxn ang="0">
                    <a:pos x="76" y="213"/>
                  </a:cxn>
                  <a:cxn ang="0">
                    <a:pos x="56" y="206"/>
                  </a:cxn>
                  <a:cxn ang="0">
                    <a:pos x="38" y="193"/>
                  </a:cxn>
                  <a:cxn ang="0">
                    <a:pos x="24" y="179"/>
                  </a:cxn>
                  <a:cxn ang="0">
                    <a:pos x="12" y="161"/>
                  </a:cxn>
                  <a:cxn ang="0">
                    <a:pos x="4" y="142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2" y="58"/>
                  </a:cxn>
                  <a:cxn ang="0">
                    <a:pos x="24" y="40"/>
                  </a:cxn>
                  <a:cxn ang="0">
                    <a:pos x="38" y="26"/>
                  </a:cxn>
                  <a:cxn ang="0">
                    <a:pos x="56" y="14"/>
                  </a:cxn>
                  <a:cxn ang="0">
                    <a:pos x="76" y="6"/>
                  </a:cxn>
                  <a:cxn ang="0">
                    <a:pos x="97" y="2"/>
                  </a:cxn>
                </a:cxnLst>
                <a:rect l="0" t="0" r="r" b="b"/>
                <a:pathLst>
                  <a:path w="1278" h="219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2"/>
                    </a:lnTo>
                    <a:lnTo>
                      <a:pt x="1190" y="3"/>
                    </a:lnTo>
                    <a:lnTo>
                      <a:pt x="1202" y="6"/>
                    </a:lnTo>
                    <a:lnTo>
                      <a:pt x="1212" y="9"/>
                    </a:lnTo>
                    <a:lnTo>
                      <a:pt x="1220" y="14"/>
                    </a:lnTo>
                    <a:lnTo>
                      <a:pt x="1229" y="19"/>
                    </a:lnTo>
                    <a:lnTo>
                      <a:pt x="1238" y="26"/>
                    </a:lnTo>
                    <a:lnTo>
                      <a:pt x="1246" y="33"/>
                    </a:lnTo>
                    <a:lnTo>
                      <a:pt x="1253" y="40"/>
                    </a:lnTo>
                    <a:lnTo>
                      <a:pt x="1259" y="49"/>
                    </a:lnTo>
                    <a:lnTo>
                      <a:pt x="1265" y="58"/>
                    </a:lnTo>
                    <a:lnTo>
                      <a:pt x="1269" y="67"/>
                    </a:lnTo>
                    <a:lnTo>
                      <a:pt x="1272" y="77"/>
                    </a:lnTo>
                    <a:lnTo>
                      <a:pt x="1276" y="88"/>
                    </a:lnTo>
                    <a:lnTo>
                      <a:pt x="1277" y="98"/>
                    </a:lnTo>
                    <a:lnTo>
                      <a:pt x="1278" y="109"/>
                    </a:lnTo>
                    <a:lnTo>
                      <a:pt x="1277" y="120"/>
                    </a:lnTo>
                    <a:lnTo>
                      <a:pt x="1276" y="131"/>
                    </a:lnTo>
                    <a:lnTo>
                      <a:pt x="1272" y="142"/>
                    </a:lnTo>
                    <a:lnTo>
                      <a:pt x="1269" y="152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3" y="179"/>
                    </a:lnTo>
                    <a:lnTo>
                      <a:pt x="1246" y="187"/>
                    </a:lnTo>
                    <a:lnTo>
                      <a:pt x="1238" y="193"/>
                    </a:lnTo>
                    <a:lnTo>
                      <a:pt x="1229" y="200"/>
                    </a:lnTo>
                    <a:lnTo>
                      <a:pt x="1220" y="206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0" y="217"/>
                    </a:lnTo>
                    <a:lnTo>
                      <a:pt x="1180" y="218"/>
                    </a:lnTo>
                    <a:lnTo>
                      <a:pt x="1169" y="219"/>
                    </a:lnTo>
                    <a:lnTo>
                      <a:pt x="108" y="219"/>
                    </a:lnTo>
                    <a:lnTo>
                      <a:pt x="97" y="218"/>
                    </a:lnTo>
                    <a:lnTo>
                      <a:pt x="86" y="217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6"/>
                    </a:lnTo>
                    <a:lnTo>
                      <a:pt x="47" y="200"/>
                    </a:lnTo>
                    <a:lnTo>
                      <a:pt x="38" y="193"/>
                    </a:lnTo>
                    <a:lnTo>
                      <a:pt x="31" y="187"/>
                    </a:lnTo>
                    <a:lnTo>
                      <a:pt x="24" y="179"/>
                    </a:lnTo>
                    <a:lnTo>
                      <a:pt x="17" y="170"/>
                    </a:lnTo>
                    <a:lnTo>
                      <a:pt x="12" y="161"/>
                    </a:lnTo>
                    <a:lnTo>
                      <a:pt x="7" y="152"/>
                    </a:lnTo>
                    <a:lnTo>
                      <a:pt x="4" y="142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8"/>
                    </a:lnTo>
                    <a:lnTo>
                      <a:pt x="4" y="77"/>
                    </a:lnTo>
                    <a:lnTo>
                      <a:pt x="7" y="67"/>
                    </a:lnTo>
                    <a:lnTo>
                      <a:pt x="12" y="58"/>
                    </a:lnTo>
                    <a:lnTo>
                      <a:pt x="17" y="49"/>
                    </a:lnTo>
                    <a:lnTo>
                      <a:pt x="24" y="40"/>
                    </a:lnTo>
                    <a:lnTo>
                      <a:pt x="31" y="33"/>
                    </a:lnTo>
                    <a:lnTo>
                      <a:pt x="38" y="26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9"/>
                    </a:lnTo>
                    <a:lnTo>
                      <a:pt x="76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5" name="Freeform 28"/>
              <p:cNvSpPr>
                <a:spLocks/>
              </p:cNvSpPr>
              <p:nvPr/>
            </p:nvSpPr>
            <p:spPr bwMode="gray">
              <a:xfrm>
                <a:off x="10455678" y="221392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5" y="171"/>
                  </a:cxn>
                  <a:cxn ang="0">
                    <a:pos x="150" y="161"/>
                  </a:cxn>
                  <a:cxn ang="0">
                    <a:pos x="162" y="149"/>
                  </a:cxn>
                  <a:cxn ang="0">
                    <a:pos x="172" y="134"/>
                  </a:cxn>
                  <a:cxn ang="0">
                    <a:pos x="179" y="118"/>
                  </a:cxn>
                  <a:cxn ang="0">
                    <a:pos x="182" y="100"/>
                  </a:cxn>
                  <a:cxn ang="0">
                    <a:pos x="182" y="82"/>
                  </a:cxn>
                  <a:cxn ang="0">
                    <a:pos x="179" y="63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0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0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3"/>
                  </a:cxn>
                  <a:cxn ang="0">
                    <a:pos x="0" y="82"/>
                  </a:cxn>
                  <a:cxn ang="0">
                    <a:pos x="0" y="100"/>
                  </a:cxn>
                  <a:cxn ang="0">
                    <a:pos x="4" y="118"/>
                  </a:cxn>
                  <a:cxn ang="0">
                    <a:pos x="11" y="134"/>
                  </a:cxn>
                  <a:cxn ang="0">
                    <a:pos x="21" y="149"/>
                  </a:cxn>
                  <a:cxn ang="0">
                    <a:pos x="33" y="161"/>
                  </a:cxn>
                  <a:cxn ang="0">
                    <a:pos x="48" y="171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6" y="175"/>
                    </a:lnTo>
                    <a:lnTo>
                      <a:pt x="135" y="171"/>
                    </a:lnTo>
                    <a:lnTo>
                      <a:pt x="142" y="167"/>
                    </a:lnTo>
                    <a:lnTo>
                      <a:pt x="150" y="161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7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2" y="100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9" y="63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50" y="20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6" y="7"/>
                    </a:lnTo>
                    <a:lnTo>
                      <a:pt x="119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0"/>
                    </a:lnTo>
                    <a:lnTo>
                      <a:pt x="27" y="27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3"/>
                    </a:lnTo>
                    <a:lnTo>
                      <a:pt x="2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0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49"/>
                    </a:lnTo>
                    <a:lnTo>
                      <a:pt x="27" y="156"/>
                    </a:lnTo>
                    <a:lnTo>
                      <a:pt x="33" y="161"/>
                    </a:lnTo>
                    <a:lnTo>
                      <a:pt x="40" y="167"/>
                    </a:lnTo>
                    <a:lnTo>
                      <a:pt x="48" y="171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6" name="Freeform 29"/>
              <p:cNvSpPr>
                <a:spLocks/>
              </p:cNvSpPr>
              <p:nvPr/>
            </p:nvSpPr>
            <p:spPr bwMode="gray">
              <a:xfrm>
                <a:off x="10495365" y="2213924"/>
                <a:ext cx="30163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5" y="171"/>
                  </a:cxn>
                  <a:cxn ang="0">
                    <a:pos x="150" y="161"/>
                  </a:cxn>
                  <a:cxn ang="0">
                    <a:pos x="162" y="149"/>
                  </a:cxn>
                  <a:cxn ang="0">
                    <a:pos x="172" y="134"/>
                  </a:cxn>
                  <a:cxn ang="0">
                    <a:pos x="178" y="118"/>
                  </a:cxn>
                  <a:cxn ang="0">
                    <a:pos x="182" y="100"/>
                  </a:cxn>
                  <a:cxn ang="0">
                    <a:pos x="182" y="82"/>
                  </a:cxn>
                  <a:cxn ang="0">
                    <a:pos x="178" y="63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0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0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3"/>
                  </a:cxn>
                  <a:cxn ang="0">
                    <a:pos x="1" y="82"/>
                  </a:cxn>
                  <a:cxn ang="0">
                    <a:pos x="1" y="100"/>
                  </a:cxn>
                  <a:cxn ang="0">
                    <a:pos x="4" y="118"/>
                  </a:cxn>
                  <a:cxn ang="0">
                    <a:pos x="11" y="134"/>
                  </a:cxn>
                  <a:cxn ang="0">
                    <a:pos x="21" y="149"/>
                  </a:cxn>
                  <a:cxn ang="0">
                    <a:pos x="33" y="161"/>
                  </a:cxn>
                  <a:cxn ang="0">
                    <a:pos x="48" y="171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7" y="175"/>
                    </a:lnTo>
                    <a:lnTo>
                      <a:pt x="135" y="171"/>
                    </a:lnTo>
                    <a:lnTo>
                      <a:pt x="142" y="167"/>
                    </a:lnTo>
                    <a:lnTo>
                      <a:pt x="150" y="161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7"/>
                    </a:lnTo>
                    <a:lnTo>
                      <a:pt x="178" y="118"/>
                    </a:lnTo>
                    <a:lnTo>
                      <a:pt x="181" y="109"/>
                    </a:lnTo>
                    <a:lnTo>
                      <a:pt x="182" y="100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8" y="63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50" y="20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9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0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4" y="63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0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8" y="127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1"/>
                    </a:lnTo>
                    <a:lnTo>
                      <a:pt x="40" y="167"/>
                    </a:lnTo>
                    <a:lnTo>
                      <a:pt x="48" y="171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7" name="Freeform 30"/>
              <p:cNvSpPr>
                <a:spLocks/>
              </p:cNvSpPr>
              <p:nvPr/>
            </p:nvSpPr>
            <p:spPr bwMode="gray">
              <a:xfrm>
                <a:off x="10536640" y="221392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5" y="171"/>
                  </a:cxn>
                  <a:cxn ang="0">
                    <a:pos x="149" y="161"/>
                  </a:cxn>
                  <a:cxn ang="0">
                    <a:pos x="162" y="149"/>
                  </a:cxn>
                  <a:cxn ang="0">
                    <a:pos x="172" y="134"/>
                  </a:cxn>
                  <a:cxn ang="0">
                    <a:pos x="178" y="118"/>
                  </a:cxn>
                  <a:cxn ang="0">
                    <a:pos x="183" y="100"/>
                  </a:cxn>
                  <a:cxn ang="0">
                    <a:pos x="183" y="82"/>
                  </a:cxn>
                  <a:cxn ang="0">
                    <a:pos x="178" y="63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0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0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3"/>
                  </a:cxn>
                  <a:cxn ang="0">
                    <a:pos x="1" y="82"/>
                  </a:cxn>
                  <a:cxn ang="0">
                    <a:pos x="1" y="100"/>
                  </a:cxn>
                  <a:cxn ang="0">
                    <a:pos x="4" y="118"/>
                  </a:cxn>
                  <a:cxn ang="0">
                    <a:pos x="11" y="134"/>
                  </a:cxn>
                  <a:cxn ang="0">
                    <a:pos x="21" y="149"/>
                  </a:cxn>
                  <a:cxn ang="0">
                    <a:pos x="33" y="161"/>
                  </a:cxn>
                  <a:cxn ang="0">
                    <a:pos x="47" y="171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5"/>
                    </a:lnTo>
                    <a:lnTo>
                      <a:pt x="135" y="171"/>
                    </a:lnTo>
                    <a:lnTo>
                      <a:pt x="143" y="167"/>
                    </a:lnTo>
                    <a:lnTo>
                      <a:pt x="149" y="161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6" y="127"/>
                    </a:lnTo>
                    <a:lnTo>
                      <a:pt x="178" y="118"/>
                    </a:lnTo>
                    <a:lnTo>
                      <a:pt x="180" y="109"/>
                    </a:lnTo>
                    <a:lnTo>
                      <a:pt x="183" y="100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0" y="72"/>
                    </a:lnTo>
                    <a:lnTo>
                      <a:pt x="178" y="63"/>
                    </a:lnTo>
                    <a:lnTo>
                      <a:pt x="176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49" y="20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4"/>
                    </a:lnTo>
                    <a:lnTo>
                      <a:pt x="109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4"/>
                    </a:lnTo>
                    <a:lnTo>
                      <a:pt x="56" y="7"/>
                    </a:lnTo>
                    <a:lnTo>
                      <a:pt x="47" y="11"/>
                    </a:lnTo>
                    <a:lnTo>
                      <a:pt x="41" y="16"/>
                    </a:lnTo>
                    <a:lnTo>
                      <a:pt x="33" y="20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3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0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1"/>
                    </a:lnTo>
                    <a:lnTo>
                      <a:pt x="41" y="167"/>
                    </a:lnTo>
                    <a:lnTo>
                      <a:pt x="47" y="171"/>
                    </a:lnTo>
                    <a:lnTo>
                      <a:pt x="56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8" name="Freeform 31"/>
              <p:cNvSpPr>
                <a:spLocks/>
              </p:cNvSpPr>
              <p:nvPr/>
            </p:nvSpPr>
            <p:spPr bwMode="gray">
              <a:xfrm>
                <a:off x="10576328" y="2213924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5" y="171"/>
                  </a:cxn>
                  <a:cxn ang="0">
                    <a:pos x="149" y="161"/>
                  </a:cxn>
                  <a:cxn ang="0">
                    <a:pos x="161" y="149"/>
                  </a:cxn>
                  <a:cxn ang="0">
                    <a:pos x="171" y="134"/>
                  </a:cxn>
                  <a:cxn ang="0">
                    <a:pos x="178" y="118"/>
                  </a:cxn>
                  <a:cxn ang="0">
                    <a:pos x="182" y="100"/>
                  </a:cxn>
                  <a:cxn ang="0">
                    <a:pos x="182" y="82"/>
                  </a:cxn>
                  <a:cxn ang="0">
                    <a:pos x="178" y="63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0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0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3"/>
                  </a:cxn>
                  <a:cxn ang="0">
                    <a:pos x="1" y="82"/>
                  </a:cxn>
                  <a:cxn ang="0">
                    <a:pos x="1" y="100"/>
                  </a:cxn>
                  <a:cxn ang="0">
                    <a:pos x="4" y="118"/>
                  </a:cxn>
                  <a:cxn ang="0">
                    <a:pos x="11" y="134"/>
                  </a:cxn>
                  <a:cxn ang="0">
                    <a:pos x="21" y="149"/>
                  </a:cxn>
                  <a:cxn ang="0">
                    <a:pos x="33" y="161"/>
                  </a:cxn>
                  <a:cxn ang="0">
                    <a:pos x="48" y="171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2" y="182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5"/>
                    </a:lnTo>
                    <a:lnTo>
                      <a:pt x="135" y="171"/>
                    </a:lnTo>
                    <a:lnTo>
                      <a:pt x="143" y="167"/>
                    </a:lnTo>
                    <a:lnTo>
                      <a:pt x="149" y="161"/>
                    </a:lnTo>
                    <a:lnTo>
                      <a:pt x="156" y="156"/>
                    </a:lnTo>
                    <a:lnTo>
                      <a:pt x="161" y="149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6" y="127"/>
                    </a:lnTo>
                    <a:lnTo>
                      <a:pt x="178" y="118"/>
                    </a:lnTo>
                    <a:lnTo>
                      <a:pt x="180" y="109"/>
                    </a:lnTo>
                    <a:lnTo>
                      <a:pt x="182" y="100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0" y="72"/>
                    </a:lnTo>
                    <a:lnTo>
                      <a:pt x="178" y="63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7"/>
                    </a:lnTo>
                    <a:lnTo>
                      <a:pt x="149" y="20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4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4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1" y="16"/>
                    </a:lnTo>
                    <a:lnTo>
                      <a:pt x="33" y="20"/>
                    </a:lnTo>
                    <a:lnTo>
                      <a:pt x="27" y="27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3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0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49"/>
                    </a:lnTo>
                    <a:lnTo>
                      <a:pt x="27" y="156"/>
                    </a:lnTo>
                    <a:lnTo>
                      <a:pt x="33" y="161"/>
                    </a:lnTo>
                    <a:lnTo>
                      <a:pt x="41" y="167"/>
                    </a:lnTo>
                    <a:lnTo>
                      <a:pt x="48" y="171"/>
                    </a:lnTo>
                    <a:lnTo>
                      <a:pt x="56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49" name="Freeform 32"/>
              <p:cNvSpPr>
                <a:spLocks/>
              </p:cNvSpPr>
              <p:nvPr/>
            </p:nvSpPr>
            <p:spPr bwMode="gray">
              <a:xfrm>
                <a:off x="10616015" y="2213924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5" y="171"/>
                  </a:cxn>
                  <a:cxn ang="0">
                    <a:pos x="149" y="161"/>
                  </a:cxn>
                  <a:cxn ang="0">
                    <a:pos x="161" y="149"/>
                  </a:cxn>
                  <a:cxn ang="0">
                    <a:pos x="171" y="134"/>
                  </a:cxn>
                  <a:cxn ang="0">
                    <a:pos x="179" y="118"/>
                  </a:cxn>
                  <a:cxn ang="0">
                    <a:pos x="182" y="100"/>
                  </a:cxn>
                  <a:cxn ang="0">
                    <a:pos x="182" y="82"/>
                  </a:cxn>
                  <a:cxn ang="0">
                    <a:pos x="179" y="63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0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4" y="20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3"/>
                  </a:cxn>
                  <a:cxn ang="0">
                    <a:pos x="0" y="82"/>
                  </a:cxn>
                  <a:cxn ang="0">
                    <a:pos x="0" y="100"/>
                  </a:cxn>
                  <a:cxn ang="0">
                    <a:pos x="4" y="118"/>
                  </a:cxn>
                  <a:cxn ang="0">
                    <a:pos x="10" y="134"/>
                  </a:cxn>
                  <a:cxn ang="0">
                    <a:pos x="20" y="149"/>
                  </a:cxn>
                  <a:cxn ang="0">
                    <a:pos x="34" y="161"/>
                  </a:cxn>
                  <a:cxn ang="0">
                    <a:pos x="48" y="171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5"/>
                    </a:lnTo>
                    <a:lnTo>
                      <a:pt x="135" y="171"/>
                    </a:lnTo>
                    <a:lnTo>
                      <a:pt x="142" y="167"/>
                    </a:lnTo>
                    <a:lnTo>
                      <a:pt x="149" y="161"/>
                    </a:lnTo>
                    <a:lnTo>
                      <a:pt x="156" y="156"/>
                    </a:lnTo>
                    <a:lnTo>
                      <a:pt x="161" y="149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6" y="127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2" y="100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9" y="63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7"/>
                    </a:lnTo>
                    <a:lnTo>
                      <a:pt x="149" y="20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4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4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4" y="20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3"/>
                    </a:lnTo>
                    <a:lnTo>
                      <a:pt x="2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0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0" y="134"/>
                    </a:lnTo>
                    <a:lnTo>
                      <a:pt x="16" y="142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4" y="161"/>
                    </a:lnTo>
                    <a:lnTo>
                      <a:pt x="40" y="167"/>
                    </a:lnTo>
                    <a:lnTo>
                      <a:pt x="48" y="171"/>
                    </a:lnTo>
                    <a:lnTo>
                      <a:pt x="56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0" name="Freeform 33"/>
              <p:cNvSpPr>
                <a:spLocks/>
              </p:cNvSpPr>
              <p:nvPr/>
            </p:nvSpPr>
            <p:spPr bwMode="gray">
              <a:xfrm>
                <a:off x="11073215" y="2399662"/>
                <a:ext cx="203200" cy="34925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2"/>
                  </a:cxn>
                  <a:cxn ang="0">
                    <a:pos x="1212" y="9"/>
                  </a:cxn>
                  <a:cxn ang="0">
                    <a:pos x="1229" y="19"/>
                  </a:cxn>
                  <a:cxn ang="0">
                    <a:pos x="1246" y="32"/>
                  </a:cxn>
                  <a:cxn ang="0">
                    <a:pos x="1259" y="49"/>
                  </a:cxn>
                  <a:cxn ang="0">
                    <a:pos x="1269" y="67"/>
                  </a:cxn>
                  <a:cxn ang="0">
                    <a:pos x="1276" y="88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69" y="151"/>
                  </a:cxn>
                  <a:cxn ang="0">
                    <a:pos x="1259" y="170"/>
                  </a:cxn>
                  <a:cxn ang="0">
                    <a:pos x="1246" y="186"/>
                  </a:cxn>
                  <a:cxn ang="0">
                    <a:pos x="1229" y="200"/>
                  </a:cxn>
                  <a:cxn ang="0">
                    <a:pos x="1212" y="210"/>
                  </a:cxn>
                  <a:cxn ang="0">
                    <a:pos x="1190" y="216"/>
                  </a:cxn>
                  <a:cxn ang="0">
                    <a:pos x="1169" y="219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38" y="193"/>
                  </a:cxn>
                  <a:cxn ang="0">
                    <a:pos x="24" y="179"/>
                  </a:cxn>
                  <a:cxn ang="0">
                    <a:pos x="12" y="161"/>
                  </a:cxn>
                  <a:cxn ang="0">
                    <a:pos x="4" y="142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2" y="58"/>
                  </a:cxn>
                  <a:cxn ang="0">
                    <a:pos x="24" y="40"/>
                  </a:cxn>
                  <a:cxn ang="0">
                    <a:pos x="38" y="26"/>
                  </a:cxn>
                  <a:cxn ang="0">
                    <a:pos x="56" y="13"/>
                  </a:cxn>
                  <a:cxn ang="0">
                    <a:pos x="76" y="6"/>
                  </a:cxn>
                  <a:cxn ang="0">
                    <a:pos x="97" y="1"/>
                  </a:cxn>
                </a:cxnLst>
                <a:rect l="0" t="0" r="r" b="b"/>
                <a:pathLst>
                  <a:path w="1278" h="219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1"/>
                    </a:lnTo>
                    <a:lnTo>
                      <a:pt x="1190" y="2"/>
                    </a:lnTo>
                    <a:lnTo>
                      <a:pt x="1202" y="6"/>
                    </a:lnTo>
                    <a:lnTo>
                      <a:pt x="1212" y="9"/>
                    </a:lnTo>
                    <a:lnTo>
                      <a:pt x="1220" y="13"/>
                    </a:lnTo>
                    <a:lnTo>
                      <a:pt x="1229" y="19"/>
                    </a:lnTo>
                    <a:lnTo>
                      <a:pt x="1238" y="26"/>
                    </a:lnTo>
                    <a:lnTo>
                      <a:pt x="1246" y="32"/>
                    </a:lnTo>
                    <a:lnTo>
                      <a:pt x="1253" y="40"/>
                    </a:lnTo>
                    <a:lnTo>
                      <a:pt x="1259" y="49"/>
                    </a:lnTo>
                    <a:lnTo>
                      <a:pt x="1265" y="58"/>
                    </a:lnTo>
                    <a:lnTo>
                      <a:pt x="1269" y="67"/>
                    </a:lnTo>
                    <a:lnTo>
                      <a:pt x="1272" y="77"/>
                    </a:lnTo>
                    <a:lnTo>
                      <a:pt x="1276" y="88"/>
                    </a:lnTo>
                    <a:lnTo>
                      <a:pt x="1277" y="98"/>
                    </a:lnTo>
                    <a:lnTo>
                      <a:pt x="1278" y="109"/>
                    </a:lnTo>
                    <a:lnTo>
                      <a:pt x="1277" y="120"/>
                    </a:lnTo>
                    <a:lnTo>
                      <a:pt x="1276" y="131"/>
                    </a:lnTo>
                    <a:lnTo>
                      <a:pt x="1272" y="142"/>
                    </a:lnTo>
                    <a:lnTo>
                      <a:pt x="1269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3" y="179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29" y="200"/>
                    </a:lnTo>
                    <a:lnTo>
                      <a:pt x="1220" y="205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0" y="216"/>
                    </a:lnTo>
                    <a:lnTo>
                      <a:pt x="1180" y="217"/>
                    </a:lnTo>
                    <a:lnTo>
                      <a:pt x="1169" y="219"/>
                    </a:lnTo>
                    <a:lnTo>
                      <a:pt x="108" y="219"/>
                    </a:lnTo>
                    <a:lnTo>
                      <a:pt x="97" y="217"/>
                    </a:lnTo>
                    <a:lnTo>
                      <a:pt x="86" y="216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5"/>
                    </a:lnTo>
                    <a:lnTo>
                      <a:pt x="47" y="200"/>
                    </a:lnTo>
                    <a:lnTo>
                      <a:pt x="38" y="193"/>
                    </a:lnTo>
                    <a:lnTo>
                      <a:pt x="31" y="186"/>
                    </a:lnTo>
                    <a:lnTo>
                      <a:pt x="24" y="179"/>
                    </a:lnTo>
                    <a:lnTo>
                      <a:pt x="17" y="170"/>
                    </a:lnTo>
                    <a:lnTo>
                      <a:pt x="12" y="161"/>
                    </a:lnTo>
                    <a:lnTo>
                      <a:pt x="7" y="151"/>
                    </a:lnTo>
                    <a:lnTo>
                      <a:pt x="4" y="142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8"/>
                    </a:lnTo>
                    <a:lnTo>
                      <a:pt x="4" y="77"/>
                    </a:lnTo>
                    <a:lnTo>
                      <a:pt x="7" y="67"/>
                    </a:lnTo>
                    <a:lnTo>
                      <a:pt x="12" y="58"/>
                    </a:lnTo>
                    <a:lnTo>
                      <a:pt x="17" y="49"/>
                    </a:lnTo>
                    <a:lnTo>
                      <a:pt x="24" y="40"/>
                    </a:lnTo>
                    <a:lnTo>
                      <a:pt x="31" y="32"/>
                    </a:lnTo>
                    <a:lnTo>
                      <a:pt x="38" y="26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6" y="6"/>
                    </a:lnTo>
                    <a:lnTo>
                      <a:pt x="86" y="2"/>
                    </a:lnTo>
                    <a:lnTo>
                      <a:pt x="97" y="1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1" name="Freeform 34"/>
              <p:cNvSpPr>
                <a:spLocks/>
              </p:cNvSpPr>
              <p:nvPr/>
            </p:nvSpPr>
            <p:spPr bwMode="gray">
              <a:xfrm>
                <a:off x="10455678" y="240124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9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10" y="182"/>
                    </a:lnTo>
                    <a:lnTo>
                      <a:pt x="119" y="179"/>
                    </a:lnTo>
                    <a:lnTo>
                      <a:pt x="126" y="176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3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9" y="118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1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50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6" y="7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1" y="33"/>
                    </a:lnTo>
                    <a:lnTo>
                      <a:pt x="16" y="41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3"/>
                    </a:lnTo>
                    <a:lnTo>
                      <a:pt x="21" y="149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2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2" name="Freeform 35"/>
              <p:cNvSpPr>
                <a:spLocks/>
              </p:cNvSpPr>
              <p:nvPr/>
            </p:nvSpPr>
            <p:spPr bwMode="gray">
              <a:xfrm>
                <a:off x="10495365" y="2401249"/>
                <a:ext cx="30163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8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10" y="182"/>
                    </a:lnTo>
                    <a:lnTo>
                      <a:pt x="119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3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8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1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50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8" y="127"/>
                    </a:lnTo>
                    <a:lnTo>
                      <a:pt x="11" y="135"/>
                    </a:lnTo>
                    <a:lnTo>
                      <a:pt x="15" y="143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2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3" name="Freeform 36"/>
              <p:cNvSpPr>
                <a:spLocks/>
              </p:cNvSpPr>
              <p:nvPr/>
            </p:nvSpPr>
            <p:spPr bwMode="gray">
              <a:xfrm>
                <a:off x="10536640" y="240124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8" y="118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09" y="182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3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3"/>
                    </a:lnTo>
                    <a:lnTo>
                      <a:pt x="172" y="135"/>
                    </a:lnTo>
                    <a:lnTo>
                      <a:pt x="176" y="127"/>
                    </a:lnTo>
                    <a:lnTo>
                      <a:pt x="178" y="118"/>
                    </a:lnTo>
                    <a:lnTo>
                      <a:pt x="180" y="110"/>
                    </a:lnTo>
                    <a:lnTo>
                      <a:pt x="183" y="101"/>
                    </a:lnTo>
                    <a:lnTo>
                      <a:pt x="183" y="92"/>
                    </a:lnTo>
                    <a:lnTo>
                      <a:pt x="183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6"/>
                    </a:lnTo>
                    <a:lnTo>
                      <a:pt x="172" y="48"/>
                    </a:lnTo>
                    <a:lnTo>
                      <a:pt x="167" y="41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7"/>
                    </a:lnTo>
                    <a:lnTo>
                      <a:pt x="47" y="11"/>
                    </a:lnTo>
                    <a:lnTo>
                      <a:pt x="41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5" y="143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1" y="167"/>
                    </a:lnTo>
                    <a:lnTo>
                      <a:pt x="47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2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4" name="Freeform 37"/>
              <p:cNvSpPr>
                <a:spLocks/>
              </p:cNvSpPr>
              <p:nvPr/>
            </p:nvSpPr>
            <p:spPr bwMode="gray">
              <a:xfrm>
                <a:off x="10576328" y="2401249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49"/>
                  </a:cxn>
                  <a:cxn ang="0">
                    <a:pos x="171" y="135"/>
                  </a:cxn>
                  <a:cxn ang="0">
                    <a:pos x="178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2" y="183"/>
                    </a:moveTo>
                    <a:lnTo>
                      <a:pt x="100" y="183"/>
                    </a:lnTo>
                    <a:lnTo>
                      <a:pt x="109" y="182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3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49"/>
                    </a:lnTo>
                    <a:lnTo>
                      <a:pt x="167" y="143"/>
                    </a:lnTo>
                    <a:lnTo>
                      <a:pt x="171" y="135"/>
                    </a:lnTo>
                    <a:lnTo>
                      <a:pt x="176" y="127"/>
                    </a:lnTo>
                    <a:lnTo>
                      <a:pt x="178" y="118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1"/>
                    </a:lnTo>
                    <a:lnTo>
                      <a:pt x="161" y="33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1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1" y="33"/>
                    </a:lnTo>
                    <a:lnTo>
                      <a:pt x="16" y="41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3"/>
                    </a:lnTo>
                    <a:lnTo>
                      <a:pt x="21" y="149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1" y="167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2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5" name="Freeform 38"/>
              <p:cNvSpPr>
                <a:spLocks/>
              </p:cNvSpPr>
              <p:nvPr/>
            </p:nvSpPr>
            <p:spPr bwMode="gray">
              <a:xfrm>
                <a:off x="10616015" y="2401249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49"/>
                  </a:cxn>
                  <a:cxn ang="0">
                    <a:pos x="171" y="135"/>
                  </a:cxn>
                  <a:cxn ang="0">
                    <a:pos x="179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4" y="21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8"/>
                  </a:cxn>
                  <a:cxn ang="0">
                    <a:pos x="10" y="135"/>
                  </a:cxn>
                  <a:cxn ang="0">
                    <a:pos x="20" y="149"/>
                  </a:cxn>
                  <a:cxn ang="0">
                    <a:pos x="34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09" y="182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49"/>
                    </a:lnTo>
                    <a:lnTo>
                      <a:pt x="167" y="143"/>
                    </a:lnTo>
                    <a:lnTo>
                      <a:pt x="171" y="135"/>
                    </a:lnTo>
                    <a:lnTo>
                      <a:pt x="176" y="127"/>
                    </a:lnTo>
                    <a:lnTo>
                      <a:pt x="179" y="118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1"/>
                    </a:lnTo>
                    <a:lnTo>
                      <a:pt x="161" y="33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4" y="21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1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0" y="135"/>
                    </a:lnTo>
                    <a:lnTo>
                      <a:pt x="16" y="143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4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2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6" name="Freeform 39"/>
              <p:cNvSpPr>
                <a:spLocks/>
              </p:cNvSpPr>
              <p:nvPr/>
            </p:nvSpPr>
            <p:spPr bwMode="gray">
              <a:xfrm>
                <a:off x="11073215" y="3714112"/>
                <a:ext cx="203200" cy="34925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2"/>
                  </a:cxn>
                  <a:cxn ang="0">
                    <a:pos x="1212" y="9"/>
                  </a:cxn>
                  <a:cxn ang="0">
                    <a:pos x="1229" y="19"/>
                  </a:cxn>
                  <a:cxn ang="0">
                    <a:pos x="1246" y="32"/>
                  </a:cxn>
                  <a:cxn ang="0">
                    <a:pos x="1259" y="49"/>
                  </a:cxn>
                  <a:cxn ang="0">
                    <a:pos x="1269" y="68"/>
                  </a:cxn>
                  <a:cxn ang="0">
                    <a:pos x="1276" y="88"/>
                  </a:cxn>
                  <a:cxn ang="0">
                    <a:pos x="1278" y="110"/>
                  </a:cxn>
                  <a:cxn ang="0">
                    <a:pos x="1276" y="131"/>
                  </a:cxn>
                  <a:cxn ang="0">
                    <a:pos x="1269" y="152"/>
                  </a:cxn>
                  <a:cxn ang="0">
                    <a:pos x="1259" y="170"/>
                  </a:cxn>
                  <a:cxn ang="0">
                    <a:pos x="1246" y="186"/>
                  </a:cxn>
                  <a:cxn ang="0">
                    <a:pos x="1229" y="200"/>
                  </a:cxn>
                  <a:cxn ang="0">
                    <a:pos x="1212" y="210"/>
                  </a:cxn>
                  <a:cxn ang="0">
                    <a:pos x="1190" y="216"/>
                  </a:cxn>
                  <a:cxn ang="0">
                    <a:pos x="1169" y="219"/>
                  </a:cxn>
                  <a:cxn ang="0">
                    <a:pos x="97" y="218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38" y="193"/>
                  </a:cxn>
                  <a:cxn ang="0">
                    <a:pos x="24" y="179"/>
                  </a:cxn>
                  <a:cxn ang="0">
                    <a:pos x="12" y="161"/>
                  </a:cxn>
                  <a:cxn ang="0">
                    <a:pos x="4" y="142"/>
                  </a:cxn>
                  <a:cxn ang="0">
                    <a:pos x="0" y="121"/>
                  </a:cxn>
                  <a:cxn ang="0">
                    <a:pos x="0" y="99"/>
                  </a:cxn>
                  <a:cxn ang="0">
                    <a:pos x="4" y="78"/>
                  </a:cxn>
                  <a:cxn ang="0">
                    <a:pos x="12" y="58"/>
                  </a:cxn>
                  <a:cxn ang="0">
                    <a:pos x="24" y="40"/>
                  </a:cxn>
                  <a:cxn ang="0">
                    <a:pos x="38" y="26"/>
                  </a:cxn>
                  <a:cxn ang="0">
                    <a:pos x="56" y="13"/>
                  </a:cxn>
                  <a:cxn ang="0">
                    <a:pos x="76" y="6"/>
                  </a:cxn>
                  <a:cxn ang="0">
                    <a:pos x="97" y="1"/>
                  </a:cxn>
                </a:cxnLst>
                <a:rect l="0" t="0" r="r" b="b"/>
                <a:pathLst>
                  <a:path w="1278" h="219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1"/>
                    </a:lnTo>
                    <a:lnTo>
                      <a:pt x="1190" y="2"/>
                    </a:lnTo>
                    <a:lnTo>
                      <a:pt x="1202" y="6"/>
                    </a:lnTo>
                    <a:lnTo>
                      <a:pt x="1212" y="9"/>
                    </a:lnTo>
                    <a:lnTo>
                      <a:pt x="1220" y="13"/>
                    </a:lnTo>
                    <a:lnTo>
                      <a:pt x="1229" y="19"/>
                    </a:lnTo>
                    <a:lnTo>
                      <a:pt x="1238" y="26"/>
                    </a:lnTo>
                    <a:lnTo>
                      <a:pt x="1246" y="32"/>
                    </a:lnTo>
                    <a:lnTo>
                      <a:pt x="1253" y="40"/>
                    </a:lnTo>
                    <a:lnTo>
                      <a:pt x="1259" y="49"/>
                    </a:lnTo>
                    <a:lnTo>
                      <a:pt x="1265" y="58"/>
                    </a:lnTo>
                    <a:lnTo>
                      <a:pt x="1269" y="68"/>
                    </a:lnTo>
                    <a:lnTo>
                      <a:pt x="1272" y="78"/>
                    </a:lnTo>
                    <a:lnTo>
                      <a:pt x="1276" y="88"/>
                    </a:lnTo>
                    <a:lnTo>
                      <a:pt x="1277" y="99"/>
                    </a:lnTo>
                    <a:lnTo>
                      <a:pt x="1278" y="110"/>
                    </a:lnTo>
                    <a:lnTo>
                      <a:pt x="1277" y="121"/>
                    </a:lnTo>
                    <a:lnTo>
                      <a:pt x="1276" y="131"/>
                    </a:lnTo>
                    <a:lnTo>
                      <a:pt x="1272" y="142"/>
                    </a:lnTo>
                    <a:lnTo>
                      <a:pt x="1269" y="152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3" y="179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29" y="200"/>
                    </a:lnTo>
                    <a:lnTo>
                      <a:pt x="1220" y="205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0" y="216"/>
                    </a:lnTo>
                    <a:lnTo>
                      <a:pt x="1180" y="218"/>
                    </a:lnTo>
                    <a:lnTo>
                      <a:pt x="1169" y="219"/>
                    </a:lnTo>
                    <a:lnTo>
                      <a:pt x="108" y="219"/>
                    </a:lnTo>
                    <a:lnTo>
                      <a:pt x="97" y="218"/>
                    </a:lnTo>
                    <a:lnTo>
                      <a:pt x="86" y="216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5"/>
                    </a:lnTo>
                    <a:lnTo>
                      <a:pt x="47" y="200"/>
                    </a:lnTo>
                    <a:lnTo>
                      <a:pt x="38" y="193"/>
                    </a:lnTo>
                    <a:lnTo>
                      <a:pt x="31" y="186"/>
                    </a:lnTo>
                    <a:lnTo>
                      <a:pt x="24" y="179"/>
                    </a:lnTo>
                    <a:lnTo>
                      <a:pt x="17" y="170"/>
                    </a:lnTo>
                    <a:lnTo>
                      <a:pt x="12" y="161"/>
                    </a:lnTo>
                    <a:lnTo>
                      <a:pt x="7" y="152"/>
                    </a:lnTo>
                    <a:lnTo>
                      <a:pt x="4" y="142"/>
                    </a:lnTo>
                    <a:lnTo>
                      <a:pt x="2" y="131"/>
                    </a:lnTo>
                    <a:lnTo>
                      <a:pt x="0" y="121"/>
                    </a:lnTo>
                    <a:lnTo>
                      <a:pt x="0" y="110"/>
                    </a:lnTo>
                    <a:lnTo>
                      <a:pt x="0" y="99"/>
                    </a:lnTo>
                    <a:lnTo>
                      <a:pt x="2" y="88"/>
                    </a:lnTo>
                    <a:lnTo>
                      <a:pt x="4" y="78"/>
                    </a:lnTo>
                    <a:lnTo>
                      <a:pt x="7" y="68"/>
                    </a:lnTo>
                    <a:lnTo>
                      <a:pt x="12" y="58"/>
                    </a:lnTo>
                    <a:lnTo>
                      <a:pt x="17" y="49"/>
                    </a:lnTo>
                    <a:lnTo>
                      <a:pt x="24" y="40"/>
                    </a:lnTo>
                    <a:lnTo>
                      <a:pt x="31" y="32"/>
                    </a:lnTo>
                    <a:lnTo>
                      <a:pt x="38" y="26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6" y="6"/>
                    </a:lnTo>
                    <a:lnTo>
                      <a:pt x="86" y="2"/>
                    </a:lnTo>
                    <a:lnTo>
                      <a:pt x="97" y="1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7" name="Freeform 40"/>
              <p:cNvSpPr>
                <a:spLocks/>
              </p:cNvSpPr>
              <p:nvPr/>
            </p:nvSpPr>
            <p:spPr bwMode="gray">
              <a:xfrm>
                <a:off x="10455678" y="371569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8"/>
                    </a:lnTo>
                    <a:lnTo>
                      <a:pt x="126" y="175"/>
                    </a:lnTo>
                    <a:lnTo>
                      <a:pt x="135" y="172"/>
                    </a:lnTo>
                    <a:lnTo>
                      <a:pt x="142" y="166"/>
                    </a:lnTo>
                    <a:lnTo>
                      <a:pt x="150" y="162"/>
                    </a:lnTo>
                    <a:lnTo>
                      <a:pt x="156" y="155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6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50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7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8" name="Freeform 41"/>
              <p:cNvSpPr>
                <a:spLocks/>
              </p:cNvSpPr>
              <p:nvPr/>
            </p:nvSpPr>
            <p:spPr bwMode="gray">
              <a:xfrm>
                <a:off x="10495365" y="3715699"/>
                <a:ext cx="30163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8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2" y="166"/>
                    </a:lnTo>
                    <a:lnTo>
                      <a:pt x="150" y="162"/>
                    </a:lnTo>
                    <a:lnTo>
                      <a:pt x="156" y="155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6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50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9" y="3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8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8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59" name="Freeform 42"/>
              <p:cNvSpPr>
                <a:spLocks/>
              </p:cNvSpPr>
              <p:nvPr/>
            </p:nvSpPr>
            <p:spPr bwMode="gray">
              <a:xfrm>
                <a:off x="10536640" y="371569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8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3" y="166"/>
                    </a:lnTo>
                    <a:lnTo>
                      <a:pt x="149" y="162"/>
                    </a:lnTo>
                    <a:lnTo>
                      <a:pt x="156" y="155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6" y="126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3" y="101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5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3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6" y="6"/>
                    </a:lnTo>
                    <a:lnTo>
                      <a:pt x="47" y="11"/>
                    </a:lnTo>
                    <a:lnTo>
                      <a:pt x="41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5"/>
                    </a:lnTo>
                    <a:lnTo>
                      <a:pt x="33" y="162"/>
                    </a:lnTo>
                    <a:lnTo>
                      <a:pt x="41" y="166"/>
                    </a:lnTo>
                    <a:lnTo>
                      <a:pt x="47" y="172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360" name="Freeform 43"/>
              <p:cNvSpPr>
                <a:spLocks/>
              </p:cNvSpPr>
              <p:nvPr/>
            </p:nvSpPr>
            <p:spPr bwMode="gray">
              <a:xfrm>
                <a:off x="10576328" y="3715699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4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3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2" y="182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3" y="166"/>
                    </a:lnTo>
                    <a:lnTo>
                      <a:pt x="149" y="162"/>
                    </a:lnTo>
                    <a:lnTo>
                      <a:pt x="156" y="155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6" y="126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5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3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1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7" y="155"/>
                    </a:lnTo>
                    <a:lnTo>
                      <a:pt x="33" y="162"/>
                    </a:lnTo>
                    <a:lnTo>
                      <a:pt x="41" y="166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419" name="Freeform 44"/>
              <p:cNvSpPr>
                <a:spLocks/>
              </p:cNvSpPr>
              <p:nvPr/>
            </p:nvSpPr>
            <p:spPr bwMode="gray">
              <a:xfrm>
                <a:off x="10616015" y="3715699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4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3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4" y="21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4"/>
                  </a:cxn>
                  <a:cxn ang="0">
                    <a:pos x="20" y="150"/>
                  </a:cxn>
                  <a:cxn ang="0">
                    <a:pos x="34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2" y="166"/>
                    </a:lnTo>
                    <a:lnTo>
                      <a:pt x="149" y="162"/>
                    </a:lnTo>
                    <a:lnTo>
                      <a:pt x="156" y="155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6" y="126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6" y="55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4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8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6"/>
                    </a:lnTo>
                    <a:lnTo>
                      <a:pt x="10" y="134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5"/>
                    </a:lnTo>
                    <a:lnTo>
                      <a:pt x="34" y="162"/>
                    </a:lnTo>
                    <a:lnTo>
                      <a:pt x="40" y="166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68" name="Freeform 45"/>
              <p:cNvSpPr>
                <a:spLocks/>
              </p:cNvSpPr>
              <p:nvPr/>
            </p:nvSpPr>
            <p:spPr bwMode="gray">
              <a:xfrm>
                <a:off x="11073215" y="2775899"/>
                <a:ext cx="203200" cy="33338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2"/>
                  </a:cxn>
                  <a:cxn ang="0">
                    <a:pos x="1212" y="9"/>
                  </a:cxn>
                  <a:cxn ang="0">
                    <a:pos x="1229" y="19"/>
                  </a:cxn>
                  <a:cxn ang="0">
                    <a:pos x="1246" y="32"/>
                  </a:cxn>
                  <a:cxn ang="0">
                    <a:pos x="1259" y="48"/>
                  </a:cxn>
                  <a:cxn ang="0">
                    <a:pos x="1269" y="67"/>
                  </a:cxn>
                  <a:cxn ang="0">
                    <a:pos x="1276" y="87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69" y="151"/>
                  </a:cxn>
                  <a:cxn ang="0">
                    <a:pos x="1259" y="170"/>
                  </a:cxn>
                  <a:cxn ang="0">
                    <a:pos x="1246" y="187"/>
                  </a:cxn>
                  <a:cxn ang="0">
                    <a:pos x="1229" y="200"/>
                  </a:cxn>
                  <a:cxn ang="0">
                    <a:pos x="1212" y="210"/>
                  </a:cxn>
                  <a:cxn ang="0">
                    <a:pos x="1190" y="215"/>
                  </a:cxn>
                  <a:cxn ang="0">
                    <a:pos x="1169" y="218"/>
                  </a:cxn>
                  <a:cxn ang="0">
                    <a:pos x="97" y="218"/>
                  </a:cxn>
                  <a:cxn ang="0">
                    <a:pos x="76" y="213"/>
                  </a:cxn>
                  <a:cxn ang="0">
                    <a:pos x="56" y="204"/>
                  </a:cxn>
                  <a:cxn ang="0">
                    <a:pos x="38" y="193"/>
                  </a:cxn>
                  <a:cxn ang="0">
                    <a:pos x="24" y="179"/>
                  </a:cxn>
                  <a:cxn ang="0">
                    <a:pos x="12" y="161"/>
                  </a:cxn>
                  <a:cxn ang="0">
                    <a:pos x="4" y="141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2" y="57"/>
                  </a:cxn>
                  <a:cxn ang="0">
                    <a:pos x="24" y="40"/>
                  </a:cxn>
                  <a:cxn ang="0">
                    <a:pos x="38" y="25"/>
                  </a:cxn>
                  <a:cxn ang="0">
                    <a:pos x="56" y="14"/>
                  </a:cxn>
                  <a:cxn ang="0">
                    <a:pos x="76" y="5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8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0"/>
                    </a:lnTo>
                    <a:lnTo>
                      <a:pt x="1190" y="2"/>
                    </a:lnTo>
                    <a:lnTo>
                      <a:pt x="1202" y="5"/>
                    </a:lnTo>
                    <a:lnTo>
                      <a:pt x="1212" y="9"/>
                    </a:lnTo>
                    <a:lnTo>
                      <a:pt x="1220" y="14"/>
                    </a:lnTo>
                    <a:lnTo>
                      <a:pt x="1229" y="19"/>
                    </a:lnTo>
                    <a:lnTo>
                      <a:pt x="1238" y="25"/>
                    </a:lnTo>
                    <a:lnTo>
                      <a:pt x="1246" y="32"/>
                    </a:lnTo>
                    <a:lnTo>
                      <a:pt x="1253" y="40"/>
                    </a:lnTo>
                    <a:lnTo>
                      <a:pt x="1259" y="48"/>
                    </a:lnTo>
                    <a:lnTo>
                      <a:pt x="1265" y="57"/>
                    </a:lnTo>
                    <a:lnTo>
                      <a:pt x="1269" y="67"/>
                    </a:lnTo>
                    <a:lnTo>
                      <a:pt x="1272" y="77"/>
                    </a:lnTo>
                    <a:lnTo>
                      <a:pt x="1276" y="87"/>
                    </a:lnTo>
                    <a:lnTo>
                      <a:pt x="1277" y="98"/>
                    </a:lnTo>
                    <a:lnTo>
                      <a:pt x="1278" y="109"/>
                    </a:lnTo>
                    <a:lnTo>
                      <a:pt x="1277" y="120"/>
                    </a:lnTo>
                    <a:lnTo>
                      <a:pt x="1276" y="131"/>
                    </a:lnTo>
                    <a:lnTo>
                      <a:pt x="1272" y="141"/>
                    </a:lnTo>
                    <a:lnTo>
                      <a:pt x="1269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3" y="179"/>
                    </a:lnTo>
                    <a:lnTo>
                      <a:pt x="1246" y="187"/>
                    </a:lnTo>
                    <a:lnTo>
                      <a:pt x="1238" y="193"/>
                    </a:lnTo>
                    <a:lnTo>
                      <a:pt x="1229" y="200"/>
                    </a:lnTo>
                    <a:lnTo>
                      <a:pt x="1220" y="204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0" y="215"/>
                    </a:lnTo>
                    <a:lnTo>
                      <a:pt x="1180" y="218"/>
                    </a:lnTo>
                    <a:lnTo>
                      <a:pt x="1169" y="218"/>
                    </a:lnTo>
                    <a:lnTo>
                      <a:pt x="108" y="218"/>
                    </a:lnTo>
                    <a:lnTo>
                      <a:pt x="97" y="218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4"/>
                    </a:lnTo>
                    <a:lnTo>
                      <a:pt x="47" y="200"/>
                    </a:lnTo>
                    <a:lnTo>
                      <a:pt x="38" y="193"/>
                    </a:lnTo>
                    <a:lnTo>
                      <a:pt x="31" y="187"/>
                    </a:lnTo>
                    <a:lnTo>
                      <a:pt x="24" y="179"/>
                    </a:lnTo>
                    <a:lnTo>
                      <a:pt x="17" y="170"/>
                    </a:lnTo>
                    <a:lnTo>
                      <a:pt x="12" y="161"/>
                    </a:lnTo>
                    <a:lnTo>
                      <a:pt x="7" y="151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7"/>
                    </a:lnTo>
                    <a:lnTo>
                      <a:pt x="4" y="77"/>
                    </a:lnTo>
                    <a:lnTo>
                      <a:pt x="7" y="67"/>
                    </a:lnTo>
                    <a:lnTo>
                      <a:pt x="12" y="57"/>
                    </a:lnTo>
                    <a:lnTo>
                      <a:pt x="17" y="48"/>
                    </a:lnTo>
                    <a:lnTo>
                      <a:pt x="24" y="40"/>
                    </a:lnTo>
                    <a:lnTo>
                      <a:pt x="31" y="32"/>
                    </a:lnTo>
                    <a:lnTo>
                      <a:pt x="38" y="25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9"/>
                    </a:lnTo>
                    <a:lnTo>
                      <a:pt x="76" y="5"/>
                    </a:lnTo>
                    <a:lnTo>
                      <a:pt x="86" y="2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69" name="Freeform 46"/>
              <p:cNvSpPr>
                <a:spLocks/>
              </p:cNvSpPr>
              <p:nvPr/>
            </p:nvSpPr>
            <p:spPr bwMode="gray">
              <a:xfrm>
                <a:off x="10455678" y="2775899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8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10" y="181"/>
                    </a:lnTo>
                    <a:lnTo>
                      <a:pt x="119" y="178"/>
                    </a:lnTo>
                    <a:lnTo>
                      <a:pt x="126" y="176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3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1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50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6" y="8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1" y="33"/>
                    </a:lnTo>
                    <a:lnTo>
                      <a:pt x="16" y="41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3"/>
                    </a:lnTo>
                    <a:lnTo>
                      <a:pt x="21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70" name="Freeform 47"/>
              <p:cNvSpPr>
                <a:spLocks/>
              </p:cNvSpPr>
              <p:nvPr/>
            </p:nvSpPr>
            <p:spPr bwMode="gray">
              <a:xfrm>
                <a:off x="10495365" y="2775899"/>
                <a:ext cx="30163" cy="30163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8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10" y="181"/>
                    </a:lnTo>
                    <a:lnTo>
                      <a:pt x="119" y="178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3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1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50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8" y="127"/>
                    </a:lnTo>
                    <a:lnTo>
                      <a:pt x="11" y="135"/>
                    </a:lnTo>
                    <a:lnTo>
                      <a:pt x="15" y="143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71" name="Freeform 48"/>
              <p:cNvSpPr>
                <a:spLocks/>
              </p:cNvSpPr>
              <p:nvPr/>
            </p:nvSpPr>
            <p:spPr bwMode="gray">
              <a:xfrm>
                <a:off x="10536640" y="2775899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8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3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3"/>
                    </a:lnTo>
                    <a:lnTo>
                      <a:pt x="172" y="135"/>
                    </a:lnTo>
                    <a:lnTo>
                      <a:pt x="176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3" y="101"/>
                    </a:lnTo>
                    <a:lnTo>
                      <a:pt x="183" y="92"/>
                    </a:lnTo>
                    <a:lnTo>
                      <a:pt x="183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6"/>
                    </a:lnTo>
                    <a:lnTo>
                      <a:pt x="172" y="48"/>
                    </a:lnTo>
                    <a:lnTo>
                      <a:pt x="167" y="41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3" y="15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8"/>
                    </a:lnTo>
                    <a:lnTo>
                      <a:pt x="47" y="11"/>
                    </a:lnTo>
                    <a:lnTo>
                      <a:pt x="41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5" y="143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1" y="167"/>
                    </a:lnTo>
                    <a:lnTo>
                      <a:pt x="47" y="172"/>
                    </a:lnTo>
                    <a:lnTo>
                      <a:pt x="56" y="176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72" name="Freeform 49"/>
              <p:cNvSpPr>
                <a:spLocks/>
              </p:cNvSpPr>
              <p:nvPr/>
            </p:nvSpPr>
            <p:spPr bwMode="gray">
              <a:xfrm>
                <a:off x="10576328" y="2775899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5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2" y="183"/>
                    </a:moveTo>
                    <a:lnTo>
                      <a:pt x="100" y="183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3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50"/>
                    </a:lnTo>
                    <a:lnTo>
                      <a:pt x="167" y="143"/>
                    </a:lnTo>
                    <a:lnTo>
                      <a:pt x="171" y="135"/>
                    </a:lnTo>
                    <a:lnTo>
                      <a:pt x="176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1"/>
                    </a:lnTo>
                    <a:lnTo>
                      <a:pt x="161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3" y="15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1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1" y="33"/>
                    </a:lnTo>
                    <a:lnTo>
                      <a:pt x="16" y="41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3"/>
                    </a:lnTo>
                    <a:lnTo>
                      <a:pt x="21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1" y="167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573" name="Freeform 50"/>
              <p:cNvSpPr>
                <a:spLocks/>
              </p:cNvSpPr>
              <p:nvPr/>
            </p:nvSpPr>
            <p:spPr bwMode="gray">
              <a:xfrm>
                <a:off x="10616015" y="2775899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5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4" y="21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5"/>
                  </a:cxn>
                  <a:cxn ang="0">
                    <a:pos x="20" y="150"/>
                  </a:cxn>
                  <a:cxn ang="0">
                    <a:pos x="34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50"/>
                    </a:lnTo>
                    <a:lnTo>
                      <a:pt x="167" y="143"/>
                    </a:lnTo>
                    <a:lnTo>
                      <a:pt x="171" y="135"/>
                    </a:lnTo>
                    <a:lnTo>
                      <a:pt x="176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1"/>
                    </a:lnTo>
                    <a:lnTo>
                      <a:pt x="161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4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1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0" y="135"/>
                    </a:lnTo>
                    <a:lnTo>
                      <a:pt x="16" y="143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4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06" name="Freeform 51"/>
              <p:cNvSpPr>
                <a:spLocks/>
              </p:cNvSpPr>
              <p:nvPr/>
            </p:nvSpPr>
            <p:spPr bwMode="gray">
              <a:xfrm>
                <a:off x="11073215" y="2963224"/>
                <a:ext cx="203200" cy="34925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2"/>
                  </a:cxn>
                  <a:cxn ang="0">
                    <a:pos x="1212" y="9"/>
                  </a:cxn>
                  <a:cxn ang="0">
                    <a:pos x="1229" y="19"/>
                  </a:cxn>
                  <a:cxn ang="0">
                    <a:pos x="1246" y="32"/>
                  </a:cxn>
                  <a:cxn ang="0">
                    <a:pos x="1259" y="48"/>
                  </a:cxn>
                  <a:cxn ang="0">
                    <a:pos x="1269" y="66"/>
                  </a:cxn>
                  <a:cxn ang="0">
                    <a:pos x="1276" y="86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69" y="151"/>
                  </a:cxn>
                  <a:cxn ang="0">
                    <a:pos x="1259" y="170"/>
                  </a:cxn>
                  <a:cxn ang="0">
                    <a:pos x="1246" y="185"/>
                  </a:cxn>
                  <a:cxn ang="0">
                    <a:pos x="1229" y="198"/>
                  </a:cxn>
                  <a:cxn ang="0">
                    <a:pos x="1212" y="209"/>
                  </a:cxn>
                  <a:cxn ang="0">
                    <a:pos x="1190" y="215"/>
                  </a:cxn>
                  <a:cxn ang="0">
                    <a:pos x="1169" y="217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4"/>
                  </a:cxn>
                  <a:cxn ang="0">
                    <a:pos x="38" y="193"/>
                  </a:cxn>
                  <a:cxn ang="0">
                    <a:pos x="24" y="177"/>
                  </a:cxn>
                  <a:cxn ang="0">
                    <a:pos x="12" y="161"/>
                  </a:cxn>
                  <a:cxn ang="0">
                    <a:pos x="4" y="141"/>
                  </a:cxn>
                  <a:cxn ang="0">
                    <a:pos x="0" y="120"/>
                  </a:cxn>
                  <a:cxn ang="0">
                    <a:pos x="0" y="97"/>
                  </a:cxn>
                  <a:cxn ang="0">
                    <a:pos x="4" y="76"/>
                  </a:cxn>
                  <a:cxn ang="0">
                    <a:pos x="12" y="56"/>
                  </a:cxn>
                  <a:cxn ang="0">
                    <a:pos x="24" y="40"/>
                  </a:cxn>
                  <a:cxn ang="0">
                    <a:pos x="38" y="24"/>
                  </a:cxn>
                  <a:cxn ang="0">
                    <a:pos x="56" y="13"/>
                  </a:cxn>
                  <a:cxn ang="0">
                    <a:pos x="76" y="4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7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0"/>
                    </a:lnTo>
                    <a:lnTo>
                      <a:pt x="1190" y="2"/>
                    </a:lnTo>
                    <a:lnTo>
                      <a:pt x="1202" y="4"/>
                    </a:lnTo>
                    <a:lnTo>
                      <a:pt x="1212" y="9"/>
                    </a:lnTo>
                    <a:lnTo>
                      <a:pt x="1220" y="13"/>
                    </a:lnTo>
                    <a:lnTo>
                      <a:pt x="1229" y="19"/>
                    </a:lnTo>
                    <a:lnTo>
                      <a:pt x="1238" y="24"/>
                    </a:lnTo>
                    <a:lnTo>
                      <a:pt x="1246" y="32"/>
                    </a:lnTo>
                    <a:lnTo>
                      <a:pt x="1253" y="40"/>
                    </a:lnTo>
                    <a:lnTo>
                      <a:pt x="1259" y="48"/>
                    </a:lnTo>
                    <a:lnTo>
                      <a:pt x="1265" y="56"/>
                    </a:lnTo>
                    <a:lnTo>
                      <a:pt x="1269" y="66"/>
                    </a:lnTo>
                    <a:lnTo>
                      <a:pt x="1272" y="76"/>
                    </a:lnTo>
                    <a:lnTo>
                      <a:pt x="1276" y="86"/>
                    </a:lnTo>
                    <a:lnTo>
                      <a:pt x="1277" y="97"/>
                    </a:lnTo>
                    <a:lnTo>
                      <a:pt x="1278" y="109"/>
                    </a:lnTo>
                    <a:lnTo>
                      <a:pt x="1277" y="120"/>
                    </a:lnTo>
                    <a:lnTo>
                      <a:pt x="1276" y="131"/>
                    </a:lnTo>
                    <a:lnTo>
                      <a:pt x="1272" y="141"/>
                    </a:lnTo>
                    <a:lnTo>
                      <a:pt x="1269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3" y="177"/>
                    </a:lnTo>
                    <a:lnTo>
                      <a:pt x="1246" y="185"/>
                    </a:lnTo>
                    <a:lnTo>
                      <a:pt x="1238" y="193"/>
                    </a:lnTo>
                    <a:lnTo>
                      <a:pt x="1229" y="198"/>
                    </a:lnTo>
                    <a:lnTo>
                      <a:pt x="1220" y="204"/>
                    </a:lnTo>
                    <a:lnTo>
                      <a:pt x="1212" y="209"/>
                    </a:lnTo>
                    <a:lnTo>
                      <a:pt x="1202" y="213"/>
                    </a:lnTo>
                    <a:lnTo>
                      <a:pt x="1190" y="215"/>
                    </a:lnTo>
                    <a:lnTo>
                      <a:pt x="1180" y="217"/>
                    </a:lnTo>
                    <a:lnTo>
                      <a:pt x="1169" y="217"/>
                    </a:lnTo>
                    <a:lnTo>
                      <a:pt x="108" y="217"/>
                    </a:lnTo>
                    <a:lnTo>
                      <a:pt x="97" y="217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09"/>
                    </a:lnTo>
                    <a:lnTo>
                      <a:pt x="56" y="204"/>
                    </a:lnTo>
                    <a:lnTo>
                      <a:pt x="47" y="198"/>
                    </a:lnTo>
                    <a:lnTo>
                      <a:pt x="38" y="193"/>
                    </a:lnTo>
                    <a:lnTo>
                      <a:pt x="31" y="185"/>
                    </a:lnTo>
                    <a:lnTo>
                      <a:pt x="24" y="177"/>
                    </a:lnTo>
                    <a:lnTo>
                      <a:pt x="17" y="170"/>
                    </a:lnTo>
                    <a:lnTo>
                      <a:pt x="12" y="161"/>
                    </a:lnTo>
                    <a:lnTo>
                      <a:pt x="7" y="151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7"/>
                    </a:lnTo>
                    <a:lnTo>
                      <a:pt x="2" y="86"/>
                    </a:lnTo>
                    <a:lnTo>
                      <a:pt x="4" y="76"/>
                    </a:lnTo>
                    <a:lnTo>
                      <a:pt x="7" y="66"/>
                    </a:lnTo>
                    <a:lnTo>
                      <a:pt x="12" y="56"/>
                    </a:lnTo>
                    <a:lnTo>
                      <a:pt x="17" y="48"/>
                    </a:lnTo>
                    <a:lnTo>
                      <a:pt x="24" y="40"/>
                    </a:lnTo>
                    <a:lnTo>
                      <a:pt x="31" y="32"/>
                    </a:lnTo>
                    <a:lnTo>
                      <a:pt x="38" y="24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6" y="4"/>
                    </a:lnTo>
                    <a:lnTo>
                      <a:pt x="86" y="2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10" name="Freeform 52"/>
              <p:cNvSpPr>
                <a:spLocks/>
              </p:cNvSpPr>
              <p:nvPr/>
            </p:nvSpPr>
            <p:spPr bwMode="gray">
              <a:xfrm>
                <a:off x="10455678" y="296481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3"/>
                  </a:cxn>
                  <a:cxn ang="0">
                    <a:pos x="179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50" y="22"/>
                  </a:cxn>
                  <a:cxn ang="0">
                    <a:pos x="135" y="12"/>
                  </a:cxn>
                  <a:cxn ang="0">
                    <a:pos x="119" y="5"/>
                  </a:cxn>
                  <a:cxn ang="0">
                    <a:pos x="101" y="2"/>
                  </a:cxn>
                  <a:cxn ang="0">
                    <a:pos x="82" y="2"/>
                  </a:cxn>
                  <a:cxn ang="0">
                    <a:pos x="64" y="5"/>
                  </a:cxn>
                  <a:cxn ang="0">
                    <a:pos x="48" y="12"/>
                  </a:cxn>
                  <a:cxn ang="0">
                    <a:pos x="33" y="22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0" y="83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4">
                    <a:moveTo>
                      <a:pt x="91" y="184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6" y="176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50" y="162"/>
                    </a:lnTo>
                    <a:lnTo>
                      <a:pt x="156" y="157"/>
                    </a:lnTo>
                    <a:lnTo>
                      <a:pt x="162" y="150"/>
                    </a:lnTo>
                    <a:lnTo>
                      <a:pt x="167" y="144"/>
                    </a:lnTo>
                    <a:lnTo>
                      <a:pt x="172" y="136"/>
                    </a:lnTo>
                    <a:lnTo>
                      <a:pt x="175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3"/>
                    </a:lnTo>
                    <a:lnTo>
                      <a:pt x="182" y="83"/>
                    </a:lnTo>
                    <a:lnTo>
                      <a:pt x="181" y="74"/>
                    </a:lnTo>
                    <a:lnTo>
                      <a:pt x="179" y="65"/>
                    </a:lnTo>
                    <a:lnTo>
                      <a:pt x="175" y="57"/>
                    </a:lnTo>
                    <a:lnTo>
                      <a:pt x="172" y="48"/>
                    </a:lnTo>
                    <a:lnTo>
                      <a:pt x="167" y="42"/>
                    </a:lnTo>
                    <a:lnTo>
                      <a:pt x="162" y="34"/>
                    </a:lnTo>
                    <a:lnTo>
                      <a:pt x="156" y="27"/>
                    </a:lnTo>
                    <a:lnTo>
                      <a:pt x="150" y="22"/>
                    </a:lnTo>
                    <a:lnTo>
                      <a:pt x="142" y="16"/>
                    </a:lnTo>
                    <a:lnTo>
                      <a:pt x="135" y="12"/>
                    </a:lnTo>
                    <a:lnTo>
                      <a:pt x="126" y="8"/>
                    </a:lnTo>
                    <a:lnTo>
                      <a:pt x="119" y="5"/>
                    </a:lnTo>
                    <a:lnTo>
                      <a:pt x="110" y="3"/>
                    </a:lnTo>
                    <a:lnTo>
                      <a:pt x="101" y="2"/>
                    </a:lnTo>
                    <a:lnTo>
                      <a:pt x="91" y="0"/>
                    </a:lnTo>
                    <a:lnTo>
                      <a:pt x="82" y="2"/>
                    </a:lnTo>
                    <a:lnTo>
                      <a:pt x="73" y="3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8" y="12"/>
                    </a:lnTo>
                    <a:lnTo>
                      <a:pt x="40" y="16"/>
                    </a:lnTo>
                    <a:lnTo>
                      <a:pt x="33" y="22"/>
                    </a:lnTo>
                    <a:lnTo>
                      <a:pt x="27" y="27"/>
                    </a:lnTo>
                    <a:lnTo>
                      <a:pt x="21" y="34"/>
                    </a:lnTo>
                    <a:lnTo>
                      <a:pt x="16" y="42"/>
                    </a:lnTo>
                    <a:lnTo>
                      <a:pt x="11" y="48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2" y="74"/>
                    </a:lnTo>
                    <a:lnTo>
                      <a:pt x="0" y="83"/>
                    </a:lnTo>
                    <a:lnTo>
                      <a:pt x="0" y="93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1" y="136"/>
                    </a:lnTo>
                    <a:lnTo>
                      <a:pt x="16" y="144"/>
                    </a:lnTo>
                    <a:lnTo>
                      <a:pt x="21" y="150"/>
                    </a:lnTo>
                    <a:lnTo>
                      <a:pt x="27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11" name="Freeform 53"/>
              <p:cNvSpPr>
                <a:spLocks/>
              </p:cNvSpPr>
              <p:nvPr/>
            </p:nvSpPr>
            <p:spPr bwMode="gray">
              <a:xfrm>
                <a:off x="10495365" y="2964812"/>
                <a:ext cx="30163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3"/>
                  </a:cxn>
                  <a:cxn ang="0">
                    <a:pos x="178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50" y="22"/>
                  </a:cxn>
                  <a:cxn ang="0">
                    <a:pos x="135" y="12"/>
                  </a:cxn>
                  <a:cxn ang="0">
                    <a:pos x="119" y="5"/>
                  </a:cxn>
                  <a:cxn ang="0">
                    <a:pos x="101" y="2"/>
                  </a:cxn>
                  <a:cxn ang="0">
                    <a:pos x="82" y="2"/>
                  </a:cxn>
                  <a:cxn ang="0">
                    <a:pos x="64" y="5"/>
                  </a:cxn>
                  <a:cxn ang="0">
                    <a:pos x="48" y="12"/>
                  </a:cxn>
                  <a:cxn ang="0">
                    <a:pos x="33" y="22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1" y="83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4">
                    <a:moveTo>
                      <a:pt x="92" y="184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50" y="162"/>
                    </a:lnTo>
                    <a:lnTo>
                      <a:pt x="156" y="157"/>
                    </a:lnTo>
                    <a:lnTo>
                      <a:pt x="162" y="150"/>
                    </a:lnTo>
                    <a:lnTo>
                      <a:pt x="167" y="144"/>
                    </a:lnTo>
                    <a:lnTo>
                      <a:pt x="172" y="136"/>
                    </a:lnTo>
                    <a:lnTo>
                      <a:pt x="175" y="128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3"/>
                    </a:lnTo>
                    <a:lnTo>
                      <a:pt x="182" y="83"/>
                    </a:lnTo>
                    <a:lnTo>
                      <a:pt x="181" y="74"/>
                    </a:lnTo>
                    <a:lnTo>
                      <a:pt x="178" y="65"/>
                    </a:lnTo>
                    <a:lnTo>
                      <a:pt x="175" y="57"/>
                    </a:lnTo>
                    <a:lnTo>
                      <a:pt x="172" y="48"/>
                    </a:lnTo>
                    <a:lnTo>
                      <a:pt x="167" y="42"/>
                    </a:lnTo>
                    <a:lnTo>
                      <a:pt x="162" y="34"/>
                    </a:lnTo>
                    <a:lnTo>
                      <a:pt x="156" y="27"/>
                    </a:lnTo>
                    <a:lnTo>
                      <a:pt x="150" y="22"/>
                    </a:lnTo>
                    <a:lnTo>
                      <a:pt x="142" y="16"/>
                    </a:lnTo>
                    <a:lnTo>
                      <a:pt x="135" y="12"/>
                    </a:lnTo>
                    <a:lnTo>
                      <a:pt x="127" y="8"/>
                    </a:lnTo>
                    <a:lnTo>
                      <a:pt x="119" y="5"/>
                    </a:lnTo>
                    <a:lnTo>
                      <a:pt x="110" y="3"/>
                    </a:lnTo>
                    <a:lnTo>
                      <a:pt x="101" y="2"/>
                    </a:lnTo>
                    <a:lnTo>
                      <a:pt x="92" y="0"/>
                    </a:lnTo>
                    <a:lnTo>
                      <a:pt x="82" y="2"/>
                    </a:lnTo>
                    <a:lnTo>
                      <a:pt x="73" y="3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8" y="12"/>
                    </a:lnTo>
                    <a:lnTo>
                      <a:pt x="40" y="16"/>
                    </a:lnTo>
                    <a:lnTo>
                      <a:pt x="33" y="22"/>
                    </a:lnTo>
                    <a:lnTo>
                      <a:pt x="26" y="27"/>
                    </a:lnTo>
                    <a:lnTo>
                      <a:pt x="21" y="34"/>
                    </a:lnTo>
                    <a:lnTo>
                      <a:pt x="15" y="42"/>
                    </a:lnTo>
                    <a:lnTo>
                      <a:pt x="11" y="48"/>
                    </a:lnTo>
                    <a:lnTo>
                      <a:pt x="8" y="57"/>
                    </a:lnTo>
                    <a:lnTo>
                      <a:pt x="4" y="65"/>
                    </a:lnTo>
                    <a:lnTo>
                      <a:pt x="2" y="74"/>
                    </a:lnTo>
                    <a:lnTo>
                      <a:pt x="1" y="83"/>
                    </a:lnTo>
                    <a:lnTo>
                      <a:pt x="0" y="93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8" y="128"/>
                    </a:lnTo>
                    <a:lnTo>
                      <a:pt x="11" y="136"/>
                    </a:lnTo>
                    <a:lnTo>
                      <a:pt x="15" y="144"/>
                    </a:lnTo>
                    <a:lnTo>
                      <a:pt x="21" y="150"/>
                    </a:lnTo>
                    <a:lnTo>
                      <a:pt x="26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12" name="Freeform 54"/>
              <p:cNvSpPr>
                <a:spLocks/>
              </p:cNvSpPr>
              <p:nvPr/>
            </p:nvSpPr>
            <p:spPr bwMode="gray">
              <a:xfrm>
                <a:off x="10536640" y="296481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8" y="119"/>
                  </a:cxn>
                  <a:cxn ang="0">
                    <a:pos x="183" y="101"/>
                  </a:cxn>
                  <a:cxn ang="0">
                    <a:pos x="183" y="83"/>
                  </a:cxn>
                  <a:cxn ang="0">
                    <a:pos x="178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49" y="22"/>
                  </a:cxn>
                  <a:cxn ang="0">
                    <a:pos x="135" y="12"/>
                  </a:cxn>
                  <a:cxn ang="0">
                    <a:pos x="118" y="5"/>
                  </a:cxn>
                  <a:cxn ang="0">
                    <a:pos x="101" y="2"/>
                  </a:cxn>
                  <a:cxn ang="0">
                    <a:pos x="82" y="2"/>
                  </a:cxn>
                  <a:cxn ang="0">
                    <a:pos x="64" y="5"/>
                  </a:cxn>
                  <a:cxn ang="0">
                    <a:pos x="47" y="12"/>
                  </a:cxn>
                  <a:cxn ang="0">
                    <a:pos x="33" y="22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1" y="83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4">
                    <a:moveTo>
                      <a:pt x="92" y="184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3" y="168"/>
                    </a:lnTo>
                    <a:lnTo>
                      <a:pt x="149" y="162"/>
                    </a:lnTo>
                    <a:lnTo>
                      <a:pt x="156" y="157"/>
                    </a:lnTo>
                    <a:lnTo>
                      <a:pt x="162" y="150"/>
                    </a:lnTo>
                    <a:lnTo>
                      <a:pt x="167" y="144"/>
                    </a:lnTo>
                    <a:lnTo>
                      <a:pt x="172" y="136"/>
                    </a:lnTo>
                    <a:lnTo>
                      <a:pt x="176" y="128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3" y="101"/>
                    </a:lnTo>
                    <a:lnTo>
                      <a:pt x="183" y="93"/>
                    </a:lnTo>
                    <a:lnTo>
                      <a:pt x="183" y="83"/>
                    </a:lnTo>
                    <a:lnTo>
                      <a:pt x="180" y="74"/>
                    </a:lnTo>
                    <a:lnTo>
                      <a:pt x="178" y="65"/>
                    </a:lnTo>
                    <a:lnTo>
                      <a:pt x="176" y="57"/>
                    </a:lnTo>
                    <a:lnTo>
                      <a:pt x="172" y="48"/>
                    </a:lnTo>
                    <a:lnTo>
                      <a:pt x="167" y="42"/>
                    </a:lnTo>
                    <a:lnTo>
                      <a:pt x="162" y="34"/>
                    </a:lnTo>
                    <a:lnTo>
                      <a:pt x="156" y="27"/>
                    </a:lnTo>
                    <a:lnTo>
                      <a:pt x="149" y="22"/>
                    </a:lnTo>
                    <a:lnTo>
                      <a:pt x="143" y="16"/>
                    </a:lnTo>
                    <a:lnTo>
                      <a:pt x="135" y="12"/>
                    </a:lnTo>
                    <a:lnTo>
                      <a:pt x="127" y="8"/>
                    </a:lnTo>
                    <a:lnTo>
                      <a:pt x="118" y="5"/>
                    </a:lnTo>
                    <a:lnTo>
                      <a:pt x="109" y="3"/>
                    </a:lnTo>
                    <a:lnTo>
                      <a:pt x="101" y="2"/>
                    </a:lnTo>
                    <a:lnTo>
                      <a:pt x="92" y="0"/>
                    </a:lnTo>
                    <a:lnTo>
                      <a:pt x="82" y="2"/>
                    </a:lnTo>
                    <a:lnTo>
                      <a:pt x="73" y="3"/>
                    </a:lnTo>
                    <a:lnTo>
                      <a:pt x="64" y="5"/>
                    </a:lnTo>
                    <a:lnTo>
                      <a:pt x="56" y="8"/>
                    </a:lnTo>
                    <a:lnTo>
                      <a:pt x="47" y="12"/>
                    </a:lnTo>
                    <a:lnTo>
                      <a:pt x="41" y="16"/>
                    </a:lnTo>
                    <a:lnTo>
                      <a:pt x="33" y="22"/>
                    </a:lnTo>
                    <a:lnTo>
                      <a:pt x="26" y="27"/>
                    </a:lnTo>
                    <a:lnTo>
                      <a:pt x="21" y="34"/>
                    </a:lnTo>
                    <a:lnTo>
                      <a:pt x="15" y="42"/>
                    </a:lnTo>
                    <a:lnTo>
                      <a:pt x="11" y="48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2" y="74"/>
                    </a:lnTo>
                    <a:lnTo>
                      <a:pt x="1" y="83"/>
                    </a:lnTo>
                    <a:lnTo>
                      <a:pt x="0" y="93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1" y="136"/>
                    </a:lnTo>
                    <a:lnTo>
                      <a:pt x="15" y="144"/>
                    </a:lnTo>
                    <a:lnTo>
                      <a:pt x="21" y="150"/>
                    </a:lnTo>
                    <a:lnTo>
                      <a:pt x="26" y="157"/>
                    </a:lnTo>
                    <a:lnTo>
                      <a:pt x="33" y="162"/>
                    </a:lnTo>
                    <a:lnTo>
                      <a:pt x="41" y="168"/>
                    </a:lnTo>
                    <a:lnTo>
                      <a:pt x="47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13" name="Freeform 55"/>
              <p:cNvSpPr>
                <a:spLocks/>
              </p:cNvSpPr>
              <p:nvPr/>
            </p:nvSpPr>
            <p:spPr bwMode="gray">
              <a:xfrm>
                <a:off x="10576328" y="2964812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6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3"/>
                  </a:cxn>
                  <a:cxn ang="0">
                    <a:pos x="178" y="65"/>
                  </a:cxn>
                  <a:cxn ang="0">
                    <a:pos x="171" y="48"/>
                  </a:cxn>
                  <a:cxn ang="0">
                    <a:pos x="161" y="34"/>
                  </a:cxn>
                  <a:cxn ang="0">
                    <a:pos x="149" y="22"/>
                  </a:cxn>
                  <a:cxn ang="0">
                    <a:pos x="135" y="12"/>
                  </a:cxn>
                  <a:cxn ang="0">
                    <a:pos x="118" y="5"/>
                  </a:cxn>
                  <a:cxn ang="0">
                    <a:pos x="100" y="2"/>
                  </a:cxn>
                  <a:cxn ang="0">
                    <a:pos x="82" y="2"/>
                  </a:cxn>
                  <a:cxn ang="0">
                    <a:pos x="64" y="5"/>
                  </a:cxn>
                  <a:cxn ang="0">
                    <a:pos x="48" y="12"/>
                  </a:cxn>
                  <a:cxn ang="0">
                    <a:pos x="33" y="22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1" y="83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4">
                    <a:moveTo>
                      <a:pt x="92" y="184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3" y="168"/>
                    </a:lnTo>
                    <a:lnTo>
                      <a:pt x="149" y="162"/>
                    </a:lnTo>
                    <a:lnTo>
                      <a:pt x="156" y="157"/>
                    </a:lnTo>
                    <a:lnTo>
                      <a:pt x="161" y="150"/>
                    </a:lnTo>
                    <a:lnTo>
                      <a:pt x="167" y="144"/>
                    </a:lnTo>
                    <a:lnTo>
                      <a:pt x="171" y="136"/>
                    </a:lnTo>
                    <a:lnTo>
                      <a:pt x="176" y="128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2" y="93"/>
                    </a:lnTo>
                    <a:lnTo>
                      <a:pt x="182" y="83"/>
                    </a:lnTo>
                    <a:lnTo>
                      <a:pt x="180" y="74"/>
                    </a:lnTo>
                    <a:lnTo>
                      <a:pt x="178" y="65"/>
                    </a:lnTo>
                    <a:lnTo>
                      <a:pt x="176" y="57"/>
                    </a:lnTo>
                    <a:lnTo>
                      <a:pt x="171" y="48"/>
                    </a:lnTo>
                    <a:lnTo>
                      <a:pt x="167" y="42"/>
                    </a:lnTo>
                    <a:lnTo>
                      <a:pt x="161" y="34"/>
                    </a:lnTo>
                    <a:lnTo>
                      <a:pt x="156" y="27"/>
                    </a:lnTo>
                    <a:lnTo>
                      <a:pt x="149" y="22"/>
                    </a:lnTo>
                    <a:lnTo>
                      <a:pt x="143" y="16"/>
                    </a:lnTo>
                    <a:lnTo>
                      <a:pt x="135" y="12"/>
                    </a:lnTo>
                    <a:lnTo>
                      <a:pt x="127" y="8"/>
                    </a:lnTo>
                    <a:lnTo>
                      <a:pt x="118" y="5"/>
                    </a:lnTo>
                    <a:lnTo>
                      <a:pt x="109" y="3"/>
                    </a:lnTo>
                    <a:lnTo>
                      <a:pt x="100" y="2"/>
                    </a:lnTo>
                    <a:lnTo>
                      <a:pt x="92" y="0"/>
                    </a:lnTo>
                    <a:lnTo>
                      <a:pt x="82" y="2"/>
                    </a:lnTo>
                    <a:lnTo>
                      <a:pt x="73" y="3"/>
                    </a:lnTo>
                    <a:lnTo>
                      <a:pt x="64" y="5"/>
                    </a:lnTo>
                    <a:lnTo>
                      <a:pt x="56" y="8"/>
                    </a:lnTo>
                    <a:lnTo>
                      <a:pt x="48" y="12"/>
                    </a:lnTo>
                    <a:lnTo>
                      <a:pt x="41" y="16"/>
                    </a:lnTo>
                    <a:lnTo>
                      <a:pt x="33" y="22"/>
                    </a:lnTo>
                    <a:lnTo>
                      <a:pt x="27" y="27"/>
                    </a:lnTo>
                    <a:lnTo>
                      <a:pt x="21" y="34"/>
                    </a:lnTo>
                    <a:lnTo>
                      <a:pt x="16" y="42"/>
                    </a:lnTo>
                    <a:lnTo>
                      <a:pt x="11" y="48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2" y="74"/>
                    </a:lnTo>
                    <a:lnTo>
                      <a:pt x="1" y="83"/>
                    </a:lnTo>
                    <a:lnTo>
                      <a:pt x="0" y="93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1" y="136"/>
                    </a:lnTo>
                    <a:lnTo>
                      <a:pt x="16" y="144"/>
                    </a:lnTo>
                    <a:lnTo>
                      <a:pt x="21" y="150"/>
                    </a:lnTo>
                    <a:lnTo>
                      <a:pt x="27" y="157"/>
                    </a:lnTo>
                    <a:lnTo>
                      <a:pt x="33" y="162"/>
                    </a:lnTo>
                    <a:lnTo>
                      <a:pt x="41" y="168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14" name="Freeform 56"/>
              <p:cNvSpPr>
                <a:spLocks/>
              </p:cNvSpPr>
              <p:nvPr/>
            </p:nvSpPr>
            <p:spPr bwMode="gray">
              <a:xfrm>
                <a:off x="10616015" y="2964812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6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3"/>
                  </a:cxn>
                  <a:cxn ang="0">
                    <a:pos x="179" y="65"/>
                  </a:cxn>
                  <a:cxn ang="0">
                    <a:pos x="171" y="48"/>
                  </a:cxn>
                  <a:cxn ang="0">
                    <a:pos x="161" y="34"/>
                  </a:cxn>
                  <a:cxn ang="0">
                    <a:pos x="149" y="22"/>
                  </a:cxn>
                  <a:cxn ang="0">
                    <a:pos x="135" y="12"/>
                  </a:cxn>
                  <a:cxn ang="0">
                    <a:pos x="118" y="5"/>
                  </a:cxn>
                  <a:cxn ang="0">
                    <a:pos x="100" y="2"/>
                  </a:cxn>
                  <a:cxn ang="0">
                    <a:pos x="82" y="2"/>
                  </a:cxn>
                  <a:cxn ang="0">
                    <a:pos x="64" y="5"/>
                  </a:cxn>
                  <a:cxn ang="0">
                    <a:pos x="48" y="12"/>
                  </a:cxn>
                  <a:cxn ang="0">
                    <a:pos x="34" y="22"/>
                  </a:cxn>
                  <a:cxn ang="0">
                    <a:pos x="20" y="34"/>
                  </a:cxn>
                  <a:cxn ang="0">
                    <a:pos x="10" y="48"/>
                  </a:cxn>
                  <a:cxn ang="0">
                    <a:pos x="4" y="65"/>
                  </a:cxn>
                  <a:cxn ang="0">
                    <a:pos x="0" y="83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6"/>
                  </a:cxn>
                  <a:cxn ang="0">
                    <a:pos x="20" y="150"/>
                  </a:cxn>
                  <a:cxn ang="0">
                    <a:pos x="34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4">
                    <a:moveTo>
                      <a:pt x="91" y="184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6" y="157"/>
                    </a:lnTo>
                    <a:lnTo>
                      <a:pt x="161" y="150"/>
                    </a:lnTo>
                    <a:lnTo>
                      <a:pt x="167" y="144"/>
                    </a:lnTo>
                    <a:lnTo>
                      <a:pt x="171" y="136"/>
                    </a:lnTo>
                    <a:lnTo>
                      <a:pt x="176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3"/>
                    </a:lnTo>
                    <a:lnTo>
                      <a:pt x="182" y="83"/>
                    </a:lnTo>
                    <a:lnTo>
                      <a:pt x="181" y="74"/>
                    </a:lnTo>
                    <a:lnTo>
                      <a:pt x="179" y="65"/>
                    </a:lnTo>
                    <a:lnTo>
                      <a:pt x="176" y="57"/>
                    </a:lnTo>
                    <a:lnTo>
                      <a:pt x="171" y="48"/>
                    </a:lnTo>
                    <a:lnTo>
                      <a:pt x="167" y="42"/>
                    </a:lnTo>
                    <a:lnTo>
                      <a:pt x="161" y="34"/>
                    </a:lnTo>
                    <a:lnTo>
                      <a:pt x="156" y="27"/>
                    </a:lnTo>
                    <a:lnTo>
                      <a:pt x="149" y="22"/>
                    </a:lnTo>
                    <a:lnTo>
                      <a:pt x="142" y="16"/>
                    </a:lnTo>
                    <a:lnTo>
                      <a:pt x="135" y="12"/>
                    </a:lnTo>
                    <a:lnTo>
                      <a:pt x="127" y="8"/>
                    </a:lnTo>
                    <a:lnTo>
                      <a:pt x="118" y="5"/>
                    </a:lnTo>
                    <a:lnTo>
                      <a:pt x="109" y="3"/>
                    </a:lnTo>
                    <a:lnTo>
                      <a:pt x="100" y="2"/>
                    </a:lnTo>
                    <a:lnTo>
                      <a:pt x="91" y="0"/>
                    </a:lnTo>
                    <a:lnTo>
                      <a:pt x="82" y="2"/>
                    </a:lnTo>
                    <a:lnTo>
                      <a:pt x="73" y="3"/>
                    </a:lnTo>
                    <a:lnTo>
                      <a:pt x="64" y="5"/>
                    </a:lnTo>
                    <a:lnTo>
                      <a:pt x="56" y="8"/>
                    </a:lnTo>
                    <a:lnTo>
                      <a:pt x="48" y="12"/>
                    </a:lnTo>
                    <a:lnTo>
                      <a:pt x="40" y="16"/>
                    </a:lnTo>
                    <a:lnTo>
                      <a:pt x="34" y="22"/>
                    </a:lnTo>
                    <a:lnTo>
                      <a:pt x="27" y="27"/>
                    </a:lnTo>
                    <a:lnTo>
                      <a:pt x="20" y="34"/>
                    </a:lnTo>
                    <a:lnTo>
                      <a:pt x="16" y="42"/>
                    </a:lnTo>
                    <a:lnTo>
                      <a:pt x="10" y="48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2" y="74"/>
                    </a:lnTo>
                    <a:lnTo>
                      <a:pt x="0" y="83"/>
                    </a:lnTo>
                    <a:lnTo>
                      <a:pt x="0" y="93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0" y="136"/>
                    </a:lnTo>
                    <a:lnTo>
                      <a:pt x="16" y="144"/>
                    </a:lnTo>
                    <a:lnTo>
                      <a:pt x="20" y="150"/>
                    </a:lnTo>
                    <a:lnTo>
                      <a:pt x="27" y="157"/>
                    </a:lnTo>
                    <a:lnTo>
                      <a:pt x="34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15" name="Freeform 57"/>
              <p:cNvSpPr>
                <a:spLocks/>
              </p:cNvSpPr>
              <p:nvPr/>
            </p:nvSpPr>
            <p:spPr bwMode="gray">
              <a:xfrm>
                <a:off x="11073215" y="3150549"/>
                <a:ext cx="203200" cy="34925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3"/>
                  </a:cxn>
                  <a:cxn ang="0">
                    <a:pos x="1212" y="8"/>
                  </a:cxn>
                  <a:cxn ang="0">
                    <a:pos x="1229" y="19"/>
                  </a:cxn>
                  <a:cxn ang="0">
                    <a:pos x="1246" y="33"/>
                  </a:cxn>
                  <a:cxn ang="0">
                    <a:pos x="1259" y="48"/>
                  </a:cxn>
                  <a:cxn ang="0">
                    <a:pos x="1269" y="67"/>
                  </a:cxn>
                  <a:cxn ang="0">
                    <a:pos x="1276" y="87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69" y="151"/>
                  </a:cxn>
                  <a:cxn ang="0">
                    <a:pos x="1259" y="170"/>
                  </a:cxn>
                  <a:cxn ang="0">
                    <a:pos x="1246" y="186"/>
                  </a:cxn>
                  <a:cxn ang="0">
                    <a:pos x="1229" y="199"/>
                  </a:cxn>
                  <a:cxn ang="0">
                    <a:pos x="1212" y="209"/>
                  </a:cxn>
                  <a:cxn ang="0">
                    <a:pos x="1190" y="216"/>
                  </a:cxn>
                  <a:cxn ang="0">
                    <a:pos x="1169" y="218"/>
                  </a:cxn>
                  <a:cxn ang="0">
                    <a:pos x="97" y="218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38" y="193"/>
                  </a:cxn>
                  <a:cxn ang="0">
                    <a:pos x="24" y="178"/>
                  </a:cxn>
                  <a:cxn ang="0">
                    <a:pos x="12" y="161"/>
                  </a:cxn>
                  <a:cxn ang="0">
                    <a:pos x="4" y="141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2" y="57"/>
                  </a:cxn>
                  <a:cxn ang="0">
                    <a:pos x="24" y="40"/>
                  </a:cxn>
                  <a:cxn ang="0">
                    <a:pos x="38" y="25"/>
                  </a:cxn>
                  <a:cxn ang="0">
                    <a:pos x="56" y="14"/>
                  </a:cxn>
                  <a:cxn ang="0">
                    <a:pos x="76" y="5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8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0"/>
                    </a:lnTo>
                    <a:lnTo>
                      <a:pt x="1190" y="3"/>
                    </a:lnTo>
                    <a:lnTo>
                      <a:pt x="1202" y="5"/>
                    </a:lnTo>
                    <a:lnTo>
                      <a:pt x="1212" y="8"/>
                    </a:lnTo>
                    <a:lnTo>
                      <a:pt x="1220" y="14"/>
                    </a:lnTo>
                    <a:lnTo>
                      <a:pt x="1229" y="19"/>
                    </a:lnTo>
                    <a:lnTo>
                      <a:pt x="1238" y="25"/>
                    </a:lnTo>
                    <a:lnTo>
                      <a:pt x="1246" y="33"/>
                    </a:lnTo>
                    <a:lnTo>
                      <a:pt x="1253" y="40"/>
                    </a:lnTo>
                    <a:lnTo>
                      <a:pt x="1259" y="48"/>
                    </a:lnTo>
                    <a:lnTo>
                      <a:pt x="1265" y="57"/>
                    </a:lnTo>
                    <a:lnTo>
                      <a:pt x="1269" y="67"/>
                    </a:lnTo>
                    <a:lnTo>
                      <a:pt x="1272" y="77"/>
                    </a:lnTo>
                    <a:lnTo>
                      <a:pt x="1276" y="87"/>
                    </a:lnTo>
                    <a:lnTo>
                      <a:pt x="1277" y="98"/>
                    </a:lnTo>
                    <a:lnTo>
                      <a:pt x="1278" y="109"/>
                    </a:lnTo>
                    <a:lnTo>
                      <a:pt x="1277" y="120"/>
                    </a:lnTo>
                    <a:lnTo>
                      <a:pt x="1276" y="131"/>
                    </a:lnTo>
                    <a:lnTo>
                      <a:pt x="1272" y="141"/>
                    </a:lnTo>
                    <a:lnTo>
                      <a:pt x="1269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3" y="178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29" y="199"/>
                    </a:lnTo>
                    <a:lnTo>
                      <a:pt x="1220" y="205"/>
                    </a:lnTo>
                    <a:lnTo>
                      <a:pt x="1212" y="209"/>
                    </a:lnTo>
                    <a:lnTo>
                      <a:pt x="1202" y="213"/>
                    </a:lnTo>
                    <a:lnTo>
                      <a:pt x="1190" y="216"/>
                    </a:lnTo>
                    <a:lnTo>
                      <a:pt x="1180" y="218"/>
                    </a:lnTo>
                    <a:lnTo>
                      <a:pt x="1169" y="218"/>
                    </a:lnTo>
                    <a:lnTo>
                      <a:pt x="108" y="218"/>
                    </a:lnTo>
                    <a:lnTo>
                      <a:pt x="97" y="218"/>
                    </a:lnTo>
                    <a:lnTo>
                      <a:pt x="86" y="216"/>
                    </a:lnTo>
                    <a:lnTo>
                      <a:pt x="76" y="213"/>
                    </a:lnTo>
                    <a:lnTo>
                      <a:pt x="66" y="209"/>
                    </a:lnTo>
                    <a:lnTo>
                      <a:pt x="56" y="205"/>
                    </a:lnTo>
                    <a:lnTo>
                      <a:pt x="47" y="199"/>
                    </a:lnTo>
                    <a:lnTo>
                      <a:pt x="38" y="193"/>
                    </a:lnTo>
                    <a:lnTo>
                      <a:pt x="31" y="186"/>
                    </a:lnTo>
                    <a:lnTo>
                      <a:pt x="24" y="178"/>
                    </a:lnTo>
                    <a:lnTo>
                      <a:pt x="17" y="170"/>
                    </a:lnTo>
                    <a:lnTo>
                      <a:pt x="12" y="161"/>
                    </a:lnTo>
                    <a:lnTo>
                      <a:pt x="7" y="151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7"/>
                    </a:lnTo>
                    <a:lnTo>
                      <a:pt x="4" y="77"/>
                    </a:lnTo>
                    <a:lnTo>
                      <a:pt x="7" y="67"/>
                    </a:lnTo>
                    <a:lnTo>
                      <a:pt x="12" y="57"/>
                    </a:lnTo>
                    <a:lnTo>
                      <a:pt x="17" y="48"/>
                    </a:lnTo>
                    <a:lnTo>
                      <a:pt x="24" y="40"/>
                    </a:lnTo>
                    <a:lnTo>
                      <a:pt x="31" y="33"/>
                    </a:lnTo>
                    <a:lnTo>
                      <a:pt x="38" y="25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8"/>
                    </a:lnTo>
                    <a:lnTo>
                      <a:pt x="76" y="5"/>
                    </a:lnTo>
                    <a:lnTo>
                      <a:pt x="86" y="3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31" name="Freeform 58"/>
              <p:cNvSpPr>
                <a:spLocks/>
              </p:cNvSpPr>
              <p:nvPr/>
            </p:nvSpPr>
            <p:spPr bwMode="gray">
              <a:xfrm>
                <a:off x="10455678" y="3152137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6" y="175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50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6" y="8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32" name="Freeform 59"/>
              <p:cNvSpPr>
                <a:spLocks/>
              </p:cNvSpPr>
              <p:nvPr/>
            </p:nvSpPr>
            <p:spPr bwMode="gray">
              <a:xfrm>
                <a:off x="10495365" y="3152137"/>
                <a:ext cx="30163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50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8" y="127"/>
                    </a:lnTo>
                    <a:lnTo>
                      <a:pt x="11" y="135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33" name="Freeform 60"/>
              <p:cNvSpPr>
                <a:spLocks/>
              </p:cNvSpPr>
              <p:nvPr/>
            </p:nvSpPr>
            <p:spPr bwMode="gray">
              <a:xfrm>
                <a:off x="10536640" y="3152137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8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3" y="168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5"/>
                    </a:lnTo>
                    <a:lnTo>
                      <a:pt x="176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3" y="101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8"/>
                    </a:lnTo>
                    <a:lnTo>
                      <a:pt x="47" y="11"/>
                    </a:lnTo>
                    <a:lnTo>
                      <a:pt x="41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1" y="168"/>
                    </a:lnTo>
                    <a:lnTo>
                      <a:pt x="47" y="172"/>
                    </a:lnTo>
                    <a:lnTo>
                      <a:pt x="56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36" name="Freeform 61"/>
              <p:cNvSpPr>
                <a:spLocks/>
              </p:cNvSpPr>
              <p:nvPr/>
            </p:nvSpPr>
            <p:spPr bwMode="gray">
              <a:xfrm>
                <a:off x="10576328" y="3152137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5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2" y="183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3" y="168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5"/>
                    </a:lnTo>
                    <a:lnTo>
                      <a:pt x="176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1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1" y="168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37" name="Freeform 62"/>
              <p:cNvSpPr>
                <a:spLocks/>
              </p:cNvSpPr>
              <p:nvPr/>
            </p:nvSpPr>
            <p:spPr bwMode="gray">
              <a:xfrm>
                <a:off x="10616015" y="3152137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5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4" y="21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5"/>
                  </a:cxn>
                  <a:cxn ang="0">
                    <a:pos x="20" y="150"/>
                  </a:cxn>
                  <a:cxn ang="0">
                    <a:pos x="34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5"/>
                    </a:lnTo>
                    <a:lnTo>
                      <a:pt x="176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4" y="21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0" y="135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4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38" name="Freeform 63"/>
              <p:cNvSpPr>
                <a:spLocks/>
              </p:cNvSpPr>
              <p:nvPr/>
            </p:nvSpPr>
            <p:spPr bwMode="gray">
              <a:xfrm>
                <a:off x="11073215" y="3337874"/>
                <a:ext cx="203200" cy="34925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2"/>
                  </a:cxn>
                  <a:cxn ang="0">
                    <a:pos x="1212" y="8"/>
                  </a:cxn>
                  <a:cxn ang="0">
                    <a:pos x="1229" y="18"/>
                  </a:cxn>
                  <a:cxn ang="0">
                    <a:pos x="1246" y="31"/>
                  </a:cxn>
                  <a:cxn ang="0">
                    <a:pos x="1259" y="48"/>
                  </a:cxn>
                  <a:cxn ang="0">
                    <a:pos x="1269" y="67"/>
                  </a:cxn>
                  <a:cxn ang="0">
                    <a:pos x="1276" y="87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69" y="151"/>
                  </a:cxn>
                  <a:cxn ang="0">
                    <a:pos x="1259" y="170"/>
                  </a:cxn>
                  <a:cxn ang="0">
                    <a:pos x="1246" y="185"/>
                  </a:cxn>
                  <a:cxn ang="0">
                    <a:pos x="1229" y="199"/>
                  </a:cxn>
                  <a:cxn ang="0">
                    <a:pos x="1212" y="209"/>
                  </a:cxn>
                  <a:cxn ang="0">
                    <a:pos x="1190" y="215"/>
                  </a:cxn>
                  <a:cxn ang="0">
                    <a:pos x="1169" y="217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4"/>
                  </a:cxn>
                  <a:cxn ang="0">
                    <a:pos x="38" y="193"/>
                  </a:cxn>
                  <a:cxn ang="0">
                    <a:pos x="24" y="177"/>
                  </a:cxn>
                  <a:cxn ang="0">
                    <a:pos x="12" y="161"/>
                  </a:cxn>
                  <a:cxn ang="0">
                    <a:pos x="4" y="141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2" y="57"/>
                  </a:cxn>
                  <a:cxn ang="0">
                    <a:pos x="24" y="39"/>
                  </a:cxn>
                  <a:cxn ang="0">
                    <a:pos x="38" y="24"/>
                  </a:cxn>
                  <a:cxn ang="0">
                    <a:pos x="56" y="13"/>
                  </a:cxn>
                  <a:cxn ang="0">
                    <a:pos x="76" y="4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7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0"/>
                    </a:lnTo>
                    <a:lnTo>
                      <a:pt x="1190" y="2"/>
                    </a:lnTo>
                    <a:lnTo>
                      <a:pt x="1202" y="4"/>
                    </a:lnTo>
                    <a:lnTo>
                      <a:pt x="1212" y="8"/>
                    </a:lnTo>
                    <a:lnTo>
                      <a:pt x="1220" y="13"/>
                    </a:lnTo>
                    <a:lnTo>
                      <a:pt x="1229" y="18"/>
                    </a:lnTo>
                    <a:lnTo>
                      <a:pt x="1238" y="24"/>
                    </a:lnTo>
                    <a:lnTo>
                      <a:pt x="1246" y="31"/>
                    </a:lnTo>
                    <a:lnTo>
                      <a:pt x="1253" y="39"/>
                    </a:lnTo>
                    <a:lnTo>
                      <a:pt x="1259" y="48"/>
                    </a:lnTo>
                    <a:lnTo>
                      <a:pt x="1265" y="57"/>
                    </a:lnTo>
                    <a:lnTo>
                      <a:pt x="1269" y="67"/>
                    </a:lnTo>
                    <a:lnTo>
                      <a:pt x="1272" y="77"/>
                    </a:lnTo>
                    <a:lnTo>
                      <a:pt x="1276" y="87"/>
                    </a:lnTo>
                    <a:lnTo>
                      <a:pt x="1277" y="98"/>
                    </a:lnTo>
                    <a:lnTo>
                      <a:pt x="1278" y="109"/>
                    </a:lnTo>
                    <a:lnTo>
                      <a:pt x="1277" y="120"/>
                    </a:lnTo>
                    <a:lnTo>
                      <a:pt x="1276" y="131"/>
                    </a:lnTo>
                    <a:lnTo>
                      <a:pt x="1272" y="141"/>
                    </a:lnTo>
                    <a:lnTo>
                      <a:pt x="1269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3" y="177"/>
                    </a:lnTo>
                    <a:lnTo>
                      <a:pt x="1246" y="185"/>
                    </a:lnTo>
                    <a:lnTo>
                      <a:pt x="1238" y="193"/>
                    </a:lnTo>
                    <a:lnTo>
                      <a:pt x="1229" y="199"/>
                    </a:lnTo>
                    <a:lnTo>
                      <a:pt x="1220" y="204"/>
                    </a:lnTo>
                    <a:lnTo>
                      <a:pt x="1212" y="209"/>
                    </a:lnTo>
                    <a:lnTo>
                      <a:pt x="1202" y="213"/>
                    </a:lnTo>
                    <a:lnTo>
                      <a:pt x="1190" y="215"/>
                    </a:lnTo>
                    <a:lnTo>
                      <a:pt x="1180" y="217"/>
                    </a:lnTo>
                    <a:lnTo>
                      <a:pt x="1169" y="217"/>
                    </a:lnTo>
                    <a:lnTo>
                      <a:pt x="108" y="217"/>
                    </a:lnTo>
                    <a:lnTo>
                      <a:pt x="97" y="217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09"/>
                    </a:lnTo>
                    <a:lnTo>
                      <a:pt x="56" y="204"/>
                    </a:lnTo>
                    <a:lnTo>
                      <a:pt x="47" y="199"/>
                    </a:lnTo>
                    <a:lnTo>
                      <a:pt x="38" y="193"/>
                    </a:lnTo>
                    <a:lnTo>
                      <a:pt x="31" y="185"/>
                    </a:lnTo>
                    <a:lnTo>
                      <a:pt x="24" y="177"/>
                    </a:lnTo>
                    <a:lnTo>
                      <a:pt x="17" y="170"/>
                    </a:lnTo>
                    <a:lnTo>
                      <a:pt x="12" y="161"/>
                    </a:lnTo>
                    <a:lnTo>
                      <a:pt x="7" y="151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7"/>
                    </a:lnTo>
                    <a:lnTo>
                      <a:pt x="4" y="77"/>
                    </a:lnTo>
                    <a:lnTo>
                      <a:pt x="7" y="67"/>
                    </a:lnTo>
                    <a:lnTo>
                      <a:pt x="12" y="57"/>
                    </a:lnTo>
                    <a:lnTo>
                      <a:pt x="17" y="48"/>
                    </a:lnTo>
                    <a:lnTo>
                      <a:pt x="24" y="39"/>
                    </a:lnTo>
                    <a:lnTo>
                      <a:pt x="31" y="31"/>
                    </a:lnTo>
                    <a:lnTo>
                      <a:pt x="38" y="24"/>
                    </a:lnTo>
                    <a:lnTo>
                      <a:pt x="47" y="18"/>
                    </a:lnTo>
                    <a:lnTo>
                      <a:pt x="56" y="13"/>
                    </a:lnTo>
                    <a:lnTo>
                      <a:pt x="66" y="8"/>
                    </a:lnTo>
                    <a:lnTo>
                      <a:pt x="76" y="4"/>
                    </a:lnTo>
                    <a:lnTo>
                      <a:pt x="86" y="2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0" name="Freeform 64"/>
              <p:cNvSpPr>
                <a:spLocks/>
              </p:cNvSpPr>
              <p:nvPr/>
            </p:nvSpPr>
            <p:spPr bwMode="gray">
              <a:xfrm>
                <a:off x="10455678" y="333946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9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10" y="180"/>
                    </a:lnTo>
                    <a:lnTo>
                      <a:pt x="119" y="178"/>
                    </a:lnTo>
                    <a:lnTo>
                      <a:pt x="126" y="175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2"/>
                    </a:lnTo>
                    <a:lnTo>
                      <a:pt x="172" y="135"/>
                    </a:lnTo>
                    <a:lnTo>
                      <a:pt x="175" y="126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2" y="47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50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6" y="6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7" y="126"/>
                    </a:lnTo>
                    <a:lnTo>
                      <a:pt x="11" y="135"/>
                    </a:lnTo>
                    <a:lnTo>
                      <a:pt x="16" y="142"/>
                    </a:lnTo>
                    <a:lnTo>
                      <a:pt x="21" y="149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1" name="Freeform 65"/>
              <p:cNvSpPr>
                <a:spLocks/>
              </p:cNvSpPr>
              <p:nvPr/>
            </p:nvSpPr>
            <p:spPr bwMode="gray">
              <a:xfrm>
                <a:off x="10495365" y="3339462"/>
                <a:ext cx="30163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8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10" y="180"/>
                    </a:lnTo>
                    <a:lnTo>
                      <a:pt x="119" y="178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2"/>
                    </a:lnTo>
                    <a:lnTo>
                      <a:pt x="172" y="135"/>
                    </a:lnTo>
                    <a:lnTo>
                      <a:pt x="175" y="126"/>
                    </a:lnTo>
                    <a:lnTo>
                      <a:pt x="178" y="118"/>
                    </a:lnTo>
                    <a:lnTo>
                      <a:pt x="181" y="109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7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50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8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8" y="126"/>
                    </a:lnTo>
                    <a:lnTo>
                      <a:pt x="11" y="135"/>
                    </a:lnTo>
                    <a:lnTo>
                      <a:pt x="15" y="142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2" name="Freeform 66"/>
              <p:cNvSpPr>
                <a:spLocks/>
              </p:cNvSpPr>
              <p:nvPr/>
            </p:nvSpPr>
            <p:spPr bwMode="gray">
              <a:xfrm>
                <a:off x="10536640" y="333946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8" y="118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8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3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2"/>
                    </a:lnTo>
                    <a:lnTo>
                      <a:pt x="172" y="135"/>
                    </a:lnTo>
                    <a:lnTo>
                      <a:pt x="176" y="126"/>
                    </a:lnTo>
                    <a:lnTo>
                      <a:pt x="178" y="118"/>
                    </a:lnTo>
                    <a:lnTo>
                      <a:pt x="180" y="109"/>
                    </a:lnTo>
                    <a:lnTo>
                      <a:pt x="183" y="101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5"/>
                    </a:lnTo>
                    <a:lnTo>
                      <a:pt x="172" y="47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3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6"/>
                    </a:lnTo>
                    <a:lnTo>
                      <a:pt x="47" y="11"/>
                    </a:lnTo>
                    <a:lnTo>
                      <a:pt x="41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7" y="126"/>
                    </a:lnTo>
                    <a:lnTo>
                      <a:pt x="11" y="135"/>
                    </a:lnTo>
                    <a:lnTo>
                      <a:pt x="15" y="142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1" y="167"/>
                    </a:lnTo>
                    <a:lnTo>
                      <a:pt x="47" y="172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3" name="Freeform 67"/>
              <p:cNvSpPr>
                <a:spLocks/>
              </p:cNvSpPr>
              <p:nvPr/>
            </p:nvSpPr>
            <p:spPr bwMode="gray">
              <a:xfrm>
                <a:off x="10576328" y="3339462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49"/>
                  </a:cxn>
                  <a:cxn ang="0">
                    <a:pos x="171" y="135"/>
                  </a:cxn>
                  <a:cxn ang="0">
                    <a:pos x="178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1" y="47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2" y="183"/>
                    </a:moveTo>
                    <a:lnTo>
                      <a:pt x="100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3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49"/>
                    </a:lnTo>
                    <a:lnTo>
                      <a:pt x="167" y="142"/>
                    </a:lnTo>
                    <a:lnTo>
                      <a:pt x="171" y="135"/>
                    </a:lnTo>
                    <a:lnTo>
                      <a:pt x="176" y="126"/>
                    </a:lnTo>
                    <a:lnTo>
                      <a:pt x="178" y="118"/>
                    </a:lnTo>
                    <a:lnTo>
                      <a:pt x="180" y="109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6" y="55"/>
                    </a:lnTo>
                    <a:lnTo>
                      <a:pt x="171" y="47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3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1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7" y="126"/>
                    </a:lnTo>
                    <a:lnTo>
                      <a:pt x="11" y="135"/>
                    </a:lnTo>
                    <a:lnTo>
                      <a:pt x="16" y="142"/>
                    </a:lnTo>
                    <a:lnTo>
                      <a:pt x="21" y="149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1" y="167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4" name="Freeform 68"/>
              <p:cNvSpPr>
                <a:spLocks/>
              </p:cNvSpPr>
              <p:nvPr/>
            </p:nvSpPr>
            <p:spPr bwMode="gray">
              <a:xfrm>
                <a:off x="10616015" y="3339462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49"/>
                  </a:cxn>
                  <a:cxn ang="0">
                    <a:pos x="171" y="135"/>
                  </a:cxn>
                  <a:cxn ang="0">
                    <a:pos x="179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7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4" y="21"/>
                  </a:cxn>
                  <a:cxn ang="0">
                    <a:pos x="20" y="33"/>
                  </a:cxn>
                  <a:cxn ang="0">
                    <a:pos x="10" y="47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8"/>
                  </a:cxn>
                  <a:cxn ang="0">
                    <a:pos x="10" y="135"/>
                  </a:cxn>
                  <a:cxn ang="0">
                    <a:pos x="20" y="149"/>
                  </a:cxn>
                  <a:cxn ang="0">
                    <a:pos x="34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5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49"/>
                    </a:lnTo>
                    <a:lnTo>
                      <a:pt x="167" y="142"/>
                    </a:lnTo>
                    <a:lnTo>
                      <a:pt x="171" y="135"/>
                    </a:lnTo>
                    <a:lnTo>
                      <a:pt x="176" y="126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6" y="55"/>
                    </a:lnTo>
                    <a:lnTo>
                      <a:pt x="171" y="47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5" y="11"/>
                    </a:lnTo>
                    <a:lnTo>
                      <a:pt x="127" y="6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4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7" y="126"/>
                    </a:lnTo>
                    <a:lnTo>
                      <a:pt x="10" y="135"/>
                    </a:lnTo>
                    <a:lnTo>
                      <a:pt x="16" y="142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4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5" name="Freeform 69"/>
              <p:cNvSpPr>
                <a:spLocks/>
              </p:cNvSpPr>
              <p:nvPr/>
            </p:nvSpPr>
            <p:spPr bwMode="gray">
              <a:xfrm>
                <a:off x="11073215" y="3526787"/>
                <a:ext cx="203200" cy="33338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2"/>
                  </a:cxn>
                  <a:cxn ang="0">
                    <a:pos x="1212" y="7"/>
                  </a:cxn>
                  <a:cxn ang="0">
                    <a:pos x="1229" y="17"/>
                  </a:cxn>
                  <a:cxn ang="0">
                    <a:pos x="1246" y="31"/>
                  </a:cxn>
                  <a:cxn ang="0">
                    <a:pos x="1259" y="47"/>
                  </a:cxn>
                  <a:cxn ang="0">
                    <a:pos x="1269" y="66"/>
                  </a:cxn>
                  <a:cxn ang="0">
                    <a:pos x="1276" y="86"/>
                  </a:cxn>
                  <a:cxn ang="0">
                    <a:pos x="1278" y="108"/>
                  </a:cxn>
                  <a:cxn ang="0">
                    <a:pos x="1276" y="130"/>
                  </a:cxn>
                  <a:cxn ang="0">
                    <a:pos x="1269" y="150"/>
                  </a:cxn>
                  <a:cxn ang="0">
                    <a:pos x="1259" y="169"/>
                  </a:cxn>
                  <a:cxn ang="0">
                    <a:pos x="1246" y="185"/>
                  </a:cxn>
                  <a:cxn ang="0">
                    <a:pos x="1229" y="198"/>
                  </a:cxn>
                  <a:cxn ang="0">
                    <a:pos x="1212" y="208"/>
                  </a:cxn>
                  <a:cxn ang="0">
                    <a:pos x="1190" y="215"/>
                  </a:cxn>
                  <a:cxn ang="0">
                    <a:pos x="1169" y="217"/>
                  </a:cxn>
                  <a:cxn ang="0">
                    <a:pos x="97" y="216"/>
                  </a:cxn>
                  <a:cxn ang="0">
                    <a:pos x="76" y="213"/>
                  </a:cxn>
                  <a:cxn ang="0">
                    <a:pos x="56" y="204"/>
                  </a:cxn>
                  <a:cxn ang="0">
                    <a:pos x="38" y="192"/>
                  </a:cxn>
                  <a:cxn ang="0">
                    <a:pos x="24" y="177"/>
                  </a:cxn>
                  <a:cxn ang="0">
                    <a:pos x="12" y="159"/>
                  </a:cxn>
                  <a:cxn ang="0">
                    <a:pos x="4" y="140"/>
                  </a:cxn>
                  <a:cxn ang="0">
                    <a:pos x="0" y="119"/>
                  </a:cxn>
                  <a:cxn ang="0">
                    <a:pos x="0" y="97"/>
                  </a:cxn>
                  <a:cxn ang="0">
                    <a:pos x="4" y="76"/>
                  </a:cxn>
                  <a:cxn ang="0">
                    <a:pos x="12" y="56"/>
                  </a:cxn>
                  <a:cxn ang="0">
                    <a:pos x="24" y="38"/>
                  </a:cxn>
                  <a:cxn ang="0">
                    <a:pos x="38" y="24"/>
                  </a:cxn>
                  <a:cxn ang="0">
                    <a:pos x="56" y="12"/>
                  </a:cxn>
                  <a:cxn ang="0">
                    <a:pos x="76" y="4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7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0"/>
                    </a:lnTo>
                    <a:lnTo>
                      <a:pt x="1190" y="2"/>
                    </a:lnTo>
                    <a:lnTo>
                      <a:pt x="1202" y="4"/>
                    </a:lnTo>
                    <a:lnTo>
                      <a:pt x="1212" y="7"/>
                    </a:lnTo>
                    <a:lnTo>
                      <a:pt x="1220" y="12"/>
                    </a:lnTo>
                    <a:lnTo>
                      <a:pt x="1229" y="17"/>
                    </a:lnTo>
                    <a:lnTo>
                      <a:pt x="1238" y="24"/>
                    </a:lnTo>
                    <a:lnTo>
                      <a:pt x="1246" y="31"/>
                    </a:lnTo>
                    <a:lnTo>
                      <a:pt x="1253" y="38"/>
                    </a:lnTo>
                    <a:lnTo>
                      <a:pt x="1259" y="47"/>
                    </a:lnTo>
                    <a:lnTo>
                      <a:pt x="1265" y="56"/>
                    </a:lnTo>
                    <a:lnTo>
                      <a:pt x="1269" y="66"/>
                    </a:lnTo>
                    <a:lnTo>
                      <a:pt x="1272" y="76"/>
                    </a:lnTo>
                    <a:lnTo>
                      <a:pt x="1276" y="86"/>
                    </a:lnTo>
                    <a:lnTo>
                      <a:pt x="1277" y="97"/>
                    </a:lnTo>
                    <a:lnTo>
                      <a:pt x="1278" y="108"/>
                    </a:lnTo>
                    <a:lnTo>
                      <a:pt x="1277" y="119"/>
                    </a:lnTo>
                    <a:lnTo>
                      <a:pt x="1276" y="130"/>
                    </a:lnTo>
                    <a:lnTo>
                      <a:pt x="1272" y="140"/>
                    </a:lnTo>
                    <a:lnTo>
                      <a:pt x="1269" y="150"/>
                    </a:lnTo>
                    <a:lnTo>
                      <a:pt x="1265" y="159"/>
                    </a:lnTo>
                    <a:lnTo>
                      <a:pt x="1259" y="169"/>
                    </a:lnTo>
                    <a:lnTo>
                      <a:pt x="1253" y="177"/>
                    </a:lnTo>
                    <a:lnTo>
                      <a:pt x="1246" y="185"/>
                    </a:lnTo>
                    <a:lnTo>
                      <a:pt x="1238" y="192"/>
                    </a:lnTo>
                    <a:lnTo>
                      <a:pt x="1229" y="198"/>
                    </a:lnTo>
                    <a:lnTo>
                      <a:pt x="1220" y="204"/>
                    </a:lnTo>
                    <a:lnTo>
                      <a:pt x="1212" y="208"/>
                    </a:lnTo>
                    <a:lnTo>
                      <a:pt x="1202" y="213"/>
                    </a:lnTo>
                    <a:lnTo>
                      <a:pt x="1190" y="215"/>
                    </a:lnTo>
                    <a:lnTo>
                      <a:pt x="1180" y="216"/>
                    </a:lnTo>
                    <a:lnTo>
                      <a:pt x="1169" y="217"/>
                    </a:lnTo>
                    <a:lnTo>
                      <a:pt x="108" y="217"/>
                    </a:lnTo>
                    <a:lnTo>
                      <a:pt x="97" y="216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08"/>
                    </a:lnTo>
                    <a:lnTo>
                      <a:pt x="56" y="204"/>
                    </a:lnTo>
                    <a:lnTo>
                      <a:pt x="47" y="198"/>
                    </a:lnTo>
                    <a:lnTo>
                      <a:pt x="38" y="192"/>
                    </a:lnTo>
                    <a:lnTo>
                      <a:pt x="31" y="185"/>
                    </a:lnTo>
                    <a:lnTo>
                      <a:pt x="24" y="177"/>
                    </a:lnTo>
                    <a:lnTo>
                      <a:pt x="17" y="169"/>
                    </a:lnTo>
                    <a:lnTo>
                      <a:pt x="12" y="159"/>
                    </a:lnTo>
                    <a:lnTo>
                      <a:pt x="7" y="150"/>
                    </a:lnTo>
                    <a:lnTo>
                      <a:pt x="4" y="140"/>
                    </a:lnTo>
                    <a:lnTo>
                      <a:pt x="2" y="130"/>
                    </a:lnTo>
                    <a:lnTo>
                      <a:pt x="0" y="119"/>
                    </a:lnTo>
                    <a:lnTo>
                      <a:pt x="0" y="108"/>
                    </a:lnTo>
                    <a:lnTo>
                      <a:pt x="0" y="97"/>
                    </a:lnTo>
                    <a:lnTo>
                      <a:pt x="2" y="86"/>
                    </a:lnTo>
                    <a:lnTo>
                      <a:pt x="4" y="76"/>
                    </a:lnTo>
                    <a:lnTo>
                      <a:pt x="7" y="66"/>
                    </a:lnTo>
                    <a:lnTo>
                      <a:pt x="12" y="56"/>
                    </a:lnTo>
                    <a:lnTo>
                      <a:pt x="17" y="47"/>
                    </a:lnTo>
                    <a:lnTo>
                      <a:pt x="24" y="38"/>
                    </a:lnTo>
                    <a:lnTo>
                      <a:pt x="31" y="31"/>
                    </a:lnTo>
                    <a:lnTo>
                      <a:pt x="38" y="24"/>
                    </a:lnTo>
                    <a:lnTo>
                      <a:pt x="47" y="17"/>
                    </a:lnTo>
                    <a:lnTo>
                      <a:pt x="56" y="12"/>
                    </a:lnTo>
                    <a:lnTo>
                      <a:pt x="66" y="7"/>
                    </a:lnTo>
                    <a:lnTo>
                      <a:pt x="76" y="4"/>
                    </a:lnTo>
                    <a:lnTo>
                      <a:pt x="86" y="2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6" name="Freeform 70"/>
              <p:cNvSpPr>
                <a:spLocks/>
              </p:cNvSpPr>
              <p:nvPr/>
            </p:nvSpPr>
            <p:spPr bwMode="gray">
              <a:xfrm>
                <a:off x="10455678" y="3526787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5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6" y="176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4"/>
                    </a:lnTo>
                    <a:lnTo>
                      <a:pt x="156" y="27"/>
                    </a:lnTo>
                    <a:lnTo>
                      <a:pt x="150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6" y="7"/>
                    </a:lnTo>
                    <a:lnTo>
                      <a:pt x="119" y="5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1" y="34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47" name="Freeform 71"/>
              <p:cNvSpPr>
                <a:spLocks/>
              </p:cNvSpPr>
              <p:nvPr/>
            </p:nvSpPr>
            <p:spPr bwMode="gray">
              <a:xfrm>
                <a:off x="10495365" y="3526787"/>
                <a:ext cx="30163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5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50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5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4"/>
                    </a:lnTo>
                    <a:lnTo>
                      <a:pt x="156" y="27"/>
                    </a:lnTo>
                    <a:lnTo>
                      <a:pt x="150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9" y="5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4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8" y="127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50" name="Freeform 72"/>
              <p:cNvSpPr>
                <a:spLocks/>
              </p:cNvSpPr>
              <p:nvPr/>
            </p:nvSpPr>
            <p:spPr bwMode="gray">
              <a:xfrm>
                <a:off x="10536640" y="3526787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8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8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5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5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3" y="168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6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3" y="101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0" y="73"/>
                    </a:lnTo>
                    <a:lnTo>
                      <a:pt x="178" y="65"/>
                    </a:lnTo>
                    <a:lnTo>
                      <a:pt x="176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4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6" y="7"/>
                    </a:lnTo>
                    <a:lnTo>
                      <a:pt x="47" y="11"/>
                    </a:lnTo>
                    <a:lnTo>
                      <a:pt x="41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4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1" y="168"/>
                    </a:lnTo>
                    <a:lnTo>
                      <a:pt x="47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51" name="Freeform 73"/>
              <p:cNvSpPr>
                <a:spLocks/>
              </p:cNvSpPr>
              <p:nvPr/>
            </p:nvSpPr>
            <p:spPr bwMode="gray">
              <a:xfrm>
                <a:off x="10576328" y="3526787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4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5"/>
                  </a:cxn>
                  <a:cxn ang="0">
                    <a:pos x="171" y="48"/>
                  </a:cxn>
                  <a:cxn ang="0">
                    <a:pos x="161" y="34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5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2" y="183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3" y="168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6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5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4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1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1" y="34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1" y="168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52" name="Freeform 74"/>
              <p:cNvSpPr>
                <a:spLocks/>
              </p:cNvSpPr>
              <p:nvPr/>
            </p:nvSpPr>
            <p:spPr bwMode="gray">
              <a:xfrm>
                <a:off x="10616015" y="3526787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4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5"/>
                  </a:cxn>
                  <a:cxn ang="0">
                    <a:pos x="171" y="48"/>
                  </a:cxn>
                  <a:cxn ang="0">
                    <a:pos x="161" y="34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5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4" y="21"/>
                  </a:cxn>
                  <a:cxn ang="0">
                    <a:pos x="20" y="34"/>
                  </a:cxn>
                  <a:cxn ang="0">
                    <a:pos x="10" y="48"/>
                  </a:cxn>
                  <a:cxn ang="0">
                    <a:pos x="4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4"/>
                  </a:cxn>
                  <a:cxn ang="0">
                    <a:pos x="20" y="150"/>
                  </a:cxn>
                  <a:cxn ang="0">
                    <a:pos x="34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6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6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4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7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4" y="21"/>
                    </a:lnTo>
                    <a:lnTo>
                      <a:pt x="27" y="27"/>
                    </a:lnTo>
                    <a:lnTo>
                      <a:pt x="20" y="34"/>
                    </a:lnTo>
                    <a:lnTo>
                      <a:pt x="16" y="40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0" y="134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4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53" name="Freeform 75"/>
              <p:cNvSpPr>
                <a:spLocks/>
              </p:cNvSpPr>
              <p:nvPr/>
            </p:nvSpPr>
            <p:spPr bwMode="gray">
              <a:xfrm>
                <a:off x="11073215" y="2586987"/>
                <a:ext cx="203200" cy="34925"/>
              </a:xfrm>
              <a:custGeom>
                <a:avLst/>
                <a:gdLst/>
                <a:ahLst/>
                <a:cxnLst>
                  <a:cxn ang="0">
                    <a:pos x="1169" y="0"/>
                  </a:cxn>
                  <a:cxn ang="0">
                    <a:pos x="1190" y="2"/>
                  </a:cxn>
                  <a:cxn ang="0">
                    <a:pos x="1212" y="8"/>
                  </a:cxn>
                  <a:cxn ang="0">
                    <a:pos x="1229" y="18"/>
                  </a:cxn>
                  <a:cxn ang="0">
                    <a:pos x="1246" y="32"/>
                  </a:cxn>
                  <a:cxn ang="0">
                    <a:pos x="1259" y="47"/>
                  </a:cxn>
                  <a:cxn ang="0">
                    <a:pos x="1269" y="66"/>
                  </a:cxn>
                  <a:cxn ang="0">
                    <a:pos x="1276" y="87"/>
                  </a:cxn>
                  <a:cxn ang="0">
                    <a:pos x="1278" y="108"/>
                  </a:cxn>
                  <a:cxn ang="0">
                    <a:pos x="1276" y="131"/>
                  </a:cxn>
                  <a:cxn ang="0">
                    <a:pos x="1269" y="150"/>
                  </a:cxn>
                  <a:cxn ang="0">
                    <a:pos x="1259" y="169"/>
                  </a:cxn>
                  <a:cxn ang="0">
                    <a:pos x="1246" y="186"/>
                  </a:cxn>
                  <a:cxn ang="0">
                    <a:pos x="1229" y="199"/>
                  </a:cxn>
                  <a:cxn ang="0">
                    <a:pos x="1212" y="209"/>
                  </a:cxn>
                  <a:cxn ang="0">
                    <a:pos x="1190" y="215"/>
                  </a:cxn>
                  <a:cxn ang="0">
                    <a:pos x="1169" y="217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38" y="193"/>
                  </a:cxn>
                  <a:cxn ang="0">
                    <a:pos x="24" y="178"/>
                  </a:cxn>
                  <a:cxn ang="0">
                    <a:pos x="12" y="160"/>
                  </a:cxn>
                  <a:cxn ang="0">
                    <a:pos x="4" y="141"/>
                  </a:cxn>
                  <a:cxn ang="0">
                    <a:pos x="0" y="119"/>
                  </a:cxn>
                  <a:cxn ang="0">
                    <a:pos x="0" y="97"/>
                  </a:cxn>
                  <a:cxn ang="0">
                    <a:pos x="4" y="76"/>
                  </a:cxn>
                  <a:cxn ang="0">
                    <a:pos x="12" y="57"/>
                  </a:cxn>
                  <a:cxn ang="0">
                    <a:pos x="24" y="40"/>
                  </a:cxn>
                  <a:cxn ang="0">
                    <a:pos x="38" y="25"/>
                  </a:cxn>
                  <a:cxn ang="0">
                    <a:pos x="56" y="13"/>
                  </a:cxn>
                  <a:cxn ang="0">
                    <a:pos x="76" y="4"/>
                  </a:cxn>
                  <a:cxn ang="0">
                    <a:pos x="97" y="1"/>
                  </a:cxn>
                </a:cxnLst>
                <a:rect l="0" t="0" r="r" b="b"/>
                <a:pathLst>
                  <a:path w="1278" h="217">
                    <a:moveTo>
                      <a:pt x="108" y="0"/>
                    </a:moveTo>
                    <a:lnTo>
                      <a:pt x="1169" y="0"/>
                    </a:lnTo>
                    <a:lnTo>
                      <a:pt x="1180" y="1"/>
                    </a:lnTo>
                    <a:lnTo>
                      <a:pt x="1190" y="2"/>
                    </a:lnTo>
                    <a:lnTo>
                      <a:pt x="1202" y="4"/>
                    </a:lnTo>
                    <a:lnTo>
                      <a:pt x="1212" y="8"/>
                    </a:lnTo>
                    <a:lnTo>
                      <a:pt x="1220" y="13"/>
                    </a:lnTo>
                    <a:lnTo>
                      <a:pt x="1229" y="18"/>
                    </a:lnTo>
                    <a:lnTo>
                      <a:pt x="1238" y="25"/>
                    </a:lnTo>
                    <a:lnTo>
                      <a:pt x="1246" y="32"/>
                    </a:lnTo>
                    <a:lnTo>
                      <a:pt x="1253" y="40"/>
                    </a:lnTo>
                    <a:lnTo>
                      <a:pt x="1259" y="47"/>
                    </a:lnTo>
                    <a:lnTo>
                      <a:pt x="1265" y="57"/>
                    </a:lnTo>
                    <a:lnTo>
                      <a:pt x="1269" y="66"/>
                    </a:lnTo>
                    <a:lnTo>
                      <a:pt x="1272" y="76"/>
                    </a:lnTo>
                    <a:lnTo>
                      <a:pt x="1276" y="87"/>
                    </a:lnTo>
                    <a:lnTo>
                      <a:pt x="1277" y="97"/>
                    </a:lnTo>
                    <a:lnTo>
                      <a:pt x="1278" y="108"/>
                    </a:lnTo>
                    <a:lnTo>
                      <a:pt x="1277" y="119"/>
                    </a:lnTo>
                    <a:lnTo>
                      <a:pt x="1276" y="131"/>
                    </a:lnTo>
                    <a:lnTo>
                      <a:pt x="1272" y="141"/>
                    </a:lnTo>
                    <a:lnTo>
                      <a:pt x="1269" y="150"/>
                    </a:lnTo>
                    <a:lnTo>
                      <a:pt x="1265" y="160"/>
                    </a:lnTo>
                    <a:lnTo>
                      <a:pt x="1259" y="169"/>
                    </a:lnTo>
                    <a:lnTo>
                      <a:pt x="1253" y="178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29" y="199"/>
                    </a:lnTo>
                    <a:lnTo>
                      <a:pt x="1220" y="205"/>
                    </a:lnTo>
                    <a:lnTo>
                      <a:pt x="1212" y="209"/>
                    </a:lnTo>
                    <a:lnTo>
                      <a:pt x="1202" y="213"/>
                    </a:lnTo>
                    <a:lnTo>
                      <a:pt x="1190" y="215"/>
                    </a:lnTo>
                    <a:lnTo>
                      <a:pt x="1180" y="217"/>
                    </a:lnTo>
                    <a:lnTo>
                      <a:pt x="1169" y="217"/>
                    </a:lnTo>
                    <a:lnTo>
                      <a:pt x="108" y="217"/>
                    </a:lnTo>
                    <a:lnTo>
                      <a:pt x="97" y="217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09"/>
                    </a:lnTo>
                    <a:lnTo>
                      <a:pt x="56" y="205"/>
                    </a:lnTo>
                    <a:lnTo>
                      <a:pt x="47" y="199"/>
                    </a:lnTo>
                    <a:lnTo>
                      <a:pt x="38" y="193"/>
                    </a:lnTo>
                    <a:lnTo>
                      <a:pt x="31" y="186"/>
                    </a:lnTo>
                    <a:lnTo>
                      <a:pt x="24" y="178"/>
                    </a:lnTo>
                    <a:lnTo>
                      <a:pt x="17" y="169"/>
                    </a:lnTo>
                    <a:lnTo>
                      <a:pt x="12" y="160"/>
                    </a:lnTo>
                    <a:lnTo>
                      <a:pt x="7" y="150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19"/>
                    </a:lnTo>
                    <a:lnTo>
                      <a:pt x="0" y="108"/>
                    </a:lnTo>
                    <a:lnTo>
                      <a:pt x="0" y="97"/>
                    </a:lnTo>
                    <a:lnTo>
                      <a:pt x="2" y="87"/>
                    </a:lnTo>
                    <a:lnTo>
                      <a:pt x="4" y="76"/>
                    </a:lnTo>
                    <a:lnTo>
                      <a:pt x="7" y="66"/>
                    </a:lnTo>
                    <a:lnTo>
                      <a:pt x="12" y="57"/>
                    </a:lnTo>
                    <a:lnTo>
                      <a:pt x="17" y="47"/>
                    </a:lnTo>
                    <a:lnTo>
                      <a:pt x="24" y="40"/>
                    </a:lnTo>
                    <a:lnTo>
                      <a:pt x="31" y="32"/>
                    </a:lnTo>
                    <a:lnTo>
                      <a:pt x="38" y="25"/>
                    </a:lnTo>
                    <a:lnTo>
                      <a:pt x="47" y="18"/>
                    </a:lnTo>
                    <a:lnTo>
                      <a:pt x="56" y="13"/>
                    </a:lnTo>
                    <a:lnTo>
                      <a:pt x="66" y="8"/>
                    </a:lnTo>
                    <a:lnTo>
                      <a:pt x="76" y="4"/>
                    </a:lnTo>
                    <a:lnTo>
                      <a:pt x="86" y="2"/>
                    </a:lnTo>
                    <a:lnTo>
                      <a:pt x="97" y="1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86" name="Freeform 76"/>
              <p:cNvSpPr>
                <a:spLocks/>
              </p:cNvSpPr>
              <p:nvPr/>
            </p:nvSpPr>
            <p:spPr bwMode="gray">
              <a:xfrm>
                <a:off x="10455678" y="258857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5"/>
                  </a:cxn>
                  <a:cxn ang="0">
                    <a:pos x="172" y="49"/>
                  </a:cxn>
                  <a:cxn ang="0">
                    <a:pos x="162" y="34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5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9"/>
                  </a:cxn>
                  <a:cxn ang="0">
                    <a:pos x="4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6" y="177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50" y="162"/>
                    </a:lnTo>
                    <a:lnTo>
                      <a:pt x="156" y="157"/>
                    </a:lnTo>
                    <a:lnTo>
                      <a:pt x="162" y="150"/>
                    </a:lnTo>
                    <a:lnTo>
                      <a:pt x="167" y="143"/>
                    </a:lnTo>
                    <a:lnTo>
                      <a:pt x="172" y="136"/>
                    </a:lnTo>
                    <a:lnTo>
                      <a:pt x="175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5" y="57"/>
                    </a:lnTo>
                    <a:lnTo>
                      <a:pt x="172" y="49"/>
                    </a:lnTo>
                    <a:lnTo>
                      <a:pt x="167" y="41"/>
                    </a:lnTo>
                    <a:lnTo>
                      <a:pt x="162" y="34"/>
                    </a:lnTo>
                    <a:lnTo>
                      <a:pt x="156" y="28"/>
                    </a:lnTo>
                    <a:lnTo>
                      <a:pt x="150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6" y="8"/>
                    </a:lnTo>
                    <a:lnTo>
                      <a:pt x="119" y="5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7" y="28"/>
                    </a:lnTo>
                    <a:lnTo>
                      <a:pt x="21" y="34"/>
                    </a:lnTo>
                    <a:lnTo>
                      <a:pt x="16" y="41"/>
                    </a:lnTo>
                    <a:lnTo>
                      <a:pt x="11" y="49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1" y="136"/>
                    </a:lnTo>
                    <a:lnTo>
                      <a:pt x="16" y="143"/>
                    </a:lnTo>
                    <a:lnTo>
                      <a:pt x="21" y="150"/>
                    </a:lnTo>
                    <a:lnTo>
                      <a:pt x="27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7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87" name="Freeform 77"/>
              <p:cNvSpPr>
                <a:spLocks/>
              </p:cNvSpPr>
              <p:nvPr/>
            </p:nvSpPr>
            <p:spPr bwMode="gray">
              <a:xfrm>
                <a:off x="10495365" y="2588574"/>
                <a:ext cx="30163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9"/>
                  </a:cxn>
                  <a:cxn ang="0">
                    <a:pos x="135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5"/>
                  </a:cxn>
                  <a:cxn ang="0">
                    <a:pos x="172" y="49"/>
                  </a:cxn>
                  <a:cxn ang="0">
                    <a:pos x="162" y="34"/>
                  </a:cxn>
                  <a:cxn ang="0">
                    <a:pos x="150" y="21"/>
                  </a:cxn>
                  <a:cxn ang="0">
                    <a:pos x="135" y="11"/>
                  </a:cxn>
                  <a:cxn ang="0">
                    <a:pos x="119" y="5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9"/>
                  </a:cxn>
                  <a:cxn ang="0">
                    <a:pos x="4" y="65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7" y="177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50" y="162"/>
                    </a:lnTo>
                    <a:lnTo>
                      <a:pt x="156" y="157"/>
                    </a:lnTo>
                    <a:lnTo>
                      <a:pt x="162" y="150"/>
                    </a:lnTo>
                    <a:lnTo>
                      <a:pt x="167" y="143"/>
                    </a:lnTo>
                    <a:lnTo>
                      <a:pt x="172" y="136"/>
                    </a:lnTo>
                    <a:lnTo>
                      <a:pt x="175" y="128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5"/>
                    </a:lnTo>
                    <a:lnTo>
                      <a:pt x="175" y="57"/>
                    </a:lnTo>
                    <a:lnTo>
                      <a:pt x="172" y="49"/>
                    </a:lnTo>
                    <a:lnTo>
                      <a:pt x="167" y="41"/>
                    </a:lnTo>
                    <a:lnTo>
                      <a:pt x="162" y="34"/>
                    </a:lnTo>
                    <a:lnTo>
                      <a:pt x="156" y="28"/>
                    </a:lnTo>
                    <a:lnTo>
                      <a:pt x="150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9" y="5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8"/>
                    </a:lnTo>
                    <a:lnTo>
                      <a:pt x="21" y="34"/>
                    </a:lnTo>
                    <a:lnTo>
                      <a:pt x="15" y="41"/>
                    </a:lnTo>
                    <a:lnTo>
                      <a:pt x="11" y="49"/>
                    </a:lnTo>
                    <a:lnTo>
                      <a:pt x="8" y="57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8" y="128"/>
                    </a:lnTo>
                    <a:lnTo>
                      <a:pt x="11" y="136"/>
                    </a:lnTo>
                    <a:lnTo>
                      <a:pt x="15" y="143"/>
                    </a:lnTo>
                    <a:lnTo>
                      <a:pt x="21" y="150"/>
                    </a:lnTo>
                    <a:lnTo>
                      <a:pt x="26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7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88" name="Freeform 78"/>
              <p:cNvSpPr>
                <a:spLocks/>
              </p:cNvSpPr>
              <p:nvPr/>
            </p:nvSpPr>
            <p:spPr bwMode="gray">
              <a:xfrm>
                <a:off x="10536640" y="258857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8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8" y="65"/>
                  </a:cxn>
                  <a:cxn ang="0">
                    <a:pos x="172" y="49"/>
                  </a:cxn>
                  <a:cxn ang="0">
                    <a:pos x="162" y="34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5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5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9"/>
                  </a:cxn>
                  <a:cxn ang="0">
                    <a:pos x="4" y="65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7"/>
                    </a:lnTo>
                    <a:lnTo>
                      <a:pt x="135" y="172"/>
                    </a:lnTo>
                    <a:lnTo>
                      <a:pt x="143" y="168"/>
                    </a:lnTo>
                    <a:lnTo>
                      <a:pt x="149" y="162"/>
                    </a:lnTo>
                    <a:lnTo>
                      <a:pt x="156" y="157"/>
                    </a:lnTo>
                    <a:lnTo>
                      <a:pt x="162" y="150"/>
                    </a:lnTo>
                    <a:lnTo>
                      <a:pt x="167" y="143"/>
                    </a:lnTo>
                    <a:lnTo>
                      <a:pt x="172" y="136"/>
                    </a:lnTo>
                    <a:lnTo>
                      <a:pt x="176" y="128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3" y="101"/>
                    </a:lnTo>
                    <a:lnTo>
                      <a:pt x="183" y="92"/>
                    </a:lnTo>
                    <a:lnTo>
                      <a:pt x="183" y="82"/>
                    </a:lnTo>
                    <a:lnTo>
                      <a:pt x="180" y="73"/>
                    </a:lnTo>
                    <a:lnTo>
                      <a:pt x="178" y="65"/>
                    </a:lnTo>
                    <a:lnTo>
                      <a:pt x="176" y="57"/>
                    </a:lnTo>
                    <a:lnTo>
                      <a:pt x="172" y="49"/>
                    </a:lnTo>
                    <a:lnTo>
                      <a:pt x="167" y="41"/>
                    </a:lnTo>
                    <a:lnTo>
                      <a:pt x="162" y="34"/>
                    </a:lnTo>
                    <a:lnTo>
                      <a:pt x="156" y="28"/>
                    </a:lnTo>
                    <a:lnTo>
                      <a:pt x="149" y="21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6" y="8"/>
                    </a:lnTo>
                    <a:lnTo>
                      <a:pt x="47" y="11"/>
                    </a:lnTo>
                    <a:lnTo>
                      <a:pt x="41" y="16"/>
                    </a:lnTo>
                    <a:lnTo>
                      <a:pt x="33" y="21"/>
                    </a:lnTo>
                    <a:lnTo>
                      <a:pt x="26" y="28"/>
                    </a:lnTo>
                    <a:lnTo>
                      <a:pt x="21" y="34"/>
                    </a:lnTo>
                    <a:lnTo>
                      <a:pt x="15" y="41"/>
                    </a:lnTo>
                    <a:lnTo>
                      <a:pt x="11" y="49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1" y="136"/>
                    </a:lnTo>
                    <a:lnTo>
                      <a:pt x="15" y="143"/>
                    </a:lnTo>
                    <a:lnTo>
                      <a:pt x="21" y="150"/>
                    </a:lnTo>
                    <a:lnTo>
                      <a:pt x="26" y="157"/>
                    </a:lnTo>
                    <a:lnTo>
                      <a:pt x="33" y="162"/>
                    </a:lnTo>
                    <a:lnTo>
                      <a:pt x="41" y="168"/>
                    </a:lnTo>
                    <a:lnTo>
                      <a:pt x="47" y="172"/>
                    </a:lnTo>
                    <a:lnTo>
                      <a:pt x="56" y="177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89" name="Freeform 79"/>
              <p:cNvSpPr>
                <a:spLocks/>
              </p:cNvSpPr>
              <p:nvPr/>
            </p:nvSpPr>
            <p:spPr bwMode="gray">
              <a:xfrm>
                <a:off x="10576328" y="2588574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6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5"/>
                  </a:cxn>
                  <a:cxn ang="0">
                    <a:pos x="171" y="49"/>
                  </a:cxn>
                  <a:cxn ang="0">
                    <a:pos x="161" y="34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5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9"/>
                  </a:cxn>
                  <a:cxn ang="0">
                    <a:pos x="4" y="65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2" y="183"/>
                    </a:moveTo>
                    <a:lnTo>
                      <a:pt x="100" y="183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7"/>
                    </a:lnTo>
                    <a:lnTo>
                      <a:pt x="135" y="172"/>
                    </a:lnTo>
                    <a:lnTo>
                      <a:pt x="143" y="168"/>
                    </a:lnTo>
                    <a:lnTo>
                      <a:pt x="149" y="162"/>
                    </a:lnTo>
                    <a:lnTo>
                      <a:pt x="156" y="157"/>
                    </a:lnTo>
                    <a:lnTo>
                      <a:pt x="161" y="150"/>
                    </a:lnTo>
                    <a:lnTo>
                      <a:pt x="167" y="143"/>
                    </a:lnTo>
                    <a:lnTo>
                      <a:pt x="171" y="136"/>
                    </a:lnTo>
                    <a:lnTo>
                      <a:pt x="176" y="128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5"/>
                    </a:lnTo>
                    <a:lnTo>
                      <a:pt x="176" y="57"/>
                    </a:lnTo>
                    <a:lnTo>
                      <a:pt x="171" y="49"/>
                    </a:lnTo>
                    <a:lnTo>
                      <a:pt x="167" y="41"/>
                    </a:lnTo>
                    <a:lnTo>
                      <a:pt x="161" y="34"/>
                    </a:lnTo>
                    <a:lnTo>
                      <a:pt x="156" y="28"/>
                    </a:lnTo>
                    <a:lnTo>
                      <a:pt x="149" y="21"/>
                    </a:lnTo>
                    <a:lnTo>
                      <a:pt x="143" y="16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1" y="16"/>
                    </a:lnTo>
                    <a:lnTo>
                      <a:pt x="33" y="21"/>
                    </a:lnTo>
                    <a:lnTo>
                      <a:pt x="27" y="28"/>
                    </a:lnTo>
                    <a:lnTo>
                      <a:pt x="21" y="34"/>
                    </a:lnTo>
                    <a:lnTo>
                      <a:pt x="16" y="41"/>
                    </a:lnTo>
                    <a:lnTo>
                      <a:pt x="11" y="49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1" y="136"/>
                    </a:lnTo>
                    <a:lnTo>
                      <a:pt x="16" y="143"/>
                    </a:lnTo>
                    <a:lnTo>
                      <a:pt x="21" y="150"/>
                    </a:lnTo>
                    <a:lnTo>
                      <a:pt x="27" y="157"/>
                    </a:lnTo>
                    <a:lnTo>
                      <a:pt x="33" y="162"/>
                    </a:lnTo>
                    <a:lnTo>
                      <a:pt x="41" y="168"/>
                    </a:lnTo>
                    <a:lnTo>
                      <a:pt x="48" y="172"/>
                    </a:lnTo>
                    <a:lnTo>
                      <a:pt x="56" y="177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0" name="Freeform 80"/>
              <p:cNvSpPr>
                <a:spLocks/>
              </p:cNvSpPr>
              <p:nvPr/>
            </p:nvSpPr>
            <p:spPr bwMode="gray">
              <a:xfrm>
                <a:off x="10616015" y="2588574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9"/>
                  </a:cxn>
                  <a:cxn ang="0">
                    <a:pos x="135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6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5"/>
                  </a:cxn>
                  <a:cxn ang="0">
                    <a:pos x="171" y="49"/>
                  </a:cxn>
                  <a:cxn ang="0">
                    <a:pos x="161" y="34"/>
                  </a:cxn>
                  <a:cxn ang="0">
                    <a:pos x="149" y="21"/>
                  </a:cxn>
                  <a:cxn ang="0">
                    <a:pos x="135" y="11"/>
                  </a:cxn>
                  <a:cxn ang="0">
                    <a:pos x="118" y="5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4" y="21"/>
                  </a:cxn>
                  <a:cxn ang="0">
                    <a:pos x="20" y="34"/>
                  </a:cxn>
                  <a:cxn ang="0">
                    <a:pos x="10" y="49"/>
                  </a:cxn>
                  <a:cxn ang="0">
                    <a:pos x="4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6"/>
                  </a:cxn>
                  <a:cxn ang="0">
                    <a:pos x="20" y="150"/>
                  </a:cxn>
                  <a:cxn ang="0">
                    <a:pos x="34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7"/>
                    </a:lnTo>
                    <a:lnTo>
                      <a:pt x="135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6" y="157"/>
                    </a:lnTo>
                    <a:lnTo>
                      <a:pt x="161" y="150"/>
                    </a:lnTo>
                    <a:lnTo>
                      <a:pt x="167" y="143"/>
                    </a:lnTo>
                    <a:lnTo>
                      <a:pt x="171" y="136"/>
                    </a:lnTo>
                    <a:lnTo>
                      <a:pt x="176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6" y="57"/>
                    </a:lnTo>
                    <a:lnTo>
                      <a:pt x="171" y="49"/>
                    </a:lnTo>
                    <a:lnTo>
                      <a:pt x="167" y="41"/>
                    </a:lnTo>
                    <a:lnTo>
                      <a:pt x="161" y="34"/>
                    </a:lnTo>
                    <a:lnTo>
                      <a:pt x="156" y="28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5" y="11"/>
                    </a:lnTo>
                    <a:lnTo>
                      <a:pt x="127" y="8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4" y="21"/>
                    </a:lnTo>
                    <a:lnTo>
                      <a:pt x="27" y="28"/>
                    </a:lnTo>
                    <a:lnTo>
                      <a:pt x="20" y="34"/>
                    </a:lnTo>
                    <a:lnTo>
                      <a:pt x="16" y="41"/>
                    </a:lnTo>
                    <a:lnTo>
                      <a:pt x="10" y="49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0" y="136"/>
                    </a:lnTo>
                    <a:lnTo>
                      <a:pt x="16" y="143"/>
                    </a:lnTo>
                    <a:lnTo>
                      <a:pt x="20" y="150"/>
                    </a:lnTo>
                    <a:lnTo>
                      <a:pt x="27" y="157"/>
                    </a:lnTo>
                    <a:lnTo>
                      <a:pt x="34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6" y="177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1" name="Freeform 81"/>
              <p:cNvSpPr>
                <a:spLocks noEditPoints="1"/>
              </p:cNvSpPr>
              <p:nvPr/>
            </p:nvSpPr>
            <p:spPr bwMode="gray">
              <a:xfrm>
                <a:off x="10287403" y="1826574"/>
                <a:ext cx="1163638" cy="2817813"/>
              </a:xfrm>
              <a:custGeom>
                <a:avLst/>
                <a:gdLst/>
                <a:ahLst/>
                <a:cxnLst>
                  <a:cxn ang="0">
                    <a:pos x="7277" y="17716"/>
                  </a:cxn>
                  <a:cxn ang="0">
                    <a:pos x="7" y="108"/>
                  </a:cxn>
                  <a:cxn ang="0">
                    <a:pos x="6787" y="11256"/>
                  </a:cxn>
                  <a:cxn ang="0">
                    <a:pos x="6874" y="12138"/>
                  </a:cxn>
                  <a:cxn ang="0">
                    <a:pos x="664" y="12286"/>
                  </a:cxn>
                  <a:cxn ang="0">
                    <a:pos x="438" y="12054"/>
                  </a:cxn>
                  <a:cxn ang="0">
                    <a:pos x="625" y="11218"/>
                  </a:cxn>
                  <a:cxn ang="0">
                    <a:pos x="6849" y="10134"/>
                  </a:cxn>
                  <a:cxn ang="0">
                    <a:pos x="6826" y="11025"/>
                  </a:cxn>
                  <a:cxn ang="0">
                    <a:pos x="578" y="11077"/>
                  </a:cxn>
                  <a:cxn ang="0">
                    <a:pos x="446" y="10211"/>
                  </a:cxn>
                  <a:cxn ang="0">
                    <a:pos x="704" y="8842"/>
                  </a:cxn>
                  <a:cxn ang="0">
                    <a:pos x="6887" y="9028"/>
                  </a:cxn>
                  <a:cxn ang="0">
                    <a:pos x="6755" y="9895"/>
                  </a:cxn>
                  <a:cxn ang="0">
                    <a:pos x="507" y="9842"/>
                  </a:cxn>
                  <a:cxn ang="0">
                    <a:pos x="483" y="8952"/>
                  </a:cxn>
                  <a:cxn ang="0">
                    <a:pos x="6707" y="7670"/>
                  </a:cxn>
                  <a:cxn ang="0">
                    <a:pos x="6895" y="8507"/>
                  </a:cxn>
                  <a:cxn ang="0">
                    <a:pos x="6669" y="8739"/>
                  </a:cxn>
                  <a:cxn ang="0">
                    <a:pos x="458" y="8590"/>
                  </a:cxn>
                  <a:cxn ang="0">
                    <a:pos x="544" y="7709"/>
                  </a:cxn>
                  <a:cxn ang="0">
                    <a:pos x="6787" y="6526"/>
                  </a:cxn>
                  <a:cxn ang="0">
                    <a:pos x="6874" y="7407"/>
                  </a:cxn>
                  <a:cxn ang="0">
                    <a:pos x="664" y="7556"/>
                  </a:cxn>
                  <a:cxn ang="0">
                    <a:pos x="438" y="7324"/>
                  </a:cxn>
                  <a:cxn ang="0">
                    <a:pos x="625" y="6488"/>
                  </a:cxn>
                  <a:cxn ang="0">
                    <a:pos x="6849" y="5404"/>
                  </a:cxn>
                  <a:cxn ang="0">
                    <a:pos x="6826" y="6296"/>
                  </a:cxn>
                  <a:cxn ang="0">
                    <a:pos x="578" y="6347"/>
                  </a:cxn>
                  <a:cxn ang="0">
                    <a:pos x="446" y="5480"/>
                  </a:cxn>
                  <a:cxn ang="0">
                    <a:pos x="704" y="4111"/>
                  </a:cxn>
                  <a:cxn ang="0">
                    <a:pos x="6887" y="4298"/>
                  </a:cxn>
                  <a:cxn ang="0">
                    <a:pos x="6755" y="5164"/>
                  </a:cxn>
                  <a:cxn ang="0">
                    <a:pos x="507" y="5113"/>
                  </a:cxn>
                  <a:cxn ang="0">
                    <a:pos x="483" y="4221"/>
                  </a:cxn>
                  <a:cxn ang="0">
                    <a:pos x="3868" y="13193"/>
                  </a:cxn>
                  <a:cxn ang="0">
                    <a:pos x="4226" y="13800"/>
                  </a:cxn>
                  <a:cxn ang="0">
                    <a:pos x="3706" y="14270"/>
                  </a:cxn>
                  <a:cxn ang="0">
                    <a:pos x="3139" y="13854"/>
                  </a:cxn>
                  <a:cxn ang="0">
                    <a:pos x="3436" y="13214"/>
                  </a:cxn>
                  <a:cxn ang="0">
                    <a:pos x="5725" y="15090"/>
                  </a:cxn>
                  <a:cxn ang="0">
                    <a:pos x="1624" y="15153"/>
                  </a:cxn>
                  <a:cxn ang="0">
                    <a:pos x="5640" y="15449"/>
                  </a:cxn>
                  <a:cxn ang="0">
                    <a:pos x="5600" y="15705"/>
                  </a:cxn>
                  <a:cxn ang="0">
                    <a:pos x="1659" y="15469"/>
                  </a:cxn>
                  <a:cxn ang="0">
                    <a:pos x="5722" y="16082"/>
                  </a:cxn>
                  <a:cxn ang="0">
                    <a:pos x="1613" y="16095"/>
                  </a:cxn>
                  <a:cxn ang="0">
                    <a:pos x="6707" y="2941"/>
                  </a:cxn>
                  <a:cxn ang="0">
                    <a:pos x="6895" y="3776"/>
                  </a:cxn>
                  <a:cxn ang="0">
                    <a:pos x="6669" y="4009"/>
                  </a:cxn>
                  <a:cxn ang="0">
                    <a:pos x="458" y="3861"/>
                  </a:cxn>
                  <a:cxn ang="0">
                    <a:pos x="544" y="2979"/>
                  </a:cxn>
                  <a:cxn ang="0">
                    <a:pos x="6787" y="1796"/>
                  </a:cxn>
                  <a:cxn ang="0">
                    <a:pos x="6874" y="2678"/>
                  </a:cxn>
                  <a:cxn ang="0">
                    <a:pos x="664" y="2827"/>
                  </a:cxn>
                  <a:cxn ang="0">
                    <a:pos x="438" y="2594"/>
                  </a:cxn>
                  <a:cxn ang="0">
                    <a:pos x="625" y="1758"/>
                  </a:cxn>
                  <a:cxn ang="0">
                    <a:pos x="6849" y="673"/>
                  </a:cxn>
                  <a:cxn ang="0">
                    <a:pos x="6826" y="1565"/>
                  </a:cxn>
                  <a:cxn ang="0">
                    <a:pos x="578" y="1617"/>
                  </a:cxn>
                  <a:cxn ang="0">
                    <a:pos x="446" y="750"/>
                  </a:cxn>
                </a:cxnLst>
                <a:rect l="0" t="0" r="r" b="b"/>
                <a:pathLst>
                  <a:path w="7333" h="17750">
                    <a:moveTo>
                      <a:pt x="152" y="0"/>
                    </a:moveTo>
                    <a:lnTo>
                      <a:pt x="7181" y="0"/>
                    </a:lnTo>
                    <a:lnTo>
                      <a:pt x="7196" y="1"/>
                    </a:lnTo>
                    <a:lnTo>
                      <a:pt x="7211" y="3"/>
                    </a:lnTo>
                    <a:lnTo>
                      <a:pt x="7225" y="7"/>
                    </a:lnTo>
                    <a:lnTo>
                      <a:pt x="7240" y="12"/>
                    </a:lnTo>
                    <a:lnTo>
                      <a:pt x="7253" y="19"/>
                    </a:lnTo>
                    <a:lnTo>
                      <a:pt x="7265" y="27"/>
                    </a:lnTo>
                    <a:lnTo>
                      <a:pt x="7277" y="36"/>
                    </a:lnTo>
                    <a:lnTo>
                      <a:pt x="7287" y="44"/>
                    </a:lnTo>
                    <a:lnTo>
                      <a:pt x="7297" y="55"/>
                    </a:lnTo>
                    <a:lnTo>
                      <a:pt x="7306" y="68"/>
                    </a:lnTo>
                    <a:lnTo>
                      <a:pt x="7314" y="80"/>
                    </a:lnTo>
                    <a:lnTo>
                      <a:pt x="7321" y="93"/>
                    </a:lnTo>
                    <a:lnTo>
                      <a:pt x="7325" y="108"/>
                    </a:lnTo>
                    <a:lnTo>
                      <a:pt x="7329" y="122"/>
                    </a:lnTo>
                    <a:lnTo>
                      <a:pt x="7332" y="138"/>
                    </a:lnTo>
                    <a:lnTo>
                      <a:pt x="7333" y="153"/>
                    </a:lnTo>
                    <a:lnTo>
                      <a:pt x="7333" y="17597"/>
                    </a:lnTo>
                    <a:lnTo>
                      <a:pt x="7332" y="17612"/>
                    </a:lnTo>
                    <a:lnTo>
                      <a:pt x="7329" y="17628"/>
                    </a:lnTo>
                    <a:lnTo>
                      <a:pt x="7325" y="17642"/>
                    </a:lnTo>
                    <a:lnTo>
                      <a:pt x="7321" y="17657"/>
                    </a:lnTo>
                    <a:lnTo>
                      <a:pt x="7314" y="17670"/>
                    </a:lnTo>
                    <a:lnTo>
                      <a:pt x="7306" y="17682"/>
                    </a:lnTo>
                    <a:lnTo>
                      <a:pt x="7297" y="17695"/>
                    </a:lnTo>
                    <a:lnTo>
                      <a:pt x="7287" y="17706"/>
                    </a:lnTo>
                    <a:lnTo>
                      <a:pt x="7277" y="17716"/>
                    </a:lnTo>
                    <a:lnTo>
                      <a:pt x="7265" y="17723"/>
                    </a:lnTo>
                    <a:lnTo>
                      <a:pt x="7253" y="17731"/>
                    </a:lnTo>
                    <a:lnTo>
                      <a:pt x="7240" y="17738"/>
                    </a:lnTo>
                    <a:lnTo>
                      <a:pt x="7225" y="17743"/>
                    </a:lnTo>
                    <a:lnTo>
                      <a:pt x="7211" y="17747"/>
                    </a:lnTo>
                    <a:lnTo>
                      <a:pt x="7196" y="17749"/>
                    </a:lnTo>
                    <a:lnTo>
                      <a:pt x="7181" y="17750"/>
                    </a:lnTo>
                    <a:lnTo>
                      <a:pt x="152" y="17750"/>
                    </a:lnTo>
                    <a:lnTo>
                      <a:pt x="136" y="17749"/>
                    </a:lnTo>
                    <a:lnTo>
                      <a:pt x="121" y="17747"/>
                    </a:lnTo>
                    <a:lnTo>
                      <a:pt x="106" y="17743"/>
                    </a:lnTo>
                    <a:lnTo>
                      <a:pt x="93" y="17738"/>
                    </a:lnTo>
                    <a:lnTo>
                      <a:pt x="80" y="17731"/>
                    </a:lnTo>
                    <a:lnTo>
                      <a:pt x="68" y="17723"/>
                    </a:lnTo>
                    <a:lnTo>
                      <a:pt x="55" y="17716"/>
                    </a:lnTo>
                    <a:lnTo>
                      <a:pt x="44" y="17706"/>
                    </a:lnTo>
                    <a:lnTo>
                      <a:pt x="34" y="17695"/>
                    </a:lnTo>
                    <a:lnTo>
                      <a:pt x="26" y="17682"/>
                    </a:lnTo>
                    <a:lnTo>
                      <a:pt x="19" y="17670"/>
                    </a:lnTo>
                    <a:lnTo>
                      <a:pt x="12" y="17657"/>
                    </a:lnTo>
                    <a:lnTo>
                      <a:pt x="7" y="17642"/>
                    </a:lnTo>
                    <a:lnTo>
                      <a:pt x="3" y="17628"/>
                    </a:lnTo>
                    <a:lnTo>
                      <a:pt x="1" y="17612"/>
                    </a:lnTo>
                    <a:lnTo>
                      <a:pt x="0" y="17597"/>
                    </a:lnTo>
                    <a:lnTo>
                      <a:pt x="0" y="153"/>
                    </a:lnTo>
                    <a:lnTo>
                      <a:pt x="1" y="138"/>
                    </a:lnTo>
                    <a:lnTo>
                      <a:pt x="3" y="122"/>
                    </a:lnTo>
                    <a:lnTo>
                      <a:pt x="7" y="108"/>
                    </a:lnTo>
                    <a:lnTo>
                      <a:pt x="12" y="93"/>
                    </a:lnTo>
                    <a:lnTo>
                      <a:pt x="19" y="80"/>
                    </a:lnTo>
                    <a:lnTo>
                      <a:pt x="26" y="68"/>
                    </a:lnTo>
                    <a:lnTo>
                      <a:pt x="34" y="55"/>
                    </a:lnTo>
                    <a:lnTo>
                      <a:pt x="44" y="44"/>
                    </a:lnTo>
                    <a:lnTo>
                      <a:pt x="55" y="36"/>
                    </a:lnTo>
                    <a:lnTo>
                      <a:pt x="68" y="27"/>
                    </a:lnTo>
                    <a:lnTo>
                      <a:pt x="80" y="19"/>
                    </a:lnTo>
                    <a:lnTo>
                      <a:pt x="93" y="12"/>
                    </a:lnTo>
                    <a:lnTo>
                      <a:pt x="106" y="7"/>
                    </a:lnTo>
                    <a:lnTo>
                      <a:pt x="121" y="3"/>
                    </a:lnTo>
                    <a:lnTo>
                      <a:pt x="136" y="1"/>
                    </a:lnTo>
                    <a:lnTo>
                      <a:pt x="152" y="0"/>
                    </a:lnTo>
                    <a:close/>
                    <a:moveTo>
                      <a:pt x="704" y="11207"/>
                    </a:moveTo>
                    <a:lnTo>
                      <a:pt x="6628" y="11207"/>
                    </a:lnTo>
                    <a:lnTo>
                      <a:pt x="6642" y="11207"/>
                    </a:lnTo>
                    <a:lnTo>
                      <a:pt x="6655" y="11208"/>
                    </a:lnTo>
                    <a:lnTo>
                      <a:pt x="6669" y="11209"/>
                    </a:lnTo>
                    <a:lnTo>
                      <a:pt x="6682" y="11211"/>
                    </a:lnTo>
                    <a:lnTo>
                      <a:pt x="6694" y="11215"/>
                    </a:lnTo>
                    <a:lnTo>
                      <a:pt x="6707" y="11218"/>
                    </a:lnTo>
                    <a:lnTo>
                      <a:pt x="6720" y="11221"/>
                    </a:lnTo>
                    <a:lnTo>
                      <a:pt x="6732" y="11226"/>
                    </a:lnTo>
                    <a:lnTo>
                      <a:pt x="6744" y="11231"/>
                    </a:lnTo>
                    <a:lnTo>
                      <a:pt x="6755" y="11237"/>
                    </a:lnTo>
                    <a:lnTo>
                      <a:pt x="6766" y="11242"/>
                    </a:lnTo>
                    <a:lnTo>
                      <a:pt x="6777" y="11249"/>
                    </a:lnTo>
                    <a:lnTo>
                      <a:pt x="6787" y="11256"/>
                    </a:lnTo>
                    <a:lnTo>
                      <a:pt x="6797" y="11263"/>
                    </a:lnTo>
                    <a:lnTo>
                      <a:pt x="6807" y="11271"/>
                    </a:lnTo>
                    <a:lnTo>
                      <a:pt x="6817" y="11279"/>
                    </a:lnTo>
                    <a:lnTo>
                      <a:pt x="6826" y="11288"/>
                    </a:lnTo>
                    <a:lnTo>
                      <a:pt x="6834" y="11297"/>
                    </a:lnTo>
                    <a:lnTo>
                      <a:pt x="6842" y="11307"/>
                    </a:lnTo>
                    <a:lnTo>
                      <a:pt x="6849" y="11316"/>
                    </a:lnTo>
                    <a:lnTo>
                      <a:pt x="6856" y="11327"/>
                    </a:lnTo>
                    <a:lnTo>
                      <a:pt x="6863" y="11337"/>
                    </a:lnTo>
                    <a:lnTo>
                      <a:pt x="6868" y="11348"/>
                    </a:lnTo>
                    <a:lnTo>
                      <a:pt x="6874" y="11358"/>
                    </a:lnTo>
                    <a:lnTo>
                      <a:pt x="6879" y="11370"/>
                    </a:lnTo>
                    <a:lnTo>
                      <a:pt x="6883" y="11381"/>
                    </a:lnTo>
                    <a:lnTo>
                      <a:pt x="6887" y="11392"/>
                    </a:lnTo>
                    <a:lnTo>
                      <a:pt x="6889" y="11404"/>
                    </a:lnTo>
                    <a:lnTo>
                      <a:pt x="6893" y="11417"/>
                    </a:lnTo>
                    <a:lnTo>
                      <a:pt x="6894" y="11429"/>
                    </a:lnTo>
                    <a:lnTo>
                      <a:pt x="6895" y="11442"/>
                    </a:lnTo>
                    <a:lnTo>
                      <a:pt x="6895" y="11454"/>
                    </a:lnTo>
                    <a:lnTo>
                      <a:pt x="6895" y="12041"/>
                    </a:lnTo>
                    <a:lnTo>
                      <a:pt x="6895" y="12054"/>
                    </a:lnTo>
                    <a:lnTo>
                      <a:pt x="6894" y="12067"/>
                    </a:lnTo>
                    <a:lnTo>
                      <a:pt x="6893" y="12079"/>
                    </a:lnTo>
                    <a:lnTo>
                      <a:pt x="6889" y="12091"/>
                    </a:lnTo>
                    <a:lnTo>
                      <a:pt x="6887" y="12103"/>
                    </a:lnTo>
                    <a:lnTo>
                      <a:pt x="6883" y="12115"/>
                    </a:lnTo>
                    <a:lnTo>
                      <a:pt x="6879" y="12127"/>
                    </a:lnTo>
                    <a:lnTo>
                      <a:pt x="6874" y="12138"/>
                    </a:lnTo>
                    <a:lnTo>
                      <a:pt x="6868" y="12149"/>
                    </a:lnTo>
                    <a:lnTo>
                      <a:pt x="6863" y="12160"/>
                    </a:lnTo>
                    <a:lnTo>
                      <a:pt x="6856" y="12170"/>
                    </a:lnTo>
                    <a:lnTo>
                      <a:pt x="6849" y="12180"/>
                    </a:lnTo>
                    <a:lnTo>
                      <a:pt x="6842" y="12190"/>
                    </a:lnTo>
                    <a:lnTo>
                      <a:pt x="6834" y="12199"/>
                    </a:lnTo>
                    <a:lnTo>
                      <a:pt x="6826" y="12208"/>
                    </a:lnTo>
                    <a:lnTo>
                      <a:pt x="6817" y="12216"/>
                    </a:lnTo>
                    <a:lnTo>
                      <a:pt x="6807" y="12224"/>
                    </a:lnTo>
                    <a:lnTo>
                      <a:pt x="6797" y="12232"/>
                    </a:lnTo>
                    <a:lnTo>
                      <a:pt x="6787" y="12240"/>
                    </a:lnTo>
                    <a:lnTo>
                      <a:pt x="6777" y="12246"/>
                    </a:lnTo>
                    <a:lnTo>
                      <a:pt x="6766" y="12253"/>
                    </a:lnTo>
                    <a:lnTo>
                      <a:pt x="6755" y="12260"/>
                    </a:lnTo>
                    <a:lnTo>
                      <a:pt x="6744" y="12265"/>
                    </a:lnTo>
                    <a:lnTo>
                      <a:pt x="6732" y="12270"/>
                    </a:lnTo>
                    <a:lnTo>
                      <a:pt x="6720" y="12274"/>
                    </a:lnTo>
                    <a:lnTo>
                      <a:pt x="6707" y="12279"/>
                    </a:lnTo>
                    <a:lnTo>
                      <a:pt x="6694" y="12282"/>
                    </a:lnTo>
                    <a:lnTo>
                      <a:pt x="6682" y="12284"/>
                    </a:lnTo>
                    <a:lnTo>
                      <a:pt x="6669" y="12286"/>
                    </a:lnTo>
                    <a:lnTo>
                      <a:pt x="6655" y="12287"/>
                    </a:lnTo>
                    <a:lnTo>
                      <a:pt x="6642" y="12289"/>
                    </a:lnTo>
                    <a:lnTo>
                      <a:pt x="6628" y="12290"/>
                    </a:lnTo>
                    <a:lnTo>
                      <a:pt x="704" y="12290"/>
                    </a:lnTo>
                    <a:lnTo>
                      <a:pt x="691" y="12289"/>
                    </a:lnTo>
                    <a:lnTo>
                      <a:pt x="678" y="12287"/>
                    </a:lnTo>
                    <a:lnTo>
                      <a:pt x="664" y="12286"/>
                    </a:lnTo>
                    <a:lnTo>
                      <a:pt x="651" y="12284"/>
                    </a:lnTo>
                    <a:lnTo>
                      <a:pt x="638" y="12282"/>
                    </a:lnTo>
                    <a:lnTo>
                      <a:pt x="625" y="12279"/>
                    </a:lnTo>
                    <a:lnTo>
                      <a:pt x="613" y="12274"/>
                    </a:lnTo>
                    <a:lnTo>
                      <a:pt x="601" y="12270"/>
                    </a:lnTo>
                    <a:lnTo>
                      <a:pt x="589" y="12265"/>
                    </a:lnTo>
                    <a:lnTo>
                      <a:pt x="578" y="12260"/>
                    </a:lnTo>
                    <a:lnTo>
                      <a:pt x="566" y="12253"/>
                    </a:lnTo>
                    <a:lnTo>
                      <a:pt x="556" y="12246"/>
                    </a:lnTo>
                    <a:lnTo>
                      <a:pt x="544" y="12240"/>
                    </a:lnTo>
                    <a:lnTo>
                      <a:pt x="534" y="12232"/>
                    </a:lnTo>
                    <a:lnTo>
                      <a:pt x="524" y="12224"/>
                    </a:lnTo>
                    <a:lnTo>
                      <a:pt x="516" y="12216"/>
                    </a:lnTo>
                    <a:lnTo>
                      <a:pt x="507" y="12208"/>
                    </a:lnTo>
                    <a:lnTo>
                      <a:pt x="498" y="12199"/>
                    </a:lnTo>
                    <a:lnTo>
                      <a:pt x="490" y="12190"/>
                    </a:lnTo>
                    <a:lnTo>
                      <a:pt x="483" y="12180"/>
                    </a:lnTo>
                    <a:lnTo>
                      <a:pt x="476" y="12170"/>
                    </a:lnTo>
                    <a:lnTo>
                      <a:pt x="469" y="12160"/>
                    </a:lnTo>
                    <a:lnTo>
                      <a:pt x="463" y="12149"/>
                    </a:lnTo>
                    <a:lnTo>
                      <a:pt x="458" y="12138"/>
                    </a:lnTo>
                    <a:lnTo>
                      <a:pt x="454" y="12127"/>
                    </a:lnTo>
                    <a:lnTo>
                      <a:pt x="449" y="12115"/>
                    </a:lnTo>
                    <a:lnTo>
                      <a:pt x="446" y="12103"/>
                    </a:lnTo>
                    <a:lnTo>
                      <a:pt x="442" y="12091"/>
                    </a:lnTo>
                    <a:lnTo>
                      <a:pt x="440" y="12079"/>
                    </a:lnTo>
                    <a:lnTo>
                      <a:pt x="439" y="12067"/>
                    </a:lnTo>
                    <a:lnTo>
                      <a:pt x="438" y="12054"/>
                    </a:lnTo>
                    <a:lnTo>
                      <a:pt x="437" y="12041"/>
                    </a:lnTo>
                    <a:lnTo>
                      <a:pt x="437" y="11454"/>
                    </a:lnTo>
                    <a:lnTo>
                      <a:pt x="438" y="11442"/>
                    </a:lnTo>
                    <a:lnTo>
                      <a:pt x="439" y="11429"/>
                    </a:lnTo>
                    <a:lnTo>
                      <a:pt x="440" y="11417"/>
                    </a:lnTo>
                    <a:lnTo>
                      <a:pt x="442" y="11404"/>
                    </a:lnTo>
                    <a:lnTo>
                      <a:pt x="446" y="11392"/>
                    </a:lnTo>
                    <a:lnTo>
                      <a:pt x="449" y="11381"/>
                    </a:lnTo>
                    <a:lnTo>
                      <a:pt x="454" y="11370"/>
                    </a:lnTo>
                    <a:lnTo>
                      <a:pt x="458" y="11358"/>
                    </a:lnTo>
                    <a:lnTo>
                      <a:pt x="463" y="11348"/>
                    </a:lnTo>
                    <a:lnTo>
                      <a:pt x="469" y="11337"/>
                    </a:lnTo>
                    <a:lnTo>
                      <a:pt x="476" y="11327"/>
                    </a:lnTo>
                    <a:lnTo>
                      <a:pt x="483" y="11316"/>
                    </a:lnTo>
                    <a:lnTo>
                      <a:pt x="490" y="11307"/>
                    </a:lnTo>
                    <a:lnTo>
                      <a:pt x="498" y="11297"/>
                    </a:lnTo>
                    <a:lnTo>
                      <a:pt x="507" y="11288"/>
                    </a:lnTo>
                    <a:lnTo>
                      <a:pt x="516" y="11279"/>
                    </a:lnTo>
                    <a:lnTo>
                      <a:pt x="524" y="11271"/>
                    </a:lnTo>
                    <a:lnTo>
                      <a:pt x="534" y="11263"/>
                    </a:lnTo>
                    <a:lnTo>
                      <a:pt x="544" y="11256"/>
                    </a:lnTo>
                    <a:lnTo>
                      <a:pt x="556" y="11249"/>
                    </a:lnTo>
                    <a:lnTo>
                      <a:pt x="566" y="11242"/>
                    </a:lnTo>
                    <a:lnTo>
                      <a:pt x="578" y="11237"/>
                    </a:lnTo>
                    <a:lnTo>
                      <a:pt x="589" y="11231"/>
                    </a:lnTo>
                    <a:lnTo>
                      <a:pt x="601" y="11226"/>
                    </a:lnTo>
                    <a:lnTo>
                      <a:pt x="613" y="11221"/>
                    </a:lnTo>
                    <a:lnTo>
                      <a:pt x="625" y="11218"/>
                    </a:lnTo>
                    <a:lnTo>
                      <a:pt x="638" y="11215"/>
                    </a:lnTo>
                    <a:lnTo>
                      <a:pt x="651" y="11211"/>
                    </a:lnTo>
                    <a:lnTo>
                      <a:pt x="664" y="11209"/>
                    </a:lnTo>
                    <a:lnTo>
                      <a:pt x="678" y="11208"/>
                    </a:lnTo>
                    <a:lnTo>
                      <a:pt x="691" y="11207"/>
                    </a:lnTo>
                    <a:lnTo>
                      <a:pt x="704" y="11207"/>
                    </a:lnTo>
                    <a:close/>
                    <a:moveTo>
                      <a:pt x="704" y="10024"/>
                    </a:moveTo>
                    <a:lnTo>
                      <a:pt x="6628" y="10024"/>
                    </a:lnTo>
                    <a:lnTo>
                      <a:pt x="6642" y="10024"/>
                    </a:lnTo>
                    <a:lnTo>
                      <a:pt x="6655" y="10025"/>
                    </a:lnTo>
                    <a:lnTo>
                      <a:pt x="6669" y="10027"/>
                    </a:lnTo>
                    <a:lnTo>
                      <a:pt x="6682" y="10029"/>
                    </a:lnTo>
                    <a:lnTo>
                      <a:pt x="6694" y="10032"/>
                    </a:lnTo>
                    <a:lnTo>
                      <a:pt x="6707" y="10035"/>
                    </a:lnTo>
                    <a:lnTo>
                      <a:pt x="6720" y="10039"/>
                    </a:lnTo>
                    <a:lnTo>
                      <a:pt x="6732" y="10043"/>
                    </a:lnTo>
                    <a:lnTo>
                      <a:pt x="6744" y="10049"/>
                    </a:lnTo>
                    <a:lnTo>
                      <a:pt x="6755" y="10054"/>
                    </a:lnTo>
                    <a:lnTo>
                      <a:pt x="6766" y="10060"/>
                    </a:lnTo>
                    <a:lnTo>
                      <a:pt x="6777" y="10066"/>
                    </a:lnTo>
                    <a:lnTo>
                      <a:pt x="6787" y="10073"/>
                    </a:lnTo>
                    <a:lnTo>
                      <a:pt x="6797" y="10081"/>
                    </a:lnTo>
                    <a:lnTo>
                      <a:pt x="6807" y="10089"/>
                    </a:lnTo>
                    <a:lnTo>
                      <a:pt x="6817" y="10096"/>
                    </a:lnTo>
                    <a:lnTo>
                      <a:pt x="6826" y="10105"/>
                    </a:lnTo>
                    <a:lnTo>
                      <a:pt x="6834" y="10114"/>
                    </a:lnTo>
                    <a:lnTo>
                      <a:pt x="6842" y="10124"/>
                    </a:lnTo>
                    <a:lnTo>
                      <a:pt x="6849" y="10134"/>
                    </a:lnTo>
                    <a:lnTo>
                      <a:pt x="6856" y="10144"/>
                    </a:lnTo>
                    <a:lnTo>
                      <a:pt x="6863" y="10154"/>
                    </a:lnTo>
                    <a:lnTo>
                      <a:pt x="6868" y="10165"/>
                    </a:lnTo>
                    <a:lnTo>
                      <a:pt x="6874" y="10175"/>
                    </a:lnTo>
                    <a:lnTo>
                      <a:pt x="6879" y="10187"/>
                    </a:lnTo>
                    <a:lnTo>
                      <a:pt x="6883" y="10198"/>
                    </a:lnTo>
                    <a:lnTo>
                      <a:pt x="6887" y="10211"/>
                    </a:lnTo>
                    <a:lnTo>
                      <a:pt x="6889" y="10222"/>
                    </a:lnTo>
                    <a:lnTo>
                      <a:pt x="6893" y="10234"/>
                    </a:lnTo>
                    <a:lnTo>
                      <a:pt x="6894" y="10246"/>
                    </a:lnTo>
                    <a:lnTo>
                      <a:pt x="6895" y="10260"/>
                    </a:lnTo>
                    <a:lnTo>
                      <a:pt x="6895" y="10272"/>
                    </a:lnTo>
                    <a:lnTo>
                      <a:pt x="6895" y="10859"/>
                    </a:lnTo>
                    <a:lnTo>
                      <a:pt x="6895" y="10872"/>
                    </a:lnTo>
                    <a:lnTo>
                      <a:pt x="6894" y="10884"/>
                    </a:lnTo>
                    <a:lnTo>
                      <a:pt x="6893" y="10896"/>
                    </a:lnTo>
                    <a:lnTo>
                      <a:pt x="6889" y="10908"/>
                    </a:lnTo>
                    <a:lnTo>
                      <a:pt x="6887" y="10921"/>
                    </a:lnTo>
                    <a:lnTo>
                      <a:pt x="6883" y="10933"/>
                    </a:lnTo>
                    <a:lnTo>
                      <a:pt x="6879" y="10944"/>
                    </a:lnTo>
                    <a:lnTo>
                      <a:pt x="6874" y="10955"/>
                    </a:lnTo>
                    <a:lnTo>
                      <a:pt x="6868" y="10966"/>
                    </a:lnTo>
                    <a:lnTo>
                      <a:pt x="6863" y="10977"/>
                    </a:lnTo>
                    <a:lnTo>
                      <a:pt x="6856" y="10987"/>
                    </a:lnTo>
                    <a:lnTo>
                      <a:pt x="6849" y="10997"/>
                    </a:lnTo>
                    <a:lnTo>
                      <a:pt x="6842" y="11007"/>
                    </a:lnTo>
                    <a:lnTo>
                      <a:pt x="6834" y="11016"/>
                    </a:lnTo>
                    <a:lnTo>
                      <a:pt x="6826" y="11025"/>
                    </a:lnTo>
                    <a:lnTo>
                      <a:pt x="6817" y="11034"/>
                    </a:lnTo>
                    <a:lnTo>
                      <a:pt x="6807" y="11043"/>
                    </a:lnTo>
                    <a:lnTo>
                      <a:pt x="6797" y="11050"/>
                    </a:lnTo>
                    <a:lnTo>
                      <a:pt x="6787" y="11057"/>
                    </a:lnTo>
                    <a:lnTo>
                      <a:pt x="6777" y="11064"/>
                    </a:lnTo>
                    <a:lnTo>
                      <a:pt x="6766" y="11070"/>
                    </a:lnTo>
                    <a:lnTo>
                      <a:pt x="6755" y="11077"/>
                    </a:lnTo>
                    <a:lnTo>
                      <a:pt x="6744" y="11083"/>
                    </a:lnTo>
                    <a:lnTo>
                      <a:pt x="6732" y="11087"/>
                    </a:lnTo>
                    <a:lnTo>
                      <a:pt x="6720" y="11092"/>
                    </a:lnTo>
                    <a:lnTo>
                      <a:pt x="6707" y="11096"/>
                    </a:lnTo>
                    <a:lnTo>
                      <a:pt x="6694" y="11099"/>
                    </a:lnTo>
                    <a:lnTo>
                      <a:pt x="6682" y="11102"/>
                    </a:lnTo>
                    <a:lnTo>
                      <a:pt x="6669" y="11104"/>
                    </a:lnTo>
                    <a:lnTo>
                      <a:pt x="6655" y="11106"/>
                    </a:lnTo>
                    <a:lnTo>
                      <a:pt x="6642" y="11106"/>
                    </a:lnTo>
                    <a:lnTo>
                      <a:pt x="6628" y="11107"/>
                    </a:lnTo>
                    <a:lnTo>
                      <a:pt x="704" y="11107"/>
                    </a:lnTo>
                    <a:lnTo>
                      <a:pt x="691" y="11106"/>
                    </a:lnTo>
                    <a:lnTo>
                      <a:pt x="678" y="11106"/>
                    </a:lnTo>
                    <a:lnTo>
                      <a:pt x="664" y="11104"/>
                    </a:lnTo>
                    <a:lnTo>
                      <a:pt x="651" y="11102"/>
                    </a:lnTo>
                    <a:lnTo>
                      <a:pt x="638" y="11099"/>
                    </a:lnTo>
                    <a:lnTo>
                      <a:pt x="625" y="11096"/>
                    </a:lnTo>
                    <a:lnTo>
                      <a:pt x="613" y="11092"/>
                    </a:lnTo>
                    <a:lnTo>
                      <a:pt x="601" y="11087"/>
                    </a:lnTo>
                    <a:lnTo>
                      <a:pt x="589" y="11083"/>
                    </a:lnTo>
                    <a:lnTo>
                      <a:pt x="578" y="11077"/>
                    </a:lnTo>
                    <a:lnTo>
                      <a:pt x="566" y="11070"/>
                    </a:lnTo>
                    <a:lnTo>
                      <a:pt x="556" y="11064"/>
                    </a:lnTo>
                    <a:lnTo>
                      <a:pt x="544" y="11057"/>
                    </a:lnTo>
                    <a:lnTo>
                      <a:pt x="534" y="11050"/>
                    </a:lnTo>
                    <a:lnTo>
                      <a:pt x="524" y="11043"/>
                    </a:lnTo>
                    <a:lnTo>
                      <a:pt x="516" y="11034"/>
                    </a:lnTo>
                    <a:lnTo>
                      <a:pt x="507" y="11025"/>
                    </a:lnTo>
                    <a:lnTo>
                      <a:pt x="498" y="11016"/>
                    </a:lnTo>
                    <a:lnTo>
                      <a:pt x="490" y="11007"/>
                    </a:lnTo>
                    <a:lnTo>
                      <a:pt x="483" y="10997"/>
                    </a:lnTo>
                    <a:lnTo>
                      <a:pt x="476" y="10987"/>
                    </a:lnTo>
                    <a:lnTo>
                      <a:pt x="469" y="10977"/>
                    </a:lnTo>
                    <a:lnTo>
                      <a:pt x="463" y="10966"/>
                    </a:lnTo>
                    <a:lnTo>
                      <a:pt x="458" y="10955"/>
                    </a:lnTo>
                    <a:lnTo>
                      <a:pt x="454" y="10944"/>
                    </a:lnTo>
                    <a:lnTo>
                      <a:pt x="449" y="10933"/>
                    </a:lnTo>
                    <a:lnTo>
                      <a:pt x="446" y="10921"/>
                    </a:lnTo>
                    <a:lnTo>
                      <a:pt x="442" y="10908"/>
                    </a:lnTo>
                    <a:lnTo>
                      <a:pt x="440" y="10896"/>
                    </a:lnTo>
                    <a:lnTo>
                      <a:pt x="439" y="10884"/>
                    </a:lnTo>
                    <a:lnTo>
                      <a:pt x="438" y="10872"/>
                    </a:lnTo>
                    <a:lnTo>
                      <a:pt x="437" y="10859"/>
                    </a:lnTo>
                    <a:lnTo>
                      <a:pt x="437" y="10272"/>
                    </a:lnTo>
                    <a:lnTo>
                      <a:pt x="438" y="10260"/>
                    </a:lnTo>
                    <a:lnTo>
                      <a:pt x="439" y="10246"/>
                    </a:lnTo>
                    <a:lnTo>
                      <a:pt x="440" y="10234"/>
                    </a:lnTo>
                    <a:lnTo>
                      <a:pt x="442" y="10222"/>
                    </a:lnTo>
                    <a:lnTo>
                      <a:pt x="446" y="10211"/>
                    </a:lnTo>
                    <a:lnTo>
                      <a:pt x="449" y="10198"/>
                    </a:lnTo>
                    <a:lnTo>
                      <a:pt x="454" y="10187"/>
                    </a:lnTo>
                    <a:lnTo>
                      <a:pt x="458" y="10175"/>
                    </a:lnTo>
                    <a:lnTo>
                      <a:pt x="463" y="10165"/>
                    </a:lnTo>
                    <a:lnTo>
                      <a:pt x="469" y="10154"/>
                    </a:lnTo>
                    <a:lnTo>
                      <a:pt x="476" y="10144"/>
                    </a:lnTo>
                    <a:lnTo>
                      <a:pt x="483" y="10134"/>
                    </a:lnTo>
                    <a:lnTo>
                      <a:pt x="490" y="10124"/>
                    </a:lnTo>
                    <a:lnTo>
                      <a:pt x="498" y="10114"/>
                    </a:lnTo>
                    <a:lnTo>
                      <a:pt x="507" y="10105"/>
                    </a:lnTo>
                    <a:lnTo>
                      <a:pt x="516" y="10096"/>
                    </a:lnTo>
                    <a:lnTo>
                      <a:pt x="524" y="10089"/>
                    </a:lnTo>
                    <a:lnTo>
                      <a:pt x="534" y="10081"/>
                    </a:lnTo>
                    <a:lnTo>
                      <a:pt x="544" y="10073"/>
                    </a:lnTo>
                    <a:lnTo>
                      <a:pt x="556" y="10066"/>
                    </a:lnTo>
                    <a:lnTo>
                      <a:pt x="566" y="10060"/>
                    </a:lnTo>
                    <a:lnTo>
                      <a:pt x="578" y="10054"/>
                    </a:lnTo>
                    <a:lnTo>
                      <a:pt x="589" y="10049"/>
                    </a:lnTo>
                    <a:lnTo>
                      <a:pt x="601" y="10043"/>
                    </a:lnTo>
                    <a:lnTo>
                      <a:pt x="613" y="10039"/>
                    </a:lnTo>
                    <a:lnTo>
                      <a:pt x="625" y="10035"/>
                    </a:lnTo>
                    <a:lnTo>
                      <a:pt x="638" y="10032"/>
                    </a:lnTo>
                    <a:lnTo>
                      <a:pt x="651" y="10029"/>
                    </a:lnTo>
                    <a:lnTo>
                      <a:pt x="664" y="10027"/>
                    </a:lnTo>
                    <a:lnTo>
                      <a:pt x="678" y="10025"/>
                    </a:lnTo>
                    <a:lnTo>
                      <a:pt x="691" y="10024"/>
                    </a:lnTo>
                    <a:lnTo>
                      <a:pt x="704" y="10024"/>
                    </a:lnTo>
                    <a:close/>
                    <a:moveTo>
                      <a:pt x="704" y="8842"/>
                    </a:moveTo>
                    <a:lnTo>
                      <a:pt x="6628" y="8842"/>
                    </a:lnTo>
                    <a:lnTo>
                      <a:pt x="6642" y="8842"/>
                    </a:lnTo>
                    <a:lnTo>
                      <a:pt x="6655" y="8843"/>
                    </a:lnTo>
                    <a:lnTo>
                      <a:pt x="6669" y="8845"/>
                    </a:lnTo>
                    <a:lnTo>
                      <a:pt x="6682" y="8846"/>
                    </a:lnTo>
                    <a:lnTo>
                      <a:pt x="6694" y="8849"/>
                    </a:lnTo>
                    <a:lnTo>
                      <a:pt x="6707" y="8853"/>
                    </a:lnTo>
                    <a:lnTo>
                      <a:pt x="6720" y="8857"/>
                    </a:lnTo>
                    <a:lnTo>
                      <a:pt x="6732" y="8862"/>
                    </a:lnTo>
                    <a:lnTo>
                      <a:pt x="6744" y="8866"/>
                    </a:lnTo>
                    <a:lnTo>
                      <a:pt x="6755" y="8872"/>
                    </a:lnTo>
                    <a:lnTo>
                      <a:pt x="6766" y="8877"/>
                    </a:lnTo>
                    <a:lnTo>
                      <a:pt x="6777" y="8884"/>
                    </a:lnTo>
                    <a:lnTo>
                      <a:pt x="6787" y="8891"/>
                    </a:lnTo>
                    <a:lnTo>
                      <a:pt x="6797" y="8898"/>
                    </a:lnTo>
                    <a:lnTo>
                      <a:pt x="6807" y="8906"/>
                    </a:lnTo>
                    <a:lnTo>
                      <a:pt x="6817" y="8915"/>
                    </a:lnTo>
                    <a:lnTo>
                      <a:pt x="6826" y="8923"/>
                    </a:lnTo>
                    <a:lnTo>
                      <a:pt x="6834" y="8932"/>
                    </a:lnTo>
                    <a:lnTo>
                      <a:pt x="6842" y="8942"/>
                    </a:lnTo>
                    <a:lnTo>
                      <a:pt x="6849" y="8952"/>
                    </a:lnTo>
                    <a:lnTo>
                      <a:pt x="6856" y="8962"/>
                    </a:lnTo>
                    <a:lnTo>
                      <a:pt x="6863" y="8972"/>
                    </a:lnTo>
                    <a:lnTo>
                      <a:pt x="6868" y="8983"/>
                    </a:lnTo>
                    <a:lnTo>
                      <a:pt x="6874" y="8994"/>
                    </a:lnTo>
                    <a:lnTo>
                      <a:pt x="6879" y="9005"/>
                    </a:lnTo>
                    <a:lnTo>
                      <a:pt x="6883" y="9016"/>
                    </a:lnTo>
                    <a:lnTo>
                      <a:pt x="6887" y="9028"/>
                    </a:lnTo>
                    <a:lnTo>
                      <a:pt x="6889" y="9039"/>
                    </a:lnTo>
                    <a:lnTo>
                      <a:pt x="6893" y="9051"/>
                    </a:lnTo>
                    <a:lnTo>
                      <a:pt x="6894" y="9065"/>
                    </a:lnTo>
                    <a:lnTo>
                      <a:pt x="6895" y="9077"/>
                    </a:lnTo>
                    <a:lnTo>
                      <a:pt x="6895" y="9089"/>
                    </a:lnTo>
                    <a:lnTo>
                      <a:pt x="6895" y="9676"/>
                    </a:lnTo>
                    <a:lnTo>
                      <a:pt x="6895" y="9689"/>
                    </a:lnTo>
                    <a:lnTo>
                      <a:pt x="6894" y="9701"/>
                    </a:lnTo>
                    <a:lnTo>
                      <a:pt x="6893" y="9714"/>
                    </a:lnTo>
                    <a:lnTo>
                      <a:pt x="6889" y="9726"/>
                    </a:lnTo>
                    <a:lnTo>
                      <a:pt x="6887" y="9738"/>
                    </a:lnTo>
                    <a:lnTo>
                      <a:pt x="6883" y="9750"/>
                    </a:lnTo>
                    <a:lnTo>
                      <a:pt x="6879" y="9761"/>
                    </a:lnTo>
                    <a:lnTo>
                      <a:pt x="6874" y="9772"/>
                    </a:lnTo>
                    <a:lnTo>
                      <a:pt x="6868" y="9784"/>
                    </a:lnTo>
                    <a:lnTo>
                      <a:pt x="6863" y="9795"/>
                    </a:lnTo>
                    <a:lnTo>
                      <a:pt x="6856" y="9805"/>
                    </a:lnTo>
                    <a:lnTo>
                      <a:pt x="6849" y="9815"/>
                    </a:lnTo>
                    <a:lnTo>
                      <a:pt x="6842" y="9825"/>
                    </a:lnTo>
                    <a:lnTo>
                      <a:pt x="6834" y="9834"/>
                    </a:lnTo>
                    <a:lnTo>
                      <a:pt x="6826" y="9842"/>
                    </a:lnTo>
                    <a:lnTo>
                      <a:pt x="6817" y="9851"/>
                    </a:lnTo>
                    <a:lnTo>
                      <a:pt x="6807" y="9860"/>
                    </a:lnTo>
                    <a:lnTo>
                      <a:pt x="6797" y="9868"/>
                    </a:lnTo>
                    <a:lnTo>
                      <a:pt x="6787" y="9875"/>
                    </a:lnTo>
                    <a:lnTo>
                      <a:pt x="6777" y="9882"/>
                    </a:lnTo>
                    <a:lnTo>
                      <a:pt x="6766" y="9888"/>
                    </a:lnTo>
                    <a:lnTo>
                      <a:pt x="6755" y="9895"/>
                    </a:lnTo>
                    <a:lnTo>
                      <a:pt x="6744" y="9900"/>
                    </a:lnTo>
                    <a:lnTo>
                      <a:pt x="6732" y="9905"/>
                    </a:lnTo>
                    <a:lnTo>
                      <a:pt x="6720" y="9909"/>
                    </a:lnTo>
                    <a:lnTo>
                      <a:pt x="6707" y="9913"/>
                    </a:lnTo>
                    <a:lnTo>
                      <a:pt x="6694" y="9917"/>
                    </a:lnTo>
                    <a:lnTo>
                      <a:pt x="6682" y="9919"/>
                    </a:lnTo>
                    <a:lnTo>
                      <a:pt x="6669" y="9921"/>
                    </a:lnTo>
                    <a:lnTo>
                      <a:pt x="6655" y="9923"/>
                    </a:lnTo>
                    <a:lnTo>
                      <a:pt x="6642" y="9924"/>
                    </a:lnTo>
                    <a:lnTo>
                      <a:pt x="6628" y="9924"/>
                    </a:lnTo>
                    <a:lnTo>
                      <a:pt x="704" y="9924"/>
                    </a:lnTo>
                    <a:lnTo>
                      <a:pt x="691" y="9924"/>
                    </a:lnTo>
                    <a:lnTo>
                      <a:pt x="678" y="9923"/>
                    </a:lnTo>
                    <a:lnTo>
                      <a:pt x="664" y="9921"/>
                    </a:lnTo>
                    <a:lnTo>
                      <a:pt x="651" y="9919"/>
                    </a:lnTo>
                    <a:lnTo>
                      <a:pt x="638" y="9917"/>
                    </a:lnTo>
                    <a:lnTo>
                      <a:pt x="625" y="9913"/>
                    </a:lnTo>
                    <a:lnTo>
                      <a:pt x="613" y="9909"/>
                    </a:lnTo>
                    <a:lnTo>
                      <a:pt x="601" y="9905"/>
                    </a:lnTo>
                    <a:lnTo>
                      <a:pt x="589" y="9900"/>
                    </a:lnTo>
                    <a:lnTo>
                      <a:pt x="578" y="9895"/>
                    </a:lnTo>
                    <a:lnTo>
                      <a:pt x="566" y="9888"/>
                    </a:lnTo>
                    <a:lnTo>
                      <a:pt x="556" y="9882"/>
                    </a:lnTo>
                    <a:lnTo>
                      <a:pt x="544" y="9875"/>
                    </a:lnTo>
                    <a:lnTo>
                      <a:pt x="534" y="9868"/>
                    </a:lnTo>
                    <a:lnTo>
                      <a:pt x="524" y="9860"/>
                    </a:lnTo>
                    <a:lnTo>
                      <a:pt x="516" y="9851"/>
                    </a:lnTo>
                    <a:lnTo>
                      <a:pt x="507" y="9842"/>
                    </a:lnTo>
                    <a:lnTo>
                      <a:pt x="498" y="9834"/>
                    </a:lnTo>
                    <a:lnTo>
                      <a:pt x="490" y="9825"/>
                    </a:lnTo>
                    <a:lnTo>
                      <a:pt x="483" y="9815"/>
                    </a:lnTo>
                    <a:lnTo>
                      <a:pt x="476" y="9805"/>
                    </a:lnTo>
                    <a:lnTo>
                      <a:pt x="469" y="9795"/>
                    </a:lnTo>
                    <a:lnTo>
                      <a:pt x="463" y="9784"/>
                    </a:lnTo>
                    <a:lnTo>
                      <a:pt x="458" y="9772"/>
                    </a:lnTo>
                    <a:lnTo>
                      <a:pt x="454" y="9761"/>
                    </a:lnTo>
                    <a:lnTo>
                      <a:pt x="449" y="9750"/>
                    </a:lnTo>
                    <a:lnTo>
                      <a:pt x="446" y="9738"/>
                    </a:lnTo>
                    <a:lnTo>
                      <a:pt x="442" y="9726"/>
                    </a:lnTo>
                    <a:lnTo>
                      <a:pt x="440" y="9714"/>
                    </a:lnTo>
                    <a:lnTo>
                      <a:pt x="439" y="9701"/>
                    </a:lnTo>
                    <a:lnTo>
                      <a:pt x="438" y="9689"/>
                    </a:lnTo>
                    <a:lnTo>
                      <a:pt x="437" y="9676"/>
                    </a:lnTo>
                    <a:lnTo>
                      <a:pt x="437" y="9089"/>
                    </a:lnTo>
                    <a:lnTo>
                      <a:pt x="438" y="9077"/>
                    </a:lnTo>
                    <a:lnTo>
                      <a:pt x="439" y="9065"/>
                    </a:lnTo>
                    <a:lnTo>
                      <a:pt x="440" y="9051"/>
                    </a:lnTo>
                    <a:lnTo>
                      <a:pt x="442" y="9039"/>
                    </a:lnTo>
                    <a:lnTo>
                      <a:pt x="446" y="9028"/>
                    </a:lnTo>
                    <a:lnTo>
                      <a:pt x="449" y="9016"/>
                    </a:lnTo>
                    <a:lnTo>
                      <a:pt x="454" y="9005"/>
                    </a:lnTo>
                    <a:lnTo>
                      <a:pt x="458" y="8994"/>
                    </a:lnTo>
                    <a:lnTo>
                      <a:pt x="463" y="8983"/>
                    </a:lnTo>
                    <a:lnTo>
                      <a:pt x="469" y="8972"/>
                    </a:lnTo>
                    <a:lnTo>
                      <a:pt x="476" y="8962"/>
                    </a:lnTo>
                    <a:lnTo>
                      <a:pt x="483" y="8952"/>
                    </a:lnTo>
                    <a:lnTo>
                      <a:pt x="490" y="8942"/>
                    </a:lnTo>
                    <a:lnTo>
                      <a:pt x="498" y="8932"/>
                    </a:lnTo>
                    <a:lnTo>
                      <a:pt x="507" y="8923"/>
                    </a:lnTo>
                    <a:lnTo>
                      <a:pt x="516" y="8915"/>
                    </a:lnTo>
                    <a:lnTo>
                      <a:pt x="524" y="8906"/>
                    </a:lnTo>
                    <a:lnTo>
                      <a:pt x="534" y="8898"/>
                    </a:lnTo>
                    <a:lnTo>
                      <a:pt x="544" y="8891"/>
                    </a:lnTo>
                    <a:lnTo>
                      <a:pt x="556" y="8884"/>
                    </a:lnTo>
                    <a:lnTo>
                      <a:pt x="566" y="8877"/>
                    </a:lnTo>
                    <a:lnTo>
                      <a:pt x="578" y="8872"/>
                    </a:lnTo>
                    <a:lnTo>
                      <a:pt x="589" y="8866"/>
                    </a:lnTo>
                    <a:lnTo>
                      <a:pt x="601" y="8862"/>
                    </a:lnTo>
                    <a:lnTo>
                      <a:pt x="613" y="8857"/>
                    </a:lnTo>
                    <a:lnTo>
                      <a:pt x="625" y="8853"/>
                    </a:lnTo>
                    <a:lnTo>
                      <a:pt x="638" y="8849"/>
                    </a:lnTo>
                    <a:lnTo>
                      <a:pt x="651" y="8846"/>
                    </a:lnTo>
                    <a:lnTo>
                      <a:pt x="664" y="8845"/>
                    </a:lnTo>
                    <a:lnTo>
                      <a:pt x="678" y="8843"/>
                    </a:lnTo>
                    <a:lnTo>
                      <a:pt x="691" y="8842"/>
                    </a:lnTo>
                    <a:lnTo>
                      <a:pt x="704" y="8842"/>
                    </a:lnTo>
                    <a:close/>
                    <a:moveTo>
                      <a:pt x="704" y="7659"/>
                    </a:moveTo>
                    <a:lnTo>
                      <a:pt x="6628" y="7659"/>
                    </a:lnTo>
                    <a:lnTo>
                      <a:pt x="6642" y="7659"/>
                    </a:lnTo>
                    <a:lnTo>
                      <a:pt x="6655" y="7660"/>
                    </a:lnTo>
                    <a:lnTo>
                      <a:pt x="6669" y="7662"/>
                    </a:lnTo>
                    <a:lnTo>
                      <a:pt x="6682" y="7665"/>
                    </a:lnTo>
                    <a:lnTo>
                      <a:pt x="6694" y="7667"/>
                    </a:lnTo>
                    <a:lnTo>
                      <a:pt x="6707" y="7670"/>
                    </a:lnTo>
                    <a:lnTo>
                      <a:pt x="6720" y="7675"/>
                    </a:lnTo>
                    <a:lnTo>
                      <a:pt x="6732" y="7679"/>
                    </a:lnTo>
                    <a:lnTo>
                      <a:pt x="6744" y="7684"/>
                    </a:lnTo>
                    <a:lnTo>
                      <a:pt x="6755" y="7689"/>
                    </a:lnTo>
                    <a:lnTo>
                      <a:pt x="6766" y="7696"/>
                    </a:lnTo>
                    <a:lnTo>
                      <a:pt x="6777" y="7701"/>
                    </a:lnTo>
                    <a:lnTo>
                      <a:pt x="6787" y="7709"/>
                    </a:lnTo>
                    <a:lnTo>
                      <a:pt x="6797" y="7716"/>
                    </a:lnTo>
                    <a:lnTo>
                      <a:pt x="6807" y="7723"/>
                    </a:lnTo>
                    <a:lnTo>
                      <a:pt x="6817" y="7732"/>
                    </a:lnTo>
                    <a:lnTo>
                      <a:pt x="6826" y="7740"/>
                    </a:lnTo>
                    <a:lnTo>
                      <a:pt x="6834" y="7750"/>
                    </a:lnTo>
                    <a:lnTo>
                      <a:pt x="6842" y="7759"/>
                    </a:lnTo>
                    <a:lnTo>
                      <a:pt x="6849" y="7769"/>
                    </a:lnTo>
                    <a:lnTo>
                      <a:pt x="6856" y="7779"/>
                    </a:lnTo>
                    <a:lnTo>
                      <a:pt x="6863" y="7789"/>
                    </a:lnTo>
                    <a:lnTo>
                      <a:pt x="6868" y="7800"/>
                    </a:lnTo>
                    <a:lnTo>
                      <a:pt x="6874" y="7811"/>
                    </a:lnTo>
                    <a:lnTo>
                      <a:pt x="6879" y="7822"/>
                    </a:lnTo>
                    <a:lnTo>
                      <a:pt x="6883" y="7833"/>
                    </a:lnTo>
                    <a:lnTo>
                      <a:pt x="6887" y="7846"/>
                    </a:lnTo>
                    <a:lnTo>
                      <a:pt x="6889" y="7858"/>
                    </a:lnTo>
                    <a:lnTo>
                      <a:pt x="6893" y="7870"/>
                    </a:lnTo>
                    <a:lnTo>
                      <a:pt x="6894" y="7882"/>
                    </a:lnTo>
                    <a:lnTo>
                      <a:pt x="6895" y="7894"/>
                    </a:lnTo>
                    <a:lnTo>
                      <a:pt x="6895" y="7907"/>
                    </a:lnTo>
                    <a:lnTo>
                      <a:pt x="6895" y="8494"/>
                    </a:lnTo>
                    <a:lnTo>
                      <a:pt x="6895" y="8507"/>
                    </a:lnTo>
                    <a:lnTo>
                      <a:pt x="6894" y="8519"/>
                    </a:lnTo>
                    <a:lnTo>
                      <a:pt x="6893" y="8531"/>
                    </a:lnTo>
                    <a:lnTo>
                      <a:pt x="6889" y="8543"/>
                    </a:lnTo>
                    <a:lnTo>
                      <a:pt x="6887" y="8556"/>
                    </a:lnTo>
                    <a:lnTo>
                      <a:pt x="6883" y="8568"/>
                    </a:lnTo>
                    <a:lnTo>
                      <a:pt x="6879" y="8579"/>
                    </a:lnTo>
                    <a:lnTo>
                      <a:pt x="6874" y="8590"/>
                    </a:lnTo>
                    <a:lnTo>
                      <a:pt x="6868" y="8601"/>
                    </a:lnTo>
                    <a:lnTo>
                      <a:pt x="6863" y="8612"/>
                    </a:lnTo>
                    <a:lnTo>
                      <a:pt x="6856" y="8622"/>
                    </a:lnTo>
                    <a:lnTo>
                      <a:pt x="6849" y="8632"/>
                    </a:lnTo>
                    <a:lnTo>
                      <a:pt x="6842" y="8642"/>
                    </a:lnTo>
                    <a:lnTo>
                      <a:pt x="6834" y="8651"/>
                    </a:lnTo>
                    <a:lnTo>
                      <a:pt x="6826" y="8661"/>
                    </a:lnTo>
                    <a:lnTo>
                      <a:pt x="6817" y="8669"/>
                    </a:lnTo>
                    <a:lnTo>
                      <a:pt x="6807" y="8678"/>
                    </a:lnTo>
                    <a:lnTo>
                      <a:pt x="6797" y="8685"/>
                    </a:lnTo>
                    <a:lnTo>
                      <a:pt x="6787" y="8692"/>
                    </a:lnTo>
                    <a:lnTo>
                      <a:pt x="6777" y="8700"/>
                    </a:lnTo>
                    <a:lnTo>
                      <a:pt x="6766" y="8706"/>
                    </a:lnTo>
                    <a:lnTo>
                      <a:pt x="6755" y="8712"/>
                    </a:lnTo>
                    <a:lnTo>
                      <a:pt x="6744" y="8717"/>
                    </a:lnTo>
                    <a:lnTo>
                      <a:pt x="6732" y="8722"/>
                    </a:lnTo>
                    <a:lnTo>
                      <a:pt x="6720" y="8726"/>
                    </a:lnTo>
                    <a:lnTo>
                      <a:pt x="6707" y="8731"/>
                    </a:lnTo>
                    <a:lnTo>
                      <a:pt x="6694" y="8734"/>
                    </a:lnTo>
                    <a:lnTo>
                      <a:pt x="6682" y="8736"/>
                    </a:lnTo>
                    <a:lnTo>
                      <a:pt x="6669" y="8739"/>
                    </a:lnTo>
                    <a:lnTo>
                      <a:pt x="6655" y="8741"/>
                    </a:lnTo>
                    <a:lnTo>
                      <a:pt x="6642" y="8742"/>
                    </a:lnTo>
                    <a:lnTo>
                      <a:pt x="6628" y="8742"/>
                    </a:lnTo>
                    <a:lnTo>
                      <a:pt x="704" y="8742"/>
                    </a:lnTo>
                    <a:lnTo>
                      <a:pt x="691" y="8742"/>
                    </a:lnTo>
                    <a:lnTo>
                      <a:pt x="678" y="8741"/>
                    </a:lnTo>
                    <a:lnTo>
                      <a:pt x="664" y="8739"/>
                    </a:lnTo>
                    <a:lnTo>
                      <a:pt x="651" y="8736"/>
                    </a:lnTo>
                    <a:lnTo>
                      <a:pt x="638" y="8734"/>
                    </a:lnTo>
                    <a:lnTo>
                      <a:pt x="625" y="8731"/>
                    </a:lnTo>
                    <a:lnTo>
                      <a:pt x="613" y="8726"/>
                    </a:lnTo>
                    <a:lnTo>
                      <a:pt x="601" y="8722"/>
                    </a:lnTo>
                    <a:lnTo>
                      <a:pt x="589" y="8717"/>
                    </a:lnTo>
                    <a:lnTo>
                      <a:pt x="578" y="8712"/>
                    </a:lnTo>
                    <a:lnTo>
                      <a:pt x="566" y="8706"/>
                    </a:lnTo>
                    <a:lnTo>
                      <a:pt x="556" y="8700"/>
                    </a:lnTo>
                    <a:lnTo>
                      <a:pt x="544" y="8692"/>
                    </a:lnTo>
                    <a:lnTo>
                      <a:pt x="534" y="8685"/>
                    </a:lnTo>
                    <a:lnTo>
                      <a:pt x="524" y="8678"/>
                    </a:lnTo>
                    <a:lnTo>
                      <a:pt x="516" y="8669"/>
                    </a:lnTo>
                    <a:lnTo>
                      <a:pt x="507" y="8661"/>
                    </a:lnTo>
                    <a:lnTo>
                      <a:pt x="498" y="8651"/>
                    </a:lnTo>
                    <a:lnTo>
                      <a:pt x="490" y="8642"/>
                    </a:lnTo>
                    <a:lnTo>
                      <a:pt x="483" y="8632"/>
                    </a:lnTo>
                    <a:lnTo>
                      <a:pt x="476" y="8622"/>
                    </a:lnTo>
                    <a:lnTo>
                      <a:pt x="469" y="8612"/>
                    </a:lnTo>
                    <a:lnTo>
                      <a:pt x="463" y="8601"/>
                    </a:lnTo>
                    <a:lnTo>
                      <a:pt x="458" y="8590"/>
                    </a:lnTo>
                    <a:lnTo>
                      <a:pt x="454" y="8579"/>
                    </a:lnTo>
                    <a:lnTo>
                      <a:pt x="449" y="8568"/>
                    </a:lnTo>
                    <a:lnTo>
                      <a:pt x="446" y="8556"/>
                    </a:lnTo>
                    <a:lnTo>
                      <a:pt x="442" y="8543"/>
                    </a:lnTo>
                    <a:lnTo>
                      <a:pt x="440" y="8531"/>
                    </a:lnTo>
                    <a:lnTo>
                      <a:pt x="439" y="8519"/>
                    </a:lnTo>
                    <a:lnTo>
                      <a:pt x="438" y="8507"/>
                    </a:lnTo>
                    <a:lnTo>
                      <a:pt x="437" y="8494"/>
                    </a:lnTo>
                    <a:lnTo>
                      <a:pt x="437" y="7907"/>
                    </a:lnTo>
                    <a:lnTo>
                      <a:pt x="438" y="7894"/>
                    </a:lnTo>
                    <a:lnTo>
                      <a:pt x="439" y="7882"/>
                    </a:lnTo>
                    <a:lnTo>
                      <a:pt x="440" y="7870"/>
                    </a:lnTo>
                    <a:lnTo>
                      <a:pt x="442" y="7858"/>
                    </a:lnTo>
                    <a:lnTo>
                      <a:pt x="446" y="7846"/>
                    </a:lnTo>
                    <a:lnTo>
                      <a:pt x="449" y="7833"/>
                    </a:lnTo>
                    <a:lnTo>
                      <a:pt x="454" y="7822"/>
                    </a:lnTo>
                    <a:lnTo>
                      <a:pt x="458" y="7811"/>
                    </a:lnTo>
                    <a:lnTo>
                      <a:pt x="463" y="7800"/>
                    </a:lnTo>
                    <a:lnTo>
                      <a:pt x="469" y="7789"/>
                    </a:lnTo>
                    <a:lnTo>
                      <a:pt x="476" y="7779"/>
                    </a:lnTo>
                    <a:lnTo>
                      <a:pt x="483" y="7769"/>
                    </a:lnTo>
                    <a:lnTo>
                      <a:pt x="490" y="7759"/>
                    </a:lnTo>
                    <a:lnTo>
                      <a:pt x="498" y="7750"/>
                    </a:lnTo>
                    <a:lnTo>
                      <a:pt x="507" y="7740"/>
                    </a:lnTo>
                    <a:lnTo>
                      <a:pt x="516" y="7732"/>
                    </a:lnTo>
                    <a:lnTo>
                      <a:pt x="524" y="7723"/>
                    </a:lnTo>
                    <a:lnTo>
                      <a:pt x="534" y="7716"/>
                    </a:lnTo>
                    <a:lnTo>
                      <a:pt x="544" y="7709"/>
                    </a:lnTo>
                    <a:lnTo>
                      <a:pt x="556" y="7701"/>
                    </a:lnTo>
                    <a:lnTo>
                      <a:pt x="566" y="7696"/>
                    </a:lnTo>
                    <a:lnTo>
                      <a:pt x="578" y="7689"/>
                    </a:lnTo>
                    <a:lnTo>
                      <a:pt x="589" y="7684"/>
                    </a:lnTo>
                    <a:lnTo>
                      <a:pt x="601" y="7679"/>
                    </a:lnTo>
                    <a:lnTo>
                      <a:pt x="613" y="7675"/>
                    </a:lnTo>
                    <a:lnTo>
                      <a:pt x="625" y="7670"/>
                    </a:lnTo>
                    <a:lnTo>
                      <a:pt x="638" y="7667"/>
                    </a:lnTo>
                    <a:lnTo>
                      <a:pt x="651" y="7665"/>
                    </a:lnTo>
                    <a:lnTo>
                      <a:pt x="664" y="7662"/>
                    </a:lnTo>
                    <a:lnTo>
                      <a:pt x="678" y="7660"/>
                    </a:lnTo>
                    <a:lnTo>
                      <a:pt x="691" y="7659"/>
                    </a:lnTo>
                    <a:lnTo>
                      <a:pt x="704" y="7659"/>
                    </a:lnTo>
                    <a:close/>
                    <a:moveTo>
                      <a:pt x="704" y="6477"/>
                    </a:moveTo>
                    <a:lnTo>
                      <a:pt x="6628" y="6477"/>
                    </a:lnTo>
                    <a:lnTo>
                      <a:pt x="6642" y="6477"/>
                    </a:lnTo>
                    <a:lnTo>
                      <a:pt x="6655" y="6478"/>
                    </a:lnTo>
                    <a:lnTo>
                      <a:pt x="6669" y="6480"/>
                    </a:lnTo>
                    <a:lnTo>
                      <a:pt x="6682" y="6482"/>
                    </a:lnTo>
                    <a:lnTo>
                      <a:pt x="6694" y="6484"/>
                    </a:lnTo>
                    <a:lnTo>
                      <a:pt x="6707" y="6488"/>
                    </a:lnTo>
                    <a:lnTo>
                      <a:pt x="6720" y="6492"/>
                    </a:lnTo>
                    <a:lnTo>
                      <a:pt x="6732" y="6497"/>
                    </a:lnTo>
                    <a:lnTo>
                      <a:pt x="6744" y="6501"/>
                    </a:lnTo>
                    <a:lnTo>
                      <a:pt x="6755" y="6506"/>
                    </a:lnTo>
                    <a:lnTo>
                      <a:pt x="6766" y="6513"/>
                    </a:lnTo>
                    <a:lnTo>
                      <a:pt x="6777" y="6519"/>
                    </a:lnTo>
                    <a:lnTo>
                      <a:pt x="6787" y="6526"/>
                    </a:lnTo>
                    <a:lnTo>
                      <a:pt x="6797" y="6533"/>
                    </a:lnTo>
                    <a:lnTo>
                      <a:pt x="6807" y="6541"/>
                    </a:lnTo>
                    <a:lnTo>
                      <a:pt x="6817" y="6550"/>
                    </a:lnTo>
                    <a:lnTo>
                      <a:pt x="6826" y="6559"/>
                    </a:lnTo>
                    <a:lnTo>
                      <a:pt x="6834" y="6568"/>
                    </a:lnTo>
                    <a:lnTo>
                      <a:pt x="6842" y="6576"/>
                    </a:lnTo>
                    <a:lnTo>
                      <a:pt x="6849" y="6586"/>
                    </a:lnTo>
                    <a:lnTo>
                      <a:pt x="6856" y="6596"/>
                    </a:lnTo>
                    <a:lnTo>
                      <a:pt x="6863" y="6606"/>
                    </a:lnTo>
                    <a:lnTo>
                      <a:pt x="6868" y="6617"/>
                    </a:lnTo>
                    <a:lnTo>
                      <a:pt x="6874" y="6629"/>
                    </a:lnTo>
                    <a:lnTo>
                      <a:pt x="6879" y="6640"/>
                    </a:lnTo>
                    <a:lnTo>
                      <a:pt x="6883" y="6651"/>
                    </a:lnTo>
                    <a:lnTo>
                      <a:pt x="6887" y="6663"/>
                    </a:lnTo>
                    <a:lnTo>
                      <a:pt x="6889" y="6675"/>
                    </a:lnTo>
                    <a:lnTo>
                      <a:pt x="6893" y="6687"/>
                    </a:lnTo>
                    <a:lnTo>
                      <a:pt x="6894" y="6700"/>
                    </a:lnTo>
                    <a:lnTo>
                      <a:pt x="6895" y="6712"/>
                    </a:lnTo>
                    <a:lnTo>
                      <a:pt x="6895" y="6725"/>
                    </a:lnTo>
                    <a:lnTo>
                      <a:pt x="6895" y="7312"/>
                    </a:lnTo>
                    <a:lnTo>
                      <a:pt x="6895" y="7324"/>
                    </a:lnTo>
                    <a:lnTo>
                      <a:pt x="6894" y="7336"/>
                    </a:lnTo>
                    <a:lnTo>
                      <a:pt x="6893" y="7350"/>
                    </a:lnTo>
                    <a:lnTo>
                      <a:pt x="6889" y="7362"/>
                    </a:lnTo>
                    <a:lnTo>
                      <a:pt x="6887" y="7373"/>
                    </a:lnTo>
                    <a:lnTo>
                      <a:pt x="6883" y="7385"/>
                    </a:lnTo>
                    <a:lnTo>
                      <a:pt x="6879" y="7396"/>
                    </a:lnTo>
                    <a:lnTo>
                      <a:pt x="6874" y="7407"/>
                    </a:lnTo>
                    <a:lnTo>
                      <a:pt x="6868" y="7418"/>
                    </a:lnTo>
                    <a:lnTo>
                      <a:pt x="6863" y="7429"/>
                    </a:lnTo>
                    <a:lnTo>
                      <a:pt x="6856" y="7439"/>
                    </a:lnTo>
                    <a:lnTo>
                      <a:pt x="6849" y="7449"/>
                    </a:lnTo>
                    <a:lnTo>
                      <a:pt x="6842" y="7459"/>
                    </a:lnTo>
                    <a:lnTo>
                      <a:pt x="6834" y="7469"/>
                    </a:lnTo>
                    <a:lnTo>
                      <a:pt x="6826" y="7478"/>
                    </a:lnTo>
                    <a:lnTo>
                      <a:pt x="6817" y="7486"/>
                    </a:lnTo>
                    <a:lnTo>
                      <a:pt x="6807" y="7495"/>
                    </a:lnTo>
                    <a:lnTo>
                      <a:pt x="6797" y="7503"/>
                    </a:lnTo>
                    <a:lnTo>
                      <a:pt x="6787" y="7510"/>
                    </a:lnTo>
                    <a:lnTo>
                      <a:pt x="6777" y="7517"/>
                    </a:lnTo>
                    <a:lnTo>
                      <a:pt x="6766" y="7524"/>
                    </a:lnTo>
                    <a:lnTo>
                      <a:pt x="6755" y="7529"/>
                    </a:lnTo>
                    <a:lnTo>
                      <a:pt x="6744" y="7535"/>
                    </a:lnTo>
                    <a:lnTo>
                      <a:pt x="6732" y="7539"/>
                    </a:lnTo>
                    <a:lnTo>
                      <a:pt x="6720" y="7544"/>
                    </a:lnTo>
                    <a:lnTo>
                      <a:pt x="6707" y="7548"/>
                    </a:lnTo>
                    <a:lnTo>
                      <a:pt x="6694" y="7552"/>
                    </a:lnTo>
                    <a:lnTo>
                      <a:pt x="6682" y="7554"/>
                    </a:lnTo>
                    <a:lnTo>
                      <a:pt x="6669" y="7556"/>
                    </a:lnTo>
                    <a:lnTo>
                      <a:pt x="6655" y="7558"/>
                    </a:lnTo>
                    <a:lnTo>
                      <a:pt x="6642" y="7559"/>
                    </a:lnTo>
                    <a:lnTo>
                      <a:pt x="6628" y="7559"/>
                    </a:lnTo>
                    <a:lnTo>
                      <a:pt x="704" y="7559"/>
                    </a:lnTo>
                    <a:lnTo>
                      <a:pt x="691" y="7559"/>
                    </a:lnTo>
                    <a:lnTo>
                      <a:pt x="678" y="7558"/>
                    </a:lnTo>
                    <a:lnTo>
                      <a:pt x="664" y="7556"/>
                    </a:lnTo>
                    <a:lnTo>
                      <a:pt x="651" y="7554"/>
                    </a:lnTo>
                    <a:lnTo>
                      <a:pt x="638" y="7552"/>
                    </a:lnTo>
                    <a:lnTo>
                      <a:pt x="625" y="7548"/>
                    </a:lnTo>
                    <a:lnTo>
                      <a:pt x="613" y="7544"/>
                    </a:lnTo>
                    <a:lnTo>
                      <a:pt x="601" y="7539"/>
                    </a:lnTo>
                    <a:lnTo>
                      <a:pt x="589" y="7535"/>
                    </a:lnTo>
                    <a:lnTo>
                      <a:pt x="578" y="7529"/>
                    </a:lnTo>
                    <a:lnTo>
                      <a:pt x="566" y="7524"/>
                    </a:lnTo>
                    <a:lnTo>
                      <a:pt x="556" y="7517"/>
                    </a:lnTo>
                    <a:lnTo>
                      <a:pt x="544" y="7510"/>
                    </a:lnTo>
                    <a:lnTo>
                      <a:pt x="534" y="7503"/>
                    </a:lnTo>
                    <a:lnTo>
                      <a:pt x="524" y="7495"/>
                    </a:lnTo>
                    <a:lnTo>
                      <a:pt x="516" y="7486"/>
                    </a:lnTo>
                    <a:lnTo>
                      <a:pt x="507" y="7478"/>
                    </a:lnTo>
                    <a:lnTo>
                      <a:pt x="498" y="7469"/>
                    </a:lnTo>
                    <a:lnTo>
                      <a:pt x="490" y="7459"/>
                    </a:lnTo>
                    <a:lnTo>
                      <a:pt x="483" y="7449"/>
                    </a:lnTo>
                    <a:lnTo>
                      <a:pt x="476" y="7439"/>
                    </a:lnTo>
                    <a:lnTo>
                      <a:pt x="469" y="7429"/>
                    </a:lnTo>
                    <a:lnTo>
                      <a:pt x="463" y="7418"/>
                    </a:lnTo>
                    <a:lnTo>
                      <a:pt x="458" y="7407"/>
                    </a:lnTo>
                    <a:lnTo>
                      <a:pt x="454" y="7396"/>
                    </a:lnTo>
                    <a:lnTo>
                      <a:pt x="449" y="7385"/>
                    </a:lnTo>
                    <a:lnTo>
                      <a:pt x="446" y="7373"/>
                    </a:lnTo>
                    <a:lnTo>
                      <a:pt x="442" y="7362"/>
                    </a:lnTo>
                    <a:lnTo>
                      <a:pt x="440" y="7350"/>
                    </a:lnTo>
                    <a:lnTo>
                      <a:pt x="439" y="7336"/>
                    </a:lnTo>
                    <a:lnTo>
                      <a:pt x="438" y="7324"/>
                    </a:lnTo>
                    <a:lnTo>
                      <a:pt x="437" y="7312"/>
                    </a:lnTo>
                    <a:lnTo>
                      <a:pt x="437" y="6725"/>
                    </a:lnTo>
                    <a:lnTo>
                      <a:pt x="438" y="6712"/>
                    </a:lnTo>
                    <a:lnTo>
                      <a:pt x="439" y="6700"/>
                    </a:lnTo>
                    <a:lnTo>
                      <a:pt x="440" y="6687"/>
                    </a:lnTo>
                    <a:lnTo>
                      <a:pt x="442" y="6675"/>
                    </a:lnTo>
                    <a:lnTo>
                      <a:pt x="446" y="6663"/>
                    </a:lnTo>
                    <a:lnTo>
                      <a:pt x="449" y="6651"/>
                    </a:lnTo>
                    <a:lnTo>
                      <a:pt x="454" y="6640"/>
                    </a:lnTo>
                    <a:lnTo>
                      <a:pt x="458" y="6629"/>
                    </a:lnTo>
                    <a:lnTo>
                      <a:pt x="463" y="6617"/>
                    </a:lnTo>
                    <a:lnTo>
                      <a:pt x="469" y="6606"/>
                    </a:lnTo>
                    <a:lnTo>
                      <a:pt x="476" y="6596"/>
                    </a:lnTo>
                    <a:lnTo>
                      <a:pt x="483" y="6586"/>
                    </a:lnTo>
                    <a:lnTo>
                      <a:pt x="490" y="6576"/>
                    </a:lnTo>
                    <a:lnTo>
                      <a:pt x="498" y="6568"/>
                    </a:lnTo>
                    <a:lnTo>
                      <a:pt x="507" y="6559"/>
                    </a:lnTo>
                    <a:lnTo>
                      <a:pt x="516" y="6550"/>
                    </a:lnTo>
                    <a:lnTo>
                      <a:pt x="524" y="6541"/>
                    </a:lnTo>
                    <a:lnTo>
                      <a:pt x="534" y="6533"/>
                    </a:lnTo>
                    <a:lnTo>
                      <a:pt x="544" y="6526"/>
                    </a:lnTo>
                    <a:lnTo>
                      <a:pt x="556" y="6519"/>
                    </a:lnTo>
                    <a:lnTo>
                      <a:pt x="566" y="6513"/>
                    </a:lnTo>
                    <a:lnTo>
                      <a:pt x="578" y="6506"/>
                    </a:lnTo>
                    <a:lnTo>
                      <a:pt x="589" y="6501"/>
                    </a:lnTo>
                    <a:lnTo>
                      <a:pt x="601" y="6497"/>
                    </a:lnTo>
                    <a:lnTo>
                      <a:pt x="613" y="6492"/>
                    </a:lnTo>
                    <a:lnTo>
                      <a:pt x="625" y="6488"/>
                    </a:lnTo>
                    <a:lnTo>
                      <a:pt x="638" y="6484"/>
                    </a:lnTo>
                    <a:lnTo>
                      <a:pt x="651" y="6482"/>
                    </a:lnTo>
                    <a:lnTo>
                      <a:pt x="664" y="6480"/>
                    </a:lnTo>
                    <a:lnTo>
                      <a:pt x="678" y="6478"/>
                    </a:lnTo>
                    <a:lnTo>
                      <a:pt x="691" y="6477"/>
                    </a:lnTo>
                    <a:lnTo>
                      <a:pt x="704" y="6477"/>
                    </a:lnTo>
                    <a:close/>
                    <a:moveTo>
                      <a:pt x="704" y="5294"/>
                    </a:moveTo>
                    <a:lnTo>
                      <a:pt x="6628" y="5294"/>
                    </a:lnTo>
                    <a:lnTo>
                      <a:pt x="6642" y="5295"/>
                    </a:lnTo>
                    <a:lnTo>
                      <a:pt x="6655" y="5295"/>
                    </a:lnTo>
                    <a:lnTo>
                      <a:pt x="6669" y="5297"/>
                    </a:lnTo>
                    <a:lnTo>
                      <a:pt x="6682" y="5299"/>
                    </a:lnTo>
                    <a:lnTo>
                      <a:pt x="6694" y="5302"/>
                    </a:lnTo>
                    <a:lnTo>
                      <a:pt x="6707" y="5305"/>
                    </a:lnTo>
                    <a:lnTo>
                      <a:pt x="6720" y="5309"/>
                    </a:lnTo>
                    <a:lnTo>
                      <a:pt x="6732" y="5314"/>
                    </a:lnTo>
                    <a:lnTo>
                      <a:pt x="6744" y="5318"/>
                    </a:lnTo>
                    <a:lnTo>
                      <a:pt x="6755" y="5324"/>
                    </a:lnTo>
                    <a:lnTo>
                      <a:pt x="6766" y="5331"/>
                    </a:lnTo>
                    <a:lnTo>
                      <a:pt x="6777" y="5337"/>
                    </a:lnTo>
                    <a:lnTo>
                      <a:pt x="6787" y="5344"/>
                    </a:lnTo>
                    <a:lnTo>
                      <a:pt x="6797" y="5351"/>
                    </a:lnTo>
                    <a:lnTo>
                      <a:pt x="6807" y="5358"/>
                    </a:lnTo>
                    <a:lnTo>
                      <a:pt x="6817" y="5367"/>
                    </a:lnTo>
                    <a:lnTo>
                      <a:pt x="6826" y="5376"/>
                    </a:lnTo>
                    <a:lnTo>
                      <a:pt x="6834" y="5385"/>
                    </a:lnTo>
                    <a:lnTo>
                      <a:pt x="6842" y="5394"/>
                    </a:lnTo>
                    <a:lnTo>
                      <a:pt x="6849" y="5404"/>
                    </a:lnTo>
                    <a:lnTo>
                      <a:pt x="6856" y="5414"/>
                    </a:lnTo>
                    <a:lnTo>
                      <a:pt x="6863" y="5424"/>
                    </a:lnTo>
                    <a:lnTo>
                      <a:pt x="6868" y="5435"/>
                    </a:lnTo>
                    <a:lnTo>
                      <a:pt x="6874" y="5446"/>
                    </a:lnTo>
                    <a:lnTo>
                      <a:pt x="6879" y="5457"/>
                    </a:lnTo>
                    <a:lnTo>
                      <a:pt x="6883" y="5468"/>
                    </a:lnTo>
                    <a:lnTo>
                      <a:pt x="6887" y="5480"/>
                    </a:lnTo>
                    <a:lnTo>
                      <a:pt x="6889" y="5493"/>
                    </a:lnTo>
                    <a:lnTo>
                      <a:pt x="6893" y="5505"/>
                    </a:lnTo>
                    <a:lnTo>
                      <a:pt x="6894" y="5517"/>
                    </a:lnTo>
                    <a:lnTo>
                      <a:pt x="6895" y="5529"/>
                    </a:lnTo>
                    <a:lnTo>
                      <a:pt x="6895" y="5542"/>
                    </a:lnTo>
                    <a:lnTo>
                      <a:pt x="6895" y="6129"/>
                    </a:lnTo>
                    <a:lnTo>
                      <a:pt x="6895" y="6142"/>
                    </a:lnTo>
                    <a:lnTo>
                      <a:pt x="6894" y="6155"/>
                    </a:lnTo>
                    <a:lnTo>
                      <a:pt x="6893" y="6167"/>
                    </a:lnTo>
                    <a:lnTo>
                      <a:pt x="6889" y="6179"/>
                    </a:lnTo>
                    <a:lnTo>
                      <a:pt x="6887" y="6190"/>
                    </a:lnTo>
                    <a:lnTo>
                      <a:pt x="6883" y="6203"/>
                    </a:lnTo>
                    <a:lnTo>
                      <a:pt x="6879" y="6214"/>
                    </a:lnTo>
                    <a:lnTo>
                      <a:pt x="6874" y="6226"/>
                    </a:lnTo>
                    <a:lnTo>
                      <a:pt x="6868" y="6236"/>
                    </a:lnTo>
                    <a:lnTo>
                      <a:pt x="6863" y="6247"/>
                    </a:lnTo>
                    <a:lnTo>
                      <a:pt x="6856" y="6257"/>
                    </a:lnTo>
                    <a:lnTo>
                      <a:pt x="6849" y="6267"/>
                    </a:lnTo>
                    <a:lnTo>
                      <a:pt x="6842" y="6277"/>
                    </a:lnTo>
                    <a:lnTo>
                      <a:pt x="6834" y="6287"/>
                    </a:lnTo>
                    <a:lnTo>
                      <a:pt x="6826" y="6296"/>
                    </a:lnTo>
                    <a:lnTo>
                      <a:pt x="6817" y="6305"/>
                    </a:lnTo>
                    <a:lnTo>
                      <a:pt x="6807" y="6312"/>
                    </a:lnTo>
                    <a:lnTo>
                      <a:pt x="6797" y="6320"/>
                    </a:lnTo>
                    <a:lnTo>
                      <a:pt x="6787" y="6328"/>
                    </a:lnTo>
                    <a:lnTo>
                      <a:pt x="6777" y="6335"/>
                    </a:lnTo>
                    <a:lnTo>
                      <a:pt x="6766" y="6341"/>
                    </a:lnTo>
                    <a:lnTo>
                      <a:pt x="6755" y="6347"/>
                    </a:lnTo>
                    <a:lnTo>
                      <a:pt x="6744" y="6352"/>
                    </a:lnTo>
                    <a:lnTo>
                      <a:pt x="6732" y="6358"/>
                    </a:lnTo>
                    <a:lnTo>
                      <a:pt x="6720" y="6362"/>
                    </a:lnTo>
                    <a:lnTo>
                      <a:pt x="6707" y="6366"/>
                    </a:lnTo>
                    <a:lnTo>
                      <a:pt x="6694" y="6369"/>
                    </a:lnTo>
                    <a:lnTo>
                      <a:pt x="6682" y="6372"/>
                    </a:lnTo>
                    <a:lnTo>
                      <a:pt x="6669" y="6374"/>
                    </a:lnTo>
                    <a:lnTo>
                      <a:pt x="6655" y="6376"/>
                    </a:lnTo>
                    <a:lnTo>
                      <a:pt x="6642" y="6377"/>
                    </a:lnTo>
                    <a:lnTo>
                      <a:pt x="6628" y="6377"/>
                    </a:lnTo>
                    <a:lnTo>
                      <a:pt x="704" y="6377"/>
                    </a:lnTo>
                    <a:lnTo>
                      <a:pt x="691" y="6377"/>
                    </a:lnTo>
                    <a:lnTo>
                      <a:pt x="678" y="6376"/>
                    </a:lnTo>
                    <a:lnTo>
                      <a:pt x="664" y="6374"/>
                    </a:lnTo>
                    <a:lnTo>
                      <a:pt x="651" y="6372"/>
                    </a:lnTo>
                    <a:lnTo>
                      <a:pt x="638" y="6369"/>
                    </a:lnTo>
                    <a:lnTo>
                      <a:pt x="625" y="6366"/>
                    </a:lnTo>
                    <a:lnTo>
                      <a:pt x="613" y="6362"/>
                    </a:lnTo>
                    <a:lnTo>
                      <a:pt x="601" y="6358"/>
                    </a:lnTo>
                    <a:lnTo>
                      <a:pt x="589" y="6352"/>
                    </a:lnTo>
                    <a:lnTo>
                      <a:pt x="578" y="6347"/>
                    </a:lnTo>
                    <a:lnTo>
                      <a:pt x="566" y="6341"/>
                    </a:lnTo>
                    <a:lnTo>
                      <a:pt x="556" y="6335"/>
                    </a:lnTo>
                    <a:lnTo>
                      <a:pt x="544" y="6328"/>
                    </a:lnTo>
                    <a:lnTo>
                      <a:pt x="534" y="6320"/>
                    </a:lnTo>
                    <a:lnTo>
                      <a:pt x="524" y="6312"/>
                    </a:lnTo>
                    <a:lnTo>
                      <a:pt x="516" y="6305"/>
                    </a:lnTo>
                    <a:lnTo>
                      <a:pt x="507" y="6296"/>
                    </a:lnTo>
                    <a:lnTo>
                      <a:pt x="498" y="6287"/>
                    </a:lnTo>
                    <a:lnTo>
                      <a:pt x="490" y="6277"/>
                    </a:lnTo>
                    <a:lnTo>
                      <a:pt x="483" y="6267"/>
                    </a:lnTo>
                    <a:lnTo>
                      <a:pt x="476" y="6257"/>
                    </a:lnTo>
                    <a:lnTo>
                      <a:pt x="469" y="6247"/>
                    </a:lnTo>
                    <a:lnTo>
                      <a:pt x="463" y="6236"/>
                    </a:lnTo>
                    <a:lnTo>
                      <a:pt x="458" y="6226"/>
                    </a:lnTo>
                    <a:lnTo>
                      <a:pt x="454" y="6214"/>
                    </a:lnTo>
                    <a:lnTo>
                      <a:pt x="449" y="6203"/>
                    </a:lnTo>
                    <a:lnTo>
                      <a:pt x="446" y="6190"/>
                    </a:lnTo>
                    <a:lnTo>
                      <a:pt x="442" y="6179"/>
                    </a:lnTo>
                    <a:lnTo>
                      <a:pt x="440" y="6167"/>
                    </a:lnTo>
                    <a:lnTo>
                      <a:pt x="439" y="6155"/>
                    </a:lnTo>
                    <a:lnTo>
                      <a:pt x="438" y="6142"/>
                    </a:lnTo>
                    <a:lnTo>
                      <a:pt x="437" y="6129"/>
                    </a:lnTo>
                    <a:lnTo>
                      <a:pt x="437" y="5542"/>
                    </a:lnTo>
                    <a:lnTo>
                      <a:pt x="438" y="5529"/>
                    </a:lnTo>
                    <a:lnTo>
                      <a:pt x="439" y="5517"/>
                    </a:lnTo>
                    <a:lnTo>
                      <a:pt x="440" y="5505"/>
                    </a:lnTo>
                    <a:lnTo>
                      <a:pt x="442" y="5493"/>
                    </a:lnTo>
                    <a:lnTo>
                      <a:pt x="446" y="5480"/>
                    </a:lnTo>
                    <a:lnTo>
                      <a:pt x="449" y="5468"/>
                    </a:lnTo>
                    <a:lnTo>
                      <a:pt x="454" y="5457"/>
                    </a:lnTo>
                    <a:lnTo>
                      <a:pt x="458" y="5446"/>
                    </a:lnTo>
                    <a:lnTo>
                      <a:pt x="463" y="5435"/>
                    </a:lnTo>
                    <a:lnTo>
                      <a:pt x="469" y="5424"/>
                    </a:lnTo>
                    <a:lnTo>
                      <a:pt x="476" y="5414"/>
                    </a:lnTo>
                    <a:lnTo>
                      <a:pt x="483" y="5404"/>
                    </a:lnTo>
                    <a:lnTo>
                      <a:pt x="490" y="5394"/>
                    </a:lnTo>
                    <a:lnTo>
                      <a:pt x="498" y="5385"/>
                    </a:lnTo>
                    <a:lnTo>
                      <a:pt x="507" y="5376"/>
                    </a:lnTo>
                    <a:lnTo>
                      <a:pt x="516" y="5367"/>
                    </a:lnTo>
                    <a:lnTo>
                      <a:pt x="524" y="5358"/>
                    </a:lnTo>
                    <a:lnTo>
                      <a:pt x="534" y="5351"/>
                    </a:lnTo>
                    <a:lnTo>
                      <a:pt x="544" y="5344"/>
                    </a:lnTo>
                    <a:lnTo>
                      <a:pt x="556" y="5337"/>
                    </a:lnTo>
                    <a:lnTo>
                      <a:pt x="566" y="5331"/>
                    </a:lnTo>
                    <a:lnTo>
                      <a:pt x="578" y="5324"/>
                    </a:lnTo>
                    <a:lnTo>
                      <a:pt x="589" y="5318"/>
                    </a:lnTo>
                    <a:lnTo>
                      <a:pt x="601" y="5314"/>
                    </a:lnTo>
                    <a:lnTo>
                      <a:pt x="613" y="5309"/>
                    </a:lnTo>
                    <a:lnTo>
                      <a:pt x="625" y="5305"/>
                    </a:lnTo>
                    <a:lnTo>
                      <a:pt x="638" y="5302"/>
                    </a:lnTo>
                    <a:lnTo>
                      <a:pt x="651" y="5299"/>
                    </a:lnTo>
                    <a:lnTo>
                      <a:pt x="664" y="5297"/>
                    </a:lnTo>
                    <a:lnTo>
                      <a:pt x="678" y="5295"/>
                    </a:lnTo>
                    <a:lnTo>
                      <a:pt x="691" y="5295"/>
                    </a:lnTo>
                    <a:lnTo>
                      <a:pt x="704" y="5294"/>
                    </a:lnTo>
                    <a:close/>
                    <a:moveTo>
                      <a:pt x="704" y="4111"/>
                    </a:moveTo>
                    <a:lnTo>
                      <a:pt x="6628" y="4111"/>
                    </a:lnTo>
                    <a:lnTo>
                      <a:pt x="6642" y="4112"/>
                    </a:lnTo>
                    <a:lnTo>
                      <a:pt x="6655" y="4112"/>
                    </a:lnTo>
                    <a:lnTo>
                      <a:pt x="6669" y="4115"/>
                    </a:lnTo>
                    <a:lnTo>
                      <a:pt x="6682" y="4117"/>
                    </a:lnTo>
                    <a:lnTo>
                      <a:pt x="6694" y="4119"/>
                    </a:lnTo>
                    <a:lnTo>
                      <a:pt x="6707" y="4122"/>
                    </a:lnTo>
                    <a:lnTo>
                      <a:pt x="6720" y="4127"/>
                    </a:lnTo>
                    <a:lnTo>
                      <a:pt x="6732" y="4131"/>
                    </a:lnTo>
                    <a:lnTo>
                      <a:pt x="6744" y="4136"/>
                    </a:lnTo>
                    <a:lnTo>
                      <a:pt x="6755" y="4141"/>
                    </a:lnTo>
                    <a:lnTo>
                      <a:pt x="6766" y="4148"/>
                    </a:lnTo>
                    <a:lnTo>
                      <a:pt x="6777" y="4155"/>
                    </a:lnTo>
                    <a:lnTo>
                      <a:pt x="6787" y="4161"/>
                    </a:lnTo>
                    <a:lnTo>
                      <a:pt x="6797" y="4169"/>
                    </a:lnTo>
                    <a:lnTo>
                      <a:pt x="6807" y="4177"/>
                    </a:lnTo>
                    <a:lnTo>
                      <a:pt x="6817" y="4185"/>
                    </a:lnTo>
                    <a:lnTo>
                      <a:pt x="6826" y="4193"/>
                    </a:lnTo>
                    <a:lnTo>
                      <a:pt x="6834" y="4202"/>
                    </a:lnTo>
                    <a:lnTo>
                      <a:pt x="6842" y="4211"/>
                    </a:lnTo>
                    <a:lnTo>
                      <a:pt x="6849" y="4221"/>
                    </a:lnTo>
                    <a:lnTo>
                      <a:pt x="6856" y="4231"/>
                    </a:lnTo>
                    <a:lnTo>
                      <a:pt x="6863" y="4241"/>
                    </a:lnTo>
                    <a:lnTo>
                      <a:pt x="6868" y="4252"/>
                    </a:lnTo>
                    <a:lnTo>
                      <a:pt x="6874" y="4263"/>
                    </a:lnTo>
                    <a:lnTo>
                      <a:pt x="6879" y="4274"/>
                    </a:lnTo>
                    <a:lnTo>
                      <a:pt x="6883" y="4287"/>
                    </a:lnTo>
                    <a:lnTo>
                      <a:pt x="6887" y="4298"/>
                    </a:lnTo>
                    <a:lnTo>
                      <a:pt x="6889" y="4310"/>
                    </a:lnTo>
                    <a:lnTo>
                      <a:pt x="6893" y="4322"/>
                    </a:lnTo>
                    <a:lnTo>
                      <a:pt x="6894" y="4334"/>
                    </a:lnTo>
                    <a:lnTo>
                      <a:pt x="6895" y="4347"/>
                    </a:lnTo>
                    <a:lnTo>
                      <a:pt x="6895" y="4360"/>
                    </a:lnTo>
                    <a:lnTo>
                      <a:pt x="6895" y="4947"/>
                    </a:lnTo>
                    <a:lnTo>
                      <a:pt x="6895" y="4959"/>
                    </a:lnTo>
                    <a:lnTo>
                      <a:pt x="6894" y="4972"/>
                    </a:lnTo>
                    <a:lnTo>
                      <a:pt x="6893" y="4984"/>
                    </a:lnTo>
                    <a:lnTo>
                      <a:pt x="6889" y="4997"/>
                    </a:lnTo>
                    <a:lnTo>
                      <a:pt x="6887" y="5009"/>
                    </a:lnTo>
                    <a:lnTo>
                      <a:pt x="6883" y="5020"/>
                    </a:lnTo>
                    <a:lnTo>
                      <a:pt x="6879" y="5031"/>
                    </a:lnTo>
                    <a:lnTo>
                      <a:pt x="6874" y="5043"/>
                    </a:lnTo>
                    <a:lnTo>
                      <a:pt x="6868" y="5054"/>
                    </a:lnTo>
                    <a:lnTo>
                      <a:pt x="6863" y="5064"/>
                    </a:lnTo>
                    <a:lnTo>
                      <a:pt x="6856" y="5074"/>
                    </a:lnTo>
                    <a:lnTo>
                      <a:pt x="6849" y="5085"/>
                    </a:lnTo>
                    <a:lnTo>
                      <a:pt x="6842" y="5094"/>
                    </a:lnTo>
                    <a:lnTo>
                      <a:pt x="6834" y="5104"/>
                    </a:lnTo>
                    <a:lnTo>
                      <a:pt x="6826" y="5113"/>
                    </a:lnTo>
                    <a:lnTo>
                      <a:pt x="6817" y="5122"/>
                    </a:lnTo>
                    <a:lnTo>
                      <a:pt x="6807" y="5130"/>
                    </a:lnTo>
                    <a:lnTo>
                      <a:pt x="6797" y="5138"/>
                    </a:lnTo>
                    <a:lnTo>
                      <a:pt x="6787" y="5145"/>
                    </a:lnTo>
                    <a:lnTo>
                      <a:pt x="6777" y="5152"/>
                    </a:lnTo>
                    <a:lnTo>
                      <a:pt x="6766" y="5159"/>
                    </a:lnTo>
                    <a:lnTo>
                      <a:pt x="6755" y="5164"/>
                    </a:lnTo>
                    <a:lnTo>
                      <a:pt x="6744" y="5170"/>
                    </a:lnTo>
                    <a:lnTo>
                      <a:pt x="6732" y="5175"/>
                    </a:lnTo>
                    <a:lnTo>
                      <a:pt x="6720" y="5180"/>
                    </a:lnTo>
                    <a:lnTo>
                      <a:pt x="6707" y="5183"/>
                    </a:lnTo>
                    <a:lnTo>
                      <a:pt x="6694" y="5186"/>
                    </a:lnTo>
                    <a:lnTo>
                      <a:pt x="6682" y="5190"/>
                    </a:lnTo>
                    <a:lnTo>
                      <a:pt x="6669" y="5192"/>
                    </a:lnTo>
                    <a:lnTo>
                      <a:pt x="6655" y="5193"/>
                    </a:lnTo>
                    <a:lnTo>
                      <a:pt x="6642" y="5194"/>
                    </a:lnTo>
                    <a:lnTo>
                      <a:pt x="6628" y="5194"/>
                    </a:lnTo>
                    <a:lnTo>
                      <a:pt x="704" y="5194"/>
                    </a:lnTo>
                    <a:lnTo>
                      <a:pt x="691" y="5194"/>
                    </a:lnTo>
                    <a:lnTo>
                      <a:pt x="678" y="5193"/>
                    </a:lnTo>
                    <a:lnTo>
                      <a:pt x="664" y="5192"/>
                    </a:lnTo>
                    <a:lnTo>
                      <a:pt x="651" y="5190"/>
                    </a:lnTo>
                    <a:lnTo>
                      <a:pt x="638" y="5186"/>
                    </a:lnTo>
                    <a:lnTo>
                      <a:pt x="625" y="5183"/>
                    </a:lnTo>
                    <a:lnTo>
                      <a:pt x="613" y="5180"/>
                    </a:lnTo>
                    <a:lnTo>
                      <a:pt x="601" y="5175"/>
                    </a:lnTo>
                    <a:lnTo>
                      <a:pt x="589" y="5170"/>
                    </a:lnTo>
                    <a:lnTo>
                      <a:pt x="578" y="5164"/>
                    </a:lnTo>
                    <a:lnTo>
                      <a:pt x="566" y="5159"/>
                    </a:lnTo>
                    <a:lnTo>
                      <a:pt x="556" y="5152"/>
                    </a:lnTo>
                    <a:lnTo>
                      <a:pt x="544" y="5145"/>
                    </a:lnTo>
                    <a:lnTo>
                      <a:pt x="534" y="5138"/>
                    </a:lnTo>
                    <a:lnTo>
                      <a:pt x="524" y="5130"/>
                    </a:lnTo>
                    <a:lnTo>
                      <a:pt x="516" y="5122"/>
                    </a:lnTo>
                    <a:lnTo>
                      <a:pt x="507" y="5113"/>
                    </a:lnTo>
                    <a:lnTo>
                      <a:pt x="498" y="5104"/>
                    </a:lnTo>
                    <a:lnTo>
                      <a:pt x="490" y="5094"/>
                    </a:lnTo>
                    <a:lnTo>
                      <a:pt x="483" y="5085"/>
                    </a:lnTo>
                    <a:lnTo>
                      <a:pt x="476" y="5074"/>
                    </a:lnTo>
                    <a:lnTo>
                      <a:pt x="469" y="5064"/>
                    </a:lnTo>
                    <a:lnTo>
                      <a:pt x="463" y="5054"/>
                    </a:lnTo>
                    <a:lnTo>
                      <a:pt x="458" y="5043"/>
                    </a:lnTo>
                    <a:lnTo>
                      <a:pt x="454" y="5031"/>
                    </a:lnTo>
                    <a:lnTo>
                      <a:pt x="449" y="5020"/>
                    </a:lnTo>
                    <a:lnTo>
                      <a:pt x="446" y="5009"/>
                    </a:lnTo>
                    <a:lnTo>
                      <a:pt x="442" y="4997"/>
                    </a:lnTo>
                    <a:lnTo>
                      <a:pt x="440" y="4984"/>
                    </a:lnTo>
                    <a:lnTo>
                      <a:pt x="439" y="4972"/>
                    </a:lnTo>
                    <a:lnTo>
                      <a:pt x="438" y="4959"/>
                    </a:lnTo>
                    <a:lnTo>
                      <a:pt x="437" y="4947"/>
                    </a:lnTo>
                    <a:lnTo>
                      <a:pt x="437" y="4360"/>
                    </a:lnTo>
                    <a:lnTo>
                      <a:pt x="438" y="4347"/>
                    </a:lnTo>
                    <a:lnTo>
                      <a:pt x="439" y="4334"/>
                    </a:lnTo>
                    <a:lnTo>
                      <a:pt x="440" y="4322"/>
                    </a:lnTo>
                    <a:lnTo>
                      <a:pt x="442" y="4310"/>
                    </a:lnTo>
                    <a:lnTo>
                      <a:pt x="446" y="4298"/>
                    </a:lnTo>
                    <a:lnTo>
                      <a:pt x="449" y="4287"/>
                    </a:lnTo>
                    <a:lnTo>
                      <a:pt x="454" y="4274"/>
                    </a:lnTo>
                    <a:lnTo>
                      <a:pt x="458" y="4263"/>
                    </a:lnTo>
                    <a:lnTo>
                      <a:pt x="463" y="4252"/>
                    </a:lnTo>
                    <a:lnTo>
                      <a:pt x="469" y="4241"/>
                    </a:lnTo>
                    <a:lnTo>
                      <a:pt x="476" y="4231"/>
                    </a:lnTo>
                    <a:lnTo>
                      <a:pt x="483" y="4221"/>
                    </a:lnTo>
                    <a:lnTo>
                      <a:pt x="490" y="4211"/>
                    </a:lnTo>
                    <a:lnTo>
                      <a:pt x="498" y="4202"/>
                    </a:lnTo>
                    <a:lnTo>
                      <a:pt x="507" y="4193"/>
                    </a:lnTo>
                    <a:lnTo>
                      <a:pt x="516" y="4185"/>
                    </a:lnTo>
                    <a:lnTo>
                      <a:pt x="524" y="4177"/>
                    </a:lnTo>
                    <a:lnTo>
                      <a:pt x="534" y="4169"/>
                    </a:lnTo>
                    <a:lnTo>
                      <a:pt x="544" y="4161"/>
                    </a:lnTo>
                    <a:lnTo>
                      <a:pt x="556" y="4155"/>
                    </a:lnTo>
                    <a:lnTo>
                      <a:pt x="566" y="4148"/>
                    </a:lnTo>
                    <a:lnTo>
                      <a:pt x="578" y="4141"/>
                    </a:lnTo>
                    <a:lnTo>
                      <a:pt x="589" y="4136"/>
                    </a:lnTo>
                    <a:lnTo>
                      <a:pt x="601" y="4131"/>
                    </a:lnTo>
                    <a:lnTo>
                      <a:pt x="613" y="4127"/>
                    </a:lnTo>
                    <a:lnTo>
                      <a:pt x="625" y="4122"/>
                    </a:lnTo>
                    <a:lnTo>
                      <a:pt x="638" y="4119"/>
                    </a:lnTo>
                    <a:lnTo>
                      <a:pt x="651" y="4117"/>
                    </a:lnTo>
                    <a:lnTo>
                      <a:pt x="664" y="4115"/>
                    </a:lnTo>
                    <a:lnTo>
                      <a:pt x="678" y="4112"/>
                    </a:lnTo>
                    <a:lnTo>
                      <a:pt x="691" y="4112"/>
                    </a:lnTo>
                    <a:lnTo>
                      <a:pt x="704" y="4111"/>
                    </a:lnTo>
                    <a:close/>
                    <a:moveTo>
                      <a:pt x="3677" y="13159"/>
                    </a:moveTo>
                    <a:lnTo>
                      <a:pt x="3706" y="13159"/>
                    </a:lnTo>
                    <a:lnTo>
                      <a:pt x="3733" y="13162"/>
                    </a:lnTo>
                    <a:lnTo>
                      <a:pt x="3761" y="13165"/>
                    </a:lnTo>
                    <a:lnTo>
                      <a:pt x="3789" y="13171"/>
                    </a:lnTo>
                    <a:lnTo>
                      <a:pt x="3816" y="13176"/>
                    </a:lnTo>
                    <a:lnTo>
                      <a:pt x="3842" y="13184"/>
                    </a:lnTo>
                    <a:lnTo>
                      <a:pt x="3868" y="13193"/>
                    </a:lnTo>
                    <a:lnTo>
                      <a:pt x="3893" y="13203"/>
                    </a:lnTo>
                    <a:lnTo>
                      <a:pt x="3918" y="13214"/>
                    </a:lnTo>
                    <a:lnTo>
                      <a:pt x="3941" y="13226"/>
                    </a:lnTo>
                    <a:lnTo>
                      <a:pt x="3964" y="13239"/>
                    </a:lnTo>
                    <a:lnTo>
                      <a:pt x="3987" y="13254"/>
                    </a:lnTo>
                    <a:lnTo>
                      <a:pt x="4008" y="13269"/>
                    </a:lnTo>
                    <a:lnTo>
                      <a:pt x="4030" y="13286"/>
                    </a:lnTo>
                    <a:lnTo>
                      <a:pt x="4051" y="13304"/>
                    </a:lnTo>
                    <a:lnTo>
                      <a:pt x="4069" y="13322"/>
                    </a:lnTo>
                    <a:lnTo>
                      <a:pt x="4088" y="13341"/>
                    </a:lnTo>
                    <a:lnTo>
                      <a:pt x="4105" y="13361"/>
                    </a:lnTo>
                    <a:lnTo>
                      <a:pt x="4122" y="13382"/>
                    </a:lnTo>
                    <a:lnTo>
                      <a:pt x="4137" y="13405"/>
                    </a:lnTo>
                    <a:lnTo>
                      <a:pt x="4152" y="13427"/>
                    </a:lnTo>
                    <a:lnTo>
                      <a:pt x="4165" y="13450"/>
                    </a:lnTo>
                    <a:lnTo>
                      <a:pt x="4177" y="13474"/>
                    </a:lnTo>
                    <a:lnTo>
                      <a:pt x="4189" y="13499"/>
                    </a:lnTo>
                    <a:lnTo>
                      <a:pt x="4198" y="13524"/>
                    </a:lnTo>
                    <a:lnTo>
                      <a:pt x="4207" y="13550"/>
                    </a:lnTo>
                    <a:lnTo>
                      <a:pt x="4215" y="13577"/>
                    </a:lnTo>
                    <a:lnTo>
                      <a:pt x="4221" y="13603"/>
                    </a:lnTo>
                    <a:lnTo>
                      <a:pt x="4226" y="13630"/>
                    </a:lnTo>
                    <a:lnTo>
                      <a:pt x="4229" y="13658"/>
                    </a:lnTo>
                    <a:lnTo>
                      <a:pt x="4231" y="13686"/>
                    </a:lnTo>
                    <a:lnTo>
                      <a:pt x="4232" y="13715"/>
                    </a:lnTo>
                    <a:lnTo>
                      <a:pt x="4231" y="13743"/>
                    </a:lnTo>
                    <a:lnTo>
                      <a:pt x="4229" y="13772"/>
                    </a:lnTo>
                    <a:lnTo>
                      <a:pt x="4226" y="13800"/>
                    </a:lnTo>
                    <a:lnTo>
                      <a:pt x="4221" y="13826"/>
                    </a:lnTo>
                    <a:lnTo>
                      <a:pt x="4215" y="13854"/>
                    </a:lnTo>
                    <a:lnTo>
                      <a:pt x="4207" y="13879"/>
                    </a:lnTo>
                    <a:lnTo>
                      <a:pt x="4198" y="13905"/>
                    </a:lnTo>
                    <a:lnTo>
                      <a:pt x="4189" y="13930"/>
                    </a:lnTo>
                    <a:lnTo>
                      <a:pt x="4177" y="13955"/>
                    </a:lnTo>
                    <a:lnTo>
                      <a:pt x="4165" y="13979"/>
                    </a:lnTo>
                    <a:lnTo>
                      <a:pt x="4152" y="14003"/>
                    </a:lnTo>
                    <a:lnTo>
                      <a:pt x="4137" y="14025"/>
                    </a:lnTo>
                    <a:lnTo>
                      <a:pt x="4122" y="14047"/>
                    </a:lnTo>
                    <a:lnTo>
                      <a:pt x="4105" y="14068"/>
                    </a:lnTo>
                    <a:lnTo>
                      <a:pt x="4088" y="14088"/>
                    </a:lnTo>
                    <a:lnTo>
                      <a:pt x="4069" y="14107"/>
                    </a:lnTo>
                    <a:lnTo>
                      <a:pt x="4051" y="14126"/>
                    </a:lnTo>
                    <a:lnTo>
                      <a:pt x="4030" y="14143"/>
                    </a:lnTo>
                    <a:lnTo>
                      <a:pt x="4008" y="14160"/>
                    </a:lnTo>
                    <a:lnTo>
                      <a:pt x="3987" y="14176"/>
                    </a:lnTo>
                    <a:lnTo>
                      <a:pt x="3964" y="14190"/>
                    </a:lnTo>
                    <a:lnTo>
                      <a:pt x="3941" y="14203"/>
                    </a:lnTo>
                    <a:lnTo>
                      <a:pt x="3918" y="14216"/>
                    </a:lnTo>
                    <a:lnTo>
                      <a:pt x="3893" y="14227"/>
                    </a:lnTo>
                    <a:lnTo>
                      <a:pt x="3868" y="14237"/>
                    </a:lnTo>
                    <a:lnTo>
                      <a:pt x="3842" y="14245"/>
                    </a:lnTo>
                    <a:lnTo>
                      <a:pt x="3816" y="14253"/>
                    </a:lnTo>
                    <a:lnTo>
                      <a:pt x="3789" y="14259"/>
                    </a:lnTo>
                    <a:lnTo>
                      <a:pt x="3761" y="14264"/>
                    </a:lnTo>
                    <a:lnTo>
                      <a:pt x="3733" y="14268"/>
                    </a:lnTo>
                    <a:lnTo>
                      <a:pt x="3706" y="14270"/>
                    </a:lnTo>
                    <a:lnTo>
                      <a:pt x="3677" y="14270"/>
                    </a:lnTo>
                    <a:lnTo>
                      <a:pt x="3648" y="14270"/>
                    </a:lnTo>
                    <a:lnTo>
                      <a:pt x="3620" y="14268"/>
                    </a:lnTo>
                    <a:lnTo>
                      <a:pt x="3593" y="14264"/>
                    </a:lnTo>
                    <a:lnTo>
                      <a:pt x="3565" y="14259"/>
                    </a:lnTo>
                    <a:lnTo>
                      <a:pt x="3538" y="14253"/>
                    </a:lnTo>
                    <a:lnTo>
                      <a:pt x="3512" y="14245"/>
                    </a:lnTo>
                    <a:lnTo>
                      <a:pt x="3486" y="14237"/>
                    </a:lnTo>
                    <a:lnTo>
                      <a:pt x="3461" y="14227"/>
                    </a:lnTo>
                    <a:lnTo>
                      <a:pt x="3436" y="14216"/>
                    </a:lnTo>
                    <a:lnTo>
                      <a:pt x="3413" y="14203"/>
                    </a:lnTo>
                    <a:lnTo>
                      <a:pt x="3390" y="14190"/>
                    </a:lnTo>
                    <a:lnTo>
                      <a:pt x="3366" y="14176"/>
                    </a:lnTo>
                    <a:lnTo>
                      <a:pt x="3345" y="14160"/>
                    </a:lnTo>
                    <a:lnTo>
                      <a:pt x="3324" y="14143"/>
                    </a:lnTo>
                    <a:lnTo>
                      <a:pt x="3304" y="14126"/>
                    </a:lnTo>
                    <a:lnTo>
                      <a:pt x="3284" y="14107"/>
                    </a:lnTo>
                    <a:lnTo>
                      <a:pt x="3267" y="14088"/>
                    </a:lnTo>
                    <a:lnTo>
                      <a:pt x="3249" y="14068"/>
                    </a:lnTo>
                    <a:lnTo>
                      <a:pt x="3232" y="14047"/>
                    </a:lnTo>
                    <a:lnTo>
                      <a:pt x="3217" y="14025"/>
                    </a:lnTo>
                    <a:lnTo>
                      <a:pt x="3202" y="14003"/>
                    </a:lnTo>
                    <a:lnTo>
                      <a:pt x="3189" y="13979"/>
                    </a:lnTo>
                    <a:lnTo>
                      <a:pt x="3177" y="13955"/>
                    </a:lnTo>
                    <a:lnTo>
                      <a:pt x="3166" y="13930"/>
                    </a:lnTo>
                    <a:lnTo>
                      <a:pt x="3156" y="13905"/>
                    </a:lnTo>
                    <a:lnTo>
                      <a:pt x="3147" y="13879"/>
                    </a:lnTo>
                    <a:lnTo>
                      <a:pt x="3139" y="13854"/>
                    </a:lnTo>
                    <a:lnTo>
                      <a:pt x="3132" y="13826"/>
                    </a:lnTo>
                    <a:lnTo>
                      <a:pt x="3128" y="13800"/>
                    </a:lnTo>
                    <a:lnTo>
                      <a:pt x="3125" y="13772"/>
                    </a:lnTo>
                    <a:lnTo>
                      <a:pt x="3122" y="13743"/>
                    </a:lnTo>
                    <a:lnTo>
                      <a:pt x="3121" y="13715"/>
                    </a:lnTo>
                    <a:lnTo>
                      <a:pt x="3122" y="13686"/>
                    </a:lnTo>
                    <a:lnTo>
                      <a:pt x="3125" y="13658"/>
                    </a:lnTo>
                    <a:lnTo>
                      <a:pt x="3128" y="13630"/>
                    </a:lnTo>
                    <a:lnTo>
                      <a:pt x="3132" y="13603"/>
                    </a:lnTo>
                    <a:lnTo>
                      <a:pt x="3139" y="13577"/>
                    </a:lnTo>
                    <a:lnTo>
                      <a:pt x="3147" y="13550"/>
                    </a:lnTo>
                    <a:lnTo>
                      <a:pt x="3156" y="13524"/>
                    </a:lnTo>
                    <a:lnTo>
                      <a:pt x="3166" y="13499"/>
                    </a:lnTo>
                    <a:lnTo>
                      <a:pt x="3177" y="13474"/>
                    </a:lnTo>
                    <a:lnTo>
                      <a:pt x="3189" y="13450"/>
                    </a:lnTo>
                    <a:lnTo>
                      <a:pt x="3202" y="13427"/>
                    </a:lnTo>
                    <a:lnTo>
                      <a:pt x="3217" y="13405"/>
                    </a:lnTo>
                    <a:lnTo>
                      <a:pt x="3232" y="13382"/>
                    </a:lnTo>
                    <a:lnTo>
                      <a:pt x="3249" y="13361"/>
                    </a:lnTo>
                    <a:lnTo>
                      <a:pt x="3267" y="13341"/>
                    </a:lnTo>
                    <a:lnTo>
                      <a:pt x="3284" y="13322"/>
                    </a:lnTo>
                    <a:lnTo>
                      <a:pt x="3304" y="13304"/>
                    </a:lnTo>
                    <a:lnTo>
                      <a:pt x="3324" y="13286"/>
                    </a:lnTo>
                    <a:lnTo>
                      <a:pt x="3345" y="13269"/>
                    </a:lnTo>
                    <a:lnTo>
                      <a:pt x="3366" y="13254"/>
                    </a:lnTo>
                    <a:lnTo>
                      <a:pt x="3390" y="13239"/>
                    </a:lnTo>
                    <a:lnTo>
                      <a:pt x="3413" y="13226"/>
                    </a:lnTo>
                    <a:lnTo>
                      <a:pt x="3436" y="13214"/>
                    </a:lnTo>
                    <a:lnTo>
                      <a:pt x="3461" y="13203"/>
                    </a:lnTo>
                    <a:lnTo>
                      <a:pt x="3486" y="13193"/>
                    </a:lnTo>
                    <a:lnTo>
                      <a:pt x="3512" y="13184"/>
                    </a:lnTo>
                    <a:lnTo>
                      <a:pt x="3538" y="13176"/>
                    </a:lnTo>
                    <a:lnTo>
                      <a:pt x="3565" y="13171"/>
                    </a:lnTo>
                    <a:lnTo>
                      <a:pt x="3593" y="13165"/>
                    </a:lnTo>
                    <a:lnTo>
                      <a:pt x="3620" y="13162"/>
                    </a:lnTo>
                    <a:lnTo>
                      <a:pt x="3648" y="13159"/>
                    </a:lnTo>
                    <a:lnTo>
                      <a:pt x="3677" y="13159"/>
                    </a:lnTo>
                    <a:close/>
                    <a:moveTo>
                      <a:pt x="1748" y="14955"/>
                    </a:moveTo>
                    <a:lnTo>
                      <a:pt x="5585" y="14955"/>
                    </a:lnTo>
                    <a:lnTo>
                      <a:pt x="5600" y="14957"/>
                    </a:lnTo>
                    <a:lnTo>
                      <a:pt x="5613" y="14958"/>
                    </a:lnTo>
                    <a:lnTo>
                      <a:pt x="5626" y="14961"/>
                    </a:lnTo>
                    <a:lnTo>
                      <a:pt x="5640" y="14965"/>
                    </a:lnTo>
                    <a:lnTo>
                      <a:pt x="5652" y="14972"/>
                    </a:lnTo>
                    <a:lnTo>
                      <a:pt x="5663" y="14979"/>
                    </a:lnTo>
                    <a:lnTo>
                      <a:pt x="5674" y="14987"/>
                    </a:lnTo>
                    <a:lnTo>
                      <a:pt x="5684" y="14994"/>
                    </a:lnTo>
                    <a:lnTo>
                      <a:pt x="5693" y="15004"/>
                    </a:lnTo>
                    <a:lnTo>
                      <a:pt x="5701" y="15014"/>
                    </a:lnTo>
                    <a:lnTo>
                      <a:pt x="5708" y="15025"/>
                    </a:lnTo>
                    <a:lnTo>
                      <a:pt x="5714" y="15038"/>
                    </a:lnTo>
                    <a:lnTo>
                      <a:pt x="5718" y="15050"/>
                    </a:lnTo>
                    <a:lnTo>
                      <a:pt x="5722" y="15062"/>
                    </a:lnTo>
                    <a:lnTo>
                      <a:pt x="5724" y="15075"/>
                    </a:lnTo>
                    <a:lnTo>
                      <a:pt x="5725" y="15090"/>
                    </a:lnTo>
                    <a:lnTo>
                      <a:pt x="5725" y="15090"/>
                    </a:lnTo>
                    <a:lnTo>
                      <a:pt x="5724" y="15103"/>
                    </a:lnTo>
                    <a:lnTo>
                      <a:pt x="5722" y="15116"/>
                    </a:lnTo>
                    <a:lnTo>
                      <a:pt x="5718" y="15130"/>
                    </a:lnTo>
                    <a:lnTo>
                      <a:pt x="5714" y="15142"/>
                    </a:lnTo>
                    <a:lnTo>
                      <a:pt x="5708" y="15153"/>
                    </a:lnTo>
                    <a:lnTo>
                      <a:pt x="5701" y="15164"/>
                    </a:lnTo>
                    <a:lnTo>
                      <a:pt x="5693" y="15175"/>
                    </a:lnTo>
                    <a:lnTo>
                      <a:pt x="5684" y="15184"/>
                    </a:lnTo>
                    <a:lnTo>
                      <a:pt x="5674" y="15193"/>
                    </a:lnTo>
                    <a:lnTo>
                      <a:pt x="5663" y="15201"/>
                    </a:lnTo>
                    <a:lnTo>
                      <a:pt x="5652" y="15207"/>
                    </a:lnTo>
                    <a:lnTo>
                      <a:pt x="5640" y="15213"/>
                    </a:lnTo>
                    <a:lnTo>
                      <a:pt x="5626" y="15217"/>
                    </a:lnTo>
                    <a:lnTo>
                      <a:pt x="5613" y="15221"/>
                    </a:lnTo>
                    <a:lnTo>
                      <a:pt x="5600" y="15223"/>
                    </a:lnTo>
                    <a:lnTo>
                      <a:pt x="5585" y="15224"/>
                    </a:lnTo>
                    <a:lnTo>
                      <a:pt x="1748" y="15224"/>
                    </a:lnTo>
                    <a:lnTo>
                      <a:pt x="1733" y="15223"/>
                    </a:lnTo>
                    <a:lnTo>
                      <a:pt x="1720" y="15221"/>
                    </a:lnTo>
                    <a:lnTo>
                      <a:pt x="1705" y="15217"/>
                    </a:lnTo>
                    <a:lnTo>
                      <a:pt x="1693" y="15213"/>
                    </a:lnTo>
                    <a:lnTo>
                      <a:pt x="1681" y="15207"/>
                    </a:lnTo>
                    <a:lnTo>
                      <a:pt x="1669" y="15201"/>
                    </a:lnTo>
                    <a:lnTo>
                      <a:pt x="1659" y="15193"/>
                    </a:lnTo>
                    <a:lnTo>
                      <a:pt x="1649" y="15184"/>
                    </a:lnTo>
                    <a:lnTo>
                      <a:pt x="1640" y="15175"/>
                    </a:lnTo>
                    <a:lnTo>
                      <a:pt x="1631" y="15164"/>
                    </a:lnTo>
                    <a:lnTo>
                      <a:pt x="1624" y="15153"/>
                    </a:lnTo>
                    <a:lnTo>
                      <a:pt x="1619" y="15142"/>
                    </a:lnTo>
                    <a:lnTo>
                      <a:pt x="1613" y="15130"/>
                    </a:lnTo>
                    <a:lnTo>
                      <a:pt x="1610" y="15116"/>
                    </a:lnTo>
                    <a:lnTo>
                      <a:pt x="1608" y="15103"/>
                    </a:lnTo>
                    <a:lnTo>
                      <a:pt x="1608" y="15090"/>
                    </a:lnTo>
                    <a:lnTo>
                      <a:pt x="1608" y="15090"/>
                    </a:lnTo>
                    <a:lnTo>
                      <a:pt x="1608" y="15075"/>
                    </a:lnTo>
                    <a:lnTo>
                      <a:pt x="1610" y="15062"/>
                    </a:lnTo>
                    <a:lnTo>
                      <a:pt x="1613" y="15050"/>
                    </a:lnTo>
                    <a:lnTo>
                      <a:pt x="1619" y="15038"/>
                    </a:lnTo>
                    <a:lnTo>
                      <a:pt x="1624" y="15025"/>
                    </a:lnTo>
                    <a:lnTo>
                      <a:pt x="1631" y="15014"/>
                    </a:lnTo>
                    <a:lnTo>
                      <a:pt x="1640" y="15004"/>
                    </a:lnTo>
                    <a:lnTo>
                      <a:pt x="1649" y="14994"/>
                    </a:lnTo>
                    <a:lnTo>
                      <a:pt x="1659" y="14987"/>
                    </a:lnTo>
                    <a:lnTo>
                      <a:pt x="1669" y="14979"/>
                    </a:lnTo>
                    <a:lnTo>
                      <a:pt x="1681" y="14972"/>
                    </a:lnTo>
                    <a:lnTo>
                      <a:pt x="1693" y="14965"/>
                    </a:lnTo>
                    <a:lnTo>
                      <a:pt x="1705" y="14961"/>
                    </a:lnTo>
                    <a:lnTo>
                      <a:pt x="1720" y="14958"/>
                    </a:lnTo>
                    <a:lnTo>
                      <a:pt x="1733" y="14957"/>
                    </a:lnTo>
                    <a:lnTo>
                      <a:pt x="1748" y="14955"/>
                    </a:lnTo>
                    <a:close/>
                    <a:moveTo>
                      <a:pt x="1748" y="15438"/>
                    </a:moveTo>
                    <a:lnTo>
                      <a:pt x="5585" y="15438"/>
                    </a:lnTo>
                    <a:lnTo>
                      <a:pt x="5600" y="15439"/>
                    </a:lnTo>
                    <a:lnTo>
                      <a:pt x="5613" y="15440"/>
                    </a:lnTo>
                    <a:lnTo>
                      <a:pt x="5626" y="15444"/>
                    </a:lnTo>
                    <a:lnTo>
                      <a:pt x="5640" y="15449"/>
                    </a:lnTo>
                    <a:lnTo>
                      <a:pt x="5652" y="15455"/>
                    </a:lnTo>
                    <a:lnTo>
                      <a:pt x="5663" y="15461"/>
                    </a:lnTo>
                    <a:lnTo>
                      <a:pt x="5674" y="15469"/>
                    </a:lnTo>
                    <a:lnTo>
                      <a:pt x="5684" y="15478"/>
                    </a:lnTo>
                    <a:lnTo>
                      <a:pt x="5693" y="15487"/>
                    </a:lnTo>
                    <a:lnTo>
                      <a:pt x="5701" y="15497"/>
                    </a:lnTo>
                    <a:lnTo>
                      <a:pt x="5708" y="15508"/>
                    </a:lnTo>
                    <a:lnTo>
                      <a:pt x="5714" y="15520"/>
                    </a:lnTo>
                    <a:lnTo>
                      <a:pt x="5718" y="15532"/>
                    </a:lnTo>
                    <a:lnTo>
                      <a:pt x="5722" y="15546"/>
                    </a:lnTo>
                    <a:lnTo>
                      <a:pt x="5724" y="15559"/>
                    </a:lnTo>
                    <a:lnTo>
                      <a:pt x="5725" y="15572"/>
                    </a:lnTo>
                    <a:lnTo>
                      <a:pt x="5725" y="15572"/>
                    </a:lnTo>
                    <a:lnTo>
                      <a:pt x="5724" y="15586"/>
                    </a:lnTo>
                    <a:lnTo>
                      <a:pt x="5722" y="15599"/>
                    </a:lnTo>
                    <a:lnTo>
                      <a:pt x="5718" y="15612"/>
                    </a:lnTo>
                    <a:lnTo>
                      <a:pt x="5714" y="15624"/>
                    </a:lnTo>
                    <a:lnTo>
                      <a:pt x="5708" y="15636"/>
                    </a:lnTo>
                    <a:lnTo>
                      <a:pt x="5701" y="15647"/>
                    </a:lnTo>
                    <a:lnTo>
                      <a:pt x="5693" y="15658"/>
                    </a:lnTo>
                    <a:lnTo>
                      <a:pt x="5684" y="15667"/>
                    </a:lnTo>
                    <a:lnTo>
                      <a:pt x="5674" y="15675"/>
                    </a:lnTo>
                    <a:lnTo>
                      <a:pt x="5663" y="15683"/>
                    </a:lnTo>
                    <a:lnTo>
                      <a:pt x="5652" y="15690"/>
                    </a:lnTo>
                    <a:lnTo>
                      <a:pt x="5640" y="15695"/>
                    </a:lnTo>
                    <a:lnTo>
                      <a:pt x="5626" y="15700"/>
                    </a:lnTo>
                    <a:lnTo>
                      <a:pt x="5613" y="15703"/>
                    </a:lnTo>
                    <a:lnTo>
                      <a:pt x="5600" y="15705"/>
                    </a:lnTo>
                    <a:lnTo>
                      <a:pt x="5585" y="15707"/>
                    </a:lnTo>
                    <a:lnTo>
                      <a:pt x="1748" y="15707"/>
                    </a:lnTo>
                    <a:lnTo>
                      <a:pt x="1733" y="15705"/>
                    </a:lnTo>
                    <a:lnTo>
                      <a:pt x="1720" y="15703"/>
                    </a:lnTo>
                    <a:lnTo>
                      <a:pt x="1705" y="15700"/>
                    </a:lnTo>
                    <a:lnTo>
                      <a:pt x="1693" y="15695"/>
                    </a:lnTo>
                    <a:lnTo>
                      <a:pt x="1681" y="15690"/>
                    </a:lnTo>
                    <a:lnTo>
                      <a:pt x="1669" y="15683"/>
                    </a:lnTo>
                    <a:lnTo>
                      <a:pt x="1659" y="15675"/>
                    </a:lnTo>
                    <a:lnTo>
                      <a:pt x="1649" y="15667"/>
                    </a:lnTo>
                    <a:lnTo>
                      <a:pt x="1640" y="15658"/>
                    </a:lnTo>
                    <a:lnTo>
                      <a:pt x="1631" y="15647"/>
                    </a:lnTo>
                    <a:lnTo>
                      <a:pt x="1624" y="15636"/>
                    </a:lnTo>
                    <a:lnTo>
                      <a:pt x="1619" y="15624"/>
                    </a:lnTo>
                    <a:lnTo>
                      <a:pt x="1613" y="15612"/>
                    </a:lnTo>
                    <a:lnTo>
                      <a:pt x="1610" y="15599"/>
                    </a:lnTo>
                    <a:lnTo>
                      <a:pt x="1608" y="15586"/>
                    </a:lnTo>
                    <a:lnTo>
                      <a:pt x="1608" y="15572"/>
                    </a:lnTo>
                    <a:lnTo>
                      <a:pt x="1608" y="15572"/>
                    </a:lnTo>
                    <a:lnTo>
                      <a:pt x="1608" y="15559"/>
                    </a:lnTo>
                    <a:lnTo>
                      <a:pt x="1610" y="15546"/>
                    </a:lnTo>
                    <a:lnTo>
                      <a:pt x="1613" y="15532"/>
                    </a:lnTo>
                    <a:lnTo>
                      <a:pt x="1619" y="15520"/>
                    </a:lnTo>
                    <a:lnTo>
                      <a:pt x="1624" y="15508"/>
                    </a:lnTo>
                    <a:lnTo>
                      <a:pt x="1631" y="15497"/>
                    </a:lnTo>
                    <a:lnTo>
                      <a:pt x="1640" y="15487"/>
                    </a:lnTo>
                    <a:lnTo>
                      <a:pt x="1649" y="15478"/>
                    </a:lnTo>
                    <a:lnTo>
                      <a:pt x="1659" y="15469"/>
                    </a:lnTo>
                    <a:lnTo>
                      <a:pt x="1669" y="15461"/>
                    </a:lnTo>
                    <a:lnTo>
                      <a:pt x="1681" y="15455"/>
                    </a:lnTo>
                    <a:lnTo>
                      <a:pt x="1693" y="15449"/>
                    </a:lnTo>
                    <a:lnTo>
                      <a:pt x="1705" y="15444"/>
                    </a:lnTo>
                    <a:lnTo>
                      <a:pt x="1720" y="15440"/>
                    </a:lnTo>
                    <a:lnTo>
                      <a:pt x="1733" y="15439"/>
                    </a:lnTo>
                    <a:lnTo>
                      <a:pt x="1748" y="15438"/>
                    </a:lnTo>
                    <a:close/>
                    <a:moveTo>
                      <a:pt x="1748" y="15921"/>
                    </a:moveTo>
                    <a:lnTo>
                      <a:pt x="5585" y="15921"/>
                    </a:lnTo>
                    <a:lnTo>
                      <a:pt x="5600" y="15922"/>
                    </a:lnTo>
                    <a:lnTo>
                      <a:pt x="5613" y="15924"/>
                    </a:lnTo>
                    <a:lnTo>
                      <a:pt x="5626" y="15927"/>
                    </a:lnTo>
                    <a:lnTo>
                      <a:pt x="5640" y="15932"/>
                    </a:lnTo>
                    <a:lnTo>
                      <a:pt x="5652" y="15937"/>
                    </a:lnTo>
                    <a:lnTo>
                      <a:pt x="5663" y="15944"/>
                    </a:lnTo>
                    <a:lnTo>
                      <a:pt x="5674" y="15952"/>
                    </a:lnTo>
                    <a:lnTo>
                      <a:pt x="5684" y="15961"/>
                    </a:lnTo>
                    <a:lnTo>
                      <a:pt x="5693" y="15969"/>
                    </a:lnTo>
                    <a:lnTo>
                      <a:pt x="5701" y="15981"/>
                    </a:lnTo>
                    <a:lnTo>
                      <a:pt x="5708" y="15992"/>
                    </a:lnTo>
                    <a:lnTo>
                      <a:pt x="5714" y="16003"/>
                    </a:lnTo>
                    <a:lnTo>
                      <a:pt x="5718" y="16015"/>
                    </a:lnTo>
                    <a:lnTo>
                      <a:pt x="5722" y="16028"/>
                    </a:lnTo>
                    <a:lnTo>
                      <a:pt x="5724" y="16042"/>
                    </a:lnTo>
                    <a:lnTo>
                      <a:pt x="5725" y="16055"/>
                    </a:lnTo>
                    <a:lnTo>
                      <a:pt x="5725" y="16055"/>
                    </a:lnTo>
                    <a:lnTo>
                      <a:pt x="5724" y="16068"/>
                    </a:lnTo>
                    <a:lnTo>
                      <a:pt x="5722" y="16082"/>
                    </a:lnTo>
                    <a:lnTo>
                      <a:pt x="5718" y="16095"/>
                    </a:lnTo>
                    <a:lnTo>
                      <a:pt x="5714" y="16107"/>
                    </a:lnTo>
                    <a:lnTo>
                      <a:pt x="5708" y="16119"/>
                    </a:lnTo>
                    <a:lnTo>
                      <a:pt x="5701" y="16129"/>
                    </a:lnTo>
                    <a:lnTo>
                      <a:pt x="5693" y="16140"/>
                    </a:lnTo>
                    <a:lnTo>
                      <a:pt x="5684" y="16149"/>
                    </a:lnTo>
                    <a:lnTo>
                      <a:pt x="5674" y="16158"/>
                    </a:lnTo>
                    <a:lnTo>
                      <a:pt x="5663" y="16166"/>
                    </a:lnTo>
                    <a:lnTo>
                      <a:pt x="5652" y="16172"/>
                    </a:lnTo>
                    <a:lnTo>
                      <a:pt x="5640" y="16178"/>
                    </a:lnTo>
                    <a:lnTo>
                      <a:pt x="5626" y="16182"/>
                    </a:lnTo>
                    <a:lnTo>
                      <a:pt x="5613" y="16186"/>
                    </a:lnTo>
                    <a:lnTo>
                      <a:pt x="5600" y="16188"/>
                    </a:lnTo>
                    <a:lnTo>
                      <a:pt x="5585" y="16189"/>
                    </a:lnTo>
                    <a:lnTo>
                      <a:pt x="1748" y="16189"/>
                    </a:lnTo>
                    <a:lnTo>
                      <a:pt x="1733" y="16188"/>
                    </a:lnTo>
                    <a:lnTo>
                      <a:pt x="1720" y="16186"/>
                    </a:lnTo>
                    <a:lnTo>
                      <a:pt x="1705" y="16182"/>
                    </a:lnTo>
                    <a:lnTo>
                      <a:pt x="1693" y="16178"/>
                    </a:lnTo>
                    <a:lnTo>
                      <a:pt x="1681" y="16172"/>
                    </a:lnTo>
                    <a:lnTo>
                      <a:pt x="1669" y="16166"/>
                    </a:lnTo>
                    <a:lnTo>
                      <a:pt x="1659" y="16158"/>
                    </a:lnTo>
                    <a:lnTo>
                      <a:pt x="1649" y="16149"/>
                    </a:lnTo>
                    <a:lnTo>
                      <a:pt x="1640" y="16140"/>
                    </a:lnTo>
                    <a:lnTo>
                      <a:pt x="1631" y="16129"/>
                    </a:lnTo>
                    <a:lnTo>
                      <a:pt x="1624" y="16119"/>
                    </a:lnTo>
                    <a:lnTo>
                      <a:pt x="1619" y="16107"/>
                    </a:lnTo>
                    <a:lnTo>
                      <a:pt x="1613" y="16095"/>
                    </a:lnTo>
                    <a:lnTo>
                      <a:pt x="1610" y="16082"/>
                    </a:lnTo>
                    <a:lnTo>
                      <a:pt x="1608" y="16068"/>
                    </a:lnTo>
                    <a:lnTo>
                      <a:pt x="1608" y="16055"/>
                    </a:lnTo>
                    <a:lnTo>
                      <a:pt x="1608" y="16055"/>
                    </a:lnTo>
                    <a:lnTo>
                      <a:pt x="1608" y="16042"/>
                    </a:lnTo>
                    <a:lnTo>
                      <a:pt x="1610" y="16028"/>
                    </a:lnTo>
                    <a:lnTo>
                      <a:pt x="1613" y="16015"/>
                    </a:lnTo>
                    <a:lnTo>
                      <a:pt x="1619" y="16003"/>
                    </a:lnTo>
                    <a:lnTo>
                      <a:pt x="1624" y="15992"/>
                    </a:lnTo>
                    <a:lnTo>
                      <a:pt x="1631" y="15981"/>
                    </a:lnTo>
                    <a:lnTo>
                      <a:pt x="1640" y="15969"/>
                    </a:lnTo>
                    <a:lnTo>
                      <a:pt x="1649" y="15961"/>
                    </a:lnTo>
                    <a:lnTo>
                      <a:pt x="1659" y="15952"/>
                    </a:lnTo>
                    <a:lnTo>
                      <a:pt x="1669" y="15944"/>
                    </a:lnTo>
                    <a:lnTo>
                      <a:pt x="1681" y="15937"/>
                    </a:lnTo>
                    <a:lnTo>
                      <a:pt x="1693" y="15932"/>
                    </a:lnTo>
                    <a:lnTo>
                      <a:pt x="1705" y="15927"/>
                    </a:lnTo>
                    <a:lnTo>
                      <a:pt x="1720" y="15924"/>
                    </a:lnTo>
                    <a:lnTo>
                      <a:pt x="1733" y="15922"/>
                    </a:lnTo>
                    <a:lnTo>
                      <a:pt x="1748" y="15921"/>
                    </a:lnTo>
                    <a:close/>
                    <a:moveTo>
                      <a:pt x="704" y="2929"/>
                    </a:moveTo>
                    <a:lnTo>
                      <a:pt x="6628" y="2929"/>
                    </a:lnTo>
                    <a:lnTo>
                      <a:pt x="6642" y="2930"/>
                    </a:lnTo>
                    <a:lnTo>
                      <a:pt x="6655" y="2931"/>
                    </a:lnTo>
                    <a:lnTo>
                      <a:pt x="6669" y="2932"/>
                    </a:lnTo>
                    <a:lnTo>
                      <a:pt x="6682" y="2934"/>
                    </a:lnTo>
                    <a:lnTo>
                      <a:pt x="6694" y="2938"/>
                    </a:lnTo>
                    <a:lnTo>
                      <a:pt x="6707" y="2941"/>
                    </a:lnTo>
                    <a:lnTo>
                      <a:pt x="6720" y="2944"/>
                    </a:lnTo>
                    <a:lnTo>
                      <a:pt x="6732" y="2949"/>
                    </a:lnTo>
                    <a:lnTo>
                      <a:pt x="6744" y="2954"/>
                    </a:lnTo>
                    <a:lnTo>
                      <a:pt x="6755" y="2960"/>
                    </a:lnTo>
                    <a:lnTo>
                      <a:pt x="6766" y="2965"/>
                    </a:lnTo>
                    <a:lnTo>
                      <a:pt x="6777" y="2972"/>
                    </a:lnTo>
                    <a:lnTo>
                      <a:pt x="6787" y="2979"/>
                    </a:lnTo>
                    <a:lnTo>
                      <a:pt x="6797" y="2986"/>
                    </a:lnTo>
                    <a:lnTo>
                      <a:pt x="6807" y="2994"/>
                    </a:lnTo>
                    <a:lnTo>
                      <a:pt x="6817" y="3002"/>
                    </a:lnTo>
                    <a:lnTo>
                      <a:pt x="6826" y="3011"/>
                    </a:lnTo>
                    <a:lnTo>
                      <a:pt x="6834" y="3020"/>
                    </a:lnTo>
                    <a:lnTo>
                      <a:pt x="6842" y="3029"/>
                    </a:lnTo>
                    <a:lnTo>
                      <a:pt x="6849" y="3039"/>
                    </a:lnTo>
                    <a:lnTo>
                      <a:pt x="6856" y="3049"/>
                    </a:lnTo>
                    <a:lnTo>
                      <a:pt x="6863" y="3060"/>
                    </a:lnTo>
                    <a:lnTo>
                      <a:pt x="6868" y="3070"/>
                    </a:lnTo>
                    <a:lnTo>
                      <a:pt x="6874" y="3081"/>
                    </a:lnTo>
                    <a:lnTo>
                      <a:pt x="6879" y="3092"/>
                    </a:lnTo>
                    <a:lnTo>
                      <a:pt x="6883" y="3104"/>
                    </a:lnTo>
                    <a:lnTo>
                      <a:pt x="6887" y="3115"/>
                    </a:lnTo>
                    <a:lnTo>
                      <a:pt x="6889" y="3127"/>
                    </a:lnTo>
                    <a:lnTo>
                      <a:pt x="6893" y="3140"/>
                    </a:lnTo>
                    <a:lnTo>
                      <a:pt x="6894" y="3152"/>
                    </a:lnTo>
                    <a:lnTo>
                      <a:pt x="6895" y="3164"/>
                    </a:lnTo>
                    <a:lnTo>
                      <a:pt x="6895" y="3177"/>
                    </a:lnTo>
                    <a:lnTo>
                      <a:pt x="6895" y="3764"/>
                    </a:lnTo>
                    <a:lnTo>
                      <a:pt x="6895" y="3776"/>
                    </a:lnTo>
                    <a:lnTo>
                      <a:pt x="6894" y="3790"/>
                    </a:lnTo>
                    <a:lnTo>
                      <a:pt x="6893" y="3802"/>
                    </a:lnTo>
                    <a:lnTo>
                      <a:pt x="6889" y="3814"/>
                    </a:lnTo>
                    <a:lnTo>
                      <a:pt x="6887" y="3826"/>
                    </a:lnTo>
                    <a:lnTo>
                      <a:pt x="6883" y="3837"/>
                    </a:lnTo>
                    <a:lnTo>
                      <a:pt x="6879" y="3850"/>
                    </a:lnTo>
                    <a:lnTo>
                      <a:pt x="6874" y="3861"/>
                    </a:lnTo>
                    <a:lnTo>
                      <a:pt x="6868" y="3872"/>
                    </a:lnTo>
                    <a:lnTo>
                      <a:pt x="6863" y="3882"/>
                    </a:lnTo>
                    <a:lnTo>
                      <a:pt x="6856" y="3893"/>
                    </a:lnTo>
                    <a:lnTo>
                      <a:pt x="6849" y="3903"/>
                    </a:lnTo>
                    <a:lnTo>
                      <a:pt x="6842" y="3912"/>
                    </a:lnTo>
                    <a:lnTo>
                      <a:pt x="6834" y="3922"/>
                    </a:lnTo>
                    <a:lnTo>
                      <a:pt x="6826" y="3931"/>
                    </a:lnTo>
                    <a:lnTo>
                      <a:pt x="6817" y="3939"/>
                    </a:lnTo>
                    <a:lnTo>
                      <a:pt x="6807" y="3947"/>
                    </a:lnTo>
                    <a:lnTo>
                      <a:pt x="6797" y="3955"/>
                    </a:lnTo>
                    <a:lnTo>
                      <a:pt x="6787" y="3963"/>
                    </a:lnTo>
                    <a:lnTo>
                      <a:pt x="6777" y="3969"/>
                    </a:lnTo>
                    <a:lnTo>
                      <a:pt x="6766" y="3976"/>
                    </a:lnTo>
                    <a:lnTo>
                      <a:pt x="6755" y="3982"/>
                    </a:lnTo>
                    <a:lnTo>
                      <a:pt x="6744" y="3987"/>
                    </a:lnTo>
                    <a:lnTo>
                      <a:pt x="6732" y="3993"/>
                    </a:lnTo>
                    <a:lnTo>
                      <a:pt x="6720" y="3997"/>
                    </a:lnTo>
                    <a:lnTo>
                      <a:pt x="6707" y="4000"/>
                    </a:lnTo>
                    <a:lnTo>
                      <a:pt x="6694" y="4004"/>
                    </a:lnTo>
                    <a:lnTo>
                      <a:pt x="6682" y="4007"/>
                    </a:lnTo>
                    <a:lnTo>
                      <a:pt x="6669" y="4009"/>
                    </a:lnTo>
                    <a:lnTo>
                      <a:pt x="6655" y="4010"/>
                    </a:lnTo>
                    <a:lnTo>
                      <a:pt x="6642" y="4012"/>
                    </a:lnTo>
                    <a:lnTo>
                      <a:pt x="6628" y="4012"/>
                    </a:lnTo>
                    <a:lnTo>
                      <a:pt x="704" y="4012"/>
                    </a:lnTo>
                    <a:lnTo>
                      <a:pt x="691" y="4012"/>
                    </a:lnTo>
                    <a:lnTo>
                      <a:pt x="678" y="4010"/>
                    </a:lnTo>
                    <a:lnTo>
                      <a:pt x="664" y="4009"/>
                    </a:lnTo>
                    <a:lnTo>
                      <a:pt x="651" y="4007"/>
                    </a:lnTo>
                    <a:lnTo>
                      <a:pt x="638" y="4004"/>
                    </a:lnTo>
                    <a:lnTo>
                      <a:pt x="625" y="4000"/>
                    </a:lnTo>
                    <a:lnTo>
                      <a:pt x="613" y="3997"/>
                    </a:lnTo>
                    <a:lnTo>
                      <a:pt x="601" y="3993"/>
                    </a:lnTo>
                    <a:lnTo>
                      <a:pt x="589" y="3987"/>
                    </a:lnTo>
                    <a:lnTo>
                      <a:pt x="578" y="3982"/>
                    </a:lnTo>
                    <a:lnTo>
                      <a:pt x="566" y="3976"/>
                    </a:lnTo>
                    <a:lnTo>
                      <a:pt x="556" y="3969"/>
                    </a:lnTo>
                    <a:lnTo>
                      <a:pt x="544" y="3963"/>
                    </a:lnTo>
                    <a:lnTo>
                      <a:pt x="534" y="3955"/>
                    </a:lnTo>
                    <a:lnTo>
                      <a:pt x="524" y="3947"/>
                    </a:lnTo>
                    <a:lnTo>
                      <a:pt x="516" y="3939"/>
                    </a:lnTo>
                    <a:lnTo>
                      <a:pt x="507" y="3931"/>
                    </a:lnTo>
                    <a:lnTo>
                      <a:pt x="498" y="3922"/>
                    </a:lnTo>
                    <a:lnTo>
                      <a:pt x="490" y="3912"/>
                    </a:lnTo>
                    <a:lnTo>
                      <a:pt x="483" y="3903"/>
                    </a:lnTo>
                    <a:lnTo>
                      <a:pt x="476" y="3893"/>
                    </a:lnTo>
                    <a:lnTo>
                      <a:pt x="469" y="3882"/>
                    </a:lnTo>
                    <a:lnTo>
                      <a:pt x="463" y="3872"/>
                    </a:lnTo>
                    <a:lnTo>
                      <a:pt x="458" y="3861"/>
                    </a:lnTo>
                    <a:lnTo>
                      <a:pt x="454" y="3850"/>
                    </a:lnTo>
                    <a:lnTo>
                      <a:pt x="449" y="3837"/>
                    </a:lnTo>
                    <a:lnTo>
                      <a:pt x="446" y="3826"/>
                    </a:lnTo>
                    <a:lnTo>
                      <a:pt x="442" y="3814"/>
                    </a:lnTo>
                    <a:lnTo>
                      <a:pt x="440" y="3802"/>
                    </a:lnTo>
                    <a:lnTo>
                      <a:pt x="439" y="3790"/>
                    </a:lnTo>
                    <a:lnTo>
                      <a:pt x="438" y="3776"/>
                    </a:lnTo>
                    <a:lnTo>
                      <a:pt x="437" y="3764"/>
                    </a:lnTo>
                    <a:lnTo>
                      <a:pt x="437" y="3177"/>
                    </a:lnTo>
                    <a:lnTo>
                      <a:pt x="438" y="3164"/>
                    </a:lnTo>
                    <a:lnTo>
                      <a:pt x="439" y="3152"/>
                    </a:lnTo>
                    <a:lnTo>
                      <a:pt x="440" y="3140"/>
                    </a:lnTo>
                    <a:lnTo>
                      <a:pt x="442" y="3127"/>
                    </a:lnTo>
                    <a:lnTo>
                      <a:pt x="446" y="3115"/>
                    </a:lnTo>
                    <a:lnTo>
                      <a:pt x="449" y="3104"/>
                    </a:lnTo>
                    <a:lnTo>
                      <a:pt x="454" y="3092"/>
                    </a:lnTo>
                    <a:lnTo>
                      <a:pt x="458" y="3081"/>
                    </a:lnTo>
                    <a:lnTo>
                      <a:pt x="463" y="3070"/>
                    </a:lnTo>
                    <a:lnTo>
                      <a:pt x="469" y="3060"/>
                    </a:lnTo>
                    <a:lnTo>
                      <a:pt x="476" y="3049"/>
                    </a:lnTo>
                    <a:lnTo>
                      <a:pt x="483" y="3039"/>
                    </a:lnTo>
                    <a:lnTo>
                      <a:pt x="490" y="3029"/>
                    </a:lnTo>
                    <a:lnTo>
                      <a:pt x="498" y="3020"/>
                    </a:lnTo>
                    <a:lnTo>
                      <a:pt x="507" y="3011"/>
                    </a:lnTo>
                    <a:lnTo>
                      <a:pt x="516" y="3002"/>
                    </a:lnTo>
                    <a:lnTo>
                      <a:pt x="524" y="2994"/>
                    </a:lnTo>
                    <a:lnTo>
                      <a:pt x="534" y="2986"/>
                    </a:lnTo>
                    <a:lnTo>
                      <a:pt x="544" y="2979"/>
                    </a:lnTo>
                    <a:lnTo>
                      <a:pt x="556" y="2972"/>
                    </a:lnTo>
                    <a:lnTo>
                      <a:pt x="566" y="2965"/>
                    </a:lnTo>
                    <a:lnTo>
                      <a:pt x="578" y="2960"/>
                    </a:lnTo>
                    <a:lnTo>
                      <a:pt x="589" y="2954"/>
                    </a:lnTo>
                    <a:lnTo>
                      <a:pt x="601" y="2949"/>
                    </a:lnTo>
                    <a:lnTo>
                      <a:pt x="613" y="2944"/>
                    </a:lnTo>
                    <a:lnTo>
                      <a:pt x="625" y="2941"/>
                    </a:lnTo>
                    <a:lnTo>
                      <a:pt x="638" y="2938"/>
                    </a:lnTo>
                    <a:lnTo>
                      <a:pt x="651" y="2934"/>
                    </a:lnTo>
                    <a:lnTo>
                      <a:pt x="664" y="2932"/>
                    </a:lnTo>
                    <a:lnTo>
                      <a:pt x="678" y="2931"/>
                    </a:lnTo>
                    <a:lnTo>
                      <a:pt x="691" y="2930"/>
                    </a:lnTo>
                    <a:lnTo>
                      <a:pt x="704" y="2929"/>
                    </a:lnTo>
                    <a:close/>
                    <a:moveTo>
                      <a:pt x="704" y="1747"/>
                    </a:moveTo>
                    <a:lnTo>
                      <a:pt x="6628" y="1747"/>
                    </a:lnTo>
                    <a:lnTo>
                      <a:pt x="6642" y="1747"/>
                    </a:lnTo>
                    <a:lnTo>
                      <a:pt x="6655" y="1748"/>
                    </a:lnTo>
                    <a:lnTo>
                      <a:pt x="6669" y="1749"/>
                    </a:lnTo>
                    <a:lnTo>
                      <a:pt x="6682" y="1752"/>
                    </a:lnTo>
                    <a:lnTo>
                      <a:pt x="6694" y="1755"/>
                    </a:lnTo>
                    <a:lnTo>
                      <a:pt x="6707" y="1758"/>
                    </a:lnTo>
                    <a:lnTo>
                      <a:pt x="6720" y="1762"/>
                    </a:lnTo>
                    <a:lnTo>
                      <a:pt x="6732" y="1766"/>
                    </a:lnTo>
                    <a:lnTo>
                      <a:pt x="6744" y="1772"/>
                    </a:lnTo>
                    <a:lnTo>
                      <a:pt x="6755" y="1777"/>
                    </a:lnTo>
                    <a:lnTo>
                      <a:pt x="6766" y="1783"/>
                    </a:lnTo>
                    <a:lnTo>
                      <a:pt x="6777" y="1789"/>
                    </a:lnTo>
                    <a:lnTo>
                      <a:pt x="6787" y="1796"/>
                    </a:lnTo>
                    <a:lnTo>
                      <a:pt x="6797" y="1804"/>
                    </a:lnTo>
                    <a:lnTo>
                      <a:pt x="6807" y="1812"/>
                    </a:lnTo>
                    <a:lnTo>
                      <a:pt x="6817" y="1819"/>
                    </a:lnTo>
                    <a:lnTo>
                      <a:pt x="6826" y="1828"/>
                    </a:lnTo>
                    <a:lnTo>
                      <a:pt x="6834" y="1837"/>
                    </a:lnTo>
                    <a:lnTo>
                      <a:pt x="6842" y="1846"/>
                    </a:lnTo>
                    <a:lnTo>
                      <a:pt x="6849" y="1856"/>
                    </a:lnTo>
                    <a:lnTo>
                      <a:pt x="6856" y="1866"/>
                    </a:lnTo>
                    <a:lnTo>
                      <a:pt x="6863" y="1877"/>
                    </a:lnTo>
                    <a:lnTo>
                      <a:pt x="6868" y="1887"/>
                    </a:lnTo>
                    <a:lnTo>
                      <a:pt x="6874" y="1898"/>
                    </a:lnTo>
                    <a:lnTo>
                      <a:pt x="6879" y="1909"/>
                    </a:lnTo>
                    <a:lnTo>
                      <a:pt x="6883" y="1921"/>
                    </a:lnTo>
                    <a:lnTo>
                      <a:pt x="6887" y="1933"/>
                    </a:lnTo>
                    <a:lnTo>
                      <a:pt x="6889" y="1945"/>
                    </a:lnTo>
                    <a:lnTo>
                      <a:pt x="6893" y="1957"/>
                    </a:lnTo>
                    <a:lnTo>
                      <a:pt x="6894" y="1969"/>
                    </a:lnTo>
                    <a:lnTo>
                      <a:pt x="6895" y="1981"/>
                    </a:lnTo>
                    <a:lnTo>
                      <a:pt x="6895" y="1995"/>
                    </a:lnTo>
                    <a:lnTo>
                      <a:pt x="6895" y="2582"/>
                    </a:lnTo>
                    <a:lnTo>
                      <a:pt x="6895" y="2594"/>
                    </a:lnTo>
                    <a:lnTo>
                      <a:pt x="6894" y="2607"/>
                    </a:lnTo>
                    <a:lnTo>
                      <a:pt x="6893" y="2619"/>
                    </a:lnTo>
                    <a:lnTo>
                      <a:pt x="6889" y="2631"/>
                    </a:lnTo>
                    <a:lnTo>
                      <a:pt x="6887" y="2644"/>
                    </a:lnTo>
                    <a:lnTo>
                      <a:pt x="6883" y="2655"/>
                    </a:lnTo>
                    <a:lnTo>
                      <a:pt x="6879" y="2667"/>
                    </a:lnTo>
                    <a:lnTo>
                      <a:pt x="6874" y="2678"/>
                    </a:lnTo>
                    <a:lnTo>
                      <a:pt x="6868" y="2689"/>
                    </a:lnTo>
                    <a:lnTo>
                      <a:pt x="6863" y="2699"/>
                    </a:lnTo>
                    <a:lnTo>
                      <a:pt x="6856" y="2710"/>
                    </a:lnTo>
                    <a:lnTo>
                      <a:pt x="6849" y="2720"/>
                    </a:lnTo>
                    <a:lnTo>
                      <a:pt x="6842" y="2730"/>
                    </a:lnTo>
                    <a:lnTo>
                      <a:pt x="6834" y="2739"/>
                    </a:lnTo>
                    <a:lnTo>
                      <a:pt x="6826" y="2748"/>
                    </a:lnTo>
                    <a:lnTo>
                      <a:pt x="6817" y="2757"/>
                    </a:lnTo>
                    <a:lnTo>
                      <a:pt x="6807" y="2765"/>
                    </a:lnTo>
                    <a:lnTo>
                      <a:pt x="6797" y="2772"/>
                    </a:lnTo>
                    <a:lnTo>
                      <a:pt x="6787" y="2780"/>
                    </a:lnTo>
                    <a:lnTo>
                      <a:pt x="6777" y="2787"/>
                    </a:lnTo>
                    <a:lnTo>
                      <a:pt x="6766" y="2793"/>
                    </a:lnTo>
                    <a:lnTo>
                      <a:pt x="6755" y="2799"/>
                    </a:lnTo>
                    <a:lnTo>
                      <a:pt x="6744" y="2805"/>
                    </a:lnTo>
                    <a:lnTo>
                      <a:pt x="6732" y="2810"/>
                    </a:lnTo>
                    <a:lnTo>
                      <a:pt x="6720" y="2814"/>
                    </a:lnTo>
                    <a:lnTo>
                      <a:pt x="6707" y="2818"/>
                    </a:lnTo>
                    <a:lnTo>
                      <a:pt x="6694" y="2821"/>
                    </a:lnTo>
                    <a:lnTo>
                      <a:pt x="6682" y="2824"/>
                    </a:lnTo>
                    <a:lnTo>
                      <a:pt x="6669" y="2827"/>
                    </a:lnTo>
                    <a:lnTo>
                      <a:pt x="6655" y="2828"/>
                    </a:lnTo>
                    <a:lnTo>
                      <a:pt x="6642" y="2829"/>
                    </a:lnTo>
                    <a:lnTo>
                      <a:pt x="6628" y="2829"/>
                    </a:lnTo>
                    <a:lnTo>
                      <a:pt x="704" y="2829"/>
                    </a:lnTo>
                    <a:lnTo>
                      <a:pt x="691" y="2829"/>
                    </a:lnTo>
                    <a:lnTo>
                      <a:pt x="678" y="2828"/>
                    </a:lnTo>
                    <a:lnTo>
                      <a:pt x="664" y="2827"/>
                    </a:lnTo>
                    <a:lnTo>
                      <a:pt x="651" y="2824"/>
                    </a:lnTo>
                    <a:lnTo>
                      <a:pt x="638" y="2821"/>
                    </a:lnTo>
                    <a:lnTo>
                      <a:pt x="625" y="2818"/>
                    </a:lnTo>
                    <a:lnTo>
                      <a:pt x="613" y="2814"/>
                    </a:lnTo>
                    <a:lnTo>
                      <a:pt x="601" y="2810"/>
                    </a:lnTo>
                    <a:lnTo>
                      <a:pt x="589" y="2805"/>
                    </a:lnTo>
                    <a:lnTo>
                      <a:pt x="578" y="2799"/>
                    </a:lnTo>
                    <a:lnTo>
                      <a:pt x="566" y="2793"/>
                    </a:lnTo>
                    <a:lnTo>
                      <a:pt x="556" y="2787"/>
                    </a:lnTo>
                    <a:lnTo>
                      <a:pt x="544" y="2780"/>
                    </a:lnTo>
                    <a:lnTo>
                      <a:pt x="534" y="2772"/>
                    </a:lnTo>
                    <a:lnTo>
                      <a:pt x="524" y="2765"/>
                    </a:lnTo>
                    <a:lnTo>
                      <a:pt x="516" y="2757"/>
                    </a:lnTo>
                    <a:lnTo>
                      <a:pt x="507" y="2748"/>
                    </a:lnTo>
                    <a:lnTo>
                      <a:pt x="498" y="2739"/>
                    </a:lnTo>
                    <a:lnTo>
                      <a:pt x="490" y="2730"/>
                    </a:lnTo>
                    <a:lnTo>
                      <a:pt x="483" y="2720"/>
                    </a:lnTo>
                    <a:lnTo>
                      <a:pt x="476" y="2710"/>
                    </a:lnTo>
                    <a:lnTo>
                      <a:pt x="469" y="2699"/>
                    </a:lnTo>
                    <a:lnTo>
                      <a:pt x="463" y="2689"/>
                    </a:lnTo>
                    <a:lnTo>
                      <a:pt x="458" y="2678"/>
                    </a:lnTo>
                    <a:lnTo>
                      <a:pt x="454" y="2667"/>
                    </a:lnTo>
                    <a:lnTo>
                      <a:pt x="449" y="2655"/>
                    </a:lnTo>
                    <a:lnTo>
                      <a:pt x="446" y="2644"/>
                    </a:lnTo>
                    <a:lnTo>
                      <a:pt x="442" y="2631"/>
                    </a:lnTo>
                    <a:lnTo>
                      <a:pt x="440" y="2619"/>
                    </a:lnTo>
                    <a:lnTo>
                      <a:pt x="439" y="2607"/>
                    </a:lnTo>
                    <a:lnTo>
                      <a:pt x="438" y="2594"/>
                    </a:lnTo>
                    <a:lnTo>
                      <a:pt x="437" y="2582"/>
                    </a:lnTo>
                    <a:lnTo>
                      <a:pt x="437" y="1995"/>
                    </a:lnTo>
                    <a:lnTo>
                      <a:pt x="438" y="1981"/>
                    </a:lnTo>
                    <a:lnTo>
                      <a:pt x="439" y="1969"/>
                    </a:lnTo>
                    <a:lnTo>
                      <a:pt x="440" y="1957"/>
                    </a:lnTo>
                    <a:lnTo>
                      <a:pt x="442" y="1945"/>
                    </a:lnTo>
                    <a:lnTo>
                      <a:pt x="446" y="1933"/>
                    </a:lnTo>
                    <a:lnTo>
                      <a:pt x="449" y="1921"/>
                    </a:lnTo>
                    <a:lnTo>
                      <a:pt x="454" y="1909"/>
                    </a:lnTo>
                    <a:lnTo>
                      <a:pt x="458" y="1898"/>
                    </a:lnTo>
                    <a:lnTo>
                      <a:pt x="463" y="1887"/>
                    </a:lnTo>
                    <a:lnTo>
                      <a:pt x="469" y="1877"/>
                    </a:lnTo>
                    <a:lnTo>
                      <a:pt x="476" y="1866"/>
                    </a:lnTo>
                    <a:lnTo>
                      <a:pt x="483" y="1856"/>
                    </a:lnTo>
                    <a:lnTo>
                      <a:pt x="490" y="1846"/>
                    </a:lnTo>
                    <a:lnTo>
                      <a:pt x="498" y="1837"/>
                    </a:lnTo>
                    <a:lnTo>
                      <a:pt x="507" y="1828"/>
                    </a:lnTo>
                    <a:lnTo>
                      <a:pt x="516" y="1819"/>
                    </a:lnTo>
                    <a:lnTo>
                      <a:pt x="524" y="1812"/>
                    </a:lnTo>
                    <a:lnTo>
                      <a:pt x="534" y="1804"/>
                    </a:lnTo>
                    <a:lnTo>
                      <a:pt x="544" y="1796"/>
                    </a:lnTo>
                    <a:lnTo>
                      <a:pt x="556" y="1789"/>
                    </a:lnTo>
                    <a:lnTo>
                      <a:pt x="566" y="1783"/>
                    </a:lnTo>
                    <a:lnTo>
                      <a:pt x="578" y="1777"/>
                    </a:lnTo>
                    <a:lnTo>
                      <a:pt x="589" y="1772"/>
                    </a:lnTo>
                    <a:lnTo>
                      <a:pt x="601" y="1766"/>
                    </a:lnTo>
                    <a:lnTo>
                      <a:pt x="613" y="1762"/>
                    </a:lnTo>
                    <a:lnTo>
                      <a:pt x="625" y="1758"/>
                    </a:lnTo>
                    <a:lnTo>
                      <a:pt x="638" y="1755"/>
                    </a:lnTo>
                    <a:lnTo>
                      <a:pt x="651" y="1752"/>
                    </a:lnTo>
                    <a:lnTo>
                      <a:pt x="664" y="1749"/>
                    </a:lnTo>
                    <a:lnTo>
                      <a:pt x="678" y="1748"/>
                    </a:lnTo>
                    <a:lnTo>
                      <a:pt x="691" y="1747"/>
                    </a:lnTo>
                    <a:lnTo>
                      <a:pt x="704" y="1747"/>
                    </a:lnTo>
                    <a:close/>
                    <a:moveTo>
                      <a:pt x="704" y="565"/>
                    </a:moveTo>
                    <a:lnTo>
                      <a:pt x="6628" y="565"/>
                    </a:lnTo>
                    <a:lnTo>
                      <a:pt x="6642" y="565"/>
                    </a:lnTo>
                    <a:lnTo>
                      <a:pt x="6655" y="566"/>
                    </a:lnTo>
                    <a:lnTo>
                      <a:pt x="6669" y="567"/>
                    </a:lnTo>
                    <a:lnTo>
                      <a:pt x="6682" y="569"/>
                    </a:lnTo>
                    <a:lnTo>
                      <a:pt x="6694" y="572"/>
                    </a:lnTo>
                    <a:lnTo>
                      <a:pt x="6707" y="576"/>
                    </a:lnTo>
                    <a:lnTo>
                      <a:pt x="6720" y="579"/>
                    </a:lnTo>
                    <a:lnTo>
                      <a:pt x="6732" y="584"/>
                    </a:lnTo>
                    <a:lnTo>
                      <a:pt x="6744" y="589"/>
                    </a:lnTo>
                    <a:lnTo>
                      <a:pt x="6755" y="595"/>
                    </a:lnTo>
                    <a:lnTo>
                      <a:pt x="6766" y="600"/>
                    </a:lnTo>
                    <a:lnTo>
                      <a:pt x="6777" y="607"/>
                    </a:lnTo>
                    <a:lnTo>
                      <a:pt x="6787" y="613"/>
                    </a:lnTo>
                    <a:lnTo>
                      <a:pt x="6797" y="621"/>
                    </a:lnTo>
                    <a:lnTo>
                      <a:pt x="6807" y="629"/>
                    </a:lnTo>
                    <a:lnTo>
                      <a:pt x="6817" y="637"/>
                    </a:lnTo>
                    <a:lnTo>
                      <a:pt x="6826" y="646"/>
                    </a:lnTo>
                    <a:lnTo>
                      <a:pt x="6834" y="655"/>
                    </a:lnTo>
                    <a:lnTo>
                      <a:pt x="6842" y="665"/>
                    </a:lnTo>
                    <a:lnTo>
                      <a:pt x="6849" y="673"/>
                    </a:lnTo>
                    <a:lnTo>
                      <a:pt x="6856" y="683"/>
                    </a:lnTo>
                    <a:lnTo>
                      <a:pt x="6863" y="694"/>
                    </a:lnTo>
                    <a:lnTo>
                      <a:pt x="6868" y="704"/>
                    </a:lnTo>
                    <a:lnTo>
                      <a:pt x="6874" y="716"/>
                    </a:lnTo>
                    <a:lnTo>
                      <a:pt x="6879" y="727"/>
                    </a:lnTo>
                    <a:lnTo>
                      <a:pt x="6883" y="739"/>
                    </a:lnTo>
                    <a:lnTo>
                      <a:pt x="6887" y="750"/>
                    </a:lnTo>
                    <a:lnTo>
                      <a:pt x="6889" y="762"/>
                    </a:lnTo>
                    <a:lnTo>
                      <a:pt x="6893" y="774"/>
                    </a:lnTo>
                    <a:lnTo>
                      <a:pt x="6894" y="787"/>
                    </a:lnTo>
                    <a:lnTo>
                      <a:pt x="6895" y="800"/>
                    </a:lnTo>
                    <a:lnTo>
                      <a:pt x="6895" y="812"/>
                    </a:lnTo>
                    <a:lnTo>
                      <a:pt x="6895" y="1399"/>
                    </a:lnTo>
                    <a:lnTo>
                      <a:pt x="6895" y="1412"/>
                    </a:lnTo>
                    <a:lnTo>
                      <a:pt x="6894" y="1424"/>
                    </a:lnTo>
                    <a:lnTo>
                      <a:pt x="6893" y="1437"/>
                    </a:lnTo>
                    <a:lnTo>
                      <a:pt x="6889" y="1449"/>
                    </a:lnTo>
                    <a:lnTo>
                      <a:pt x="6887" y="1461"/>
                    </a:lnTo>
                    <a:lnTo>
                      <a:pt x="6883" y="1472"/>
                    </a:lnTo>
                    <a:lnTo>
                      <a:pt x="6879" y="1484"/>
                    </a:lnTo>
                    <a:lnTo>
                      <a:pt x="6874" y="1495"/>
                    </a:lnTo>
                    <a:lnTo>
                      <a:pt x="6868" y="1507"/>
                    </a:lnTo>
                    <a:lnTo>
                      <a:pt x="6863" y="1517"/>
                    </a:lnTo>
                    <a:lnTo>
                      <a:pt x="6856" y="1528"/>
                    </a:lnTo>
                    <a:lnTo>
                      <a:pt x="6849" y="1538"/>
                    </a:lnTo>
                    <a:lnTo>
                      <a:pt x="6842" y="1548"/>
                    </a:lnTo>
                    <a:lnTo>
                      <a:pt x="6834" y="1556"/>
                    </a:lnTo>
                    <a:lnTo>
                      <a:pt x="6826" y="1565"/>
                    </a:lnTo>
                    <a:lnTo>
                      <a:pt x="6817" y="1574"/>
                    </a:lnTo>
                    <a:lnTo>
                      <a:pt x="6807" y="1582"/>
                    </a:lnTo>
                    <a:lnTo>
                      <a:pt x="6797" y="1590"/>
                    </a:lnTo>
                    <a:lnTo>
                      <a:pt x="6787" y="1598"/>
                    </a:lnTo>
                    <a:lnTo>
                      <a:pt x="6777" y="1604"/>
                    </a:lnTo>
                    <a:lnTo>
                      <a:pt x="6766" y="1611"/>
                    </a:lnTo>
                    <a:lnTo>
                      <a:pt x="6755" y="1617"/>
                    </a:lnTo>
                    <a:lnTo>
                      <a:pt x="6744" y="1622"/>
                    </a:lnTo>
                    <a:lnTo>
                      <a:pt x="6732" y="1627"/>
                    </a:lnTo>
                    <a:lnTo>
                      <a:pt x="6720" y="1632"/>
                    </a:lnTo>
                    <a:lnTo>
                      <a:pt x="6707" y="1635"/>
                    </a:lnTo>
                    <a:lnTo>
                      <a:pt x="6694" y="1639"/>
                    </a:lnTo>
                    <a:lnTo>
                      <a:pt x="6682" y="1642"/>
                    </a:lnTo>
                    <a:lnTo>
                      <a:pt x="6669" y="1644"/>
                    </a:lnTo>
                    <a:lnTo>
                      <a:pt x="6655" y="1645"/>
                    </a:lnTo>
                    <a:lnTo>
                      <a:pt x="6642" y="1646"/>
                    </a:lnTo>
                    <a:lnTo>
                      <a:pt x="6628" y="1647"/>
                    </a:lnTo>
                    <a:lnTo>
                      <a:pt x="704" y="1647"/>
                    </a:lnTo>
                    <a:lnTo>
                      <a:pt x="691" y="1646"/>
                    </a:lnTo>
                    <a:lnTo>
                      <a:pt x="678" y="1645"/>
                    </a:lnTo>
                    <a:lnTo>
                      <a:pt x="664" y="1644"/>
                    </a:lnTo>
                    <a:lnTo>
                      <a:pt x="651" y="1642"/>
                    </a:lnTo>
                    <a:lnTo>
                      <a:pt x="638" y="1639"/>
                    </a:lnTo>
                    <a:lnTo>
                      <a:pt x="625" y="1635"/>
                    </a:lnTo>
                    <a:lnTo>
                      <a:pt x="613" y="1632"/>
                    </a:lnTo>
                    <a:lnTo>
                      <a:pt x="601" y="1627"/>
                    </a:lnTo>
                    <a:lnTo>
                      <a:pt x="589" y="1622"/>
                    </a:lnTo>
                    <a:lnTo>
                      <a:pt x="578" y="1617"/>
                    </a:lnTo>
                    <a:lnTo>
                      <a:pt x="566" y="1611"/>
                    </a:lnTo>
                    <a:lnTo>
                      <a:pt x="556" y="1604"/>
                    </a:lnTo>
                    <a:lnTo>
                      <a:pt x="544" y="1598"/>
                    </a:lnTo>
                    <a:lnTo>
                      <a:pt x="534" y="1590"/>
                    </a:lnTo>
                    <a:lnTo>
                      <a:pt x="524" y="1582"/>
                    </a:lnTo>
                    <a:lnTo>
                      <a:pt x="516" y="1574"/>
                    </a:lnTo>
                    <a:lnTo>
                      <a:pt x="507" y="1565"/>
                    </a:lnTo>
                    <a:lnTo>
                      <a:pt x="498" y="1556"/>
                    </a:lnTo>
                    <a:lnTo>
                      <a:pt x="490" y="1548"/>
                    </a:lnTo>
                    <a:lnTo>
                      <a:pt x="483" y="1538"/>
                    </a:lnTo>
                    <a:lnTo>
                      <a:pt x="476" y="1528"/>
                    </a:lnTo>
                    <a:lnTo>
                      <a:pt x="469" y="1517"/>
                    </a:lnTo>
                    <a:lnTo>
                      <a:pt x="463" y="1507"/>
                    </a:lnTo>
                    <a:lnTo>
                      <a:pt x="458" y="1495"/>
                    </a:lnTo>
                    <a:lnTo>
                      <a:pt x="454" y="1484"/>
                    </a:lnTo>
                    <a:lnTo>
                      <a:pt x="449" y="1472"/>
                    </a:lnTo>
                    <a:lnTo>
                      <a:pt x="446" y="1461"/>
                    </a:lnTo>
                    <a:lnTo>
                      <a:pt x="442" y="1449"/>
                    </a:lnTo>
                    <a:lnTo>
                      <a:pt x="440" y="1437"/>
                    </a:lnTo>
                    <a:lnTo>
                      <a:pt x="439" y="1424"/>
                    </a:lnTo>
                    <a:lnTo>
                      <a:pt x="438" y="1412"/>
                    </a:lnTo>
                    <a:lnTo>
                      <a:pt x="437" y="1399"/>
                    </a:lnTo>
                    <a:lnTo>
                      <a:pt x="437" y="812"/>
                    </a:lnTo>
                    <a:lnTo>
                      <a:pt x="438" y="800"/>
                    </a:lnTo>
                    <a:lnTo>
                      <a:pt x="439" y="787"/>
                    </a:lnTo>
                    <a:lnTo>
                      <a:pt x="440" y="774"/>
                    </a:lnTo>
                    <a:lnTo>
                      <a:pt x="442" y="762"/>
                    </a:lnTo>
                    <a:lnTo>
                      <a:pt x="446" y="750"/>
                    </a:lnTo>
                    <a:lnTo>
                      <a:pt x="449" y="739"/>
                    </a:lnTo>
                    <a:lnTo>
                      <a:pt x="454" y="727"/>
                    </a:lnTo>
                    <a:lnTo>
                      <a:pt x="458" y="716"/>
                    </a:lnTo>
                    <a:lnTo>
                      <a:pt x="463" y="704"/>
                    </a:lnTo>
                    <a:lnTo>
                      <a:pt x="469" y="694"/>
                    </a:lnTo>
                    <a:lnTo>
                      <a:pt x="476" y="683"/>
                    </a:lnTo>
                    <a:lnTo>
                      <a:pt x="483" y="673"/>
                    </a:lnTo>
                    <a:lnTo>
                      <a:pt x="490" y="665"/>
                    </a:lnTo>
                    <a:lnTo>
                      <a:pt x="498" y="655"/>
                    </a:lnTo>
                    <a:lnTo>
                      <a:pt x="507" y="646"/>
                    </a:lnTo>
                    <a:lnTo>
                      <a:pt x="516" y="637"/>
                    </a:lnTo>
                    <a:lnTo>
                      <a:pt x="524" y="629"/>
                    </a:lnTo>
                    <a:lnTo>
                      <a:pt x="534" y="621"/>
                    </a:lnTo>
                    <a:lnTo>
                      <a:pt x="544" y="613"/>
                    </a:lnTo>
                    <a:lnTo>
                      <a:pt x="556" y="607"/>
                    </a:lnTo>
                    <a:lnTo>
                      <a:pt x="566" y="600"/>
                    </a:lnTo>
                    <a:lnTo>
                      <a:pt x="578" y="595"/>
                    </a:lnTo>
                    <a:lnTo>
                      <a:pt x="589" y="589"/>
                    </a:lnTo>
                    <a:lnTo>
                      <a:pt x="601" y="584"/>
                    </a:lnTo>
                    <a:lnTo>
                      <a:pt x="613" y="579"/>
                    </a:lnTo>
                    <a:lnTo>
                      <a:pt x="625" y="576"/>
                    </a:lnTo>
                    <a:lnTo>
                      <a:pt x="638" y="572"/>
                    </a:lnTo>
                    <a:lnTo>
                      <a:pt x="651" y="569"/>
                    </a:lnTo>
                    <a:lnTo>
                      <a:pt x="664" y="567"/>
                    </a:lnTo>
                    <a:lnTo>
                      <a:pt x="678" y="566"/>
                    </a:lnTo>
                    <a:lnTo>
                      <a:pt x="691" y="565"/>
                    </a:lnTo>
                    <a:lnTo>
                      <a:pt x="704" y="56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2" name="Freeform 82"/>
              <p:cNvSpPr>
                <a:spLocks/>
              </p:cNvSpPr>
              <p:nvPr/>
            </p:nvSpPr>
            <p:spPr bwMode="gray">
              <a:xfrm>
                <a:off x="12235265" y="2025012"/>
                <a:ext cx="203200" cy="33338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2"/>
                  </a:cxn>
                  <a:cxn ang="0">
                    <a:pos x="1212" y="9"/>
                  </a:cxn>
                  <a:cxn ang="0">
                    <a:pos x="1231" y="19"/>
                  </a:cxn>
                  <a:cxn ang="0">
                    <a:pos x="1246" y="32"/>
                  </a:cxn>
                  <a:cxn ang="0">
                    <a:pos x="1259" y="49"/>
                  </a:cxn>
                  <a:cxn ang="0">
                    <a:pos x="1271" y="66"/>
                  </a:cxn>
                  <a:cxn ang="0">
                    <a:pos x="1276" y="87"/>
                  </a:cxn>
                  <a:cxn ang="0">
                    <a:pos x="1278" y="110"/>
                  </a:cxn>
                  <a:cxn ang="0">
                    <a:pos x="1276" y="131"/>
                  </a:cxn>
                  <a:cxn ang="0">
                    <a:pos x="1271" y="152"/>
                  </a:cxn>
                  <a:cxn ang="0">
                    <a:pos x="1259" y="170"/>
                  </a:cxn>
                  <a:cxn ang="0">
                    <a:pos x="1246" y="186"/>
                  </a:cxn>
                  <a:cxn ang="0">
                    <a:pos x="1231" y="200"/>
                  </a:cxn>
                  <a:cxn ang="0">
                    <a:pos x="1212" y="210"/>
                  </a:cxn>
                  <a:cxn ang="0">
                    <a:pos x="1192" y="216"/>
                  </a:cxn>
                  <a:cxn ang="0">
                    <a:pos x="1170" y="218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40" y="193"/>
                  </a:cxn>
                  <a:cxn ang="0">
                    <a:pos x="24" y="178"/>
                  </a:cxn>
                  <a:cxn ang="0">
                    <a:pos x="13" y="161"/>
                  </a:cxn>
                  <a:cxn ang="0">
                    <a:pos x="4" y="142"/>
                  </a:cxn>
                  <a:cxn ang="0">
                    <a:pos x="0" y="121"/>
                  </a:cxn>
                  <a:cxn ang="0">
                    <a:pos x="0" y="99"/>
                  </a:cxn>
                  <a:cxn ang="0">
                    <a:pos x="4" y="76"/>
                  </a:cxn>
                  <a:cxn ang="0">
                    <a:pos x="13" y="58"/>
                  </a:cxn>
                  <a:cxn ang="0">
                    <a:pos x="24" y="40"/>
                  </a:cxn>
                  <a:cxn ang="0">
                    <a:pos x="40" y="25"/>
                  </a:cxn>
                  <a:cxn ang="0">
                    <a:pos x="56" y="13"/>
                  </a:cxn>
                  <a:cxn ang="0">
                    <a:pos x="76" y="5"/>
                  </a:cxn>
                  <a:cxn ang="0">
                    <a:pos x="97" y="1"/>
                  </a:cxn>
                </a:cxnLst>
                <a:rect l="0" t="0" r="r" b="b"/>
                <a:pathLst>
                  <a:path w="1278" h="218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1"/>
                    </a:lnTo>
                    <a:lnTo>
                      <a:pt x="1192" y="2"/>
                    </a:lnTo>
                    <a:lnTo>
                      <a:pt x="1202" y="5"/>
                    </a:lnTo>
                    <a:lnTo>
                      <a:pt x="1212" y="9"/>
                    </a:lnTo>
                    <a:lnTo>
                      <a:pt x="1222" y="13"/>
                    </a:lnTo>
                    <a:lnTo>
                      <a:pt x="1231" y="19"/>
                    </a:lnTo>
                    <a:lnTo>
                      <a:pt x="1238" y="25"/>
                    </a:lnTo>
                    <a:lnTo>
                      <a:pt x="1246" y="32"/>
                    </a:lnTo>
                    <a:lnTo>
                      <a:pt x="1254" y="40"/>
                    </a:lnTo>
                    <a:lnTo>
                      <a:pt x="1259" y="49"/>
                    </a:lnTo>
                    <a:lnTo>
                      <a:pt x="1265" y="58"/>
                    </a:lnTo>
                    <a:lnTo>
                      <a:pt x="1271" y="66"/>
                    </a:lnTo>
                    <a:lnTo>
                      <a:pt x="1274" y="76"/>
                    </a:lnTo>
                    <a:lnTo>
                      <a:pt x="1276" y="87"/>
                    </a:lnTo>
                    <a:lnTo>
                      <a:pt x="1278" y="99"/>
                    </a:lnTo>
                    <a:lnTo>
                      <a:pt x="1278" y="110"/>
                    </a:lnTo>
                    <a:lnTo>
                      <a:pt x="1278" y="121"/>
                    </a:lnTo>
                    <a:lnTo>
                      <a:pt x="1276" y="131"/>
                    </a:lnTo>
                    <a:lnTo>
                      <a:pt x="1274" y="142"/>
                    </a:lnTo>
                    <a:lnTo>
                      <a:pt x="1271" y="152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4" y="178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31" y="200"/>
                    </a:lnTo>
                    <a:lnTo>
                      <a:pt x="1222" y="205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2" y="216"/>
                    </a:lnTo>
                    <a:lnTo>
                      <a:pt x="1181" y="217"/>
                    </a:lnTo>
                    <a:lnTo>
                      <a:pt x="1170" y="218"/>
                    </a:lnTo>
                    <a:lnTo>
                      <a:pt x="108" y="218"/>
                    </a:lnTo>
                    <a:lnTo>
                      <a:pt x="97" y="217"/>
                    </a:lnTo>
                    <a:lnTo>
                      <a:pt x="86" y="216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5"/>
                    </a:lnTo>
                    <a:lnTo>
                      <a:pt x="47" y="200"/>
                    </a:lnTo>
                    <a:lnTo>
                      <a:pt x="40" y="193"/>
                    </a:lnTo>
                    <a:lnTo>
                      <a:pt x="32" y="186"/>
                    </a:lnTo>
                    <a:lnTo>
                      <a:pt x="24" y="178"/>
                    </a:lnTo>
                    <a:lnTo>
                      <a:pt x="19" y="170"/>
                    </a:lnTo>
                    <a:lnTo>
                      <a:pt x="13" y="161"/>
                    </a:lnTo>
                    <a:lnTo>
                      <a:pt x="9" y="152"/>
                    </a:lnTo>
                    <a:lnTo>
                      <a:pt x="4" y="142"/>
                    </a:lnTo>
                    <a:lnTo>
                      <a:pt x="2" y="131"/>
                    </a:lnTo>
                    <a:lnTo>
                      <a:pt x="0" y="121"/>
                    </a:lnTo>
                    <a:lnTo>
                      <a:pt x="0" y="110"/>
                    </a:lnTo>
                    <a:lnTo>
                      <a:pt x="0" y="99"/>
                    </a:lnTo>
                    <a:lnTo>
                      <a:pt x="2" y="87"/>
                    </a:lnTo>
                    <a:lnTo>
                      <a:pt x="4" y="76"/>
                    </a:lnTo>
                    <a:lnTo>
                      <a:pt x="9" y="66"/>
                    </a:lnTo>
                    <a:lnTo>
                      <a:pt x="13" y="58"/>
                    </a:lnTo>
                    <a:lnTo>
                      <a:pt x="19" y="49"/>
                    </a:lnTo>
                    <a:lnTo>
                      <a:pt x="24" y="40"/>
                    </a:lnTo>
                    <a:lnTo>
                      <a:pt x="32" y="32"/>
                    </a:lnTo>
                    <a:lnTo>
                      <a:pt x="40" y="25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6" y="5"/>
                    </a:lnTo>
                    <a:lnTo>
                      <a:pt x="86" y="2"/>
                    </a:lnTo>
                    <a:lnTo>
                      <a:pt x="97" y="1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3" name="Freeform 83"/>
              <p:cNvSpPr>
                <a:spLocks/>
              </p:cNvSpPr>
              <p:nvPr/>
            </p:nvSpPr>
            <p:spPr bwMode="gray">
              <a:xfrm>
                <a:off x="11619315" y="2025012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6" y="170"/>
                  </a:cxn>
                  <a:cxn ang="0">
                    <a:pos x="150" y="162"/>
                  </a:cxn>
                  <a:cxn ang="0">
                    <a:pos x="162" y="148"/>
                  </a:cxn>
                  <a:cxn ang="0">
                    <a:pos x="172" y="134"/>
                  </a:cxn>
                  <a:cxn ang="0">
                    <a:pos x="179" y="117"/>
                  </a:cxn>
                  <a:cxn ang="0">
                    <a:pos x="183" y="99"/>
                  </a:cxn>
                  <a:cxn ang="0">
                    <a:pos x="183" y="82"/>
                  </a:cxn>
                  <a:cxn ang="0">
                    <a:pos x="179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6" y="11"/>
                  </a:cxn>
                  <a:cxn ang="0">
                    <a:pos x="119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5" y="3"/>
                  </a:cxn>
                  <a:cxn ang="0">
                    <a:pos x="49" y="11"/>
                  </a:cxn>
                  <a:cxn ang="0">
                    <a:pos x="34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5" y="64"/>
                  </a:cxn>
                  <a:cxn ang="0">
                    <a:pos x="1" y="82"/>
                  </a:cxn>
                  <a:cxn ang="0">
                    <a:pos x="1" y="99"/>
                  </a:cxn>
                  <a:cxn ang="0">
                    <a:pos x="5" y="117"/>
                  </a:cxn>
                  <a:cxn ang="0">
                    <a:pos x="11" y="134"/>
                  </a:cxn>
                  <a:cxn ang="0">
                    <a:pos x="21" y="148"/>
                  </a:cxn>
                  <a:cxn ang="0">
                    <a:pos x="34" y="162"/>
                  </a:cxn>
                  <a:cxn ang="0">
                    <a:pos x="49" y="170"/>
                  </a:cxn>
                  <a:cxn ang="0">
                    <a:pos x="65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10" y="180"/>
                    </a:lnTo>
                    <a:lnTo>
                      <a:pt x="119" y="178"/>
                    </a:lnTo>
                    <a:lnTo>
                      <a:pt x="128" y="175"/>
                    </a:lnTo>
                    <a:lnTo>
                      <a:pt x="136" y="170"/>
                    </a:lnTo>
                    <a:lnTo>
                      <a:pt x="143" y="166"/>
                    </a:lnTo>
                    <a:lnTo>
                      <a:pt x="150" y="162"/>
                    </a:lnTo>
                    <a:lnTo>
                      <a:pt x="157" y="155"/>
                    </a:lnTo>
                    <a:lnTo>
                      <a:pt x="162" y="148"/>
                    </a:lnTo>
                    <a:lnTo>
                      <a:pt x="168" y="142"/>
                    </a:lnTo>
                    <a:lnTo>
                      <a:pt x="172" y="134"/>
                    </a:lnTo>
                    <a:lnTo>
                      <a:pt x="177" y="126"/>
                    </a:lnTo>
                    <a:lnTo>
                      <a:pt x="179" y="117"/>
                    </a:lnTo>
                    <a:lnTo>
                      <a:pt x="181" y="109"/>
                    </a:lnTo>
                    <a:lnTo>
                      <a:pt x="183" y="99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1" y="72"/>
                    </a:lnTo>
                    <a:lnTo>
                      <a:pt x="179" y="64"/>
                    </a:lnTo>
                    <a:lnTo>
                      <a:pt x="177" y="55"/>
                    </a:lnTo>
                    <a:lnTo>
                      <a:pt x="172" y="47"/>
                    </a:lnTo>
                    <a:lnTo>
                      <a:pt x="168" y="40"/>
                    </a:lnTo>
                    <a:lnTo>
                      <a:pt x="162" y="33"/>
                    </a:lnTo>
                    <a:lnTo>
                      <a:pt x="157" y="26"/>
                    </a:lnTo>
                    <a:lnTo>
                      <a:pt x="150" y="21"/>
                    </a:lnTo>
                    <a:lnTo>
                      <a:pt x="143" y="15"/>
                    </a:lnTo>
                    <a:lnTo>
                      <a:pt x="136" y="11"/>
                    </a:lnTo>
                    <a:lnTo>
                      <a:pt x="128" y="6"/>
                    </a:lnTo>
                    <a:lnTo>
                      <a:pt x="119" y="3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5" y="3"/>
                    </a:lnTo>
                    <a:lnTo>
                      <a:pt x="57" y="6"/>
                    </a:lnTo>
                    <a:lnTo>
                      <a:pt x="49" y="11"/>
                    </a:lnTo>
                    <a:lnTo>
                      <a:pt x="41" y="15"/>
                    </a:lnTo>
                    <a:lnTo>
                      <a:pt x="34" y="21"/>
                    </a:lnTo>
                    <a:lnTo>
                      <a:pt x="28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7"/>
                    </a:lnTo>
                    <a:lnTo>
                      <a:pt x="8" y="55"/>
                    </a:lnTo>
                    <a:lnTo>
                      <a:pt x="5" y="64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99"/>
                    </a:lnTo>
                    <a:lnTo>
                      <a:pt x="2" y="109"/>
                    </a:lnTo>
                    <a:lnTo>
                      <a:pt x="5" y="117"/>
                    </a:lnTo>
                    <a:lnTo>
                      <a:pt x="8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48"/>
                    </a:lnTo>
                    <a:lnTo>
                      <a:pt x="28" y="155"/>
                    </a:lnTo>
                    <a:lnTo>
                      <a:pt x="34" y="162"/>
                    </a:lnTo>
                    <a:lnTo>
                      <a:pt x="41" y="166"/>
                    </a:lnTo>
                    <a:lnTo>
                      <a:pt x="49" y="170"/>
                    </a:lnTo>
                    <a:lnTo>
                      <a:pt x="57" y="175"/>
                    </a:lnTo>
                    <a:lnTo>
                      <a:pt x="65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4" name="Freeform 84"/>
              <p:cNvSpPr>
                <a:spLocks/>
              </p:cNvSpPr>
              <p:nvPr/>
            </p:nvSpPr>
            <p:spPr bwMode="gray">
              <a:xfrm>
                <a:off x="11659003" y="2025012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4" y="170"/>
                  </a:cxn>
                  <a:cxn ang="0">
                    <a:pos x="149" y="162"/>
                  </a:cxn>
                  <a:cxn ang="0">
                    <a:pos x="161" y="148"/>
                  </a:cxn>
                  <a:cxn ang="0">
                    <a:pos x="171" y="134"/>
                  </a:cxn>
                  <a:cxn ang="0">
                    <a:pos x="179" y="117"/>
                  </a:cxn>
                  <a:cxn ang="0">
                    <a:pos x="182" y="99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7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3"/>
                  </a:cxn>
                  <a:cxn ang="0">
                    <a:pos x="100" y="0"/>
                  </a:cxn>
                  <a:cxn ang="0">
                    <a:pos x="81" y="0"/>
                  </a:cxn>
                  <a:cxn ang="0">
                    <a:pos x="63" y="3"/>
                  </a:cxn>
                  <a:cxn ang="0">
                    <a:pos x="48" y="11"/>
                  </a:cxn>
                  <a:cxn ang="0">
                    <a:pos x="32" y="21"/>
                  </a:cxn>
                  <a:cxn ang="0">
                    <a:pos x="20" y="33"/>
                  </a:cxn>
                  <a:cxn ang="0">
                    <a:pos x="10" y="47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99"/>
                  </a:cxn>
                  <a:cxn ang="0">
                    <a:pos x="4" y="117"/>
                  </a:cxn>
                  <a:cxn ang="0">
                    <a:pos x="10" y="134"/>
                  </a:cxn>
                  <a:cxn ang="0">
                    <a:pos x="20" y="148"/>
                  </a:cxn>
                  <a:cxn ang="0">
                    <a:pos x="32" y="162"/>
                  </a:cxn>
                  <a:cxn ang="0">
                    <a:pos x="48" y="170"/>
                  </a:cxn>
                  <a:cxn ang="0">
                    <a:pos x="63" y="178"/>
                  </a:cxn>
                  <a:cxn ang="0">
                    <a:pos x="81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4" y="170"/>
                    </a:lnTo>
                    <a:lnTo>
                      <a:pt x="142" y="166"/>
                    </a:lnTo>
                    <a:lnTo>
                      <a:pt x="149" y="162"/>
                    </a:lnTo>
                    <a:lnTo>
                      <a:pt x="155" y="155"/>
                    </a:lnTo>
                    <a:lnTo>
                      <a:pt x="161" y="148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5" y="126"/>
                    </a:lnTo>
                    <a:lnTo>
                      <a:pt x="179" y="117"/>
                    </a:lnTo>
                    <a:lnTo>
                      <a:pt x="181" y="109"/>
                    </a:lnTo>
                    <a:lnTo>
                      <a:pt x="182" y="99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1" y="47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5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7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1" y="0"/>
                    </a:lnTo>
                    <a:lnTo>
                      <a:pt x="72" y="1"/>
                    </a:lnTo>
                    <a:lnTo>
                      <a:pt x="63" y="3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2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1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99"/>
                    </a:lnTo>
                    <a:lnTo>
                      <a:pt x="1" y="109"/>
                    </a:lnTo>
                    <a:lnTo>
                      <a:pt x="4" y="117"/>
                    </a:lnTo>
                    <a:lnTo>
                      <a:pt x="7" y="126"/>
                    </a:lnTo>
                    <a:lnTo>
                      <a:pt x="10" y="134"/>
                    </a:lnTo>
                    <a:lnTo>
                      <a:pt x="16" y="142"/>
                    </a:lnTo>
                    <a:lnTo>
                      <a:pt x="20" y="148"/>
                    </a:lnTo>
                    <a:lnTo>
                      <a:pt x="27" y="155"/>
                    </a:lnTo>
                    <a:lnTo>
                      <a:pt x="32" y="162"/>
                    </a:lnTo>
                    <a:lnTo>
                      <a:pt x="40" y="166"/>
                    </a:lnTo>
                    <a:lnTo>
                      <a:pt x="48" y="170"/>
                    </a:lnTo>
                    <a:lnTo>
                      <a:pt x="56" y="175"/>
                    </a:lnTo>
                    <a:lnTo>
                      <a:pt x="63" y="178"/>
                    </a:lnTo>
                    <a:lnTo>
                      <a:pt x="72" y="180"/>
                    </a:lnTo>
                    <a:lnTo>
                      <a:pt x="81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5" name="Freeform 85"/>
              <p:cNvSpPr>
                <a:spLocks/>
              </p:cNvSpPr>
              <p:nvPr/>
            </p:nvSpPr>
            <p:spPr bwMode="gray">
              <a:xfrm>
                <a:off x="11698690" y="2025012"/>
                <a:ext cx="30163" cy="30163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4" y="170"/>
                  </a:cxn>
                  <a:cxn ang="0">
                    <a:pos x="149" y="162"/>
                  </a:cxn>
                  <a:cxn ang="0">
                    <a:pos x="162" y="148"/>
                  </a:cxn>
                  <a:cxn ang="0">
                    <a:pos x="171" y="134"/>
                  </a:cxn>
                  <a:cxn ang="0">
                    <a:pos x="179" y="117"/>
                  </a:cxn>
                  <a:cxn ang="0">
                    <a:pos x="182" y="99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7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3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0" y="33"/>
                  </a:cxn>
                  <a:cxn ang="0">
                    <a:pos x="11" y="47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99"/>
                  </a:cxn>
                  <a:cxn ang="0">
                    <a:pos x="3" y="117"/>
                  </a:cxn>
                  <a:cxn ang="0">
                    <a:pos x="11" y="134"/>
                  </a:cxn>
                  <a:cxn ang="0">
                    <a:pos x="20" y="148"/>
                  </a:cxn>
                  <a:cxn ang="0">
                    <a:pos x="33" y="162"/>
                  </a:cxn>
                  <a:cxn ang="0">
                    <a:pos x="48" y="170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10" y="180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0"/>
                    </a:lnTo>
                    <a:lnTo>
                      <a:pt x="142" y="166"/>
                    </a:lnTo>
                    <a:lnTo>
                      <a:pt x="149" y="162"/>
                    </a:lnTo>
                    <a:lnTo>
                      <a:pt x="155" y="155"/>
                    </a:lnTo>
                    <a:lnTo>
                      <a:pt x="162" y="148"/>
                    </a:lnTo>
                    <a:lnTo>
                      <a:pt x="166" y="142"/>
                    </a:lnTo>
                    <a:lnTo>
                      <a:pt x="171" y="134"/>
                    </a:lnTo>
                    <a:lnTo>
                      <a:pt x="175" y="126"/>
                    </a:lnTo>
                    <a:lnTo>
                      <a:pt x="179" y="117"/>
                    </a:lnTo>
                    <a:lnTo>
                      <a:pt x="181" y="109"/>
                    </a:lnTo>
                    <a:lnTo>
                      <a:pt x="182" y="99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1" y="47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3"/>
                    </a:lnTo>
                    <a:lnTo>
                      <a:pt x="110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2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3" y="64"/>
                    </a:lnTo>
                    <a:lnTo>
                      <a:pt x="1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99"/>
                    </a:lnTo>
                    <a:lnTo>
                      <a:pt x="1" y="109"/>
                    </a:lnTo>
                    <a:lnTo>
                      <a:pt x="3" y="117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0" y="148"/>
                    </a:lnTo>
                    <a:lnTo>
                      <a:pt x="27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8" y="170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2" y="180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6" name="Freeform 86"/>
              <p:cNvSpPr>
                <a:spLocks/>
              </p:cNvSpPr>
              <p:nvPr/>
            </p:nvSpPr>
            <p:spPr bwMode="gray">
              <a:xfrm>
                <a:off x="11739965" y="2025012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4" y="170"/>
                  </a:cxn>
                  <a:cxn ang="0">
                    <a:pos x="148" y="162"/>
                  </a:cxn>
                  <a:cxn ang="0">
                    <a:pos x="162" y="148"/>
                  </a:cxn>
                  <a:cxn ang="0">
                    <a:pos x="172" y="134"/>
                  </a:cxn>
                  <a:cxn ang="0">
                    <a:pos x="178" y="117"/>
                  </a:cxn>
                  <a:cxn ang="0">
                    <a:pos x="182" y="99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48" y="21"/>
                  </a:cxn>
                  <a:cxn ang="0">
                    <a:pos x="134" y="11"/>
                  </a:cxn>
                  <a:cxn ang="0">
                    <a:pos x="118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99"/>
                  </a:cxn>
                  <a:cxn ang="0">
                    <a:pos x="3" y="117"/>
                  </a:cxn>
                  <a:cxn ang="0">
                    <a:pos x="11" y="134"/>
                  </a:cxn>
                  <a:cxn ang="0">
                    <a:pos x="21" y="148"/>
                  </a:cxn>
                  <a:cxn ang="0">
                    <a:pos x="33" y="162"/>
                  </a:cxn>
                  <a:cxn ang="0">
                    <a:pos x="48" y="170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10" y="180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0"/>
                    </a:lnTo>
                    <a:lnTo>
                      <a:pt x="142" y="166"/>
                    </a:lnTo>
                    <a:lnTo>
                      <a:pt x="148" y="162"/>
                    </a:lnTo>
                    <a:lnTo>
                      <a:pt x="155" y="155"/>
                    </a:lnTo>
                    <a:lnTo>
                      <a:pt x="162" y="148"/>
                    </a:lnTo>
                    <a:lnTo>
                      <a:pt x="166" y="142"/>
                    </a:lnTo>
                    <a:lnTo>
                      <a:pt x="172" y="134"/>
                    </a:lnTo>
                    <a:lnTo>
                      <a:pt x="175" y="126"/>
                    </a:lnTo>
                    <a:lnTo>
                      <a:pt x="178" y="117"/>
                    </a:lnTo>
                    <a:lnTo>
                      <a:pt x="181" y="109"/>
                    </a:lnTo>
                    <a:lnTo>
                      <a:pt x="182" y="99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7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6"/>
                    </a:lnTo>
                    <a:lnTo>
                      <a:pt x="148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3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6" y="55"/>
                    </a:lnTo>
                    <a:lnTo>
                      <a:pt x="3" y="64"/>
                    </a:lnTo>
                    <a:lnTo>
                      <a:pt x="1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99"/>
                    </a:lnTo>
                    <a:lnTo>
                      <a:pt x="1" y="109"/>
                    </a:lnTo>
                    <a:lnTo>
                      <a:pt x="3" y="117"/>
                    </a:lnTo>
                    <a:lnTo>
                      <a:pt x="6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8"/>
                    </a:lnTo>
                    <a:lnTo>
                      <a:pt x="26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8" y="170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7" name="Freeform 87"/>
              <p:cNvSpPr>
                <a:spLocks/>
              </p:cNvSpPr>
              <p:nvPr/>
            </p:nvSpPr>
            <p:spPr bwMode="gray">
              <a:xfrm>
                <a:off x="11779653" y="2025012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4" y="170"/>
                  </a:cxn>
                  <a:cxn ang="0">
                    <a:pos x="149" y="162"/>
                  </a:cxn>
                  <a:cxn ang="0">
                    <a:pos x="162" y="148"/>
                  </a:cxn>
                  <a:cxn ang="0">
                    <a:pos x="172" y="134"/>
                  </a:cxn>
                  <a:cxn ang="0">
                    <a:pos x="178" y="117"/>
                  </a:cxn>
                  <a:cxn ang="0">
                    <a:pos x="182" y="99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99"/>
                  </a:cxn>
                  <a:cxn ang="0">
                    <a:pos x="4" y="117"/>
                  </a:cxn>
                  <a:cxn ang="0">
                    <a:pos x="11" y="134"/>
                  </a:cxn>
                  <a:cxn ang="0">
                    <a:pos x="21" y="148"/>
                  </a:cxn>
                  <a:cxn ang="0">
                    <a:pos x="33" y="162"/>
                  </a:cxn>
                  <a:cxn ang="0">
                    <a:pos x="47" y="170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0"/>
                    </a:lnTo>
                    <a:lnTo>
                      <a:pt x="142" y="166"/>
                    </a:lnTo>
                    <a:lnTo>
                      <a:pt x="149" y="162"/>
                    </a:lnTo>
                    <a:lnTo>
                      <a:pt x="156" y="155"/>
                    </a:lnTo>
                    <a:lnTo>
                      <a:pt x="162" y="148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6"/>
                    </a:lnTo>
                    <a:lnTo>
                      <a:pt x="178" y="117"/>
                    </a:lnTo>
                    <a:lnTo>
                      <a:pt x="180" y="109"/>
                    </a:lnTo>
                    <a:lnTo>
                      <a:pt x="182" y="99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0" y="72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7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7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6" y="55"/>
                    </a:lnTo>
                    <a:lnTo>
                      <a:pt x="4" y="64"/>
                    </a:lnTo>
                    <a:lnTo>
                      <a:pt x="2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99"/>
                    </a:lnTo>
                    <a:lnTo>
                      <a:pt x="2" y="109"/>
                    </a:lnTo>
                    <a:lnTo>
                      <a:pt x="4" y="117"/>
                    </a:lnTo>
                    <a:lnTo>
                      <a:pt x="6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8"/>
                    </a:lnTo>
                    <a:lnTo>
                      <a:pt x="26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7" y="170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8" name="Freeform 88"/>
              <p:cNvSpPr>
                <a:spLocks/>
              </p:cNvSpPr>
              <p:nvPr/>
            </p:nvSpPr>
            <p:spPr bwMode="gray">
              <a:xfrm>
                <a:off x="12235265" y="2212337"/>
                <a:ext cx="203200" cy="34925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3"/>
                  </a:cxn>
                  <a:cxn ang="0">
                    <a:pos x="1212" y="9"/>
                  </a:cxn>
                  <a:cxn ang="0">
                    <a:pos x="1231" y="19"/>
                  </a:cxn>
                  <a:cxn ang="0">
                    <a:pos x="1246" y="33"/>
                  </a:cxn>
                  <a:cxn ang="0">
                    <a:pos x="1259" y="49"/>
                  </a:cxn>
                  <a:cxn ang="0">
                    <a:pos x="1271" y="67"/>
                  </a:cxn>
                  <a:cxn ang="0">
                    <a:pos x="1276" y="88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71" y="152"/>
                  </a:cxn>
                  <a:cxn ang="0">
                    <a:pos x="1259" y="170"/>
                  </a:cxn>
                  <a:cxn ang="0">
                    <a:pos x="1246" y="187"/>
                  </a:cxn>
                  <a:cxn ang="0">
                    <a:pos x="1231" y="200"/>
                  </a:cxn>
                  <a:cxn ang="0">
                    <a:pos x="1212" y="210"/>
                  </a:cxn>
                  <a:cxn ang="0">
                    <a:pos x="1192" y="217"/>
                  </a:cxn>
                  <a:cxn ang="0">
                    <a:pos x="1170" y="219"/>
                  </a:cxn>
                  <a:cxn ang="0">
                    <a:pos x="97" y="218"/>
                  </a:cxn>
                  <a:cxn ang="0">
                    <a:pos x="76" y="213"/>
                  </a:cxn>
                  <a:cxn ang="0">
                    <a:pos x="56" y="206"/>
                  </a:cxn>
                  <a:cxn ang="0">
                    <a:pos x="40" y="193"/>
                  </a:cxn>
                  <a:cxn ang="0">
                    <a:pos x="24" y="179"/>
                  </a:cxn>
                  <a:cxn ang="0">
                    <a:pos x="13" y="161"/>
                  </a:cxn>
                  <a:cxn ang="0">
                    <a:pos x="4" y="142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3" y="58"/>
                  </a:cxn>
                  <a:cxn ang="0">
                    <a:pos x="24" y="40"/>
                  </a:cxn>
                  <a:cxn ang="0">
                    <a:pos x="40" y="26"/>
                  </a:cxn>
                  <a:cxn ang="0">
                    <a:pos x="56" y="14"/>
                  </a:cxn>
                  <a:cxn ang="0">
                    <a:pos x="76" y="6"/>
                  </a:cxn>
                  <a:cxn ang="0">
                    <a:pos x="97" y="2"/>
                  </a:cxn>
                </a:cxnLst>
                <a:rect l="0" t="0" r="r" b="b"/>
                <a:pathLst>
                  <a:path w="1278" h="219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2"/>
                    </a:lnTo>
                    <a:lnTo>
                      <a:pt x="1192" y="3"/>
                    </a:lnTo>
                    <a:lnTo>
                      <a:pt x="1202" y="6"/>
                    </a:lnTo>
                    <a:lnTo>
                      <a:pt x="1212" y="9"/>
                    </a:lnTo>
                    <a:lnTo>
                      <a:pt x="1222" y="14"/>
                    </a:lnTo>
                    <a:lnTo>
                      <a:pt x="1231" y="19"/>
                    </a:lnTo>
                    <a:lnTo>
                      <a:pt x="1238" y="26"/>
                    </a:lnTo>
                    <a:lnTo>
                      <a:pt x="1246" y="33"/>
                    </a:lnTo>
                    <a:lnTo>
                      <a:pt x="1254" y="40"/>
                    </a:lnTo>
                    <a:lnTo>
                      <a:pt x="1259" y="49"/>
                    </a:lnTo>
                    <a:lnTo>
                      <a:pt x="1265" y="58"/>
                    </a:lnTo>
                    <a:lnTo>
                      <a:pt x="1271" y="67"/>
                    </a:lnTo>
                    <a:lnTo>
                      <a:pt x="1274" y="77"/>
                    </a:lnTo>
                    <a:lnTo>
                      <a:pt x="1276" y="88"/>
                    </a:lnTo>
                    <a:lnTo>
                      <a:pt x="1278" y="98"/>
                    </a:lnTo>
                    <a:lnTo>
                      <a:pt x="1278" y="109"/>
                    </a:lnTo>
                    <a:lnTo>
                      <a:pt x="1278" y="120"/>
                    </a:lnTo>
                    <a:lnTo>
                      <a:pt x="1276" y="131"/>
                    </a:lnTo>
                    <a:lnTo>
                      <a:pt x="1274" y="142"/>
                    </a:lnTo>
                    <a:lnTo>
                      <a:pt x="1271" y="152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4" y="179"/>
                    </a:lnTo>
                    <a:lnTo>
                      <a:pt x="1246" y="187"/>
                    </a:lnTo>
                    <a:lnTo>
                      <a:pt x="1238" y="193"/>
                    </a:lnTo>
                    <a:lnTo>
                      <a:pt x="1231" y="200"/>
                    </a:lnTo>
                    <a:lnTo>
                      <a:pt x="1222" y="206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2" y="217"/>
                    </a:lnTo>
                    <a:lnTo>
                      <a:pt x="1181" y="218"/>
                    </a:lnTo>
                    <a:lnTo>
                      <a:pt x="1170" y="219"/>
                    </a:lnTo>
                    <a:lnTo>
                      <a:pt x="108" y="219"/>
                    </a:lnTo>
                    <a:lnTo>
                      <a:pt x="97" y="218"/>
                    </a:lnTo>
                    <a:lnTo>
                      <a:pt x="86" y="217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6"/>
                    </a:lnTo>
                    <a:lnTo>
                      <a:pt x="47" y="200"/>
                    </a:lnTo>
                    <a:lnTo>
                      <a:pt x="40" y="193"/>
                    </a:lnTo>
                    <a:lnTo>
                      <a:pt x="32" y="187"/>
                    </a:lnTo>
                    <a:lnTo>
                      <a:pt x="24" y="179"/>
                    </a:lnTo>
                    <a:lnTo>
                      <a:pt x="19" y="170"/>
                    </a:lnTo>
                    <a:lnTo>
                      <a:pt x="13" y="161"/>
                    </a:lnTo>
                    <a:lnTo>
                      <a:pt x="9" y="152"/>
                    </a:lnTo>
                    <a:lnTo>
                      <a:pt x="4" y="142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8"/>
                    </a:lnTo>
                    <a:lnTo>
                      <a:pt x="4" y="77"/>
                    </a:lnTo>
                    <a:lnTo>
                      <a:pt x="9" y="67"/>
                    </a:lnTo>
                    <a:lnTo>
                      <a:pt x="13" y="58"/>
                    </a:lnTo>
                    <a:lnTo>
                      <a:pt x="19" y="49"/>
                    </a:lnTo>
                    <a:lnTo>
                      <a:pt x="24" y="40"/>
                    </a:lnTo>
                    <a:lnTo>
                      <a:pt x="32" y="33"/>
                    </a:lnTo>
                    <a:lnTo>
                      <a:pt x="40" y="26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9"/>
                    </a:lnTo>
                    <a:lnTo>
                      <a:pt x="76" y="6"/>
                    </a:lnTo>
                    <a:lnTo>
                      <a:pt x="86" y="3"/>
                    </a:lnTo>
                    <a:lnTo>
                      <a:pt x="97" y="2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699" name="Freeform 89"/>
              <p:cNvSpPr>
                <a:spLocks/>
              </p:cNvSpPr>
              <p:nvPr/>
            </p:nvSpPr>
            <p:spPr bwMode="gray">
              <a:xfrm>
                <a:off x="11619315" y="221392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6" y="171"/>
                  </a:cxn>
                  <a:cxn ang="0">
                    <a:pos x="150" y="161"/>
                  </a:cxn>
                  <a:cxn ang="0">
                    <a:pos x="162" y="149"/>
                  </a:cxn>
                  <a:cxn ang="0">
                    <a:pos x="172" y="134"/>
                  </a:cxn>
                  <a:cxn ang="0">
                    <a:pos x="179" y="118"/>
                  </a:cxn>
                  <a:cxn ang="0">
                    <a:pos x="183" y="100"/>
                  </a:cxn>
                  <a:cxn ang="0">
                    <a:pos x="183" y="82"/>
                  </a:cxn>
                  <a:cxn ang="0">
                    <a:pos x="179" y="63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0"/>
                  </a:cxn>
                  <a:cxn ang="0">
                    <a:pos x="136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5" y="4"/>
                  </a:cxn>
                  <a:cxn ang="0">
                    <a:pos x="49" y="11"/>
                  </a:cxn>
                  <a:cxn ang="0">
                    <a:pos x="34" y="20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5" y="63"/>
                  </a:cxn>
                  <a:cxn ang="0">
                    <a:pos x="1" y="82"/>
                  </a:cxn>
                  <a:cxn ang="0">
                    <a:pos x="1" y="100"/>
                  </a:cxn>
                  <a:cxn ang="0">
                    <a:pos x="5" y="118"/>
                  </a:cxn>
                  <a:cxn ang="0">
                    <a:pos x="11" y="134"/>
                  </a:cxn>
                  <a:cxn ang="0">
                    <a:pos x="21" y="149"/>
                  </a:cxn>
                  <a:cxn ang="0">
                    <a:pos x="34" y="161"/>
                  </a:cxn>
                  <a:cxn ang="0">
                    <a:pos x="49" y="171"/>
                  </a:cxn>
                  <a:cxn ang="0">
                    <a:pos x="65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8" y="175"/>
                    </a:lnTo>
                    <a:lnTo>
                      <a:pt x="136" y="171"/>
                    </a:lnTo>
                    <a:lnTo>
                      <a:pt x="143" y="167"/>
                    </a:lnTo>
                    <a:lnTo>
                      <a:pt x="150" y="161"/>
                    </a:lnTo>
                    <a:lnTo>
                      <a:pt x="157" y="156"/>
                    </a:lnTo>
                    <a:lnTo>
                      <a:pt x="162" y="149"/>
                    </a:lnTo>
                    <a:lnTo>
                      <a:pt x="168" y="142"/>
                    </a:lnTo>
                    <a:lnTo>
                      <a:pt x="172" y="134"/>
                    </a:lnTo>
                    <a:lnTo>
                      <a:pt x="177" y="127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3" y="100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1" y="72"/>
                    </a:lnTo>
                    <a:lnTo>
                      <a:pt x="179" y="63"/>
                    </a:lnTo>
                    <a:lnTo>
                      <a:pt x="177" y="56"/>
                    </a:lnTo>
                    <a:lnTo>
                      <a:pt x="172" y="48"/>
                    </a:lnTo>
                    <a:lnTo>
                      <a:pt x="168" y="40"/>
                    </a:lnTo>
                    <a:lnTo>
                      <a:pt x="162" y="33"/>
                    </a:lnTo>
                    <a:lnTo>
                      <a:pt x="157" y="27"/>
                    </a:lnTo>
                    <a:lnTo>
                      <a:pt x="150" y="20"/>
                    </a:lnTo>
                    <a:lnTo>
                      <a:pt x="143" y="16"/>
                    </a:lnTo>
                    <a:lnTo>
                      <a:pt x="136" y="11"/>
                    </a:lnTo>
                    <a:lnTo>
                      <a:pt x="128" y="7"/>
                    </a:lnTo>
                    <a:lnTo>
                      <a:pt x="119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5" y="4"/>
                    </a:lnTo>
                    <a:lnTo>
                      <a:pt x="57" y="7"/>
                    </a:lnTo>
                    <a:lnTo>
                      <a:pt x="49" y="11"/>
                    </a:lnTo>
                    <a:lnTo>
                      <a:pt x="41" y="16"/>
                    </a:lnTo>
                    <a:lnTo>
                      <a:pt x="34" y="20"/>
                    </a:lnTo>
                    <a:lnTo>
                      <a:pt x="28" y="27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5" y="63"/>
                    </a:lnTo>
                    <a:lnTo>
                      <a:pt x="2" y="72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0"/>
                    </a:lnTo>
                    <a:lnTo>
                      <a:pt x="2" y="109"/>
                    </a:lnTo>
                    <a:lnTo>
                      <a:pt x="5" y="118"/>
                    </a:lnTo>
                    <a:lnTo>
                      <a:pt x="8" y="127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49"/>
                    </a:lnTo>
                    <a:lnTo>
                      <a:pt x="28" y="156"/>
                    </a:lnTo>
                    <a:lnTo>
                      <a:pt x="34" y="161"/>
                    </a:lnTo>
                    <a:lnTo>
                      <a:pt x="41" y="167"/>
                    </a:lnTo>
                    <a:lnTo>
                      <a:pt x="49" y="171"/>
                    </a:lnTo>
                    <a:lnTo>
                      <a:pt x="57" y="175"/>
                    </a:lnTo>
                    <a:lnTo>
                      <a:pt x="65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0" name="Freeform 90"/>
              <p:cNvSpPr>
                <a:spLocks/>
              </p:cNvSpPr>
              <p:nvPr/>
            </p:nvSpPr>
            <p:spPr bwMode="gray">
              <a:xfrm>
                <a:off x="11659003" y="2213924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4" y="171"/>
                  </a:cxn>
                  <a:cxn ang="0">
                    <a:pos x="149" y="161"/>
                  </a:cxn>
                  <a:cxn ang="0">
                    <a:pos x="161" y="149"/>
                  </a:cxn>
                  <a:cxn ang="0">
                    <a:pos x="171" y="134"/>
                  </a:cxn>
                  <a:cxn ang="0">
                    <a:pos x="179" y="118"/>
                  </a:cxn>
                  <a:cxn ang="0">
                    <a:pos x="182" y="100"/>
                  </a:cxn>
                  <a:cxn ang="0">
                    <a:pos x="182" y="82"/>
                  </a:cxn>
                  <a:cxn ang="0">
                    <a:pos x="179" y="63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0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1" y="0"/>
                  </a:cxn>
                  <a:cxn ang="0">
                    <a:pos x="63" y="4"/>
                  </a:cxn>
                  <a:cxn ang="0">
                    <a:pos x="48" y="11"/>
                  </a:cxn>
                  <a:cxn ang="0">
                    <a:pos x="32" y="20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3"/>
                  </a:cxn>
                  <a:cxn ang="0">
                    <a:pos x="0" y="82"/>
                  </a:cxn>
                  <a:cxn ang="0">
                    <a:pos x="0" y="100"/>
                  </a:cxn>
                  <a:cxn ang="0">
                    <a:pos x="4" y="118"/>
                  </a:cxn>
                  <a:cxn ang="0">
                    <a:pos x="10" y="134"/>
                  </a:cxn>
                  <a:cxn ang="0">
                    <a:pos x="20" y="149"/>
                  </a:cxn>
                  <a:cxn ang="0">
                    <a:pos x="32" y="161"/>
                  </a:cxn>
                  <a:cxn ang="0">
                    <a:pos x="48" y="171"/>
                  </a:cxn>
                  <a:cxn ang="0">
                    <a:pos x="63" y="179"/>
                  </a:cxn>
                  <a:cxn ang="0">
                    <a:pos x="81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5"/>
                    </a:lnTo>
                    <a:lnTo>
                      <a:pt x="134" y="171"/>
                    </a:lnTo>
                    <a:lnTo>
                      <a:pt x="142" y="167"/>
                    </a:lnTo>
                    <a:lnTo>
                      <a:pt x="149" y="161"/>
                    </a:lnTo>
                    <a:lnTo>
                      <a:pt x="155" y="156"/>
                    </a:lnTo>
                    <a:lnTo>
                      <a:pt x="161" y="149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5" y="127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2" y="100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9" y="63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5" y="27"/>
                    </a:lnTo>
                    <a:lnTo>
                      <a:pt x="149" y="20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7" y="7"/>
                    </a:lnTo>
                    <a:lnTo>
                      <a:pt x="118" y="4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1" y="0"/>
                    </a:lnTo>
                    <a:lnTo>
                      <a:pt x="72" y="1"/>
                    </a:lnTo>
                    <a:lnTo>
                      <a:pt x="63" y="4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2" y="20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3"/>
                    </a:lnTo>
                    <a:lnTo>
                      <a:pt x="1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0"/>
                    </a:lnTo>
                    <a:lnTo>
                      <a:pt x="1" y="109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0" y="134"/>
                    </a:lnTo>
                    <a:lnTo>
                      <a:pt x="16" y="142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2" y="161"/>
                    </a:lnTo>
                    <a:lnTo>
                      <a:pt x="40" y="167"/>
                    </a:lnTo>
                    <a:lnTo>
                      <a:pt x="48" y="171"/>
                    </a:lnTo>
                    <a:lnTo>
                      <a:pt x="56" y="175"/>
                    </a:lnTo>
                    <a:lnTo>
                      <a:pt x="63" y="179"/>
                    </a:lnTo>
                    <a:lnTo>
                      <a:pt x="72" y="181"/>
                    </a:lnTo>
                    <a:lnTo>
                      <a:pt x="81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1" name="Freeform 91"/>
              <p:cNvSpPr>
                <a:spLocks/>
              </p:cNvSpPr>
              <p:nvPr/>
            </p:nvSpPr>
            <p:spPr bwMode="gray">
              <a:xfrm>
                <a:off x="11698690" y="2213924"/>
                <a:ext cx="30163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4" y="171"/>
                  </a:cxn>
                  <a:cxn ang="0">
                    <a:pos x="149" y="161"/>
                  </a:cxn>
                  <a:cxn ang="0">
                    <a:pos x="162" y="149"/>
                  </a:cxn>
                  <a:cxn ang="0">
                    <a:pos x="171" y="134"/>
                  </a:cxn>
                  <a:cxn ang="0">
                    <a:pos x="179" y="118"/>
                  </a:cxn>
                  <a:cxn ang="0">
                    <a:pos x="182" y="100"/>
                  </a:cxn>
                  <a:cxn ang="0">
                    <a:pos x="182" y="82"/>
                  </a:cxn>
                  <a:cxn ang="0">
                    <a:pos x="179" y="63"/>
                  </a:cxn>
                  <a:cxn ang="0">
                    <a:pos x="171" y="48"/>
                  </a:cxn>
                  <a:cxn ang="0">
                    <a:pos x="162" y="33"/>
                  </a:cxn>
                  <a:cxn ang="0">
                    <a:pos x="149" y="20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0"/>
                  </a:cxn>
                  <a:cxn ang="0">
                    <a:pos x="20" y="33"/>
                  </a:cxn>
                  <a:cxn ang="0">
                    <a:pos x="11" y="48"/>
                  </a:cxn>
                  <a:cxn ang="0">
                    <a:pos x="3" y="63"/>
                  </a:cxn>
                  <a:cxn ang="0">
                    <a:pos x="0" y="82"/>
                  </a:cxn>
                  <a:cxn ang="0">
                    <a:pos x="0" y="100"/>
                  </a:cxn>
                  <a:cxn ang="0">
                    <a:pos x="3" y="118"/>
                  </a:cxn>
                  <a:cxn ang="0">
                    <a:pos x="11" y="134"/>
                  </a:cxn>
                  <a:cxn ang="0">
                    <a:pos x="20" y="149"/>
                  </a:cxn>
                  <a:cxn ang="0">
                    <a:pos x="33" y="161"/>
                  </a:cxn>
                  <a:cxn ang="0">
                    <a:pos x="48" y="171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5"/>
                    </a:lnTo>
                    <a:lnTo>
                      <a:pt x="134" y="171"/>
                    </a:lnTo>
                    <a:lnTo>
                      <a:pt x="142" y="167"/>
                    </a:lnTo>
                    <a:lnTo>
                      <a:pt x="149" y="161"/>
                    </a:lnTo>
                    <a:lnTo>
                      <a:pt x="155" y="156"/>
                    </a:lnTo>
                    <a:lnTo>
                      <a:pt x="162" y="149"/>
                    </a:lnTo>
                    <a:lnTo>
                      <a:pt x="166" y="142"/>
                    </a:lnTo>
                    <a:lnTo>
                      <a:pt x="171" y="134"/>
                    </a:lnTo>
                    <a:lnTo>
                      <a:pt x="175" y="127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2" y="100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9" y="63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7"/>
                    </a:lnTo>
                    <a:lnTo>
                      <a:pt x="149" y="20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4"/>
                    </a:lnTo>
                    <a:lnTo>
                      <a:pt x="110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2" y="1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0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3" y="63"/>
                    </a:lnTo>
                    <a:lnTo>
                      <a:pt x="1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0"/>
                    </a:lnTo>
                    <a:lnTo>
                      <a:pt x="1" y="109"/>
                    </a:lnTo>
                    <a:lnTo>
                      <a:pt x="3" y="118"/>
                    </a:lnTo>
                    <a:lnTo>
                      <a:pt x="7" y="127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3" y="161"/>
                    </a:lnTo>
                    <a:lnTo>
                      <a:pt x="40" y="167"/>
                    </a:lnTo>
                    <a:lnTo>
                      <a:pt x="48" y="171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2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2" name="Freeform 92"/>
              <p:cNvSpPr>
                <a:spLocks/>
              </p:cNvSpPr>
              <p:nvPr/>
            </p:nvSpPr>
            <p:spPr bwMode="gray">
              <a:xfrm>
                <a:off x="11739965" y="221392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4" y="171"/>
                  </a:cxn>
                  <a:cxn ang="0">
                    <a:pos x="148" y="161"/>
                  </a:cxn>
                  <a:cxn ang="0">
                    <a:pos x="162" y="149"/>
                  </a:cxn>
                  <a:cxn ang="0">
                    <a:pos x="172" y="134"/>
                  </a:cxn>
                  <a:cxn ang="0">
                    <a:pos x="178" y="118"/>
                  </a:cxn>
                  <a:cxn ang="0">
                    <a:pos x="182" y="100"/>
                  </a:cxn>
                  <a:cxn ang="0">
                    <a:pos x="182" y="82"/>
                  </a:cxn>
                  <a:cxn ang="0">
                    <a:pos x="178" y="63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8" y="20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0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3" y="63"/>
                  </a:cxn>
                  <a:cxn ang="0">
                    <a:pos x="0" y="82"/>
                  </a:cxn>
                  <a:cxn ang="0">
                    <a:pos x="0" y="100"/>
                  </a:cxn>
                  <a:cxn ang="0">
                    <a:pos x="3" y="118"/>
                  </a:cxn>
                  <a:cxn ang="0">
                    <a:pos x="11" y="134"/>
                  </a:cxn>
                  <a:cxn ang="0">
                    <a:pos x="21" y="149"/>
                  </a:cxn>
                  <a:cxn ang="0">
                    <a:pos x="33" y="161"/>
                  </a:cxn>
                  <a:cxn ang="0">
                    <a:pos x="48" y="171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5"/>
                    </a:lnTo>
                    <a:lnTo>
                      <a:pt x="134" y="171"/>
                    </a:lnTo>
                    <a:lnTo>
                      <a:pt x="142" y="167"/>
                    </a:lnTo>
                    <a:lnTo>
                      <a:pt x="148" y="161"/>
                    </a:lnTo>
                    <a:lnTo>
                      <a:pt x="155" y="156"/>
                    </a:lnTo>
                    <a:lnTo>
                      <a:pt x="162" y="149"/>
                    </a:lnTo>
                    <a:lnTo>
                      <a:pt x="166" y="142"/>
                    </a:lnTo>
                    <a:lnTo>
                      <a:pt x="172" y="134"/>
                    </a:lnTo>
                    <a:lnTo>
                      <a:pt x="175" y="127"/>
                    </a:lnTo>
                    <a:lnTo>
                      <a:pt x="178" y="118"/>
                    </a:lnTo>
                    <a:lnTo>
                      <a:pt x="181" y="109"/>
                    </a:lnTo>
                    <a:lnTo>
                      <a:pt x="182" y="100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2"/>
                    </a:lnTo>
                    <a:lnTo>
                      <a:pt x="178" y="63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7"/>
                    </a:lnTo>
                    <a:lnTo>
                      <a:pt x="148" y="20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4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0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3" y="63"/>
                    </a:lnTo>
                    <a:lnTo>
                      <a:pt x="1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0"/>
                    </a:lnTo>
                    <a:lnTo>
                      <a:pt x="1" y="109"/>
                    </a:lnTo>
                    <a:lnTo>
                      <a:pt x="3" y="118"/>
                    </a:lnTo>
                    <a:lnTo>
                      <a:pt x="6" y="127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1"/>
                    </a:lnTo>
                    <a:lnTo>
                      <a:pt x="40" y="167"/>
                    </a:lnTo>
                    <a:lnTo>
                      <a:pt x="48" y="171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3" name="Freeform 93"/>
              <p:cNvSpPr>
                <a:spLocks/>
              </p:cNvSpPr>
              <p:nvPr/>
            </p:nvSpPr>
            <p:spPr bwMode="gray">
              <a:xfrm>
                <a:off x="11779653" y="221392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4" y="171"/>
                  </a:cxn>
                  <a:cxn ang="0">
                    <a:pos x="149" y="161"/>
                  </a:cxn>
                  <a:cxn ang="0">
                    <a:pos x="162" y="149"/>
                  </a:cxn>
                  <a:cxn ang="0">
                    <a:pos x="172" y="134"/>
                  </a:cxn>
                  <a:cxn ang="0">
                    <a:pos x="178" y="118"/>
                  </a:cxn>
                  <a:cxn ang="0">
                    <a:pos x="182" y="100"/>
                  </a:cxn>
                  <a:cxn ang="0">
                    <a:pos x="182" y="82"/>
                  </a:cxn>
                  <a:cxn ang="0">
                    <a:pos x="178" y="63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0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0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3"/>
                  </a:cxn>
                  <a:cxn ang="0">
                    <a:pos x="0" y="82"/>
                  </a:cxn>
                  <a:cxn ang="0">
                    <a:pos x="0" y="100"/>
                  </a:cxn>
                  <a:cxn ang="0">
                    <a:pos x="4" y="118"/>
                  </a:cxn>
                  <a:cxn ang="0">
                    <a:pos x="11" y="134"/>
                  </a:cxn>
                  <a:cxn ang="0">
                    <a:pos x="21" y="149"/>
                  </a:cxn>
                  <a:cxn ang="0">
                    <a:pos x="33" y="161"/>
                  </a:cxn>
                  <a:cxn ang="0">
                    <a:pos x="47" y="171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6" y="175"/>
                    </a:lnTo>
                    <a:lnTo>
                      <a:pt x="134" y="171"/>
                    </a:lnTo>
                    <a:lnTo>
                      <a:pt x="142" y="167"/>
                    </a:lnTo>
                    <a:lnTo>
                      <a:pt x="149" y="161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7"/>
                    </a:lnTo>
                    <a:lnTo>
                      <a:pt x="178" y="118"/>
                    </a:lnTo>
                    <a:lnTo>
                      <a:pt x="180" y="109"/>
                    </a:lnTo>
                    <a:lnTo>
                      <a:pt x="182" y="100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0" y="72"/>
                    </a:lnTo>
                    <a:lnTo>
                      <a:pt x="178" y="63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49" y="20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4"/>
                    </a:lnTo>
                    <a:lnTo>
                      <a:pt x="109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7" y="11"/>
                    </a:lnTo>
                    <a:lnTo>
                      <a:pt x="40" y="16"/>
                    </a:lnTo>
                    <a:lnTo>
                      <a:pt x="33" y="20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4" y="63"/>
                    </a:lnTo>
                    <a:lnTo>
                      <a:pt x="2" y="72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0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6" y="127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1"/>
                    </a:lnTo>
                    <a:lnTo>
                      <a:pt x="40" y="167"/>
                    </a:lnTo>
                    <a:lnTo>
                      <a:pt x="47" y="171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4" name="Freeform 94"/>
              <p:cNvSpPr>
                <a:spLocks/>
              </p:cNvSpPr>
              <p:nvPr/>
            </p:nvSpPr>
            <p:spPr bwMode="gray">
              <a:xfrm>
                <a:off x="12235265" y="2399662"/>
                <a:ext cx="203200" cy="34925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2"/>
                  </a:cxn>
                  <a:cxn ang="0">
                    <a:pos x="1212" y="9"/>
                  </a:cxn>
                  <a:cxn ang="0">
                    <a:pos x="1231" y="19"/>
                  </a:cxn>
                  <a:cxn ang="0">
                    <a:pos x="1246" y="32"/>
                  </a:cxn>
                  <a:cxn ang="0">
                    <a:pos x="1259" y="49"/>
                  </a:cxn>
                  <a:cxn ang="0">
                    <a:pos x="1271" y="67"/>
                  </a:cxn>
                  <a:cxn ang="0">
                    <a:pos x="1276" y="88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71" y="151"/>
                  </a:cxn>
                  <a:cxn ang="0">
                    <a:pos x="1259" y="170"/>
                  </a:cxn>
                  <a:cxn ang="0">
                    <a:pos x="1246" y="186"/>
                  </a:cxn>
                  <a:cxn ang="0">
                    <a:pos x="1231" y="200"/>
                  </a:cxn>
                  <a:cxn ang="0">
                    <a:pos x="1212" y="210"/>
                  </a:cxn>
                  <a:cxn ang="0">
                    <a:pos x="1192" y="216"/>
                  </a:cxn>
                  <a:cxn ang="0">
                    <a:pos x="1170" y="219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40" y="193"/>
                  </a:cxn>
                  <a:cxn ang="0">
                    <a:pos x="24" y="179"/>
                  </a:cxn>
                  <a:cxn ang="0">
                    <a:pos x="13" y="161"/>
                  </a:cxn>
                  <a:cxn ang="0">
                    <a:pos x="4" y="142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3" y="58"/>
                  </a:cxn>
                  <a:cxn ang="0">
                    <a:pos x="24" y="40"/>
                  </a:cxn>
                  <a:cxn ang="0">
                    <a:pos x="40" y="26"/>
                  </a:cxn>
                  <a:cxn ang="0">
                    <a:pos x="56" y="13"/>
                  </a:cxn>
                  <a:cxn ang="0">
                    <a:pos x="76" y="6"/>
                  </a:cxn>
                  <a:cxn ang="0">
                    <a:pos x="97" y="1"/>
                  </a:cxn>
                </a:cxnLst>
                <a:rect l="0" t="0" r="r" b="b"/>
                <a:pathLst>
                  <a:path w="1278" h="219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1"/>
                    </a:lnTo>
                    <a:lnTo>
                      <a:pt x="1192" y="2"/>
                    </a:lnTo>
                    <a:lnTo>
                      <a:pt x="1202" y="6"/>
                    </a:lnTo>
                    <a:lnTo>
                      <a:pt x="1212" y="9"/>
                    </a:lnTo>
                    <a:lnTo>
                      <a:pt x="1222" y="13"/>
                    </a:lnTo>
                    <a:lnTo>
                      <a:pt x="1231" y="19"/>
                    </a:lnTo>
                    <a:lnTo>
                      <a:pt x="1238" y="26"/>
                    </a:lnTo>
                    <a:lnTo>
                      <a:pt x="1246" y="32"/>
                    </a:lnTo>
                    <a:lnTo>
                      <a:pt x="1254" y="40"/>
                    </a:lnTo>
                    <a:lnTo>
                      <a:pt x="1259" y="49"/>
                    </a:lnTo>
                    <a:lnTo>
                      <a:pt x="1265" y="58"/>
                    </a:lnTo>
                    <a:lnTo>
                      <a:pt x="1271" y="67"/>
                    </a:lnTo>
                    <a:lnTo>
                      <a:pt x="1274" y="77"/>
                    </a:lnTo>
                    <a:lnTo>
                      <a:pt x="1276" y="88"/>
                    </a:lnTo>
                    <a:lnTo>
                      <a:pt x="1278" y="98"/>
                    </a:lnTo>
                    <a:lnTo>
                      <a:pt x="1278" y="109"/>
                    </a:lnTo>
                    <a:lnTo>
                      <a:pt x="1278" y="120"/>
                    </a:lnTo>
                    <a:lnTo>
                      <a:pt x="1276" y="131"/>
                    </a:lnTo>
                    <a:lnTo>
                      <a:pt x="1274" y="142"/>
                    </a:lnTo>
                    <a:lnTo>
                      <a:pt x="1271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4" y="179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31" y="200"/>
                    </a:lnTo>
                    <a:lnTo>
                      <a:pt x="1222" y="205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2" y="216"/>
                    </a:lnTo>
                    <a:lnTo>
                      <a:pt x="1181" y="217"/>
                    </a:lnTo>
                    <a:lnTo>
                      <a:pt x="1170" y="219"/>
                    </a:lnTo>
                    <a:lnTo>
                      <a:pt x="108" y="219"/>
                    </a:lnTo>
                    <a:lnTo>
                      <a:pt x="97" y="217"/>
                    </a:lnTo>
                    <a:lnTo>
                      <a:pt x="86" y="216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5"/>
                    </a:lnTo>
                    <a:lnTo>
                      <a:pt x="47" y="200"/>
                    </a:lnTo>
                    <a:lnTo>
                      <a:pt x="40" y="193"/>
                    </a:lnTo>
                    <a:lnTo>
                      <a:pt x="32" y="186"/>
                    </a:lnTo>
                    <a:lnTo>
                      <a:pt x="24" y="179"/>
                    </a:lnTo>
                    <a:lnTo>
                      <a:pt x="19" y="170"/>
                    </a:lnTo>
                    <a:lnTo>
                      <a:pt x="13" y="161"/>
                    </a:lnTo>
                    <a:lnTo>
                      <a:pt x="9" y="151"/>
                    </a:lnTo>
                    <a:lnTo>
                      <a:pt x="4" y="142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8"/>
                    </a:lnTo>
                    <a:lnTo>
                      <a:pt x="4" y="77"/>
                    </a:lnTo>
                    <a:lnTo>
                      <a:pt x="9" y="67"/>
                    </a:lnTo>
                    <a:lnTo>
                      <a:pt x="13" y="58"/>
                    </a:lnTo>
                    <a:lnTo>
                      <a:pt x="19" y="49"/>
                    </a:lnTo>
                    <a:lnTo>
                      <a:pt x="24" y="40"/>
                    </a:lnTo>
                    <a:lnTo>
                      <a:pt x="32" y="32"/>
                    </a:lnTo>
                    <a:lnTo>
                      <a:pt x="40" y="26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6" y="6"/>
                    </a:lnTo>
                    <a:lnTo>
                      <a:pt x="86" y="2"/>
                    </a:lnTo>
                    <a:lnTo>
                      <a:pt x="97" y="1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5" name="Freeform 95"/>
              <p:cNvSpPr>
                <a:spLocks/>
              </p:cNvSpPr>
              <p:nvPr/>
            </p:nvSpPr>
            <p:spPr bwMode="gray">
              <a:xfrm>
                <a:off x="11619315" y="240124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9"/>
                  </a:cxn>
                  <a:cxn ang="0">
                    <a:pos x="136" y="172"/>
                  </a:cxn>
                  <a:cxn ang="0">
                    <a:pos x="150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9" y="118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9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6" y="11"/>
                  </a:cxn>
                  <a:cxn ang="0">
                    <a:pos x="119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5" y="4"/>
                  </a:cxn>
                  <a:cxn ang="0">
                    <a:pos x="49" y="11"/>
                  </a:cxn>
                  <a:cxn ang="0">
                    <a:pos x="34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5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5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4" y="162"/>
                  </a:cxn>
                  <a:cxn ang="0">
                    <a:pos x="49" y="172"/>
                  </a:cxn>
                  <a:cxn ang="0">
                    <a:pos x="65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10" y="182"/>
                    </a:lnTo>
                    <a:lnTo>
                      <a:pt x="119" y="179"/>
                    </a:lnTo>
                    <a:lnTo>
                      <a:pt x="128" y="176"/>
                    </a:lnTo>
                    <a:lnTo>
                      <a:pt x="136" y="172"/>
                    </a:lnTo>
                    <a:lnTo>
                      <a:pt x="143" y="167"/>
                    </a:lnTo>
                    <a:lnTo>
                      <a:pt x="150" y="162"/>
                    </a:lnTo>
                    <a:lnTo>
                      <a:pt x="157" y="156"/>
                    </a:lnTo>
                    <a:lnTo>
                      <a:pt x="162" y="149"/>
                    </a:lnTo>
                    <a:lnTo>
                      <a:pt x="168" y="143"/>
                    </a:lnTo>
                    <a:lnTo>
                      <a:pt x="172" y="135"/>
                    </a:lnTo>
                    <a:lnTo>
                      <a:pt x="177" y="127"/>
                    </a:lnTo>
                    <a:lnTo>
                      <a:pt x="179" y="118"/>
                    </a:lnTo>
                    <a:lnTo>
                      <a:pt x="181" y="110"/>
                    </a:lnTo>
                    <a:lnTo>
                      <a:pt x="183" y="101"/>
                    </a:lnTo>
                    <a:lnTo>
                      <a:pt x="183" y="92"/>
                    </a:lnTo>
                    <a:lnTo>
                      <a:pt x="183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7" y="56"/>
                    </a:lnTo>
                    <a:lnTo>
                      <a:pt x="172" y="48"/>
                    </a:lnTo>
                    <a:lnTo>
                      <a:pt x="168" y="41"/>
                    </a:lnTo>
                    <a:lnTo>
                      <a:pt x="162" y="33"/>
                    </a:lnTo>
                    <a:lnTo>
                      <a:pt x="157" y="27"/>
                    </a:lnTo>
                    <a:lnTo>
                      <a:pt x="150" y="21"/>
                    </a:lnTo>
                    <a:lnTo>
                      <a:pt x="143" y="16"/>
                    </a:lnTo>
                    <a:lnTo>
                      <a:pt x="136" y="11"/>
                    </a:lnTo>
                    <a:lnTo>
                      <a:pt x="128" y="7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5" y="4"/>
                    </a:lnTo>
                    <a:lnTo>
                      <a:pt x="57" y="7"/>
                    </a:lnTo>
                    <a:lnTo>
                      <a:pt x="49" y="11"/>
                    </a:lnTo>
                    <a:lnTo>
                      <a:pt x="41" y="16"/>
                    </a:lnTo>
                    <a:lnTo>
                      <a:pt x="34" y="21"/>
                    </a:lnTo>
                    <a:lnTo>
                      <a:pt x="28" y="27"/>
                    </a:lnTo>
                    <a:lnTo>
                      <a:pt x="21" y="33"/>
                    </a:lnTo>
                    <a:lnTo>
                      <a:pt x="16" y="41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5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5" y="118"/>
                    </a:lnTo>
                    <a:lnTo>
                      <a:pt x="8" y="127"/>
                    </a:lnTo>
                    <a:lnTo>
                      <a:pt x="11" y="135"/>
                    </a:lnTo>
                    <a:lnTo>
                      <a:pt x="16" y="143"/>
                    </a:lnTo>
                    <a:lnTo>
                      <a:pt x="21" y="149"/>
                    </a:lnTo>
                    <a:lnTo>
                      <a:pt x="28" y="156"/>
                    </a:lnTo>
                    <a:lnTo>
                      <a:pt x="34" y="162"/>
                    </a:lnTo>
                    <a:lnTo>
                      <a:pt x="41" y="167"/>
                    </a:lnTo>
                    <a:lnTo>
                      <a:pt x="49" y="172"/>
                    </a:lnTo>
                    <a:lnTo>
                      <a:pt x="57" y="176"/>
                    </a:lnTo>
                    <a:lnTo>
                      <a:pt x="65" y="179"/>
                    </a:lnTo>
                    <a:lnTo>
                      <a:pt x="73" y="182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6" name="Freeform 96"/>
              <p:cNvSpPr>
                <a:spLocks/>
              </p:cNvSpPr>
              <p:nvPr/>
            </p:nvSpPr>
            <p:spPr bwMode="gray">
              <a:xfrm>
                <a:off x="11659003" y="2401249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1" y="149"/>
                  </a:cxn>
                  <a:cxn ang="0">
                    <a:pos x="171" y="135"/>
                  </a:cxn>
                  <a:cxn ang="0">
                    <a:pos x="179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1"/>
                  </a:cxn>
                  <a:cxn ang="0">
                    <a:pos x="81" y="1"/>
                  </a:cxn>
                  <a:cxn ang="0">
                    <a:pos x="63" y="4"/>
                  </a:cxn>
                  <a:cxn ang="0">
                    <a:pos x="48" y="11"/>
                  </a:cxn>
                  <a:cxn ang="0">
                    <a:pos x="32" y="21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8"/>
                  </a:cxn>
                  <a:cxn ang="0">
                    <a:pos x="10" y="135"/>
                  </a:cxn>
                  <a:cxn ang="0">
                    <a:pos x="20" y="149"/>
                  </a:cxn>
                  <a:cxn ang="0">
                    <a:pos x="32" y="162"/>
                  </a:cxn>
                  <a:cxn ang="0">
                    <a:pos x="48" y="172"/>
                  </a:cxn>
                  <a:cxn ang="0">
                    <a:pos x="63" y="179"/>
                  </a:cxn>
                  <a:cxn ang="0">
                    <a:pos x="81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09" y="182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1" y="149"/>
                    </a:lnTo>
                    <a:lnTo>
                      <a:pt x="167" y="143"/>
                    </a:lnTo>
                    <a:lnTo>
                      <a:pt x="171" y="135"/>
                    </a:lnTo>
                    <a:lnTo>
                      <a:pt x="175" y="127"/>
                    </a:lnTo>
                    <a:lnTo>
                      <a:pt x="179" y="118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7" y="41"/>
                    </a:lnTo>
                    <a:lnTo>
                      <a:pt x="161" y="33"/>
                    </a:lnTo>
                    <a:lnTo>
                      <a:pt x="155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7" y="7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1" y="1"/>
                    </a:lnTo>
                    <a:lnTo>
                      <a:pt x="72" y="2"/>
                    </a:lnTo>
                    <a:lnTo>
                      <a:pt x="63" y="4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2" y="21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1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4" y="118"/>
                    </a:lnTo>
                    <a:lnTo>
                      <a:pt x="7" y="127"/>
                    </a:lnTo>
                    <a:lnTo>
                      <a:pt x="10" y="135"/>
                    </a:lnTo>
                    <a:lnTo>
                      <a:pt x="16" y="143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2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3" y="179"/>
                    </a:lnTo>
                    <a:lnTo>
                      <a:pt x="72" y="182"/>
                    </a:lnTo>
                    <a:lnTo>
                      <a:pt x="81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7" name="Freeform 97"/>
              <p:cNvSpPr>
                <a:spLocks/>
              </p:cNvSpPr>
              <p:nvPr/>
            </p:nvSpPr>
            <p:spPr bwMode="gray">
              <a:xfrm>
                <a:off x="11698690" y="2401249"/>
                <a:ext cx="30163" cy="28575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49"/>
                  </a:cxn>
                  <a:cxn ang="0">
                    <a:pos x="171" y="135"/>
                  </a:cxn>
                  <a:cxn ang="0">
                    <a:pos x="179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0" y="33"/>
                  </a:cxn>
                  <a:cxn ang="0">
                    <a:pos x="11" y="48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8"/>
                  </a:cxn>
                  <a:cxn ang="0">
                    <a:pos x="11" y="135"/>
                  </a:cxn>
                  <a:cxn ang="0">
                    <a:pos x="20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10" y="182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2" y="149"/>
                    </a:lnTo>
                    <a:lnTo>
                      <a:pt x="166" y="143"/>
                    </a:lnTo>
                    <a:lnTo>
                      <a:pt x="171" y="135"/>
                    </a:lnTo>
                    <a:lnTo>
                      <a:pt x="175" y="127"/>
                    </a:lnTo>
                    <a:lnTo>
                      <a:pt x="179" y="118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6" y="41"/>
                    </a:lnTo>
                    <a:lnTo>
                      <a:pt x="162" y="33"/>
                    </a:lnTo>
                    <a:lnTo>
                      <a:pt x="155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4"/>
                    </a:lnTo>
                    <a:lnTo>
                      <a:pt x="110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2" y="2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1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8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3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2" y="182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8" name="Freeform 98"/>
              <p:cNvSpPr>
                <a:spLocks/>
              </p:cNvSpPr>
              <p:nvPr/>
            </p:nvSpPr>
            <p:spPr bwMode="gray">
              <a:xfrm>
                <a:off x="11739965" y="240124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8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8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8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10" y="182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8" y="162"/>
                    </a:lnTo>
                    <a:lnTo>
                      <a:pt x="155" y="156"/>
                    </a:lnTo>
                    <a:lnTo>
                      <a:pt x="162" y="149"/>
                    </a:lnTo>
                    <a:lnTo>
                      <a:pt x="166" y="143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8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6" y="41"/>
                    </a:lnTo>
                    <a:lnTo>
                      <a:pt x="162" y="33"/>
                    </a:lnTo>
                    <a:lnTo>
                      <a:pt x="155" y="27"/>
                    </a:lnTo>
                    <a:lnTo>
                      <a:pt x="148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4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8"/>
                    </a:lnTo>
                    <a:lnTo>
                      <a:pt x="6" y="127"/>
                    </a:lnTo>
                    <a:lnTo>
                      <a:pt x="11" y="135"/>
                    </a:lnTo>
                    <a:lnTo>
                      <a:pt x="15" y="143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2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09" name="Freeform 99"/>
              <p:cNvSpPr>
                <a:spLocks/>
              </p:cNvSpPr>
              <p:nvPr/>
            </p:nvSpPr>
            <p:spPr bwMode="gray">
              <a:xfrm>
                <a:off x="11779653" y="240124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8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09" y="182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3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8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1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7"/>
                    </a:lnTo>
                    <a:lnTo>
                      <a:pt x="47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8"/>
                    </a:lnTo>
                    <a:lnTo>
                      <a:pt x="6" y="127"/>
                    </a:lnTo>
                    <a:lnTo>
                      <a:pt x="11" y="135"/>
                    </a:lnTo>
                    <a:lnTo>
                      <a:pt x="15" y="143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7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2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0" name="Freeform 100"/>
              <p:cNvSpPr>
                <a:spLocks/>
              </p:cNvSpPr>
              <p:nvPr/>
            </p:nvSpPr>
            <p:spPr bwMode="gray">
              <a:xfrm>
                <a:off x="12235265" y="3714112"/>
                <a:ext cx="203200" cy="34925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2"/>
                  </a:cxn>
                  <a:cxn ang="0">
                    <a:pos x="1212" y="9"/>
                  </a:cxn>
                  <a:cxn ang="0">
                    <a:pos x="1231" y="19"/>
                  </a:cxn>
                  <a:cxn ang="0">
                    <a:pos x="1246" y="32"/>
                  </a:cxn>
                  <a:cxn ang="0">
                    <a:pos x="1259" y="49"/>
                  </a:cxn>
                  <a:cxn ang="0">
                    <a:pos x="1271" y="68"/>
                  </a:cxn>
                  <a:cxn ang="0">
                    <a:pos x="1276" y="88"/>
                  </a:cxn>
                  <a:cxn ang="0">
                    <a:pos x="1278" y="110"/>
                  </a:cxn>
                  <a:cxn ang="0">
                    <a:pos x="1276" y="131"/>
                  </a:cxn>
                  <a:cxn ang="0">
                    <a:pos x="1271" y="152"/>
                  </a:cxn>
                  <a:cxn ang="0">
                    <a:pos x="1259" y="170"/>
                  </a:cxn>
                  <a:cxn ang="0">
                    <a:pos x="1246" y="186"/>
                  </a:cxn>
                  <a:cxn ang="0">
                    <a:pos x="1231" y="200"/>
                  </a:cxn>
                  <a:cxn ang="0">
                    <a:pos x="1212" y="210"/>
                  </a:cxn>
                  <a:cxn ang="0">
                    <a:pos x="1192" y="216"/>
                  </a:cxn>
                  <a:cxn ang="0">
                    <a:pos x="1170" y="219"/>
                  </a:cxn>
                  <a:cxn ang="0">
                    <a:pos x="97" y="218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40" y="193"/>
                  </a:cxn>
                  <a:cxn ang="0">
                    <a:pos x="24" y="179"/>
                  </a:cxn>
                  <a:cxn ang="0">
                    <a:pos x="13" y="161"/>
                  </a:cxn>
                  <a:cxn ang="0">
                    <a:pos x="4" y="142"/>
                  </a:cxn>
                  <a:cxn ang="0">
                    <a:pos x="0" y="121"/>
                  </a:cxn>
                  <a:cxn ang="0">
                    <a:pos x="0" y="99"/>
                  </a:cxn>
                  <a:cxn ang="0">
                    <a:pos x="4" y="78"/>
                  </a:cxn>
                  <a:cxn ang="0">
                    <a:pos x="13" y="58"/>
                  </a:cxn>
                  <a:cxn ang="0">
                    <a:pos x="24" y="40"/>
                  </a:cxn>
                  <a:cxn ang="0">
                    <a:pos x="40" y="26"/>
                  </a:cxn>
                  <a:cxn ang="0">
                    <a:pos x="56" y="13"/>
                  </a:cxn>
                  <a:cxn ang="0">
                    <a:pos x="76" y="6"/>
                  </a:cxn>
                  <a:cxn ang="0">
                    <a:pos x="97" y="1"/>
                  </a:cxn>
                </a:cxnLst>
                <a:rect l="0" t="0" r="r" b="b"/>
                <a:pathLst>
                  <a:path w="1278" h="219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1"/>
                    </a:lnTo>
                    <a:lnTo>
                      <a:pt x="1192" y="2"/>
                    </a:lnTo>
                    <a:lnTo>
                      <a:pt x="1202" y="6"/>
                    </a:lnTo>
                    <a:lnTo>
                      <a:pt x="1212" y="9"/>
                    </a:lnTo>
                    <a:lnTo>
                      <a:pt x="1222" y="13"/>
                    </a:lnTo>
                    <a:lnTo>
                      <a:pt x="1231" y="19"/>
                    </a:lnTo>
                    <a:lnTo>
                      <a:pt x="1238" y="26"/>
                    </a:lnTo>
                    <a:lnTo>
                      <a:pt x="1246" y="32"/>
                    </a:lnTo>
                    <a:lnTo>
                      <a:pt x="1254" y="40"/>
                    </a:lnTo>
                    <a:lnTo>
                      <a:pt x="1259" y="49"/>
                    </a:lnTo>
                    <a:lnTo>
                      <a:pt x="1265" y="58"/>
                    </a:lnTo>
                    <a:lnTo>
                      <a:pt x="1271" y="68"/>
                    </a:lnTo>
                    <a:lnTo>
                      <a:pt x="1274" y="78"/>
                    </a:lnTo>
                    <a:lnTo>
                      <a:pt x="1276" y="88"/>
                    </a:lnTo>
                    <a:lnTo>
                      <a:pt x="1278" y="99"/>
                    </a:lnTo>
                    <a:lnTo>
                      <a:pt x="1278" y="110"/>
                    </a:lnTo>
                    <a:lnTo>
                      <a:pt x="1278" y="121"/>
                    </a:lnTo>
                    <a:lnTo>
                      <a:pt x="1276" y="131"/>
                    </a:lnTo>
                    <a:lnTo>
                      <a:pt x="1274" y="142"/>
                    </a:lnTo>
                    <a:lnTo>
                      <a:pt x="1271" y="152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4" y="179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31" y="200"/>
                    </a:lnTo>
                    <a:lnTo>
                      <a:pt x="1222" y="205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2" y="216"/>
                    </a:lnTo>
                    <a:lnTo>
                      <a:pt x="1181" y="218"/>
                    </a:lnTo>
                    <a:lnTo>
                      <a:pt x="1170" y="219"/>
                    </a:lnTo>
                    <a:lnTo>
                      <a:pt x="108" y="219"/>
                    </a:lnTo>
                    <a:lnTo>
                      <a:pt x="97" y="218"/>
                    </a:lnTo>
                    <a:lnTo>
                      <a:pt x="86" y="216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5"/>
                    </a:lnTo>
                    <a:lnTo>
                      <a:pt x="47" y="200"/>
                    </a:lnTo>
                    <a:lnTo>
                      <a:pt x="40" y="193"/>
                    </a:lnTo>
                    <a:lnTo>
                      <a:pt x="32" y="186"/>
                    </a:lnTo>
                    <a:lnTo>
                      <a:pt x="24" y="179"/>
                    </a:lnTo>
                    <a:lnTo>
                      <a:pt x="19" y="170"/>
                    </a:lnTo>
                    <a:lnTo>
                      <a:pt x="13" y="161"/>
                    </a:lnTo>
                    <a:lnTo>
                      <a:pt x="9" y="152"/>
                    </a:lnTo>
                    <a:lnTo>
                      <a:pt x="4" y="142"/>
                    </a:lnTo>
                    <a:lnTo>
                      <a:pt x="2" y="131"/>
                    </a:lnTo>
                    <a:lnTo>
                      <a:pt x="0" y="121"/>
                    </a:lnTo>
                    <a:lnTo>
                      <a:pt x="0" y="110"/>
                    </a:lnTo>
                    <a:lnTo>
                      <a:pt x="0" y="99"/>
                    </a:lnTo>
                    <a:lnTo>
                      <a:pt x="2" y="88"/>
                    </a:lnTo>
                    <a:lnTo>
                      <a:pt x="4" y="78"/>
                    </a:lnTo>
                    <a:lnTo>
                      <a:pt x="9" y="68"/>
                    </a:lnTo>
                    <a:lnTo>
                      <a:pt x="13" y="58"/>
                    </a:lnTo>
                    <a:lnTo>
                      <a:pt x="19" y="49"/>
                    </a:lnTo>
                    <a:lnTo>
                      <a:pt x="24" y="40"/>
                    </a:lnTo>
                    <a:lnTo>
                      <a:pt x="32" y="32"/>
                    </a:lnTo>
                    <a:lnTo>
                      <a:pt x="40" y="26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6" y="6"/>
                    </a:lnTo>
                    <a:lnTo>
                      <a:pt x="86" y="2"/>
                    </a:lnTo>
                    <a:lnTo>
                      <a:pt x="97" y="1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1" name="Freeform 101"/>
              <p:cNvSpPr>
                <a:spLocks/>
              </p:cNvSpPr>
              <p:nvPr/>
            </p:nvSpPr>
            <p:spPr bwMode="gray">
              <a:xfrm>
                <a:off x="11619315" y="371569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6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9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9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6" y="11"/>
                  </a:cxn>
                  <a:cxn ang="0">
                    <a:pos x="119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5" y="3"/>
                  </a:cxn>
                  <a:cxn ang="0">
                    <a:pos x="49" y="11"/>
                  </a:cxn>
                  <a:cxn ang="0">
                    <a:pos x="34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5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5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4" y="162"/>
                  </a:cxn>
                  <a:cxn ang="0">
                    <a:pos x="49" y="172"/>
                  </a:cxn>
                  <a:cxn ang="0">
                    <a:pos x="65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2" y="182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8"/>
                    </a:lnTo>
                    <a:lnTo>
                      <a:pt x="128" y="175"/>
                    </a:lnTo>
                    <a:lnTo>
                      <a:pt x="136" y="172"/>
                    </a:lnTo>
                    <a:lnTo>
                      <a:pt x="143" y="166"/>
                    </a:lnTo>
                    <a:lnTo>
                      <a:pt x="150" y="162"/>
                    </a:lnTo>
                    <a:lnTo>
                      <a:pt x="157" y="155"/>
                    </a:lnTo>
                    <a:lnTo>
                      <a:pt x="162" y="150"/>
                    </a:lnTo>
                    <a:lnTo>
                      <a:pt x="168" y="142"/>
                    </a:lnTo>
                    <a:lnTo>
                      <a:pt x="172" y="134"/>
                    </a:lnTo>
                    <a:lnTo>
                      <a:pt x="177" y="126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3" y="101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7" y="55"/>
                    </a:lnTo>
                    <a:lnTo>
                      <a:pt x="172" y="48"/>
                    </a:lnTo>
                    <a:lnTo>
                      <a:pt x="168" y="40"/>
                    </a:lnTo>
                    <a:lnTo>
                      <a:pt x="162" y="33"/>
                    </a:lnTo>
                    <a:lnTo>
                      <a:pt x="157" y="26"/>
                    </a:lnTo>
                    <a:lnTo>
                      <a:pt x="150" y="21"/>
                    </a:lnTo>
                    <a:lnTo>
                      <a:pt x="143" y="15"/>
                    </a:lnTo>
                    <a:lnTo>
                      <a:pt x="136" y="11"/>
                    </a:lnTo>
                    <a:lnTo>
                      <a:pt x="128" y="6"/>
                    </a:lnTo>
                    <a:lnTo>
                      <a:pt x="119" y="3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5" y="3"/>
                    </a:lnTo>
                    <a:lnTo>
                      <a:pt x="57" y="6"/>
                    </a:lnTo>
                    <a:lnTo>
                      <a:pt x="49" y="11"/>
                    </a:lnTo>
                    <a:lnTo>
                      <a:pt x="41" y="15"/>
                    </a:lnTo>
                    <a:lnTo>
                      <a:pt x="34" y="21"/>
                    </a:lnTo>
                    <a:lnTo>
                      <a:pt x="28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8" y="55"/>
                    </a:lnTo>
                    <a:lnTo>
                      <a:pt x="5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5" y="119"/>
                    </a:lnTo>
                    <a:lnTo>
                      <a:pt x="8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8" y="155"/>
                    </a:lnTo>
                    <a:lnTo>
                      <a:pt x="34" y="162"/>
                    </a:lnTo>
                    <a:lnTo>
                      <a:pt x="41" y="166"/>
                    </a:lnTo>
                    <a:lnTo>
                      <a:pt x="49" y="172"/>
                    </a:lnTo>
                    <a:lnTo>
                      <a:pt x="57" y="175"/>
                    </a:lnTo>
                    <a:lnTo>
                      <a:pt x="65" y="178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2" name="Freeform 102"/>
              <p:cNvSpPr>
                <a:spLocks/>
              </p:cNvSpPr>
              <p:nvPr/>
            </p:nvSpPr>
            <p:spPr bwMode="gray">
              <a:xfrm>
                <a:off x="11659003" y="3715699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4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3"/>
                  </a:cxn>
                  <a:cxn ang="0">
                    <a:pos x="100" y="0"/>
                  </a:cxn>
                  <a:cxn ang="0">
                    <a:pos x="81" y="0"/>
                  </a:cxn>
                  <a:cxn ang="0">
                    <a:pos x="63" y="3"/>
                  </a:cxn>
                  <a:cxn ang="0">
                    <a:pos x="48" y="11"/>
                  </a:cxn>
                  <a:cxn ang="0">
                    <a:pos x="32" y="21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4"/>
                  </a:cxn>
                  <a:cxn ang="0">
                    <a:pos x="20" y="150"/>
                  </a:cxn>
                  <a:cxn ang="0">
                    <a:pos x="32" y="162"/>
                  </a:cxn>
                  <a:cxn ang="0">
                    <a:pos x="48" y="172"/>
                  </a:cxn>
                  <a:cxn ang="0">
                    <a:pos x="63" y="178"/>
                  </a:cxn>
                  <a:cxn ang="0">
                    <a:pos x="81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4" y="172"/>
                    </a:lnTo>
                    <a:lnTo>
                      <a:pt x="142" y="166"/>
                    </a:lnTo>
                    <a:lnTo>
                      <a:pt x="149" y="162"/>
                    </a:lnTo>
                    <a:lnTo>
                      <a:pt x="155" y="155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5" y="126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5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7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1" y="0"/>
                    </a:lnTo>
                    <a:lnTo>
                      <a:pt x="72" y="1"/>
                    </a:lnTo>
                    <a:lnTo>
                      <a:pt x="63" y="3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2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8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4" y="119"/>
                    </a:lnTo>
                    <a:lnTo>
                      <a:pt x="7" y="126"/>
                    </a:lnTo>
                    <a:lnTo>
                      <a:pt x="10" y="134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5"/>
                    </a:lnTo>
                    <a:lnTo>
                      <a:pt x="32" y="162"/>
                    </a:lnTo>
                    <a:lnTo>
                      <a:pt x="40" y="166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3" y="178"/>
                    </a:lnTo>
                    <a:lnTo>
                      <a:pt x="72" y="181"/>
                    </a:lnTo>
                    <a:lnTo>
                      <a:pt x="81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3" name="Freeform 103"/>
              <p:cNvSpPr>
                <a:spLocks/>
              </p:cNvSpPr>
              <p:nvPr/>
            </p:nvSpPr>
            <p:spPr bwMode="gray">
              <a:xfrm>
                <a:off x="11698690" y="3715699"/>
                <a:ext cx="30163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1" y="134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3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0" y="33"/>
                  </a:cxn>
                  <a:cxn ang="0">
                    <a:pos x="11" y="48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4"/>
                  </a:cxn>
                  <a:cxn ang="0">
                    <a:pos x="20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2">
                    <a:moveTo>
                      <a:pt x="91" y="182"/>
                    </a:moveTo>
                    <a:lnTo>
                      <a:pt x="100" y="182"/>
                    </a:lnTo>
                    <a:lnTo>
                      <a:pt x="110" y="181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6"/>
                    </a:lnTo>
                    <a:lnTo>
                      <a:pt x="149" y="162"/>
                    </a:lnTo>
                    <a:lnTo>
                      <a:pt x="155" y="155"/>
                    </a:lnTo>
                    <a:lnTo>
                      <a:pt x="162" y="150"/>
                    </a:lnTo>
                    <a:lnTo>
                      <a:pt x="166" y="142"/>
                    </a:lnTo>
                    <a:lnTo>
                      <a:pt x="171" y="134"/>
                    </a:lnTo>
                    <a:lnTo>
                      <a:pt x="175" y="126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1" y="48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3"/>
                    </a:lnTo>
                    <a:lnTo>
                      <a:pt x="110" y="1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2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5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7" y="126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2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4" name="Freeform 104"/>
              <p:cNvSpPr>
                <a:spLocks/>
              </p:cNvSpPr>
              <p:nvPr/>
            </p:nvSpPr>
            <p:spPr bwMode="gray">
              <a:xfrm>
                <a:off x="11739965" y="371569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8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8" y="21"/>
                  </a:cxn>
                  <a:cxn ang="0">
                    <a:pos x="134" y="11"/>
                  </a:cxn>
                  <a:cxn ang="0">
                    <a:pos x="118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6"/>
                    </a:lnTo>
                    <a:lnTo>
                      <a:pt x="148" y="162"/>
                    </a:lnTo>
                    <a:lnTo>
                      <a:pt x="155" y="155"/>
                    </a:lnTo>
                    <a:lnTo>
                      <a:pt x="162" y="150"/>
                    </a:lnTo>
                    <a:lnTo>
                      <a:pt x="166" y="142"/>
                    </a:lnTo>
                    <a:lnTo>
                      <a:pt x="172" y="134"/>
                    </a:lnTo>
                    <a:lnTo>
                      <a:pt x="175" y="126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8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6"/>
                    </a:lnTo>
                    <a:lnTo>
                      <a:pt x="148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3"/>
                    </a:lnTo>
                    <a:lnTo>
                      <a:pt x="110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6" y="55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6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5" name="Freeform 105"/>
              <p:cNvSpPr>
                <a:spLocks/>
              </p:cNvSpPr>
              <p:nvPr/>
            </p:nvSpPr>
            <p:spPr bwMode="gray">
              <a:xfrm>
                <a:off x="11779653" y="3715699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3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3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2">
                    <a:moveTo>
                      <a:pt x="91" y="182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6"/>
                    </a:lnTo>
                    <a:lnTo>
                      <a:pt x="149" y="162"/>
                    </a:lnTo>
                    <a:lnTo>
                      <a:pt x="156" y="155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6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3"/>
                    </a:lnTo>
                    <a:lnTo>
                      <a:pt x="109" y="1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1"/>
                    </a:lnTo>
                    <a:lnTo>
                      <a:pt x="64" y="3"/>
                    </a:lnTo>
                    <a:lnTo>
                      <a:pt x="55" y="6"/>
                    </a:lnTo>
                    <a:lnTo>
                      <a:pt x="47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6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6" y="126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5"/>
                    </a:lnTo>
                    <a:lnTo>
                      <a:pt x="33" y="162"/>
                    </a:lnTo>
                    <a:lnTo>
                      <a:pt x="40" y="166"/>
                    </a:lnTo>
                    <a:lnTo>
                      <a:pt x="47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6" name="Freeform 106"/>
              <p:cNvSpPr>
                <a:spLocks/>
              </p:cNvSpPr>
              <p:nvPr/>
            </p:nvSpPr>
            <p:spPr bwMode="gray">
              <a:xfrm>
                <a:off x="12235265" y="2775899"/>
                <a:ext cx="203200" cy="33338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2"/>
                  </a:cxn>
                  <a:cxn ang="0">
                    <a:pos x="1212" y="9"/>
                  </a:cxn>
                  <a:cxn ang="0">
                    <a:pos x="1231" y="19"/>
                  </a:cxn>
                  <a:cxn ang="0">
                    <a:pos x="1246" y="32"/>
                  </a:cxn>
                  <a:cxn ang="0">
                    <a:pos x="1259" y="48"/>
                  </a:cxn>
                  <a:cxn ang="0">
                    <a:pos x="1271" y="67"/>
                  </a:cxn>
                  <a:cxn ang="0">
                    <a:pos x="1276" y="87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71" y="151"/>
                  </a:cxn>
                  <a:cxn ang="0">
                    <a:pos x="1259" y="170"/>
                  </a:cxn>
                  <a:cxn ang="0">
                    <a:pos x="1246" y="187"/>
                  </a:cxn>
                  <a:cxn ang="0">
                    <a:pos x="1231" y="200"/>
                  </a:cxn>
                  <a:cxn ang="0">
                    <a:pos x="1212" y="210"/>
                  </a:cxn>
                  <a:cxn ang="0">
                    <a:pos x="1192" y="215"/>
                  </a:cxn>
                  <a:cxn ang="0">
                    <a:pos x="1170" y="218"/>
                  </a:cxn>
                  <a:cxn ang="0">
                    <a:pos x="97" y="218"/>
                  </a:cxn>
                  <a:cxn ang="0">
                    <a:pos x="76" y="213"/>
                  </a:cxn>
                  <a:cxn ang="0">
                    <a:pos x="56" y="204"/>
                  </a:cxn>
                  <a:cxn ang="0">
                    <a:pos x="40" y="193"/>
                  </a:cxn>
                  <a:cxn ang="0">
                    <a:pos x="24" y="179"/>
                  </a:cxn>
                  <a:cxn ang="0">
                    <a:pos x="13" y="161"/>
                  </a:cxn>
                  <a:cxn ang="0">
                    <a:pos x="4" y="141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3" y="57"/>
                  </a:cxn>
                  <a:cxn ang="0">
                    <a:pos x="24" y="40"/>
                  </a:cxn>
                  <a:cxn ang="0">
                    <a:pos x="40" y="25"/>
                  </a:cxn>
                  <a:cxn ang="0">
                    <a:pos x="56" y="14"/>
                  </a:cxn>
                  <a:cxn ang="0">
                    <a:pos x="76" y="5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8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0"/>
                    </a:lnTo>
                    <a:lnTo>
                      <a:pt x="1192" y="2"/>
                    </a:lnTo>
                    <a:lnTo>
                      <a:pt x="1202" y="5"/>
                    </a:lnTo>
                    <a:lnTo>
                      <a:pt x="1212" y="9"/>
                    </a:lnTo>
                    <a:lnTo>
                      <a:pt x="1222" y="14"/>
                    </a:lnTo>
                    <a:lnTo>
                      <a:pt x="1231" y="19"/>
                    </a:lnTo>
                    <a:lnTo>
                      <a:pt x="1238" y="25"/>
                    </a:lnTo>
                    <a:lnTo>
                      <a:pt x="1246" y="32"/>
                    </a:lnTo>
                    <a:lnTo>
                      <a:pt x="1254" y="40"/>
                    </a:lnTo>
                    <a:lnTo>
                      <a:pt x="1259" y="48"/>
                    </a:lnTo>
                    <a:lnTo>
                      <a:pt x="1265" y="57"/>
                    </a:lnTo>
                    <a:lnTo>
                      <a:pt x="1271" y="67"/>
                    </a:lnTo>
                    <a:lnTo>
                      <a:pt x="1274" y="77"/>
                    </a:lnTo>
                    <a:lnTo>
                      <a:pt x="1276" y="87"/>
                    </a:lnTo>
                    <a:lnTo>
                      <a:pt x="1278" y="98"/>
                    </a:lnTo>
                    <a:lnTo>
                      <a:pt x="1278" y="109"/>
                    </a:lnTo>
                    <a:lnTo>
                      <a:pt x="1278" y="120"/>
                    </a:lnTo>
                    <a:lnTo>
                      <a:pt x="1276" y="131"/>
                    </a:lnTo>
                    <a:lnTo>
                      <a:pt x="1274" y="141"/>
                    </a:lnTo>
                    <a:lnTo>
                      <a:pt x="1271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4" y="179"/>
                    </a:lnTo>
                    <a:lnTo>
                      <a:pt x="1246" y="187"/>
                    </a:lnTo>
                    <a:lnTo>
                      <a:pt x="1238" y="193"/>
                    </a:lnTo>
                    <a:lnTo>
                      <a:pt x="1231" y="200"/>
                    </a:lnTo>
                    <a:lnTo>
                      <a:pt x="1222" y="204"/>
                    </a:lnTo>
                    <a:lnTo>
                      <a:pt x="1212" y="210"/>
                    </a:lnTo>
                    <a:lnTo>
                      <a:pt x="1202" y="213"/>
                    </a:lnTo>
                    <a:lnTo>
                      <a:pt x="1192" y="215"/>
                    </a:lnTo>
                    <a:lnTo>
                      <a:pt x="1181" y="218"/>
                    </a:lnTo>
                    <a:lnTo>
                      <a:pt x="1170" y="218"/>
                    </a:lnTo>
                    <a:lnTo>
                      <a:pt x="108" y="218"/>
                    </a:lnTo>
                    <a:lnTo>
                      <a:pt x="97" y="218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10"/>
                    </a:lnTo>
                    <a:lnTo>
                      <a:pt x="56" y="204"/>
                    </a:lnTo>
                    <a:lnTo>
                      <a:pt x="47" y="200"/>
                    </a:lnTo>
                    <a:lnTo>
                      <a:pt x="40" y="193"/>
                    </a:lnTo>
                    <a:lnTo>
                      <a:pt x="32" y="187"/>
                    </a:lnTo>
                    <a:lnTo>
                      <a:pt x="24" y="179"/>
                    </a:lnTo>
                    <a:lnTo>
                      <a:pt x="19" y="170"/>
                    </a:lnTo>
                    <a:lnTo>
                      <a:pt x="13" y="161"/>
                    </a:lnTo>
                    <a:lnTo>
                      <a:pt x="9" y="151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7"/>
                    </a:lnTo>
                    <a:lnTo>
                      <a:pt x="4" y="77"/>
                    </a:lnTo>
                    <a:lnTo>
                      <a:pt x="9" y="67"/>
                    </a:lnTo>
                    <a:lnTo>
                      <a:pt x="13" y="57"/>
                    </a:lnTo>
                    <a:lnTo>
                      <a:pt x="19" y="48"/>
                    </a:lnTo>
                    <a:lnTo>
                      <a:pt x="24" y="40"/>
                    </a:lnTo>
                    <a:lnTo>
                      <a:pt x="32" y="32"/>
                    </a:lnTo>
                    <a:lnTo>
                      <a:pt x="40" y="25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9"/>
                    </a:lnTo>
                    <a:lnTo>
                      <a:pt x="76" y="5"/>
                    </a:lnTo>
                    <a:lnTo>
                      <a:pt x="86" y="2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7" name="Freeform 107"/>
              <p:cNvSpPr>
                <a:spLocks/>
              </p:cNvSpPr>
              <p:nvPr/>
            </p:nvSpPr>
            <p:spPr bwMode="gray">
              <a:xfrm>
                <a:off x="11619315" y="2775899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8"/>
                  </a:cxn>
                  <a:cxn ang="0">
                    <a:pos x="136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9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9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6" y="11"/>
                  </a:cxn>
                  <a:cxn ang="0">
                    <a:pos x="119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5" y="4"/>
                  </a:cxn>
                  <a:cxn ang="0">
                    <a:pos x="49" y="11"/>
                  </a:cxn>
                  <a:cxn ang="0">
                    <a:pos x="34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5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5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4" y="162"/>
                  </a:cxn>
                  <a:cxn ang="0">
                    <a:pos x="49" y="172"/>
                  </a:cxn>
                  <a:cxn ang="0">
                    <a:pos x="65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10" y="181"/>
                    </a:lnTo>
                    <a:lnTo>
                      <a:pt x="119" y="178"/>
                    </a:lnTo>
                    <a:lnTo>
                      <a:pt x="128" y="176"/>
                    </a:lnTo>
                    <a:lnTo>
                      <a:pt x="136" y="172"/>
                    </a:lnTo>
                    <a:lnTo>
                      <a:pt x="143" y="167"/>
                    </a:lnTo>
                    <a:lnTo>
                      <a:pt x="150" y="162"/>
                    </a:lnTo>
                    <a:lnTo>
                      <a:pt x="157" y="156"/>
                    </a:lnTo>
                    <a:lnTo>
                      <a:pt x="162" y="150"/>
                    </a:lnTo>
                    <a:lnTo>
                      <a:pt x="168" y="143"/>
                    </a:lnTo>
                    <a:lnTo>
                      <a:pt x="172" y="135"/>
                    </a:lnTo>
                    <a:lnTo>
                      <a:pt x="177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3" y="101"/>
                    </a:lnTo>
                    <a:lnTo>
                      <a:pt x="183" y="92"/>
                    </a:lnTo>
                    <a:lnTo>
                      <a:pt x="183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7" y="56"/>
                    </a:lnTo>
                    <a:lnTo>
                      <a:pt x="172" y="48"/>
                    </a:lnTo>
                    <a:lnTo>
                      <a:pt x="168" y="41"/>
                    </a:lnTo>
                    <a:lnTo>
                      <a:pt x="162" y="33"/>
                    </a:lnTo>
                    <a:lnTo>
                      <a:pt x="157" y="26"/>
                    </a:lnTo>
                    <a:lnTo>
                      <a:pt x="150" y="21"/>
                    </a:lnTo>
                    <a:lnTo>
                      <a:pt x="143" y="15"/>
                    </a:lnTo>
                    <a:lnTo>
                      <a:pt x="136" y="11"/>
                    </a:lnTo>
                    <a:lnTo>
                      <a:pt x="128" y="8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5" y="4"/>
                    </a:lnTo>
                    <a:lnTo>
                      <a:pt x="57" y="8"/>
                    </a:lnTo>
                    <a:lnTo>
                      <a:pt x="49" y="11"/>
                    </a:lnTo>
                    <a:lnTo>
                      <a:pt x="41" y="15"/>
                    </a:lnTo>
                    <a:lnTo>
                      <a:pt x="34" y="21"/>
                    </a:lnTo>
                    <a:lnTo>
                      <a:pt x="28" y="26"/>
                    </a:lnTo>
                    <a:lnTo>
                      <a:pt x="21" y="33"/>
                    </a:lnTo>
                    <a:lnTo>
                      <a:pt x="16" y="41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5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5" y="119"/>
                    </a:lnTo>
                    <a:lnTo>
                      <a:pt x="8" y="127"/>
                    </a:lnTo>
                    <a:lnTo>
                      <a:pt x="11" y="135"/>
                    </a:lnTo>
                    <a:lnTo>
                      <a:pt x="16" y="143"/>
                    </a:lnTo>
                    <a:lnTo>
                      <a:pt x="21" y="150"/>
                    </a:lnTo>
                    <a:lnTo>
                      <a:pt x="28" y="156"/>
                    </a:lnTo>
                    <a:lnTo>
                      <a:pt x="34" y="162"/>
                    </a:lnTo>
                    <a:lnTo>
                      <a:pt x="41" y="167"/>
                    </a:lnTo>
                    <a:lnTo>
                      <a:pt x="49" y="172"/>
                    </a:lnTo>
                    <a:lnTo>
                      <a:pt x="57" y="176"/>
                    </a:lnTo>
                    <a:lnTo>
                      <a:pt x="65" y="178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8" name="Freeform 108"/>
              <p:cNvSpPr>
                <a:spLocks/>
              </p:cNvSpPr>
              <p:nvPr/>
            </p:nvSpPr>
            <p:spPr bwMode="gray">
              <a:xfrm>
                <a:off x="11659003" y="2775899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5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1"/>
                  </a:cxn>
                  <a:cxn ang="0">
                    <a:pos x="81" y="1"/>
                  </a:cxn>
                  <a:cxn ang="0">
                    <a:pos x="63" y="4"/>
                  </a:cxn>
                  <a:cxn ang="0">
                    <a:pos x="48" y="11"/>
                  </a:cxn>
                  <a:cxn ang="0">
                    <a:pos x="32" y="21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5"/>
                  </a:cxn>
                  <a:cxn ang="0">
                    <a:pos x="20" y="150"/>
                  </a:cxn>
                  <a:cxn ang="0">
                    <a:pos x="32" y="162"/>
                  </a:cxn>
                  <a:cxn ang="0">
                    <a:pos x="48" y="172"/>
                  </a:cxn>
                  <a:cxn ang="0">
                    <a:pos x="63" y="178"/>
                  </a:cxn>
                  <a:cxn ang="0">
                    <a:pos x="81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7" y="176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1" y="150"/>
                    </a:lnTo>
                    <a:lnTo>
                      <a:pt x="167" y="143"/>
                    </a:lnTo>
                    <a:lnTo>
                      <a:pt x="171" y="135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7" y="41"/>
                    </a:lnTo>
                    <a:lnTo>
                      <a:pt x="161" y="33"/>
                    </a:lnTo>
                    <a:lnTo>
                      <a:pt x="155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7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1" y="1"/>
                    </a:lnTo>
                    <a:lnTo>
                      <a:pt x="72" y="2"/>
                    </a:lnTo>
                    <a:lnTo>
                      <a:pt x="63" y="4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2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1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0" y="135"/>
                    </a:lnTo>
                    <a:lnTo>
                      <a:pt x="16" y="143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2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3" y="178"/>
                    </a:lnTo>
                    <a:lnTo>
                      <a:pt x="72" y="181"/>
                    </a:lnTo>
                    <a:lnTo>
                      <a:pt x="81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19" name="Freeform 109"/>
              <p:cNvSpPr>
                <a:spLocks/>
              </p:cNvSpPr>
              <p:nvPr/>
            </p:nvSpPr>
            <p:spPr bwMode="gray">
              <a:xfrm>
                <a:off x="11698690" y="2775899"/>
                <a:ext cx="30163" cy="30163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1" y="135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0" y="33"/>
                  </a:cxn>
                  <a:cxn ang="0">
                    <a:pos x="11" y="48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5"/>
                  </a:cxn>
                  <a:cxn ang="0">
                    <a:pos x="20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10" y="181"/>
                    </a:lnTo>
                    <a:lnTo>
                      <a:pt x="118" y="178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2" y="150"/>
                    </a:lnTo>
                    <a:lnTo>
                      <a:pt x="166" y="143"/>
                    </a:lnTo>
                    <a:lnTo>
                      <a:pt x="171" y="135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6" y="41"/>
                    </a:lnTo>
                    <a:lnTo>
                      <a:pt x="162" y="33"/>
                    </a:lnTo>
                    <a:lnTo>
                      <a:pt x="155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4"/>
                    </a:lnTo>
                    <a:lnTo>
                      <a:pt x="110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2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1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3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8"/>
                    </a:lnTo>
                    <a:lnTo>
                      <a:pt x="72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0" name="Freeform 110"/>
              <p:cNvSpPr>
                <a:spLocks/>
              </p:cNvSpPr>
              <p:nvPr/>
            </p:nvSpPr>
            <p:spPr bwMode="gray">
              <a:xfrm>
                <a:off x="11739965" y="2775899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8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8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10" y="181"/>
                    </a:lnTo>
                    <a:lnTo>
                      <a:pt x="118" y="178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8" y="162"/>
                    </a:lnTo>
                    <a:lnTo>
                      <a:pt x="155" y="156"/>
                    </a:lnTo>
                    <a:lnTo>
                      <a:pt x="162" y="150"/>
                    </a:lnTo>
                    <a:lnTo>
                      <a:pt x="166" y="143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6" y="41"/>
                    </a:lnTo>
                    <a:lnTo>
                      <a:pt x="162" y="33"/>
                    </a:lnTo>
                    <a:lnTo>
                      <a:pt x="155" y="26"/>
                    </a:lnTo>
                    <a:lnTo>
                      <a:pt x="148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4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6" y="127"/>
                    </a:lnTo>
                    <a:lnTo>
                      <a:pt x="11" y="135"/>
                    </a:lnTo>
                    <a:lnTo>
                      <a:pt x="15" y="143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1" name="Freeform 111"/>
              <p:cNvSpPr>
                <a:spLocks/>
              </p:cNvSpPr>
              <p:nvPr/>
            </p:nvSpPr>
            <p:spPr bwMode="gray">
              <a:xfrm>
                <a:off x="11779653" y="2775899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8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09" y="181"/>
                    </a:lnTo>
                    <a:lnTo>
                      <a:pt x="118" y="178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3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1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7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1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6" y="127"/>
                    </a:lnTo>
                    <a:lnTo>
                      <a:pt x="11" y="135"/>
                    </a:lnTo>
                    <a:lnTo>
                      <a:pt x="15" y="143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7" y="172"/>
                    </a:lnTo>
                    <a:lnTo>
                      <a:pt x="55" y="176"/>
                    </a:lnTo>
                    <a:lnTo>
                      <a:pt x="64" y="178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2" name="Freeform 112"/>
              <p:cNvSpPr>
                <a:spLocks/>
              </p:cNvSpPr>
              <p:nvPr/>
            </p:nvSpPr>
            <p:spPr bwMode="gray">
              <a:xfrm>
                <a:off x="12235265" y="2963224"/>
                <a:ext cx="203200" cy="34925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2"/>
                  </a:cxn>
                  <a:cxn ang="0">
                    <a:pos x="1212" y="9"/>
                  </a:cxn>
                  <a:cxn ang="0">
                    <a:pos x="1231" y="19"/>
                  </a:cxn>
                  <a:cxn ang="0">
                    <a:pos x="1246" y="32"/>
                  </a:cxn>
                  <a:cxn ang="0">
                    <a:pos x="1259" y="48"/>
                  </a:cxn>
                  <a:cxn ang="0">
                    <a:pos x="1271" y="66"/>
                  </a:cxn>
                  <a:cxn ang="0">
                    <a:pos x="1276" y="86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71" y="151"/>
                  </a:cxn>
                  <a:cxn ang="0">
                    <a:pos x="1259" y="170"/>
                  </a:cxn>
                  <a:cxn ang="0">
                    <a:pos x="1246" y="185"/>
                  </a:cxn>
                  <a:cxn ang="0">
                    <a:pos x="1231" y="198"/>
                  </a:cxn>
                  <a:cxn ang="0">
                    <a:pos x="1212" y="209"/>
                  </a:cxn>
                  <a:cxn ang="0">
                    <a:pos x="1192" y="215"/>
                  </a:cxn>
                  <a:cxn ang="0">
                    <a:pos x="1170" y="217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4"/>
                  </a:cxn>
                  <a:cxn ang="0">
                    <a:pos x="40" y="193"/>
                  </a:cxn>
                  <a:cxn ang="0">
                    <a:pos x="24" y="177"/>
                  </a:cxn>
                  <a:cxn ang="0">
                    <a:pos x="13" y="161"/>
                  </a:cxn>
                  <a:cxn ang="0">
                    <a:pos x="4" y="141"/>
                  </a:cxn>
                  <a:cxn ang="0">
                    <a:pos x="0" y="120"/>
                  </a:cxn>
                  <a:cxn ang="0">
                    <a:pos x="0" y="97"/>
                  </a:cxn>
                  <a:cxn ang="0">
                    <a:pos x="4" y="76"/>
                  </a:cxn>
                  <a:cxn ang="0">
                    <a:pos x="13" y="56"/>
                  </a:cxn>
                  <a:cxn ang="0">
                    <a:pos x="24" y="40"/>
                  </a:cxn>
                  <a:cxn ang="0">
                    <a:pos x="40" y="24"/>
                  </a:cxn>
                  <a:cxn ang="0">
                    <a:pos x="56" y="13"/>
                  </a:cxn>
                  <a:cxn ang="0">
                    <a:pos x="76" y="4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7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0"/>
                    </a:lnTo>
                    <a:lnTo>
                      <a:pt x="1192" y="2"/>
                    </a:lnTo>
                    <a:lnTo>
                      <a:pt x="1202" y="4"/>
                    </a:lnTo>
                    <a:lnTo>
                      <a:pt x="1212" y="9"/>
                    </a:lnTo>
                    <a:lnTo>
                      <a:pt x="1222" y="13"/>
                    </a:lnTo>
                    <a:lnTo>
                      <a:pt x="1231" y="19"/>
                    </a:lnTo>
                    <a:lnTo>
                      <a:pt x="1238" y="24"/>
                    </a:lnTo>
                    <a:lnTo>
                      <a:pt x="1246" y="32"/>
                    </a:lnTo>
                    <a:lnTo>
                      <a:pt x="1254" y="40"/>
                    </a:lnTo>
                    <a:lnTo>
                      <a:pt x="1259" y="48"/>
                    </a:lnTo>
                    <a:lnTo>
                      <a:pt x="1265" y="56"/>
                    </a:lnTo>
                    <a:lnTo>
                      <a:pt x="1271" y="66"/>
                    </a:lnTo>
                    <a:lnTo>
                      <a:pt x="1274" y="76"/>
                    </a:lnTo>
                    <a:lnTo>
                      <a:pt x="1276" y="86"/>
                    </a:lnTo>
                    <a:lnTo>
                      <a:pt x="1278" y="97"/>
                    </a:lnTo>
                    <a:lnTo>
                      <a:pt x="1278" y="109"/>
                    </a:lnTo>
                    <a:lnTo>
                      <a:pt x="1278" y="120"/>
                    </a:lnTo>
                    <a:lnTo>
                      <a:pt x="1276" y="131"/>
                    </a:lnTo>
                    <a:lnTo>
                      <a:pt x="1274" y="141"/>
                    </a:lnTo>
                    <a:lnTo>
                      <a:pt x="1271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4" y="177"/>
                    </a:lnTo>
                    <a:lnTo>
                      <a:pt x="1246" y="185"/>
                    </a:lnTo>
                    <a:lnTo>
                      <a:pt x="1238" y="193"/>
                    </a:lnTo>
                    <a:lnTo>
                      <a:pt x="1231" y="198"/>
                    </a:lnTo>
                    <a:lnTo>
                      <a:pt x="1222" y="204"/>
                    </a:lnTo>
                    <a:lnTo>
                      <a:pt x="1212" y="209"/>
                    </a:lnTo>
                    <a:lnTo>
                      <a:pt x="1202" y="213"/>
                    </a:lnTo>
                    <a:lnTo>
                      <a:pt x="1192" y="215"/>
                    </a:lnTo>
                    <a:lnTo>
                      <a:pt x="1181" y="217"/>
                    </a:lnTo>
                    <a:lnTo>
                      <a:pt x="1170" y="217"/>
                    </a:lnTo>
                    <a:lnTo>
                      <a:pt x="108" y="217"/>
                    </a:lnTo>
                    <a:lnTo>
                      <a:pt x="97" y="217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09"/>
                    </a:lnTo>
                    <a:lnTo>
                      <a:pt x="56" y="204"/>
                    </a:lnTo>
                    <a:lnTo>
                      <a:pt x="47" y="198"/>
                    </a:lnTo>
                    <a:lnTo>
                      <a:pt x="40" y="193"/>
                    </a:lnTo>
                    <a:lnTo>
                      <a:pt x="32" y="185"/>
                    </a:lnTo>
                    <a:lnTo>
                      <a:pt x="24" y="177"/>
                    </a:lnTo>
                    <a:lnTo>
                      <a:pt x="19" y="170"/>
                    </a:lnTo>
                    <a:lnTo>
                      <a:pt x="13" y="161"/>
                    </a:lnTo>
                    <a:lnTo>
                      <a:pt x="9" y="151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7"/>
                    </a:lnTo>
                    <a:lnTo>
                      <a:pt x="2" y="86"/>
                    </a:lnTo>
                    <a:lnTo>
                      <a:pt x="4" y="76"/>
                    </a:lnTo>
                    <a:lnTo>
                      <a:pt x="9" y="66"/>
                    </a:lnTo>
                    <a:lnTo>
                      <a:pt x="13" y="56"/>
                    </a:lnTo>
                    <a:lnTo>
                      <a:pt x="19" y="48"/>
                    </a:lnTo>
                    <a:lnTo>
                      <a:pt x="24" y="40"/>
                    </a:lnTo>
                    <a:lnTo>
                      <a:pt x="32" y="32"/>
                    </a:lnTo>
                    <a:lnTo>
                      <a:pt x="40" y="24"/>
                    </a:lnTo>
                    <a:lnTo>
                      <a:pt x="47" y="19"/>
                    </a:lnTo>
                    <a:lnTo>
                      <a:pt x="56" y="13"/>
                    </a:lnTo>
                    <a:lnTo>
                      <a:pt x="66" y="9"/>
                    </a:lnTo>
                    <a:lnTo>
                      <a:pt x="76" y="4"/>
                    </a:lnTo>
                    <a:lnTo>
                      <a:pt x="86" y="2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3" name="Freeform 113"/>
              <p:cNvSpPr>
                <a:spLocks/>
              </p:cNvSpPr>
              <p:nvPr/>
            </p:nvSpPr>
            <p:spPr bwMode="gray">
              <a:xfrm>
                <a:off x="11619315" y="296481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6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9" y="119"/>
                  </a:cxn>
                  <a:cxn ang="0">
                    <a:pos x="183" y="101"/>
                  </a:cxn>
                  <a:cxn ang="0">
                    <a:pos x="183" y="83"/>
                  </a:cxn>
                  <a:cxn ang="0">
                    <a:pos x="179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50" y="22"/>
                  </a:cxn>
                  <a:cxn ang="0">
                    <a:pos x="136" y="12"/>
                  </a:cxn>
                  <a:cxn ang="0">
                    <a:pos x="119" y="5"/>
                  </a:cxn>
                  <a:cxn ang="0">
                    <a:pos x="101" y="2"/>
                  </a:cxn>
                  <a:cxn ang="0">
                    <a:pos x="82" y="2"/>
                  </a:cxn>
                  <a:cxn ang="0">
                    <a:pos x="65" y="5"/>
                  </a:cxn>
                  <a:cxn ang="0">
                    <a:pos x="49" y="12"/>
                  </a:cxn>
                  <a:cxn ang="0">
                    <a:pos x="34" y="22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5" y="65"/>
                  </a:cxn>
                  <a:cxn ang="0">
                    <a:pos x="1" y="83"/>
                  </a:cxn>
                  <a:cxn ang="0">
                    <a:pos x="1" y="101"/>
                  </a:cxn>
                  <a:cxn ang="0">
                    <a:pos x="5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4" y="162"/>
                  </a:cxn>
                  <a:cxn ang="0">
                    <a:pos x="49" y="172"/>
                  </a:cxn>
                  <a:cxn ang="0">
                    <a:pos x="65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4">
                    <a:moveTo>
                      <a:pt x="92" y="184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8" y="176"/>
                    </a:lnTo>
                    <a:lnTo>
                      <a:pt x="136" y="172"/>
                    </a:lnTo>
                    <a:lnTo>
                      <a:pt x="143" y="168"/>
                    </a:lnTo>
                    <a:lnTo>
                      <a:pt x="150" y="162"/>
                    </a:lnTo>
                    <a:lnTo>
                      <a:pt x="157" y="157"/>
                    </a:lnTo>
                    <a:lnTo>
                      <a:pt x="162" y="150"/>
                    </a:lnTo>
                    <a:lnTo>
                      <a:pt x="168" y="144"/>
                    </a:lnTo>
                    <a:lnTo>
                      <a:pt x="172" y="136"/>
                    </a:lnTo>
                    <a:lnTo>
                      <a:pt x="177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3" y="101"/>
                    </a:lnTo>
                    <a:lnTo>
                      <a:pt x="183" y="93"/>
                    </a:lnTo>
                    <a:lnTo>
                      <a:pt x="183" y="83"/>
                    </a:lnTo>
                    <a:lnTo>
                      <a:pt x="181" y="74"/>
                    </a:lnTo>
                    <a:lnTo>
                      <a:pt x="179" y="65"/>
                    </a:lnTo>
                    <a:lnTo>
                      <a:pt x="177" y="57"/>
                    </a:lnTo>
                    <a:lnTo>
                      <a:pt x="172" y="48"/>
                    </a:lnTo>
                    <a:lnTo>
                      <a:pt x="168" y="42"/>
                    </a:lnTo>
                    <a:lnTo>
                      <a:pt x="162" y="34"/>
                    </a:lnTo>
                    <a:lnTo>
                      <a:pt x="157" y="27"/>
                    </a:lnTo>
                    <a:lnTo>
                      <a:pt x="150" y="22"/>
                    </a:lnTo>
                    <a:lnTo>
                      <a:pt x="143" y="16"/>
                    </a:lnTo>
                    <a:lnTo>
                      <a:pt x="136" y="12"/>
                    </a:lnTo>
                    <a:lnTo>
                      <a:pt x="128" y="8"/>
                    </a:lnTo>
                    <a:lnTo>
                      <a:pt x="119" y="5"/>
                    </a:lnTo>
                    <a:lnTo>
                      <a:pt x="110" y="3"/>
                    </a:lnTo>
                    <a:lnTo>
                      <a:pt x="101" y="2"/>
                    </a:lnTo>
                    <a:lnTo>
                      <a:pt x="92" y="0"/>
                    </a:lnTo>
                    <a:lnTo>
                      <a:pt x="82" y="2"/>
                    </a:lnTo>
                    <a:lnTo>
                      <a:pt x="73" y="3"/>
                    </a:lnTo>
                    <a:lnTo>
                      <a:pt x="65" y="5"/>
                    </a:lnTo>
                    <a:lnTo>
                      <a:pt x="57" y="8"/>
                    </a:lnTo>
                    <a:lnTo>
                      <a:pt x="49" y="12"/>
                    </a:lnTo>
                    <a:lnTo>
                      <a:pt x="41" y="16"/>
                    </a:lnTo>
                    <a:lnTo>
                      <a:pt x="34" y="22"/>
                    </a:lnTo>
                    <a:lnTo>
                      <a:pt x="28" y="27"/>
                    </a:lnTo>
                    <a:lnTo>
                      <a:pt x="21" y="34"/>
                    </a:lnTo>
                    <a:lnTo>
                      <a:pt x="16" y="42"/>
                    </a:lnTo>
                    <a:lnTo>
                      <a:pt x="11" y="48"/>
                    </a:lnTo>
                    <a:lnTo>
                      <a:pt x="8" y="57"/>
                    </a:lnTo>
                    <a:lnTo>
                      <a:pt x="5" y="65"/>
                    </a:lnTo>
                    <a:lnTo>
                      <a:pt x="2" y="74"/>
                    </a:lnTo>
                    <a:lnTo>
                      <a:pt x="1" y="83"/>
                    </a:lnTo>
                    <a:lnTo>
                      <a:pt x="0" y="93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5" y="119"/>
                    </a:lnTo>
                    <a:lnTo>
                      <a:pt x="8" y="128"/>
                    </a:lnTo>
                    <a:lnTo>
                      <a:pt x="11" y="136"/>
                    </a:lnTo>
                    <a:lnTo>
                      <a:pt x="16" y="144"/>
                    </a:lnTo>
                    <a:lnTo>
                      <a:pt x="21" y="150"/>
                    </a:lnTo>
                    <a:lnTo>
                      <a:pt x="28" y="157"/>
                    </a:lnTo>
                    <a:lnTo>
                      <a:pt x="34" y="162"/>
                    </a:lnTo>
                    <a:lnTo>
                      <a:pt x="41" y="168"/>
                    </a:lnTo>
                    <a:lnTo>
                      <a:pt x="49" y="172"/>
                    </a:lnTo>
                    <a:lnTo>
                      <a:pt x="57" y="176"/>
                    </a:lnTo>
                    <a:lnTo>
                      <a:pt x="65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4" name="Freeform 114"/>
              <p:cNvSpPr>
                <a:spLocks/>
              </p:cNvSpPr>
              <p:nvPr/>
            </p:nvSpPr>
            <p:spPr bwMode="gray">
              <a:xfrm>
                <a:off x="11659003" y="2964812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6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3"/>
                  </a:cxn>
                  <a:cxn ang="0">
                    <a:pos x="179" y="65"/>
                  </a:cxn>
                  <a:cxn ang="0">
                    <a:pos x="171" y="48"/>
                  </a:cxn>
                  <a:cxn ang="0">
                    <a:pos x="161" y="34"/>
                  </a:cxn>
                  <a:cxn ang="0">
                    <a:pos x="149" y="22"/>
                  </a:cxn>
                  <a:cxn ang="0">
                    <a:pos x="134" y="12"/>
                  </a:cxn>
                  <a:cxn ang="0">
                    <a:pos x="118" y="5"/>
                  </a:cxn>
                  <a:cxn ang="0">
                    <a:pos x="100" y="2"/>
                  </a:cxn>
                  <a:cxn ang="0">
                    <a:pos x="81" y="2"/>
                  </a:cxn>
                  <a:cxn ang="0">
                    <a:pos x="63" y="5"/>
                  </a:cxn>
                  <a:cxn ang="0">
                    <a:pos x="48" y="12"/>
                  </a:cxn>
                  <a:cxn ang="0">
                    <a:pos x="32" y="22"/>
                  </a:cxn>
                  <a:cxn ang="0">
                    <a:pos x="20" y="34"/>
                  </a:cxn>
                  <a:cxn ang="0">
                    <a:pos x="10" y="48"/>
                  </a:cxn>
                  <a:cxn ang="0">
                    <a:pos x="4" y="65"/>
                  </a:cxn>
                  <a:cxn ang="0">
                    <a:pos x="0" y="83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6"/>
                  </a:cxn>
                  <a:cxn ang="0">
                    <a:pos x="20" y="150"/>
                  </a:cxn>
                  <a:cxn ang="0">
                    <a:pos x="32" y="162"/>
                  </a:cxn>
                  <a:cxn ang="0">
                    <a:pos x="48" y="172"/>
                  </a:cxn>
                  <a:cxn ang="0">
                    <a:pos x="63" y="179"/>
                  </a:cxn>
                  <a:cxn ang="0">
                    <a:pos x="81" y="182"/>
                  </a:cxn>
                </a:cxnLst>
                <a:rect l="0" t="0" r="r" b="b"/>
                <a:pathLst>
                  <a:path w="182" h="184">
                    <a:moveTo>
                      <a:pt x="91" y="184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5" y="157"/>
                    </a:lnTo>
                    <a:lnTo>
                      <a:pt x="161" y="150"/>
                    </a:lnTo>
                    <a:lnTo>
                      <a:pt x="167" y="144"/>
                    </a:lnTo>
                    <a:lnTo>
                      <a:pt x="171" y="136"/>
                    </a:lnTo>
                    <a:lnTo>
                      <a:pt x="175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3"/>
                    </a:lnTo>
                    <a:lnTo>
                      <a:pt x="182" y="83"/>
                    </a:lnTo>
                    <a:lnTo>
                      <a:pt x="181" y="74"/>
                    </a:lnTo>
                    <a:lnTo>
                      <a:pt x="179" y="65"/>
                    </a:lnTo>
                    <a:lnTo>
                      <a:pt x="175" y="57"/>
                    </a:lnTo>
                    <a:lnTo>
                      <a:pt x="171" y="48"/>
                    </a:lnTo>
                    <a:lnTo>
                      <a:pt x="167" y="42"/>
                    </a:lnTo>
                    <a:lnTo>
                      <a:pt x="161" y="34"/>
                    </a:lnTo>
                    <a:lnTo>
                      <a:pt x="155" y="27"/>
                    </a:lnTo>
                    <a:lnTo>
                      <a:pt x="149" y="22"/>
                    </a:lnTo>
                    <a:lnTo>
                      <a:pt x="142" y="16"/>
                    </a:lnTo>
                    <a:lnTo>
                      <a:pt x="134" y="12"/>
                    </a:lnTo>
                    <a:lnTo>
                      <a:pt x="127" y="8"/>
                    </a:lnTo>
                    <a:lnTo>
                      <a:pt x="118" y="5"/>
                    </a:lnTo>
                    <a:lnTo>
                      <a:pt x="109" y="3"/>
                    </a:lnTo>
                    <a:lnTo>
                      <a:pt x="100" y="2"/>
                    </a:lnTo>
                    <a:lnTo>
                      <a:pt x="91" y="0"/>
                    </a:lnTo>
                    <a:lnTo>
                      <a:pt x="81" y="2"/>
                    </a:lnTo>
                    <a:lnTo>
                      <a:pt x="72" y="3"/>
                    </a:lnTo>
                    <a:lnTo>
                      <a:pt x="63" y="5"/>
                    </a:lnTo>
                    <a:lnTo>
                      <a:pt x="56" y="8"/>
                    </a:lnTo>
                    <a:lnTo>
                      <a:pt x="48" y="12"/>
                    </a:lnTo>
                    <a:lnTo>
                      <a:pt x="40" y="16"/>
                    </a:lnTo>
                    <a:lnTo>
                      <a:pt x="32" y="22"/>
                    </a:lnTo>
                    <a:lnTo>
                      <a:pt x="27" y="27"/>
                    </a:lnTo>
                    <a:lnTo>
                      <a:pt x="20" y="34"/>
                    </a:lnTo>
                    <a:lnTo>
                      <a:pt x="16" y="42"/>
                    </a:lnTo>
                    <a:lnTo>
                      <a:pt x="10" y="48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1" y="74"/>
                    </a:lnTo>
                    <a:lnTo>
                      <a:pt x="0" y="83"/>
                    </a:lnTo>
                    <a:lnTo>
                      <a:pt x="0" y="93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0" y="136"/>
                    </a:lnTo>
                    <a:lnTo>
                      <a:pt x="16" y="144"/>
                    </a:lnTo>
                    <a:lnTo>
                      <a:pt x="20" y="150"/>
                    </a:lnTo>
                    <a:lnTo>
                      <a:pt x="27" y="157"/>
                    </a:lnTo>
                    <a:lnTo>
                      <a:pt x="32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3" y="179"/>
                    </a:lnTo>
                    <a:lnTo>
                      <a:pt x="72" y="181"/>
                    </a:lnTo>
                    <a:lnTo>
                      <a:pt x="81" y="182"/>
                    </a:lnTo>
                    <a:lnTo>
                      <a:pt x="91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5" name="Freeform 115"/>
              <p:cNvSpPr>
                <a:spLocks/>
              </p:cNvSpPr>
              <p:nvPr/>
            </p:nvSpPr>
            <p:spPr bwMode="gray">
              <a:xfrm>
                <a:off x="11698690" y="2964812"/>
                <a:ext cx="30163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1" y="136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3"/>
                  </a:cxn>
                  <a:cxn ang="0">
                    <a:pos x="179" y="65"/>
                  </a:cxn>
                  <a:cxn ang="0">
                    <a:pos x="171" y="48"/>
                  </a:cxn>
                  <a:cxn ang="0">
                    <a:pos x="162" y="34"/>
                  </a:cxn>
                  <a:cxn ang="0">
                    <a:pos x="149" y="22"/>
                  </a:cxn>
                  <a:cxn ang="0">
                    <a:pos x="134" y="12"/>
                  </a:cxn>
                  <a:cxn ang="0">
                    <a:pos x="118" y="5"/>
                  </a:cxn>
                  <a:cxn ang="0">
                    <a:pos x="100" y="2"/>
                  </a:cxn>
                  <a:cxn ang="0">
                    <a:pos x="82" y="2"/>
                  </a:cxn>
                  <a:cxn ang="0">
                    <a:pos x="64" y="5"/>
                  </a:cxn>
                  <a:cxn ang="0">
                    <a:pos x="48" y="12"/>
                  </a:cxn>
                  <a:cxn ang="0">
                    <a:pos x="33" y="22"/>
                  </a:cxn>
                  <a:cxn ang="0">
                    <a:pos x="20" y="34"/>
                  </a:cxn>
                  <a:cxn ang="0">
                    <a:pos x="11" y="48"/>
                  </a:cxn>
                  <a:cxn ang="0">
                    <a:pos x="3" y="65"/>
                  </a:cxn>
                  <a:cxn ang="0">
                    <a:pos x="0" y="83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6"/>
                  </a:cxn>
                  <a:cxn ang="0">
                    <a:pos x="20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4">
                    <a:moveTo>
                      <a:pt x="91" y="184"/>
                    </a:moveTo>
                    <a:lnTo>
                      <a:pt x="100" y="182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5" y="157"/>
                    </a:lnTo>
                    <a:lnTo>
                      <a:pt x="162" y="150"/>
                    </a:lnTo>
                    <a:lnTo>
                      <a:pt x="166" y="144"/>
                    </a:lnTo>
                    <a:lnTo>
                      <a:pt x="171" y="136"/>
                    </a:lnTo>
                    <a:lnTo>
                      <a:pt x="175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3"/>
                    </a:lnTo>
                    <a:lnTo>
                      <a:pt x="182" y="83"/>
                    </a:lnTo>
                    <a:lnTo>
                      <a:pt x="181" y="74"/>
                    </a:lnTo>
                    <a:lnTo>
                      <a:pt x="179" y="65"/>
                    </a:lnTo>
                    <a:lnTo>
                      <a:pt x="175" y="57"/>
                    </a:lnTo>
                    <a:lnTo>
                      <a:pt x="171" y="48"/>
                    </a:lnTo>
                    <a:lnTo>
                      <a:pt x="166" y="42"/>
                    </a:lnTo>
                    <a:lnTo>
                      <a:pt x="162" y="34"/>
                    </a:lnTo>
                    <a:lnTo>
                      <a:pt x="155" y="27"/>
                    </a:lnTo>
                    <a:lnTo>
                      <a:pt x="149" y="22"/>
                    </a:lnTo>
                    <a:lnTo>
                      <a:pt x="142" y="16"/>
                    </a:lnTo>
                    <a:lnTo>
                      <a:pt x="134" y="12"/>
                    </a:lnTo>
                    <a:lnTo>
                      <a:pt x="126" y="8"/>
                    </a:lnTo>
                    <a:lnTo>
                      <a:pt x="118" y="5"/>
                    </a:lnTo>
                    <a:lnTo>
                      <a:pt x="110" y="3"/>
                    </a:lnTo>
                    <a:lnTo>
                      <a:pt x="100" y="2"/>
                    </a:lnTo>
                    <a:lnTo>
                      <a:pt x="91" y="0"/>
                    </a:lnTo>
                    <a:lnTo>
                      <a:pt x="82" y="2"/>
                    </a:lnTo>
                    <a:lnTo>
                      <a:pt x="72" y="3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8" y="12"/>
                    </a:lnTo>
                    <a:lnTo>
                      <a:pt x="40" y="16"/>
                    </a:lnTo>
                    <a:lnTo>
                      <a:pt x="33" y="22"/>
                    </a:lnTo>
                    <a:lnTo>
                      <a:pt x="27" y="27"/>
                    </a:lnTo>
                    <a:lnTo>
                      <a:pt x="20" y="34"/>
                    </a:lnTo>
                    <a:lnTo>
                      <a:pt x="16" y="42"/>
                    </a:lnTo>
                    <a:lnTo>
                      <a:pt x="11" y="48"/>
                    </a:lnTo>
                    <a:lnTo>
                      <a:pt x="7" y="57"/>
                    </a:lnTo>
                    <a:lnTo>
                      <a:pt x="3" y="65"/>
                    </a:lnTo>
                    <a:lnTo>
                      <a:pt x="1" y="74"/>
                    </a:lnTo>
                    <a:lnTo>
                      <a:pt x="0" y="83"/>
                    </a:lnTo>
                    <a:lnTo>
                      <a:pt x="0" y="93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7" y="128"/>
                    </a:lnTo>
                    <a:lnTo>
                      <a:pt x="11" y="136"/>
                    </a:lnTo>
                    <a:lnTo>
                      <a:pt x="16" y="144"/>
                    </a:lnTo>
                    <a:lnTo>
                      <a:pt x="20" y="150"/>
                    </a:lnTo>
                    <a:lnTo>
                      <a:pt x="27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2" y="181"/>
                    </a:lnTo>
                    <a:lnTo>
                      <a:pt x="82" y="182"/>
                    </a:lnTo>
                    <a:lnTo>
                      <a:pt x="91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6" name="Freeform 116"/>
              <p:cNvSpPr>
                <a:spLocks/>
              </p:cNvSpPr>
              <p:nvPr/>
            </p:nvSpPr>
            <p:spPr bwMode="gray">
              <a:xfrm>
                <a:off x="11739965" y="296481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8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3"/>
                  </a:cxn>
                  <a:cxn ang="0">
                    <a:pos x="178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48" y="22"/>
                  </a:cxn>
                  <a:cxn ang="0">
                    <a:pos x="134" y="12"/>
                  </a:cxn>
                  <a:cxn ang="0">
                    <a:pos x="118" y="5"/>
                  </a:cxn>
                  <a:cxn ang="0">
                    <a:pos x="101" y="2"/>
                  </a:cxn>
                  <a:cxn ang="0">
                    <a:pos x="82" y="2"/>
                  </a:cxn>
                  <a:cxn ang="0">
                    <a:pos x="64" y="5"/>
                  </a:cxn>
                  <a:cxn ang="0">
                    <a:pos x="48" y="12"/>
                  </a:cxn>
                  <a:cxn ang="0">
                    <a:pos x="33" y="22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3" y="65"/>
                  </a:cxn>
                  <a:cxn ang="0">
                    <a:pos x="0" y="83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4">
                    <a:moveTo>
                      <a:pt x="91" y="184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8" y="162"/>
                    </a:lnTo>
                    <a:lnTo>
                      <a:pt x="155" y="157"/>
                    </a:lnTo>
                    <a:lnTo>
                      <a:pt x="162" y="150"/>
                    </a:lnTo>
                    <a:lnTo>
                      <a:pt x="166" y="144"/>
                    </a:lnTo>
                    <a:lnTo>
                      <a:pt x="172" y="136"/>
                    </a:lnTo>
                    <a:lnTo>
                      <a:pt x="175" y="128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3"/>
                    </a:lnTo>
                    <a:lnTo>
                      <a:pt x="182" y="83"/>
                    </a:lnTo>
                    <a:lnTo>
                      <a:pt x="181" y="74"/>
                    </a:lnTo>
                    <a:lnTo>
                      <a:pt x="178" y="65"/>
                    </a:lnTo>
                    <a:lnTo>
                      <a:pt x="175" y="57"/>
                    </a:lnTo>
                    <a:lnTo>
                      <a:pt x="172" y="48"/>
                    </a:lnTo>
                    <a:lnTo>
                      <a:pt x="166" y="42"/>
                    </a:lnTo>
                    <a:lnTo>
                      <a:pt x="162" y="34"/>
                    </a:lnTo>
                    <a:lnTo>
                      <a:pt x="155" y="27"/>
                    </a:lnTo>
                    <a:lnTo>
                      <a:pt x="148" y="22"/>
                    </a:lnTo>
                    <a:lnTo>
                      <a:pt x="142" y="16"/>
                    </a:lnTo>
                    <a:lnTo>
                      <a:pt x="134" y="12"/>
                    </a:lnTo>
                    <a:lnTo>
                      <a:pt x="126" y="8"/>
                    </a:lnTo>
                    <a:lnTo>
                      <a:pt x="118" y="5"/>
                    </a:lnTo>
                    <a:lnTo>
                      <a:pt x="110" y="3"/>
                    </a:lnTo>
                    <a:lnTo>
                      <a:pt x="101" y="2"/>
                    </a:lnTo>
                    <a:lnTo>
                      <a:pt x="91" y="0"/>
                    </a:lnTo>
                    <a:lnTo>
                      <a:pt x="82" y="2"/>
                    </a:lnTo>
                    <a:lnTo>
                      <a:pt x="73" y="3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8" y="12"/>
                    </a:lnTo>
                    <a:lnTo>
                      <a:pt x="40" y="16"/>
                    </a:lnTo>
                    <a:lnTo>
                      <a:pt x="33" y="22"/>
                    </a:lnTo>
                    <a:lnTo>
                      <a:pt x="26" y="27"/>
                    </a:lnTo>
                    <a:lnTo>
                      <a:pt x="21" y="34"/>
                    </a:lnTo>
                    <a:lnTo>
                      <a:pt x="15" y="42"/>
                    </a:lnTo>
                    <a:lnTo>
                      <a:pt x="11" y="48"/>
                    </a:lnTo>
                    <a:lnTo>
                      <a:pt x="6" y="57"/>
                    </a:lnTo>
                    <a:lnTo>
                      <a:pt x="3" y="65"/>
                    </a:lnTo>
                    <a:lnTo>
                      <a:pt x="1" y="74"/>
                    </a:lnTo>
                    <a:lnTo>
                      <a:pt x="0" y="83"/>
                    </a:lnTo>
                    <a:lnTo>
                      <a:pt x="0" y="93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6" y="128"/>
                    </a:lnTo>
                    <a:lnTo>
                      <a:pt x="11" y="136"/>
                    </a:lnTo>
                    <a:lnTo>
                      <a:pt x="15" y="144"/>
                    </a:lnTo>
                    <a:lnTo>
                      <a:pt x="21" y="150"/>
                    </a:lnTo>
                    <a:lnTo>
                      <a:pt x="26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7" name="Freeform 117"/>
              <p:cNvSpPr>
                <a:spLocks/>
              </p:cNvSpPr>
              <p:nvPr/>
            </p:nvSpPr>
            <p:spPr bwMode="gray">
              <a:xfrm>
                <a:off x="11779653" y="296481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3"/>
                  </a:cxn>
                  <a:cxn ang="0">
                    <a:pos x="178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49" y="22"/>
                  </a:cxn>
                  <a:cxn ang="0">
                    <a:pos x="134" y="12"/>
                  </a:cxn>
                  <a:cxn ang="0">
                    <a:pos x="118" y="5"/>
                  </a:cxn>
                  <a:cxn ang="0">
                    <a:pos x="101" y="2"/>
                  </a:cxn>
                  <a:cxn ang="0">
                    <a:pos x="82" y="2"/>
                  </a:cxn>
                  <a:cxn ang="0">
                    <a:pos x="64" y="5"/>
                  </a:cxn>
                  <a:cxn ang="0">
                    <a:pos x="47" y="12"/>
                  </a:cxn>
                  <a:cxn ang="0">
                    <a:pos x="33" y="22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0" y="83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4">
                    <a:moveTo>
                      <a:pt x="91" y="184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6" y="157"/>
                    </a:lnTo>
                    <a:lnTo>
                      <a:pt x="162" y="150"/>
                    </a:lnTo>
                    <a:lnTo>
                      <a:pt x="167" y="144"/>
                    </a:lnTo>
                    <a:lnTo>
                      <a:pt x="172" y="136"/>
                    </a:lnTo>
                    <a:lnTo>
                      <a:pt x="175" y="128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3" y="93"/>
                    </a:lnTo>
                    <a:lnTo>
                      <a:pt x="182" y="83"/>
                    </a:lnTo>
                    <a:lnTo>
                      <a:pt x="180" y="74"/>
                    </a:lnTo>
                    <a:lnTo>
                      <a:pt x="178" y="65"/>
                    </a:lnTo>
                    <a:lnTo>
                      <a:pt x="175" y="57"/>
                    </a:lnTo>
                    <a:lnTo>
                      <a:pt x="172" y="48"/>
                    </a:lnTo>
                    <a:lnTo>
                      <a:pt x="167" y="42"/>
                    </a:lnTo>
                    <a:lnTo>
                      <a:pt x="162" y="34"/>
                    </a:lnTo>
                    <a:lnTo>
                      <a:pt x="156" y="27"/>
                    </a:lnTo>
                    <a:lnTo>
                      <a:pt x="149" y="22"/>
                    </a:lnTo>
                    <a:lnTo>
                      <a:pt x="142" y="16"/>
                    </a:lnTo>
                    <a:lnTo>
                      <a:pt x="134" y="12"/>
                    </a:lnTo>
                    <a:lnTo>
                      <a:pt x="126" y="8"/>
                    </a:lnTo>
                    <a:lnTo>
                      <a:pt x="118" y="5"/>
                    </a:lnTo>
                    <a:lnTo>
                      <a:pt x="109" y="3"/>
                    </a:lnTo>
                    <a:lnTo>
                      <a:pt x="101" y="2"/>
                    </a:lnTo>
                    <a:lnTo>
                      <a:pt x="91" y="0"/>
                    </a:lnTo>
                    <a:lnTo>
                      <a:pt x="82" y="2"/>
                    </a:lnTo>
                    <a:lnTo>
                      <a:pt x="73" y="3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7" y="12"/>
                    </a:lnTo>
                    <a:lnTo>
                      <a:pt x="40" y="16"/>
                    </a:lnTo>
                    <a:lnTo>
                      <a:pt x="33" y="22"/>
                    </a:lnTo>
                    <a:lnTo>
                      <a:pt x="26" y="27"/>
                    </a:lnTo>
                    <a:lnTo>
                      <a:pt x="21" y="34"/>
                    </a:lnTo>
                    <a:lnTo>
                      <a:pt x="15" y="42"/>
                    </a:lnTo>
                    <a:lnTo>
                      <a:pt x="11" y="48"/>
                    </a:lnTo>
                    <a:lnTo>
                      <a:pt x="6" y="57"/>
                    </a:lnTo>
                    <a:lnTo>
                      <a:pt x="4" y="65"/>
                    </a:lnTo>
                    <a:lnTo>
                      <a:pt x="2" y="74"/>
                    </a:lnTo>
                    <a:lnTo>
                      <a:pt x="0" y="83"/>
                    </a:lnTo>
                    <a:lnTo>
                      <a:pt x="0" y="93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6" y="128"/>
                    </a:lnTo>
                    <a:lnTo>
                      <a:pt x="11" y="136"/>
                    </a:lnTo>
                    <a:lnTo>
                      <a:pt x="15" y="144"/>
                    </a:lnTo>
                    <a:lnTo>
                      <a:pt x="21" y="150"/>
                    </a:lnTo>
                    <a:lnTo>
                      <a:pt x="26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7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8" name="Freeform 118"/>
              <p:cNvSpPr>
                <a:spLocks/>
              </p:cNvSpPr>
              <p:nvPr/>
            </p:nvSpPr>
            <p:spPr bwMode="gray">
              <a:xfrm>
                <a:off x="12235265" y="3150549"/>
                <a:ext cx="203200" cy="34925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3"/>
                  </a:cxn>
                  <a:cxn ang="0">
                    <a:pos x="1212" y="8"/>
                  </a:cxn>
                  <a:cxn ang="0">
                    <a:pos x="1231" y="19"/>
                  </a:cxn>
                  <a:cxn ang="0">
                    <a:pos x="1246" y="33"/>
                  </a:cxn>
                  <a:cxn ang="0">
                    <a:pos x="1259" y="48"/>
                  </a:cxn>
                  <a:cxn ang="0">
                    <a:pos x="1271" y="67"/>
                  </a:cxn>
                  <a:cxn ang="0">
                    <a:pos x="1276" y="87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71" y="151"/>
                  </a:cxn>
                  <a:cxn ang="0">
                    <a:pos x="1259" y="170"/>
                  </a:cxn>
                  <a:cxn ang="0">
                    <a:pos x="1246" y="186"/>
                  </a:cxn>
                  <a:cxn ang="0">
                    <a:pos x="1231" y="199"/>
                  </a:cxn>
                  <a:cxn ang="0">
                    <a:pos x="1212" y="209"/>
                  </a:cxn>
                  <a:cxn ang="0">
                    <a:pos x="1192" y="216"/>
                  </a:cxn>
                  <a:cxn ang="0">
                    <a:pos x="1170" y="218"/>
                  </a:cxn>
                  <a:cxn ang="0">
                    <a:pos x="97" y="218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40" y="193"/>
                  </a:cxn>
                  <a:cxn ang="0">
                    <a:pos x="24" y="178"/>
                  </a:cxn>
                  <a:cxn ang="0">
                    <a:pos x="13" y="161"/>
                  </a:cxn>
                  <a:cxn ang="0">
                    <a:pos x="4" y="141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3" y="57"/>
                  </a:cxn>
                  <a:cxn ang="0">
                    <a:pos x="24" y="40"/>
                  </a:cxn>
                  <a:cxn ang="0">
                    <a:pos x="40" y="25"/>
                  </a:cxn>
                  <a:cxn ang="0">
                    <a:pos x="56" y="14"/>
                  </a:cxn>
                  <a:cxn ang="0">
                    <a:pos x="76" y="5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8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0"/>
                    </a:lnTo>
                    <a:lnTo>
                      <a:pt x="1192" y="3"/>
                    </a:lnTo>
                    <a:lnTo>
                      <a:pt x="1202" y="5"/>
                    </a:lnTo>
                    <a:lnTo>
                      <a:pt x="1212" y="8"/>
                    </a:lnTo>
                    <a:lnTo>
                      <a:pt x="1222" y="14"/>
                    </a:lnTo>
                    <a:lnTo>
                      <a:pt x="1231" y="19"/>
                    </a:lnTo>
                    <a:lnTo>
                      <a:pt x="1238" y="25"/>
                    </a:lnTo>
                    <a:lnTo>
                      <a:pt x="1246" y="33"/>
                    </a:lnTo>
                    <a:lnTo>
                      <a:pt x="1254" y="40"/>
                    </a:lnTo>
                    <a:lnTo>
                      <a:pt x="1259" y="48"/>
                    </a:lnTo>
                    <a:lnTo>
                      <a:pt x="1265" y="57"/>
                    </a:lnTo>
                    <a:lnTo>
                      <a:pt x="1271" y="67"/>
                    </a:lnTo>
                    <a:lnTo>
                      <a:pt x="1274" y="77"/>
                    </a:lnTo>
                    <a:lnTo>
                      <a:pt x="1276" y="87"/>
                    </a:lnTo>
                    <a:lnTo>
                      <a:pt x="1278" y="98"/>
                    </a:lnTo>
                    <a:lnTo>
                      <a:pt x="1278" y="109"/>
                    </a:lnTo>
                    <a:lnTo>
                      <a:pt x="1278" y="120"/>
                    </a:lnTo>
                    <a:lnTo>
                      <a:pt x="1276" y="131"/>
                    </a:lnTo>
                    <a:lnTo>
                      <a:pt x="1274" y="141"/>
                    </a:lnTo>
                    <a:lnTo>
                      <a:pt x="1271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4" y="178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31" y="199"/>
                    </a:lnTo>
                    <a:lnTo>
                      <a:pt x="1222" y="205"/>
                    </a:lnTo>
                    <a:lnTo>
                      <a:pt x="1212" y="209"/>
                    </a:lnTo>
                    <a:lnTo>
                      <a:pt x="1202" y="213"/>
                    </a:lnTo>
                    <a:lnTo>
                      <a:pt x="1192" y="216"/>
                    </a:lnTo>
                    <a:lnTo>
                      <a:pt x="1181" y="218"/>
                    </a:lnTo>
                    <a:lnTo>
                      <a:pt x="1170" y="218"/>
                    </a:lnTo>
                    <a:lnTo>
                      <a:pt x="108" y="218"/>
                    </a:lnTo>
                    <a:lnTo>
                      <a:pt x="97" y="218"/>
                    </a:lnTo>
                    <a:lnTo>
                      <a:pt x="86" y="216"/>
                    </a:lnTo>
                    <a:lnTo>
                      <a:pt x="76" y="213"/>
                    </a:lnTo>
                    <a:lnTo>
                      <a:pt x="66" y="209"/>
                    </a:lnTo>
                    <a:lnTo>
                      <a:pt x="56" y="205"/>
                    </a:lnTo>
                    <a:lnTo>
                      <a:pt x="47" y="199"/>
                    </a:lnTo>
                    <a:lnTo>
                      <a:pt x="40" y="193"/>
                    </a:lnTo>
                    <a:lnTo>
                      <a:pt x="32" y="186"/>
                    </a:lnTo>
                    <a:lnTo>
                      <a:pt x="24" y="178"/>
                    </a:lnTo>
                    <a:lnTo>
                      <a:pt x="19" y="170"/>
                    </a:lnTo>
                    <a:lnTo>
                      <a:pt x="13" y="161"/>
                    </a:lnTo>
                    <a:lnTo>
                      <a:pt x="9" y="151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7"/>
                    </a:lnTo>
                    <a:lnTo>
                      <a:pt x="4" y="77"/>
                    </a:lnTo>
                    <a:lnTo>
                      <a:pt x="9" y="67"/>
                    </a:lnTo>
                    <a:lnTo>
                      <a:pt x="13" y="57"/>
                    </a:lnTo>
                    <a:lnTo>
                      <a:pt x="19" y="48"/>
                    </a:lnTo>
                    <a:lnTo>
                      <a:pt x="24" y="40"/>
                    </a:lnTo>
                    <a:lnTo>
                      <a:pt x="32" y="33"/>
                    </a:lnTo>
                    <a:lnTo>
                      <a:pt x="40" y="25"/>
                    </a:lnTo>
                    <a:lnTo>
                      <a:pt x="47" y="19"/>
                    </a:lnTo>
                    <a:lnTo>
                      <a:pt x="56" y="14"/>
                    </a:lnTo>
                    <a:lnTo>
                      <a:pt x="66" y="8"/>
                    </a:lnTo>
                    <a:lnTo>
                      <a:pt x="76" y="5"/>
                    </a:lnTo>
                    <a:lnTo>
                      <a:pt x="86" y="3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29" name="Freeform 119"/>
              <p:cNvSpPr>
                <a:spLocks/>
              </p:cNvSpPr>
              <p:nvPr/>
            </p:nvSpPr>
            <p:spPr bwMode="gray">
              <a:xfrm>
                <a:off x="11619315" y="3152137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6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9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9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6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5" y="4"/>
                  </a:cxn>
                  <a:cxn ang="0">
                    <a:pos x="49" y="11"/>
                  </a:cxn>
                  <a:cxn ang="0">
                    <a:pos x="34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5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5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4" y="162"/>
                  </a:cxn>
                  <a:cxn ang="0">
                    <a:pos x="49" y="172"/>
                  </a:cxn>
                  <a:cxn ang="0">
                    <a:pos x="65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8" y="175"/>
                    </a:lnTo>
                    <a:lnTo>
                      <a:pt x="136" y="172"/>
                    </a:lnTo>
                    <a:lnTo>
                      <a:pt x="143" y="168"/>
                    </a:lnTo>
                    <a:lnTo>
                      <a:pt x="150" y="162"/>
                    </a:lnTo>
                    <a:lnTo>
                      <a:pt x="157" y="156"/>
                    </a:lnTo>
                    <a:lnTo>
                      <a:pt x="162" y="150"/>
                    </a:lnTo>
                    <a:lnTo>
                      <a:pt x="168" y="142"/>
                    </a:lnTo>
                    <a:lnTo>
                      <a:pt x="172" y="135"/>
                    </a:lnTo>
                    <a:lnTo>
                      <a:pt x="177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3" y="101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7" y="56"/>
                    </a:lnTo>
                    <a:lnTo>
                      <a:pt x="172" y="48"/>
                    </a:lnTo>
                    <a:lnTo>
                      <a:pt x="168" y="40"/>
                    </a:lnTo>
                    <a:lnTo>
                      <a:pt x="162" y="33"/>
                    </a:lnTo>
                    <a:lnTo>
                      <a:pt x="157" y="27"/>
                    </a:lnTo>
                    <a:lnTo>
                      <a:pt x="150" y="21"/>
                    </a:lnTo>
                    <a:lnTo>
                      <a:pt x="143" y="16"/>
                    </a:lnTo>
                    <a:lnTo>
                      <a:pt x="136" y="11"/>
                    </a:lnTo>
                    <a:lnTo>
                      <a:pt x="128" y="8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5" y="4"/>
                    </a:lnTo>
                    <a:lnTo>
                      <a:pt x="57" y="8"/>
                    </a:lnTo>
                    <a:lnTo>
                      <a:pt x="49" y="11"/>
                    </a:lnTo>
                    <a:lnTo>
                      <a:pt x="41" y="16"/>
                    </a:lnTo>
                    <a:lnTo>
                      <a:pt x="34" y="21"/>
                    </a:lnTo>
                    <a:lnTo>
                      <a:pt x="28" y="27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5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5" y="119"/>
                    </a:lnTo>
                    <a:lnTo>
                      <a:pt x="8" y="127"/>
                    </a:lnTo>
                    <a:lnTo>
                      <a:pt x="11" y="135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8" y="156"/>
                    </a:lnTo>
                    <a:lnTo>
                      <a:pt x="34" y="162"/>
                    </a:lnTo>
                    <a:lnTo>
                      <a:pt x="41" y="168"/>
                    </a:lnTo>
                    <a:lnTo>
                      <a:pt x="49" y="172"/>
                    </a:lnTo>
                    <a:lnTo>
                      <a:pt x="57" y="175"/>
                    </a:lnTo>
                    <a:lnTo>
                      <a:pt x="65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0" name="Freeform 120"/>
              <p:cNvSpPr>
                <a:spLocks/>
              </p:cNvSpPr>
              <p:nvPr/>
            </p:nvSpPr>
            <p:spPr bwMode="gray">
              <a:xfrm>
                <a:off x="11659003" y="3152137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5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1" y="0"/>
                  </a:cxn>
                  <a:cxn ang="0">
                    <a:pos x="63" y="4"/>
                  </a:cxn>
                  <a:cxn ang="0">
                    <a:pos x="48" y="11"/>
                  </a:cxn>
                  <a:cxn ang="0">
                    <a:pos x="32" y="21"/>
                  </a:cxn>
                  <a:cxn ang="0">
                    <a:pos x="20" y="33"/>
                  </a:cxn>
                  <a:cxn ang="0">
                    <a:pos x="10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5"/>
                  </a:cxn>
                  <a:cxn ang="0">
                    <a:pos x="20" y="150"/>
                  </a:cxn>
                  <a:cxn ang="0">
                    <a:pos x="32" y="162"/>
                  </a:cxn>
                  <a:cxn ang="0">
                    <a:pos x="48" y="172"/>
                  </a:cxn>
                  <a:cxn ang="0">
                    <a:pos x="63" y="179"/>
                  </a:cxn>
                  <a:cxn ang="0">
                    <a:pos x="81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5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5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5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7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1" y="0"/>
                    </a:lnTo>
                    <a:lnTo>
                      <a:pt x="72" y="2"/>
                    </a:lnTo>
                    <a:lnTo>
                      <a:pt x="63" y="4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2" y="21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0" y="135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2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3" y="179"/>
                    </a:lnTo>
                    <a:lnTo>
                      <a:pt x="72" y="181"/>
                    </a:lnTo>
                    <a:lnTo>
                      <a:pt x="81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1" name="Freeform 121"/>
              <p:cNvSpPr>
                <a:spLocks/>
              </p:cNvSpPr>
              <p:nvPr/>
            </p:nvSpPr>
            <p:spPr bwMode="gray">
              <a:xfrm>
                <a:off x="11698690" y="3152137"/>
                <a:ext cx="30163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1" y="135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0" y="33"/>
                  </a:cxn>
                  <a:cxn ang="0">
                    <a:pos x="11" y="48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5"/>
                  </a:cxn>
                  <a:cxn ang="0">
                    <a:pos x="20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2" y="150"/>
                    </a:lnTo>
                    <a:lnTo>
                      <a:pt x="166" y="142"/>
                    </a:lnTo>
                    <a:lnTo>
                      <a:pt x="171" y="135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4"/>
                    </a:lnTo>
                    <a:lnTo>
                      <a:pt x="110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2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7" y="127"/>
                    </a:lnTo>
                    <a:lnTo>
                      <a:pt x="11" y="135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2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2" name="Freeform 122"/>
              <p:cNvSpPr>
                <a:spLocks/>
              </p:cNvSpPr>
              <p:nvPr/>
            </p:nvSpPr>
            <p:spPr bwMode="gray">
              <a:xfrm>
                <a:off x="11739965" y="3152137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8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8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8" y="162"/>
                    </a:lnTo>
                    <a:lnTo>
                      <a:pt x="155" y="156"/>
                    </a:lnTo>
                    <a:lnTo>
                      <a:pt x="162" y="150"/>
                    </a:lnTo>
                    <a:lnTo>
                      <a:pt x="166" y="142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7"/>
                    </a:lnTo>
                    <a:lnTo>
                      <a:pt x="148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4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6" y="127"/>
                    </a:lnTo>
                    <a:lnTo>
                      <a:pt x="11" y="135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3" name="Freeform 123"/>
              <p:cNvSpPr>
                <a:spLocks/>
              </p:cNvSpPr>
              <p:nvPr/>
            </p:nvSpPr>
            <p:spPr bwMode="gray">
              <a:xfrm>
                <a:off x="11779653" y="3152137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5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8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8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5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5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8"/>
                    </a:lnTo>
                    <a:lnTo>
                      <a:pt x="47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6" y="127"/>
                    </a:lnTo>
                    <a:lnTo>
                      <a:pt x="11" y="135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7" y="172"/>
                    </a:lnTo>
                    <a:lnTo>
                      <a:pt x="55" y="175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4" name="Freeform 124"/>
              <p:cNvSpPr>
                <a:spLocks/>
              </p:cNvSpPr>
              <p:nvPr/>
            </p:nvSpPr>
            <p:spPr bwMode="gray">
              <a:xfrm>
                <a:off x="12235265" y="3337874"/>
                <a:ext cx="203200" cy="34925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2"/>
                  </a:cxn>
                  <a:cxn ang="0">
                    <a:pos x="1212" y="8"/>
                  </a:cxn>
                  <a:cxn ang="0">
                    <a:pos x="1231" y="18"/>
                  </a:cxn>
                  <a:cxn ang="0">
                    <a:pos x="1246" y="31"/>
                  </a:cxn>
                  <a:cxn ang="0">
                    <a:pos x="1259" y="48"/>
                  </a:cxn>
                  <a:cxn ang="0">
                    <a:pos x="1271" y="67"/>
                  </a:cxn>
                  <a:cxn ang="0">
                    <a:pos x="1276" y="87"/>
                  </a:cxn>
                  <a:cxn ang="0">
                    <a:pos x="1278" y="109"/>
                  </a:cxn>
                  <a:cxn ang="0">
                    <a:pos x="1276" y="131"/>
                  </a:cxn>
                  <a:cxn ang="0">
                    <a:pos x="1271" y="151"/>
                  </a:cxn>
                  <a:cxn ang="0">
                    <a:pos x="1259" y="170"/>
                  </a:cxn>
                  <a:cxn ang="0">
                    <a:pos x="1246" y="185"/>
                  </a:cxn>
                  <a:cxn ang="0">
                    <a:pos x="1231" y="199"/>
                  </a:cxn>
                  <a:cxn ang="0">
                    <a:pos x="1212" y="209"/>
                  </a:cxn>
                  <a:cxn ang="0">
                    <a:pos x="1192" y="215"/>
                  </a:cxn>
                  <a:cxn ang="0">
                    <a:pos x="1170" y="217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4"/>
                  </a:cxn>
                  <a:cxn ang="0">
                    <a:pos x="40" y="193"/>
                  </a:cxn>
                  <a:cxn ang="0">
                    <a:pos x="24" y="177"/>
                  </a:cxn>
                  <a:cxn ang="0">
                    <a:pos x="13" y="161"/>
                  </a:cxn>
                  <a:cxn ang="0">
                    <a:pos x="4" y="141"/>
                  </a:cxn>
                  <a:cxn ang="0">
                    <a:pos x="0" y="120"/>
                  </a:cxn>
                  <a:cxn ang="0">
                    <a:pos x="0" y="98"/>
                  </a:cxn>
                  <a:cxn ang="0">
                    <a:pos x="4" y="77"/>
                  </a:cxn>
                  <a:cxn ang="0">
                    <a:pos x="13" y="57"/>
                  </a:cxn>
                  <a:cxn ang="0">
                    <a:pos x="24" y="39"/>
                  </a:cxn>
                  <a:cxn ang="0">
                    <a:pos x="40" y="24"/>
                  </a:cxn>
                  <a:cxn ang="0">
                    <a:pos x="56" y="13"/>
                  </a:cxn>
                  <a:cxn ang="0">
                    <a:pos x="76" y="4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7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0"/>
                    </a:lnTo>
                    <a:lnTo>
                      <a:pt x="1192" y="2"/>
                    </a:lnTo>
                    <a:lnTo>
                      <a:pt x="1202" y="4"/>
                    </a:lnTo>
                    <a:lnTo>
                      <a:pt x="1212" y="8"/>
                    </a:lnTo>
                    <a:lnTo>
                      <a:pt x="1222" y="13"/>
                    </a:lnTo>
                    <a:lnTo>
                      <a:pt x="1231" y="18"/>
                    </a:lnTo>
                    <a:lnTo>
                      <a:pt x="1238" y="24"/>
                    </a:lnTo>
                    <a:lnTo>
                      <a:pt x="1246" y="31"/>
                    </a:lnTo>
                    <a:lnTo>
                      <a:pt x="1254" y="39"/>
                    </a:lnTo>
                    <a:lnTo>
                      <a:pt x="1259" y="48"/>
                    </a:lnTo>
                    <a:lnTo>
                      <a:pt x="1265" y="57"/>
                    </a:lnTo>
                    <a:lnTo>
                      <a:pt x="1271" y="67"/>
                    </a:lnTo>
                    <a:lnTo>
                      <a:pt x="1274" y="77"/>
                    </a:lnTo>
                    <a:lnTo>
                      <a:pt x="1276" y="87"/>
                    </a:lnTo>
                    <a:lnTo>
                      <a:pt x="1278" y="98"/>
                    </a:lnTo>
                    <a:lnTo>
                      <a:pt x="1278" y="109"/>
                    </a:lnTo>
                    <a:lnTo>
                      <a:pt x="1278" y="120"/>
                    </a:lnTo>
                    <a:lnTo>
                      <a:pt x="1276" y="131"/>
                    </a:lnTo>
                    <a:lnTo>
                      <a:pt x="1274" y="141"/>
                    </a:lnTo>
                    <a:lnTo>
                      <a:pt x="1271" y="151"/>
                    </a:lnTo>
                    <a:lnTo>
                      <a:pt x="1265" y="161"/>
                    </a:lnTo>
                    <a:lnTo>
                      <a:pt x="1259" y="170"/>
                    </a:lnTo>
                    <a:lnTo>
                      <a:pt x="1254" y="177"/>
                    </a:lnTo>
                    <a:lnTo>
                      <a:pt x="1246" y="185"/>
                    </a:lnTo>
                    <a:lnTo>
                      <a:pt x="1238" y="193"/>
                    </a:lnTo>
                    <a:lnTo>
                      <a:pt x="1231" y="199"/>
                    </a:lnTo>
                    <a:lnTo>
                      <a:pt x="1222" y="204"/>
                    </a:lnTo>
                    <a:lnTo>
                      <a:pt x="1212" y="209"/>
                    </a:lnTo>
                    <a:lnTo>
                      <a:pt x="1202" y="213"/>
                    </a:lnTo>
                    <a:lnTo>
                      <a:pt x="1192" y="215"/>
                    </a:lnTo>
                    <a:lnTo>
                      <a:pt x="1181" y="217"/>
                    </a:lnTo>
                    <a:lnTo>
                      <a:pt x="1170" y="217"/>
                    </a:lnTo>
                    <a:lnTo>
                      <a:pt x="108" y="217"/>
                    </a:lnTo>
                    <a:lnTo>
                      <a:pt x="97" y="217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09"/>
                    </a:lnTo>
                    <a:lnTo>
                      <a:pt x="56" y="204"/>
                    </a:lnTo>
                    <a:lnTo>
                      <a:pt x="47" y="199"/>
                    </a:lnTo>
                    <a:lnTo>
                      <a:pt x="40" y="193"/>
                    </a:lnTo>
                    <a:lnTo>
                      <a:pt x="32" y="185"/>
                    </a:lnTo>
                    <a:lnTo>
                      <a:pt x="24" y="177"/>
                    </a:lnTo>
                    <a:lnTo>
                      <a:pt x="19" y="170"/>
                    </a:lnTo>
                    <a:lnTo>
                      <a:pt x="13" y="161"/>
                    </a:lnTo>
                    <a:lnTo>
                      <a:pt x="9" y="151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20"/>
                    </a:lnTo>
                    <a:lnTo>
                      <a:pt x="0" y="109"/>
                    </a:lnTo>
                    <a:lnTo>
                      <a:pt x="0" y="98"/>
                    </a:lnTo>
                    <a:lnTo>
                      <a:pt x="2" y="87"/>
                    </a:lnTo>
                    <a:lnTo>
                      <a:pt x="4" y="77"/>
                    </a:lnTo>
                    <a:lnTo>
                      <a:pt x="9" y="67"/>
                    </a:lnTo>
                    <a:lnTo>
                      <a:pt x="13" y="57"/>
                    </a:lnTo>
                    <a:lnTo>
                      <a:pt x="19" y="48"/>
                    </a:lnTo>
                    <a:lnTo>
                      <a:pt x="24" y="39"/>
                    </a:lnTo>
                    <a:lnTo>
                      <a:pt x="32" y="31"/>
                    </a:lnTo>
                    <a:lnTo>
                      <a:pt x="40" y="24"/>
                    </a:lnTo>
                    <a:lnTo>
                      <a:pt x="47" y="18"/>
                    </a:lnTo>
                    <a:lnTo>
                      <a:pt x="56" y="13"/>
                    </a:lnTo>
                    <a:lnTo>
                      <a:pt x="66" y="8"/>
                    </a:lnTo>
                    <a:lnTo>
                      <a:pt x="76" y="4"/>
                    </a:lnTo>
                    <a:lnTo>
                      <a:pt x="86" y="2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5" name="Freeform 125"/>
              <p:cNvSpPr>
                <a:spLocks/>
              </p:cNvSpPr>
              <p:nvPr/>
            </p:nvSpPr>
            <p:spPr bwMode="gray">
              <a:xfrm>
                <a:off x="11619315" y="333946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8"/>
                  </a:cxn>
                  <a:cxn ang="0">
                    <a:pos x="136" y="172"/>
                  </a:cxn>
                  <a:cxn ang="0">
                    <a:pos x="150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9" y="118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9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50" y="21"/>
                  </a:cxn>
                  <a:cxn ang="0">
                    <a:pos x="136" y="11"/>
                  </a:cxn>
                  <a:cxn ang="0">
                    <a:pos x="119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5" y="4"/>
                  </a:cxn>
                  <a:cxn ang="0">
                    <a:pos x="49" y="11"/>
                  </a:cxn>
                  <a:cxn ang="0">
                    <a:pos x="34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5" y="64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5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4" y="162"/>
                  </a:cxn>
                  <a:cxn ang="0">
                    <a:pos x="49" y="172"/>
                  </a:cxn>
                  <a:cxn ang="0">
                    <a:pos x="65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10" y="180"/>
                    </a:lnTo>
                    <a:lnTo>
                      <a:pt x="119" y="178"/>
                    </a:lnTo>
                    <a:lnTo>
                      <a:pt x="128" y="175"/>
                    </a:lnTo>
                    <a:lnTo>
                      <a:pt x="136" y="172"/>
                    </a:lnTo>
                    <a:lnTo>
                      <a:pt x="143" y="167"/>
                    </a:lnTo>
                    <a:lnTo>
                      <a:pt x="150" y="162"/>
                    </a:lnTo>
                    <a:lnTo>
                      <a:pt x="157" y="156"/>
                    </a:lnTo>
                    <a:lnTo>
                      <a:pt x="162" y="149"/>
                    </a:lnTo>
                    <a:lnTo>
                      <a:pt x="168" y="142"/>
                    </a:lnTo>
                    <a:lnTo>
                      <a:pt x="172" y="135"/>
                    </a:lnTo>
                    <a:lnTo>
                      <a:pt x="177" y="126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3" y="101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7" y="55"/>
                    </a:lnTo>
                    <a:lnTo>
                      <a:pt x="172" y="47"/>
                    </a:lnTo>
                    <a:lnTo>
                      <a:pt x="168" y="40"/>
                    </a:lnTo>
                    <a:lnTo>
                      <a:pt x="162" y="33"/>
                    </a:lnTo>
                    <a:lnTo>
                      <a:pt x="157" y="26"/>
                    </a:lnTo>
                    <a:lnTo>
                      <a:pt x="150" y="21"/>
                    </a:lnTo>
                    <a:lnTo>
                      <a:pt x="143" y="15"/>
                    </a:lnTo>
                    <a:lnTo>
                      <a:pt x="136" y="11"/>
                    </a:lnTo>
                    <a:lnTo>
                      <a:pt x="128" y="6"/>
                    </a:lnTo>
                    <a:lnTo>
                      <a:pt x="119" y="4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5" y="4"/>
                    </a:lnTo>
                    <a:lnTo>
                      <a:pt x="57" y="6"/>
                    </a:lnTo>
                    <a:lnTo>
                      <a:pt x="49" y="11"/>
                    </a:lnTo>
                    <a:lnTo>
                      <a:pt x="41" y="15"/>
                    </a:lnTo>
                    <a:lnTo>
                      <a:pt x="34" y="21"/>
                    </a:lnTo>
                    <a:lnTo>
                      <a:pt x="28" y="26"/>
                    </a:lnTo>
                    <a:lnTo>
                      <a:pt x="21" y="33"/>
                    </a:lnTo>
                    <a:lnTo>
                      <a:pt x="16" y="40"/>
                    </a:lnTo>
                    <a:lnTo>
                      <a:pt x="11" y="47"/>
                    </a:lnTo>
                    <a:lnTo>
                      <a:pt x="8" y="55"/>
                    </a:lnTo>
                    <a:lnTo>
                      <a:pt x="5" y="64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09"/>
                    </a:lnTo>
                    <a:lnTo>
                      <a:pt x="5" y="118"/>
                    </a:lnTo>
                    <a:lnTo>
                      <a:pt x="8" y="126"/>
                    </a:lnTo>
                    <a:lnTo>
                      <a:pt x="11" y="135"/>
                    </a:lnTo>
                    <a:lnTo>
                      <a:pt x="16" y="142"/>
                    </a:lnTo>
                    <a:lnTo>
                      <a:pt x="21" y="149"/>
                    </a:lnTo>
                    <a:lnTo>
                      <a:pt x="28" y="156"/>
                    </a:lnTo>
                    <a:lnTo>
                      <a:pt x="34" y="162"/>
                    </a:lnTo>
                    <a:lnTo>
                      <a:pt x="41" y="167"/>
                    </a:lnTo>
                    <a:lnTo>
                      <a:pt x="49" y="172"/>
                    </a:lnTo>
                    <a:lnTo>
                      <a:pt x="57" y="175"/>
                    </a:lnTo>
                    <a:lnTo>
                      <a:pt x="65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6" name="Freeform 126"/>
              <p:cNvSpPr>
                <a:spLocks/>
              </p:cNvSpPr>
              <p:nvPr/>
            </p:nvSpPr>
            <p:spPr bwMode="gray">
              <a:xfrm>
                <a:off x="11659003" y="3339462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1" y="149"/>
                  </a:cxn>
                  <a:cxn ang="0">
                    <a:pos x="171" y="135"/>
                  </a:cxn>
                  <a:cxn ang="0">
                    <a:pos x="179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7"/>
                  </a:cxn>
                  <a:cxn ang="0">
                    <a:pos x="161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1" y="0"/>
                  </a:cxn>
                  <a:cxn ang="0">
                    <a:pos x="63" y="4"/>
                  </a:cxn>
                  <a:cxn ang="0">
                    <a:pos x="48" y="11"/>
                  </a:cxn>
                  <a:cxn ang="0">
                    <a:pos x="32" y="21"/>
                  </a:cxn>
                  <a:cxn ang="0">
                    <a:pos x="20" y="33"/>
                  </a:cxn>
                  <a:cxn ang="0">
                    <a:pos x="10" y="47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8"/>
                  </a:cxn>
                  <a:cxn ang="0">
                    <a:pos x="10" y="135"/>
                  </a:cxn>
                  <a:cxn ang="0">
                    <a:pos x="20" y="149"/>
                  </a:cxn>
                  <a:cxn ang="0">
                    <a:pos x="32" y="162"/>
                  </a:cxn>
                  <a:cxn ang="0">
                    <a:pos x="48" y="172"/>
                  </a:cxn>
                  <a:cxn ang="0">
                    <a:pos x="63" y="178"/>
                  </a:cxn>
                  <a:cxn ang="0">
                    <a:pos x="81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7" y="175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1" y="149"/>
                    </a:lnTo>
                    <a:lnTo>
                      <a:pt x="167" y="142"/>
                    </a:lnTo>
                    <a:lnTo>
                      <a:pt x="171" y="135"/>
                    </a:lnTo>
                    <a:lnTo>
                      <a:pt x="175" y="126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1" y="47"/>
                    </a:lnTo>
                    <a:lnTo>
                      <a:pt x="167" y="40"/>
                    </a:lnTo>
                    <a:lnTo>
                      <a:pt x="161" y="33"/>
                    </a:lnTo>
                    <a:lnTo>
                      <a:pt x="155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7" y="6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1" y="0"/>
                    </a:lnTo>
                    <a:lnTo>
                      <a:pt x="72" y="2"/>
                    </a:lnTo>
                    <a:lnTo>
                      <a:pt x="63" y="4"/>
                    </a:lnTo>
                    <a:lnTo>
                      <a:pt x="56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2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0" y="47"/>
                    </a:lnTo>
                    <a:lnTo>
                      <a:pt x="7" y="55"/>
                    </a:lnTo>
                    <a:lnTo>
                      <a:pt x="4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09"/>
                    </a:lnTo>
                    <a:lnTo>
                      <a:pt x="4" y="118"/>
                    </a:lnTo>
                    <a:lnTo>
                      <a:pt x="7" y="126"/>
                    </a:lnTo>
                    <a:lnTo>
                      <a:pt x="10" y="135"/>
                    </a:lnTo>
                    <a:lnTo>
                      <a:pt x="16" y="142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2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6" y="175"/>
                    </a:lnTo>
                    <a:lnTo>
                      <a:pt x="63" y="178"/>
                    </a:lnTo>
                    <a:lnTo>
                      <a:pt x="72" y="180"/>
                    </a:lnTo>
                    <a:lnTo>
                      <a:pt x="81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7" name="Freeform 127"/>
              <p:cNvSpPr>
                <a:spLocks/>
              </p:cNvSpPr>
              <p:nvPr/>
            </p:nvSpPr>
            <p:spPr bwMode="gray">
              <a:xfrm>
                <a:off x="11698690" y="3339462"/>
                <a:ext cx="30163" cy="28575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49"/>
                  </a:cxn>
                  <a:cxn ang="0">
                    <a:pos x="171" y="135"/>
                  </a:cxn>
                  <a:cxn ang="0">
                    <a:pos x="179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4"/>
                  </a:cxn>
                  <a:cxn ang="0">
                    <a:pos x="171" y="47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0" y="33"/>
                  </a:cxn>
                  <a:cxn ang="0">
                    <a:pos x="11" y="47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8"/>
                  </a:cxn>
                  <a:cxn ang="0">
                    <a:pos x="11" y="135"/>
                  </a:cxn>
                  <a:cxn ang="0">
                    <a:pos x="20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10" y="180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2" y="149"/>
                    </a:lnTo>
                    <a:lnTo>
                      <a:pt x="166" y="142"/>
                    </a:lnTo>
                    <a:lnTo>
                      <a:pt x="171" y="135"/>
                    </a:lnTo>
                    <a:lnTo>
                      <a:pt x="175" y="126"/>
                    </a:lnTo>
                    <a:lnTo>
                      <a:pt x="179" y="118"/>
                    </a:lnTo>
                    <a:lnTo>
                      <a:pt x="181" y="109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4"/>
                    </a:lnTo>
                    <a:lnTo>
                      <a:pt x="175" y="55"/>
                    </a:lnTo>
                    <a:lnTo>
                      <a:pt x="171" y="47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4"/>
                    </a:lnTo>
                    <a:lnTo>
                      <a:pt x="110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2" y="2"/>
                    </a:lnTo>
                    <a:lnTo>
                      <a:pt x="64" y="4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7" y="26"/>
                    </a:lnTo>
                    <a:lnTo>
                      <a:pt x="20" y="33"/>
                    </a:lnTo>
                    <a:lnTo>
                      <a:pt x="16" y="40"/>
                    </a:lnTo>
                    <a:lnTo>
                      <a:pt x="11" y="47"/>
                    </a:lnTo>
                    <a:lnTo>
                      <a:pt x="7" y="55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09"/>
                    </a:lnTo>
                    <a:lnTo>
                      <a:pt x="3" y="118"/>
                    </a:lnTo>
                    <a:lnTo>
                      <a:pt x="7" y="126"/>
                    </a:lnTo>
                    <a:lnTo>
                      <a:pt x="11" y="135"/>
                    </a:lnTo>
                    <a:lnTo>
                      <a:pt x="16" y="142"/>
                    </a:lnTo>
                    <a:lnTo>
                      <a:pt x="20" y="149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2" y="180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8" name="Freeform 128"/>
              <p:cNvSpPr>
                <a:spLocks/>
              </p:cNvSpPr>
              <p:nvPr/>
            </p:nvSpPr>
            <p:spPr bwMode="gray">
              <a:xfrm>
                <a:off x="11739965" y="333946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8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8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48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3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10" y="180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8" y="162"/>
                    </a:lnTo>
                    <a:lnTo>
                      <a:pt x="155" y="156"/>
                    </a:lnTo>
                    <a:lnTo>
                      <a:pt x="162" y="149"/>
                    </a:lnTo>
                    <a:lnTo>
                      <a:pt x="166" y="142"/>
                    </a:lnTo>
                    <a:lnTo>
                      <a:pt x="172" y="135"/>
                    </a:lnTo>
                    <a:lnTo>
                      <a:pt x="175" y="126"/>
                    </a:lnTo>
                    <a:lnTo>
                      <a:pt x="178" y="118"/>
                    </a:lnTo>
                    <a:lnTo>
                      <a:pt x="181" y="109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7"/>
                    </a:lnTo>
                    <a:lnTo>
                      <a:pt x="166" y="40"/>
                    </a:lnTo>
                    <a:lnTo>
                      <a:pt x="162" y="33"/>
                    </a:lnTo>
                    <a:lnTo>
                      <a:pt x="155" y="26"/>
                    </a:lnTo>
                    <a:lnTo>
                      <a:pt x="148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4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6"/>
                    </a:lnTo>
                    <a:lnTo>
                      <a:pt x="48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6" y="55"/>
                    </a:lnTo>
                    <a:lnTo>
                      <a:pt x="3" y="64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09"/>
                    </a:lnTo>
                    <a:lnTo>
                      <a:pt x="3" y="118"/>
                    </a:lnTo>
                    <a:lnTo>
                      <a:pt x="6" y="126"/>
                    </a:lnTo>
                    <a:lnTo>
                      <a:pt x="11" y="135"/>
                    </a:lnTo>
                    <a:lnTo>
                      <a:pt x="15" y="142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8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39" name="Freeform 129"/>
              <p:cNvSpPr>
                <a:spLocks/>
              </p:cNvSpPr>
              <p:nvPr/>
            </p:nvSpPr>
            <p:spPr bwMode="gray">
              <a:xfrm>
                <a:off x="11779653" y="3339462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8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49"/>
                  </a:cxn>
                  <a:cxn ang="0">
                    <a:pos x="172" y="135"/>
                  </a:cxn>
                  <a:cxn ang="0">
                    <a:pos x="178" y="118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4"/>
                  </a:cxn>
                  <a:cxn ang="0">
                    <a:pos x="172" y="47"/>
                  </a:cxn>
                  <a:cxn ang="0">
                    <a:pos x="162" y="33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4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4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3"/>
                  </a:cxn>
                  <a:cxn ang="0">
                    <a:pos x="11" y="47"/>
                  </a:cxn>
                  <a:cxn ang="0">
                    <a:pos x="4" y="64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8"/>
                  </a:cxn>
                  <a:cxn ang="0">
                    <a:pos x="11" y="135"/>
                  </a:cxn>
                  <a:cxn ang="0">
                    <a:pos x="21" y="149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8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09" y="180"/>
                    </a:lnTo>
                    <a:lnTo>
                      <a:pt x="118" y="178"/>
                    </a:lnTo>
                    <a:lnTo>
                      <a:pt x="126" y="175"/>
                    </a:lnTo>
                    <a:lnTo>
                      <a:pt x="134" y="172"/>
                    </a:lnTo>
                    <a:lnTo>
                      <a:pt x="142" y="167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49"/>
                    </a:lnTo>
                    <a:lnTo>
                      <a:pt x="167" y="142"/>
                    </a:lnTo>
                    <a:lnTo>
                      <a:pt x="172" y="135"/>
                    </a:lnTo>
                    <a:lnTo>
                      <a:pt x="175" y="126"/>
                    </a:lnTo>
                    <a:lnTo>
                      <a:pt x="178" y="118"/>
                    </a:lnTo>
                    <a:lnTo>
                      <a:pt x="180" y="109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4"/>
                    </a:lnTo>
                    <a:lnTo>
                      <a:pt x="175" y="55"/>
                    </a:lnTo>
                    <a:lnTo>
                      <a:pt x="172" y="47"/>
                    </a:lnTo>
                    <a:lnTo>
                      <a:pt x="167" y="40"/>
                    </a:lnTo>
                    <a:lnTo>
                      <a:pt x="162" y="33"/>
                    </a:lnTo>
                    <a:lnTo>
                      <a:pt x="156" y="26"/>
                    </a:lnTo>
                    <a:lnTo>
                      <a:pt x="149" y="21"/>
                    </a:lnTo>
                    <a:lnTo>
                      <a:pt x="142" y="15"/>
                    </a:lnTo>
                    <a:lnTo>
                      <a:pt x="134" y="11"/>
                    </a:lnTo>
                    <a:lnTo>
                      <a:pt x="126" y="6"/>
                    </a:lnTo>
                    <a:lnTo>
                      <a:pt x="118" y="4"/>
                    </a:lnTo>
                    <a:lnTo>
                      <a:pt x="109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4"/>
                    </a:lnTo>
                    <a:lnTo>
                      <a:pt x="55" y="6"/>
                    </a:lnTo>
                    <a:lnTo>
                      <a:pt x="47" y="11"/>
                    </a:lnTo>
                    <a:lnTo>
                      <a:pt x="40" y="15"/>
                    </a:lnTo>
                    <a:lnTo>
                      <a:pt x="33" y="21"/>
                    </a:lnTo>
                    <a:lnTo>
                      <a:pt x="26" y="26"/>
                    </a:lnTo>
                    <a:lnTo>
                      <a:pt x="21" y="33"/>
                    </a:lnTo>
                    <a:lnTo>
                      <a:pt x="15" y="40"/>
                    </a:lnTo>
                    <a:lnTo>
                      <a:pt x="11" y="47"/>
                    </a:lnTo>
                    <a:lnTo>
                      <a:pt x="6" y="55"/>
                    </a:lnTo>
                    <a:lnTo>
                      <a:pt x="4" y="64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09"/>
                    </a:lnTo>
                    <a:lnTo>
                      <a:pt x="4" y="118"/>
                    </a:lnTo>
                    <a:lnTo>
                      <a:pt x="6" y="126"/>
                    </a:lnTo>
                    <a:lnTo>
                      <a:pt x="11" y="135"/>
                    </a:lnTo>
                    <a:lnTo>
                      <a:pt x="15" y="142"/>
                    </a:lnTo>
                    <a:lnTo>
                      <a:pt x="21" y="149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7"/>
                    </a:lnTo>
                    <a:lnTo>
                      <a:pt x="47" y="172"/>
                    </a:lnTo>
                    <a:lnTo>
                      <a:pt x="55" y="175"/>
                    </a:lnTo>
                    <a:lnTo>
                      <a:pt x="64" y="178"/>
                    </a:lnTo>
                    <a:lnTo>
                      <a:pt x="73" y="180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0" name="Freeform 130"/>
              <p:cNvSpPr>
                <a:spLocks/>
              </p:cNvSpPr>
              <p:nvPr/>
            </p:nvSpPr>
            <p:spPr bwMode="gray">
              <a:xfrm>
                <a:off x="12235265" y="3526787"/>
                <a:ext cx="203200" cy="33338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2"/>
                  </a:cxn>
                  <a:cxn ang="0">
                    <a:pos x="1212" y="7"/>
                  </a:cxn>
                  <a:cxn ang="0">
                    <a:pos x="1231" y="17"/>
                  </a:cxn>
                  <a:cxn ang="0">
                    <a:pos x="1246" y="31"/>
                  </a:cxn>
                  <a:cxn ang="0">
                    <a:pos x="1259" y="47"/>
                  </a:cxn>
                  <a:cxn ang="0">
                    <a:pos x="1271" y="66"/>
                  </a:cxn>
                  <a:cxn ang="0">
                    <a:pos x="1276" y="86"/>
                  </a:cxn>
                  <a:cxn ang="0">
                    <a:pos x="1278" y="108"/>
                  </a:cxn>
                  <a:cxn ang="0">
                    <a:pos x="1276" y="130"/>
                  </a:cxn>
                  <a:cxn ang="0">
                    <a:pos x="1271" y="150"/>
                  </a:cxn>
                  <a:cxn ang="0">
                    <a:pos x="1259" y="169"/>
                  </a:cxn>
                  <a:cxn ang="0">
                    <a:pos x="1246" y="185"/>
                  </a:cxn>
                  <a:cxn ang="0">
                    <a:pos x="1231" y="198"/>
                  </a:cxn>
                  <a:cxn ang="0">
                    <a:pos x="1212" y="208"/>
                  </a:cxn>
                  <a:cxn ang="0">
                    <a:pos x="1192" y="215"/>
                  </a:cxn>
                  <a:cxn ang="0">
                    <a:pos x="1170" y="217"/>
                  </a:cxn>
                  <a:cxn ang="0">
                    <a:pos x="97" y="216"/>
                  </a:cxn>
                  <a:cxn ang="0">
                    <a:pos x="76" y="213"/>
                  </a:cxn>
                  <a:cxn ang="0">
                    <a:pos x="56" y="204"/>
                  </a:cxn>
                  <a:cxn ang="0">
                    <a:pos x="40" y="192"/>
                  </a:cxn>
                  <a:cxn ang="0">
                    <a:pos x="24" y="177"/>
                  </a:cxn>
                  <a:cxn ang="0">
                    <a:pos x="13" y="159"/>
                  </a:cxn>
                  <a:cxn ang="0">
                    <a:pos x="4" y="140"/>
                  </a:cxn>
                  <a:cxn ang="0">
                    <a:pos x="0" y="119"/>
                  </a:cxn>
                  <a:cxn ang="0">
                    <a:pos x="0" y="97"/>
                  </a:cxn>
                  <a:cxn ang="0">
                    <a:pos x="4" y="76"/>
                  </a:cxn>
                  <a:cxn ang="0">
                    <a:pos x="13" y="56"/>
                  </a:cxn>
                  <a:cxn ang="0">
                    <a:pos x="24" y="38"/>
                  </a:cxn>
                  <a:cxn ang="0">
                    <a:pos x="40" y="24"/>
                  </a:cxn>
                  <a:cxn ang="0">
                    <a:pos x="56" y="12"/>
                  </a:cxn>
                  <a:cxn ang="0">
                    <a:pos x="76" y="4"/>
                  </a:cxn>
                  <a:cxn ang="0">
                    <a:pos x="97" y="0"/>
                  </a:cxn>
                </a:cxnLst>
                <a:rect l="0" t="0" r="r" b="b"/>
                <a:pathLst>
                  <a:path w="1278" h="217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0"/>
                    </a:lnTo>
                    <a:lnTo>
                      <a:pt x="1192" y="2"/>
                    </a:lnTo>
                    <a:lnTo>
                      <a:pt x="1202" y="4"/>
                    </a:lnTo>
                    <a:lnTo>
                      <a:pt x="1212" y="7"/>
                    </a:lnTo>
                    <a:lnTo>
                      <a:pt x="1222" y="12"/>
                    </a:lnTo>
                    <a:lnTo>
                      <a:pt x="1231" y="17"/>
                    </a:lnTo>
                    <a:lnTo>
                      <a:pt x="1238" y="24"/>
                    </a:lnTo>
                    <a:lnTo>
                      <a:pt x="1246" y="31"/>
                    </a:lnTo>
                    <a:lnTo>
                      <a:pt x="1254" y="38"/>
                    </a:lnTo>
                    <a:lnTo>
                      <a:pt x="1259" y="47"/>
                    </a:lnTo>
                    <a:lnTo>
                      <a:pt x="1265" y="56"/>
                    </a:lnTo>
                    <a:lnTo>
                      <a:pt x="1271" y="66"/>
                    </a:lnTo>
                    <a:lnTo>
                      <a:pt x="1274" y="76"/>
                    </a:lnTo>
                    <a:lnTo>
                      <a:pt x="1276" y="86"/>
                    </a:lnTo>
                    <a:lnTo>
                      <a:pt x="1278" y="97"/>
                    </a:lnTo>
                    <a:lnTo>
                      <a:pt x="1278" y="108"/>
                    </a:lnTo>
                    <a:lnTo>
                      <a:pt x="1278" y="119"/>
                    </a:lnTo>
                    <a:lnTo>
                      <a:pt x="1276" y="130"/>
                    </a:lnTo>
                    <a:lnTo>
                      <a:pt x="1274" y="140"/>
                    </a:lnTo>
                    <a:lnTo>
                      <a:pt x="1271" y="150"/>
                    </a:lnTo>
                    <a:lnTo>
                      <a:pt x="1265" y="159"/>
                    </a:lnTo>
                    <a:lnTo>
                      <a:pt x="1259" y="169"/>
                    </a:lnTo>
                    <a:lnTo>
                      <a:pt x="1254" y="177"/>
                    </a:lnTo>
                    <a:lnTo>
                      <a:pt x="1246" y="185"/>
                    </a:lnTo>
                    <a:lnTo>
                      <a:pt x="1238" y="192"/>
                    </a:lnTo>
                    <a:lnTo>
                      <a:pt x="1231" y="198"/>
                    </a:lnTo>
                    <a:lnTo>
                      <a:pt x="1222" y="204"/>
                    </a:lnTo>
                    <a:lnTo>
                      <a:pt x="1212" y="208"/>
                    </a:lnTo>
                    <a:lnTo>
                      <a:pt x="1202" y="213"/>
                    </a:lnTo>
                    <a:lnTo>
                      <a:pt x="1192" y="215"/>
                    </a:lnTo>
                    <a:lnTo>
                      <a:pt x="1181" y="216"/>
                    </a:lnTo>
                    <a:lnTo>
                      <a:pt x="1170" y="217"/>
                    </a:lnTo>
                    <a:lnTo>
                      <a:pt x="108" y="217"/>
                    </a:lnTo>
                    <a:lnTo>
                      <a:pt x="97" y="216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08"/>
                    </a:lnTo>
                    <a:lnTo>
                      <a:pt x="56" y="204"/>
                    </a:lnTo>
                    <a:lnTo>
                      <a:pt x="47" y="198"/>
                    </a:lnTo>
                    <a:lnTo>
                      <a:pt x="40" y="192"/>
                    </a:lnTo>
                    <a:lnTo>
                      <a:pt x="32" y="185"/>
                    </a:lnTo>
                    <a:lnTo>
                      <a:pt x="24" y="177"/>
                    </a:lnTo>
                    <a:lnTo>
                      <a:pt x="19" y="169"/>
                    </a:lnTo>
                    <a:lnTo>
                      <a:pt x="13" y="159"/>
                    </a:lnTo>
                    <a:lnTo>
                      <a:pt x="9" y="150"/>
                    </a:lnTo>
                    <a:lnTo>
                      <a:pt x="4" y="140"/>
                    </a:lnTo>
                    <a:lnTo>
                      <a:pt x="2" y="130"/>
                    </a:lnTo>
                    <a:lnTo>
                      <a:pt x="0" y="119"/>
                    </a:lnTo>
                    <a:lnTo>
                      <a:pt x="0" y="108"/>
                    </a:lnTo>
                    <a:lnTo>
                      <a:pt x="0" y="97"/>
                    </a:lnTo>
                    <a:lnTo>
                      <a:pt x="2" y="86"/>
                    </a:lnTo>
                    <a:lnTo>
                      <a:pt x="4" y="76"/>
                    </a:lnTo>
                    <a:lnTo>
                      <a:pt x="9" y="66"/>
                    </a:lnTo>
                    <a:lnTo>
                      <a:pt x="13" y="56"/>
                    </a:lnTo>
                    <a:lnTo>
                      <a:pt x="19" y="47"/>
                    </a:lnTo>
                    <a:lnTo>
                      <a:pt x="24" y="38"/>
                    </a:lnTo>
                    <a:lnTo>
                      <a:pt x="32" y="31"/>
                    </a:lnTo>
                    <a:lnTo>
                      <a:pt x="40" y="24"/>
                    </a:lnTo>
                    <a:lnTo>
                      <a:pt x="47" y="17"/>
                    </a:lnTo>
                    <a:lnTo>
                      <a:pt x="56" y="12"/>
                    </a:lnTo>
                    <a:lnTo>
                      <a:pt x="66" y="7"/>
                    </a:lnTo>
                    <a:lnTo>
                      <a:pt x="76" y="4"/>
                    </a:lnTo>
                    <a:lnTo>
                      <a:pt x="86" y="2"/>
                    </a:lnTo>
                    <a:lnTo>
                      <a:pt x="97" y="0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1" name="Freeform 131"/>
              <p:cNvSpPr>
                <a:spLocks/>
              </p:cNvSpPr>
              <p:nvPr/>
            </p:nvSpPr>
            <p:spPr bwMode="gray">
              <a:xfrm>
                <a:off x="11619315" y="3526787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9" y="179"/>
                  </a:cxn>
                  <a:cxn ang="0">
                    <a:pos x="136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9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9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50" y="21"/>
                  </a:cxn>
                  <a:cxn ang="0">
                    <a:pos x="136" y="11"/>
                  </a:cxn>
                  <a:cxn ang="0">
                    <a:pos x="119" y="5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5" y="5"/>
                  </a:cxn>
                  <a:cxn ang="0">
                    <a:pos x="49" y="11"/>
                  </a:cxn>
                  <a:cxn ang="0">
                    <a:pos x="34" y="21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5" y="65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5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4" y="162"/>
                  </a:cxn>
                  <a:cxn ang="0">
                    <a:pos x="49" y="172"/>
                  </a:cxn>
                  <a:cxn ang="0">
                    <a:pos x="65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8" y="176"/>
                    </a:lnTo>
                    <a:lnTo>
                      <a:pt x="136" y="172"/>
                    </a:lnTo>
                    <a:lnTo>
                      <a:pt x="143" y="168"/>
                    </a:lnTo>
                    <a:lnTo>
                      <a:pt x="150" y="162"/>
                    </a:lnTo>
                    <a:lnTo>
                      <a:pt x="157" y="156"/>
                    </a:lnTo>
                    <a:lnTo>
                      <a:pt x="162" y="150"/>
                    </a:lnTo>
                    <a:lnTo>
                      <a:pt x="168" y="142"/>
                    </a:lnTo>
                    <a:lnTo>
                      <a:pt x="172" y="134"/>
                    </a:lnTo>
                    <a:lnTo>
                      <a:pt x="177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3" y="101"/>
                    </a:lnTo>
                    <a:lnTo>
                      <a:pt x="183" y="91"/>
                    </a:lnTo>
                    <a:lnTo>
                      <a:pt x="183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7" y="56"/>
                    </a:lnTo>
                    <a:lnTo>
                      <a:pt x="172" y="48"/>
                    </a:lnTo>
                    <a:lnTo>
                      <a:pt x="168" y="40"/>
                    </a:lnTo>
                    <a:lnTo>
                      <a:pt x="162" y="34"/>
                    </a:lnTo>
                    <a:lnTo>
                      <a:pt x="157" y="27"/>
                    </a:lnTo>
                    <a:lnTo>
                      <a:pt x="150" y="21"/>
                    </a:lnTo>
                    <a:lnTo>
                      <a:pt x="143" y="16"/>
                    </a:lnTo>
                    <a:lnTo>
                      <a:pt x="136" y="11"/>
                    </a:lnTo>
                    <a:lnTo>
                      <a:pt x="128" y="7"/>
                    </a:lnTo>
                    <a:lnTo>
                      <a:pt x="119" y="5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2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5" y="5"/>
                    </a:lnTo>
                    <a:lnTo>
                      <a:pt x="57" y="7"/>
                    </a:lnTo>
                    <a:lnTo>
                      <a:pt x="49" y="11"/>
                    </a:lnTo>
                    <a:lnTo>
                      <a:pt x="41" y="16"/>
                    </a:lnTo>
                    <a:lnTo>
                      <a:pt x="34" y="21"/>
                    </a:lnTo>
                    <a:lnTo>
                      <a:pt x="28" y="27"/>
                    </a:lnTo>
                    <a:lnTo>
                      <a:pt x="21" y="34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8" y="56"/>
                    </a:lnTo>
                    <a:lnTo>
                      <a:pt x="5" y="65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1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5" y="119"/>
                    </a:lnTo>
                    <a:lnTo>
                      <a:pt x="8" y="127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1" y="150"/>
                    </a:lnTo>
                    <a:lnTo>
                      <a:pt x="28" y="156"/>
                    </a:lnTo>
                    <a:lnTo>
                      <a:pt x="34" y="162"/>
                    </a:lnTo>
                    <a:lnTo>
                      <a:pt x="41" y="168"/>
                    </a:lnTo>
                    <a:lnTo>
                      <a:pt x="49" y="172"/>
                    </a:lnTo>
                    <a:lnTo>
                      <a:pt x="57" y="176"/>
                    </a:lnTo>
                    <a:lnTo>
                      <a:pt x="65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2" name="Freeform 132"/>
              <p:cNvSpPr>
                <a:spLocks/>
              </p:cNvSpPr>
              <p:nvPr/>
            </p:nvSpPr>
            <p:spPr bwMode="gray">
              <a:xfrm>
                <a:off x="11659003" y="3526787"/>
                <a:ext cx="28575" cy="30163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4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5"/>
                  </a:cxn>
                  <a:cxn ang="0">
                    <a:pos x="171" y="48"/>
                  </a:cxn>
                  <a:cxn ang="0">
                    <a:pos x="161" y="34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5"/>
                  </a:cxn>
                  <a:cxn ang="0">
                    <a:pos x="100" y="0"/>
                  </a:cxn>
                  <a:cxn ang="0">
                    <a:pos x="81" y="0"/>
                  </a:cxn>
                  <a:cxn ang="0">
                    <a:pos x="63" y="5"/>
                  </a:cxn>
                  <a:cxn ang="0">
                    <a:pos x="48" y="11"/>
                  </a:cxn>
                  <a:cxn ang="0">
                    <a:pos x="32" y="21"/>
                  </a:cxn>
                  <a:cxn ang="0">
                    <a:pos x="20" y="34"/>
                  </a:cxn>
                  <a:cxn ang="0">
                    <a:pos x="10" y="48"/>
                  </a:cxn>
                  <a:cxn ang="0">
                    <a:pos x="4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4"/>
                  </a:cxn>
                  <a:cxn ang="0">
                    <a:pos x="20" y="150"/>
                  </a:cxn>
                  <a:cxn ang="0">
                    <a:pos x="32" y="162"/>
                  </a:cxn>
                  <a:cxn ang="0">
                    <a:pos x="48" y="172"/>
                  </a:cxn>
                  <a:cxn ang="0">
                    <a:pos x="63" y="179"/>
                  </a:cxn>
                  <a:cxn ang="0">
                    <a:pos x="81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6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1" y="150"/>
                    </a:lnTo>
                    <a:lnTo>
                      <a:pt x="167" y="142"/>
                    </a:lnTo>
                    <a:lnTo>
                      <a:pt x="171" y="134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7" y="40"/>
                    </a:lnTo>
                    <a:lnTo>
                      <a:pt x="161" y="34"/>
                    </a:lnTo>
                    <a:lnTo>
                      <a:pt x="155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7" y="7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1" y="0"/>
                    </a:lnTo>
                    <a:lnTo>
                      <a:pt x="72" y="2"/>
                    </a:lnTo>
                    <a:lnTo>
                      <a:pt x="63" y="5"/>
                    </a:lnTo>
                    <a:lnTo>
                      <a:pt x="56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2" y="21"/>
                    </a:lnTo>
                    <a:lnTo>
                      <a:pt x="27" y="27"/>
                    </a:lnTo>
                    <a:lnTo>
                      <a:pt x="20" y="34"/>
                    </a:lnTo>
                    <a:lnTo>
                      <a:pt x="16" y="40"/>
                    </a:lnTo>
                    <a:lnTo>
                      <a:pt x="10" y="48"/>
                    </a:lnTo>
                    <a:lnTo>
                      <a:pt x="7" y="56"/>
                    </a:lnTo>
                    <a:lnTo>
                      <a:pt x="4" y="65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4" y="119"/>
                    </a:lnTo>
                    <a:lnTo>
                      <a:pt x="7" y="127"/>
                    </a:lnTo>
                    <a:lnTo>
                      <a:pt x="10" y="134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2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6" y="176"/>
                    </a:lnTo>
                    <a:lnTo>
                      <a:pt x="63" y="179"/>
                    </a:lnTo>
                    <a:lnTo>
                      <a:pt x="72" y="181"/>
                    </a:lnTo>
                    <a:lnTo>
                      <a:pt x="81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3" name="Freeform 133"/>
              <p:cNvSpPr>
                <a:spLocks/>
              </p:cNvSpPr>
              <p:nvPr/>
            </p:nvSpPr>
            <p:spPr bwMode="gray">
              <a:xfrm>
                <a:off x="11698690" y="3526787"/>
                <a:ext cx="30163" cy="30163"/>
              </a:xfrm>
              <a:custGeom>
                <a:avLst/>
                <a:gdLst/>
                <a:ahLst/>
                <a:cxnLst>
                  <a:cxn ang="0">
                    <a:pos x="100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1" y="134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5"/>
                  </a:cxn>
                  <a:cxn ang="0">
                    <a:pos x="171" y="48"/>
                  </a:cxn>
                  <a:cxn ang="0">
                    <a:pos x="162" y="34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5"/>
                  </a:cxn>
                  <a:cxn ang="0">
                    <a:pos x="100" y="0"/>
                  </a:cxn>
                  <a:cxn ang="0">
                    <a:pos x="82" y="0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0" y="34"/>
                  </a:cxn>
                  <a:cxn ang="0">
                    <a:pos x="11" y="48"/>
                  </a:cxn>
                  <a:cxn ang="0">
                    <a:pos x="3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4"/>
                  </a:cxn>
                  <a:cxn ang="0">
                    <a:pos x="20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2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5" y="156"/>
                    </a:lnTo>
                    <a:lnTo>
                      <a:pt x="162" y="150"/>
                    </a:lnTo>
                    <a:lnTo>
                      <a:pt x="166" y="142"/>
                    </a:lnTo>
                    <a:lnTo>
                      <a:pt x="171" y="134"/>
                    </a:lnTo>
                    <a:lnTo>
                      <a:pt x="175" y="127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5" y="56"/>
                    </a:lnTo>
                    <a:lnTo>
                      <a:pt x="171" y="48"/>
                    </a:lnTo>
                    <a:lnTo>
                      <a:pt x="166" y="40"/>
                    </a:lnTo>
                    <a:lnTo>
                      <a:pt x="162" y="34"/>
                    </a:lnTo>
                    <a:lnTo>
                      <a:pt x="155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5"/>
                    </a:lnTo>
                    <a:lnTo>
                      <a:pt x="110" y="2"/>
                    </a:lnTo>
                    <a:lnTo>
                      <a:pt x="100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2" y="2"/>
                    </a:lnTo>
                    <a:lnTo>
                      <a:pt x="64" y="5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7" y="27"/>
                    </a:lnTo>
                    <a:lnTo>
                      <a:pt x="20" y="34"/>
                    </a:lnTo>
                    <a:lnTo>
                      <a:pt x="16" y="40"/>
                    </a:lnTo>
                    <a:lnTo>
                      <a:pt x="11" y="48"/>
                    </a:lnTo>
                    <a:lnTo>
                      <a:pt x="7" y="56"/>
                    </a:lnTo>
                    <a:lnTo>
                      <a:pt x="3" y="65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7" y="127"/>
                    </a:lnTo>
                    <a:lnTo>
                      <a:pt x="11" y="134"/>
                    </a:lnTo>
                    <a:lnTo>
                      <a:pt x="16" y="142"/>
                    </a:lnTo>
                    <a:lnTo>
                      <a:pt x="20" y="150"/>
                    </a:lnTo>
                    <a:lnTo>
                      <a:pt x="27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2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4" name="Freeform 134"/>
              <p:cNvSpPr>
                <a:spLocks/>
              </p:cNvSpPr>
              <p:nvPr/>
            </p:nvSpPr>
            <p:spPr bwMode="gray">
              <a:xfrm>
                <a:off x="11739965" y="3526787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8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48" y="21"/>
                  </a:cxn>
                  <a:cxn ang="0">
                    <a:pos x="134" y="11"/>
                  </a:cxn>
                  <a:cxn ang="0">
                    <a:pos x="118" y="5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3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8" y="162"/>
                    </a:lnTo>
                    <a:lnTo>
                      <a:pt x="155" y="156"/>
                    </a:lnTo>
                    <a:lnTo>
                      <a:pt x="162" y="150"/>
                    </a:lnTo>
                    <a:lnTo>
                      <a:pt x="166" y="142"/>
                    </a:lnTo>
                    <a:lnTo>
                      <a:pt x="172" y="134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5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6" y="40"/>
                    </a:lnTo>
                    <a:lnTo>
                      <a:pt x="162" y="34"/>
                    </a:lnTo>
                    <a:lnTo>
                      <a:pt x="155" y="27"/>
                    </a:lnTo>
                    <a:lnTo>
                      <a:pt x="148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5"/>
                    </a:lnTo>
                    <a:lnTo>
                      <a:pt x="110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5" y="7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4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3" y="65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6" y="127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5" name="Freeform 135"/>
              <p:cNvSpPr>
                <a:spLocks/>
              </p:cNvSpPr>
              <p:nvPr/>
            </p:nvSpPr>
            <p:spPr bwMode="gray">
              <a:xfrm>
                <a:off x="11779653" y="3526787"/>
                <a:ext cx="28575" cy="30163"/>
              </a:xfrm>
              <a:custGeom>
                <a:avLst/>
                <a:gdLst/>
                <a:ahLst/>
                <a:cxnLst>
                  <a:cxn ang="0">
                    <a:pos x="101" y="182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4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5"/>
                  </a:cxn>
                  <a:cxn ang="0">
                    <a:pos x="172" y="48"/>
                  </a:cxn>
                  <a:cxn ang="0">
                    <a:pos x="162" y="34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5"/>
                  </a:cxn>
                  <a:cxn ang="0">
                    <a:pos x="101" y="0"/>
                  </a:cxn>
                  <a:cxn ang="0">
                    <a:pos x="82" y="0"/>
                  </a:cxn>
                  <a:cxn ang="0">
                    <a:pos x="64" y="5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8"/>
                  </a:cxn>
                  <a:cxn ang="0">
                    <a:pos x="4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4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2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2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6" y="176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6" y="156"/>
                    </a:lnTo>
                    <a:lnTo>
                      <a:pt x="162" y="150"/>
                    </a:lnTo>
                    <a:lnTo>
                      <a:pt x="167" y="142"/>
                    </a:lnTo>
                    <a:lnTo>
                      <a:pt x="172" y="134"/>
                    </a:lnTo>
                    <a:lnTo>
                      <a:pt x="175" y="127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3" y="91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5"/>
                    </a:lnTo>
                    <a:lnTo>
                      <a:pt x="175" y="56"/>
                    </a:lnTo>
                    <a:lnTo>
                      <a:pt x="172" y="48"/>
                    </a:lnTo>
                    <a:lnTo>
                      <a:pt x="167" y="40"/>
                    </a:lnTo>
                    <a:lnTo>
                      <a:pt x="162" y="34"/>
                    </a:lnTo>
                    <a:lnTo>
                      <a:pt x="156" y="27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7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1" y="0"/>
                    </a:lnTo>
                    <a:lnTo>
                      <a:pt x="91" y="0"/>
                    </a:lnTo>
                    <a:lnTo>
                      <a:pt x="82" y="0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5" y="7"/>
                    </a:lnTo>
                    <a:lnTo>
                      <a:pt x="47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7"/>
                    </a:lnTo>
                    <a:lnTo>
                      <a:pt x="21" y="34"/>
                    </a:lnTo>
                    <a:lnTo>
                      <a:pt x="15" y="40"/>
                    </a:lnTo>
                    <a:lnTo>
                      <a:pt x="11" y="48"/>
                    </a:lnTo>
                    <a:lnTo>
                      <a:pt x="6" y="56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1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6" y="127"/>
                    </a:lnTo>
                    <a:lnTo>
                      <a:pt x="11" y="134"/>
                    </a:lnTo>
                    <a:lnTo>
                      <a:pt x="15" y="142"/>
                    </a:lnTo>
                    <a:lnTo>
                      <a:pt x="21" y="150"/>
                    </a:lnTo>
                    <a:lnTo>
                      <a:pt x="26" y="156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7" y="172"/>
                    </a:lnTo>
                    <a:lnTo>
                      <a:pt x="55" y="176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2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6" name="Freeform 136"/>
              <p:cNvSpPr>
                <a:spLocks/>
              </p:cNvSpPr>
              <p:nvPr/>
            </p:nvSpPr>
            <p:spPr bwMode="gray">
              <a:xfrm>
                <a:off x="12235265" y="2586987"/>
                <a:ext cx="203200" cy="34925"/>
              </a:xfrm>
              <a:custGeom>
                <a:avLst/>
                <a:gdLst/>
                <a:ahLst/>
                <a:cxnLst>
                  <a:cxn ang="0">
                    <a:pos x="1170" y="0"/>
                  </a:cxn>
                  <a:cxn ang="0">
                    <a:pos x="1192" y="2"/>
                  </a:cxn>
                  <a:cxn ang="0">
                    <a:pos x="1212" y="8"/>
                  </a:cxn>
                  <a:cxn ang="0">
                    <a:pos x="1231" y="18"/>
                  </a:cxn>
                  <a:cxn ang="0">
                    <a:pos x="1246" y="32"/>
                  </a:cxn>
                  <a:cxn ang="0">
                    <a:pos x="1259" y="47"/>
                  </a:cxn>
                  <a:cxn ang="0">
                    <a:pos x="1271" y="66"/>
                  </a:cxn>
                  <a:cxn ang="0">
                    <a:pos x="1276" y="87"/>
                  </a:cxn>
                  <a:cxn ang="0">
                    <a:pos x="1278" y="108"/>
                  </a:cxn>
                  <a:cxn ang="0">
                    <a:pos x="1276" y="131"/>
                  </a:cxn>
                  <a:cxn ang="0">
                    <a:pos x="1271" y="150"/>
                  </a:cxn>
                  <a:cxn ang="0">
                    <a:pos x="1259" y="169"/>
                  </a:cxn>
                  <a:cxn ang="0">
                    <a:pos x="1246" y="186"/>
                  </a:cxn>
                  <a:cxn ang="0">
                    <a:pos x="1231" y="199"/>
                  </a:cxn>
                  <a:cxn ang="0">
                    <a:pos x="1212" y="209"/>
                  </a:cxn>
                  <a:cxn ang="0">
                    <a:pos x="1192" y="215"/>
                  </a:cxn>
                  <a:cxn ang="0">
                    <a:pos x="1170" y="217"/>
                  </a:cxn>
                  <a:cxn ang="0">
                    <a:pos x="97" y="217"/>
                  </a:cxn>
                  <a:cxn ang="0">
                    <a:pos x="76" y="213"/>
                  </a:cxn>
                  <a:cxn ang="0">
                    <a:pos x="56" y="205"/>
                  </a:cxn>
                  <a:cxn ang="0">
                    <a:pos x="40" y="193"/>
                  </a:cxn>
                  <a:cxn ang="0">
                    <a:pos x="24" y="178"/>
                  </a:cxn>
                  <a:cxn ang="0">
                    <a:pos x="13" y="160"/>
                  </a:cxn>
                  <a:cxn ang="0">
                    <a:pos x="4" y="141"/>
                  </a:cxn>
                  <a:cxn ang="0">
                    <a:pos x="0" y="119"/>
                  </a:cxn>
                  <a:cxn ang="0">
                    <a:pos x="0" y="97"/>
                  </a:cxn>
                  <a:cxn ang="0">
                    <a:pos x="4" y="76"/>
                  </a:cxn>
                  <a:cxn ang="0">
                    <a:pos x="13" y="57"/>
                  </a:cxn>
                  <a:cxn ang="0">
                    <a:pos x="24" y="40"/>
                  </a:cxn>
                  <a:cxn ang="0">
                    <a:pos x="40" y="25"/>
                  </a:cxn>
                  <a:cxn ang="0">
                    <a:pos x="56" y="13"/>
                  </a:cxn>
                  <a:cxn ang="0">
                    <a:pos x="76" y="4"/>
                  </a:cxn>
                  <a:cxn ang="0">
                    <a:pos x="97" y="1"/>
                  </a:cxn>
                </a:cxnLst>
                <a:rect l="0" t="0" r="r" b="b"/>
                <a:pathLst>
                  <a:path w="1278" h="217">
                    <a:moveTo>
                      <a:pt x="108" y="0"/>
                    </a:moveTo>
                    <a:lnTo>
                      <a:pt x="1170" y="0"/>
                    </a:lnTo>
                    <a:lnTo>
                      <a:pt x="1181" y="1"/>
                    </a:lnTo>
                    <a:lnTo>
                      <a:pt x="1192" y="2"/>
                    </a:lnTo>
                    <a:lnTo>
                      <a:pt x="1202" y="4"/>
                    </a:lnTo>
                    <a:lnTo>
                      <a:pt x="1212" y="8"/>
                    </a:lnTo>
                    <a:lnTo>
                      <a:pt x="1222" y="13"/>
                    </a:lnTo>
                    <a:lnTo>
                      <a:pt x="1231" y="18"/>
                    </a:lnTo>
                    <a:lnTo>
                      <a:pt x="1238" y="25"/>
                    </a:lnTo>
                    <a:lnTo>
                      <a:pt x="1246" y="32"/>
                    </a:lnTo>
                    <a:lnTo>
                      <a:pt x="1254" y="40"/>
                    </a:lnTo>
                    <a:lnTo>
                      <a:pt x="1259" y="47"/>
                    </a:lnTo>
                    <a:lnTo>
                      <a:pt x="1265" y="57"/>
                    </a:lnTo>
                    <a:lnTo>
                      <a:pt x="1271" y="66"/>
                    </a:lnTo>
                    <a:lnTo>
                      <a:pt x="1274" y="76"/>
                    </a:lnTo>
                    <a:lnTo>
                      <a:pt x="1276" y="87"/>
                    </a:lnTo>
                    <a:lnTo>
                      <a:pt x="1278" y="97"/>
                    </a:lnTo>
                    <a:lnTo>
                      <a:pt x="1278" y="108"/>
                    </a:lnTo>
                    <a:lnTo>
                      <a:pt x="1278" y="119"/>
                    </a:lnTo>
                    <a:lnTo>
                      <a:pt x="1276" y="131"/>
                    </a:lnTo>
                    <a:lnTo>
                      <a:pt x="1274" y="141"/>
                    </a:lnTo>
                    <a:lnTo>
                      <a:pt x="1271" y="150"/>
                    </a:lnTo>
                    <a:lnTo>
                      <a:pt x="1265" y="160"/>
                    </a:lnTo>
                    <a:lnTo>
                      <a:pt x="1259" y="169"/>
                    </a:lnTo>
                    <a:lnTo>
                      <a:pt x="1254" y="178"/>
                    </a:lnTo>
                    <a:lnTo>
                      <a:pt x="1246" y="186"/>
                    </a:lnTo>
                    <a:lnTo>
                      <a:pt x="1238" y="193"/>
                    </a:lnTo>
                    <a:lnTo>
                      <a:pt x="1231" y="199"/>
                    </a:lnTo>
                    <a:lnTo>
                      <a:pt x="1222" y="205"/>
                    </a:lnTo>
                    <a:lnTo>
                      <a:pt x="1212" y="209"/>
                    </a:lnTo>
                    <a:lnTo>
                      <a:pt x="1202" y="213"/>
                    </a:lnTo>
                    <a:lnTo>
                      <a:pt x="1192" y="215"/>
                    </a:lnTo>
                    <a:lnTo>
                      <a:pt x="1181" y="217"/>
                    </a:lnTo>
                    <a:lnTo>
                      <a:pt x="1170" y="217"/>
                    </a:lnTo>
                    <a:lnTo>
                      <a:pt x="108" y="217"/>
                    </a:lnTo>
                    <a:lnTo>
                      <a:pt x="97" y="217"/>
                    </a:lnTo>
                    <a:lnTo>
                      <a:pt x="86" y="215"/>
                    </a:lnTo>
                    <a:lnTo>
                      <a:pt x="76" y="213"/>
                    </a:lnTo>
                    <a:lnTo>
                      <a:pt x="66" y="209"/>
                    </a:lnTo>
                    <a:lnTo>
                      <a:pt x="56" y="205"/>
                    </a:lnTo>
                    <a:lnTo>
                      <a:pt x="47" y="199"/>
                    </a:lnTo>
                    <a:lnTo>
                      <a:pt x="40" y="193"/>
                    </a:lnTo>
                    <a:lnTo>
                      <a:pt x="32" y="186"/>
                    </a:lnTo>
                    <a:lnTo>
                      <a:pt x="24" y="178"/>
                    </a:lnTo>
                    <a:lnTo>
                      <a:pt x="19" y="169"/>
                    </a:lnTo>
                    <a:lnTo>
                      <a:pt x="13" y="160"/>
                    </a:lnTo>
                    <a:lnTo>
                      <a:pt x="9" y="150"/>
                    </a:lnTo>
                    <a:lnTo>
                      <a:pt x="4" y="141"/>
                    </a:lnTo>
                    <a:lnTo>
                      <a:pt x="2" y="131"/>
                    </a:lnTo>
                    <a:lnTo>
                      <a:pt x="0" y="119"/>
                    </a:lnTo>
                    <a:lnTo>
                      <a:pt x="0" y="108"/>
                    </a:lnTo>
                    <a:lnTo>
                      <a:pt x="0" y="97"/>
                    </a:lnTo>
                    <a:lnTo>
                      <a:pt x="2" y="87"/>
                    </a:lnTo>
                    <a:lnTo>
                      <a:pt x="4" y="76"/>
                    </a:lnTo>
                    <a:lnTo>
                      <a:pt x="9" y="66"/>
                    </a:lnTo>
                    <a:lnTo>
                      <a:pt x="13" y="57"/>
                    </a:lnTo>
                    <a:lnTo>
                      <a:pt x="19" y="47"/>
                    </a:lnTo>
                    <a:lnTo>
                      <a:pt x="24" y="40"/>
                    </a:lnTo>
                    <a:lnTo>
                      <a:pt x="32" y="32"/>
                    </a:lnTo>
                    <a:lnTo>
                      <a:pt x="40" y="25"/>
                    </a:lnTo>
                    <a:lnTo>
                      <a:pt x="47" y="18"/>
                    </a:lnTo>
                    <a:lnTo>
                      <a:pt x="56" y="13"/>
                    </a:lnTo>
                    <a:lnTo>
                      <a:pt x="66" y="8"/>
                    </a:lnTo>
                    <a:lnTo>
                      <a:pt x="76" y="4"/>
                    </a:lnTo>
                    <a:lnTo>
                      <a:pt x="86" y="2"/>
                    </a:lnTo>
                    <a:lnTo>
                      <a:pt x="97" y="1"/>
                    </a:lnTo>
                    <a:lnTo>
                      <a:pt x="108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7" name="Freeform 137"/>
              <p:cNvSpPr>
                <a:spLocks/>
              </p:cNvSpPr>
              <p:nvPr/>
            </p:nvSpPr>
            <p:spPr bwMode="gray">
              <a:xfrm>
                <a:off x="11619315" y="258857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9" y="179"/>
                  </a:cxn>
                  <a:cxn ang="0">
                    <a:pos x="136" y="172"/>
                  </a:cxn>
                  <a:cxn ang="0">
                    <a:pos x="150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9" y="119"/>
                  </a:cxn>
                  <a:cxn ang="0">
                    <a:pos x="183" y="101"/>
                  </a:cxn>
                  <a:cxn ang="0">
                    <a:pos x="183" y="82"/>
                  </a:cxn>
                  <a:cxn ang="0">
                    <a:pos x="179" y="65"/>
                  </a:cxn>
                  <a:cxn ang="0">
                    <a:pos x="172" y="49"/>
                  </a:cxn>
                  <a:cxn ang="0">
                    <a:pos x="162" y="34"/>
                  </a:cxn>
                  <a:cxn ang="0">
                    <a:pos x="150" y="21"/>
                  </a:cxn>
                  <a:cxn ang="0">
                    <a:pos x="136" y="11"/>
                  </a:cxn>
                  <a:cxn ang="0">
                    <a:pos x="119" y="5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5" y="5"/>
                  </a:cxn>
                  <a:cxn ang="0">
                    <a:pos x="49" y="11"/>
                  </a:cxn>
                  <a:cxn ang="0">
                    <a:pos x="34" y="21"/>
                  </a:cxn>
                  <a:cxn ang="0">
                    <a:pos x="21" y="34"/>
                  </a:cxn>
                  <a:cxn ang="0">
                    <a:pos x="11" y="49"/>
                  </a:cxn>
                  <a:cxn ang="0">
                    <a:pos x="5" y="65"/>
                  </a:cxn>
                  <a:cxn ang="0">
                    <a:pos x="1" y="82"/>
                  </a:cxn>
                  <a:cxn ang="0">
                    <a:pos x="1" y="101"/>
                  </a:cxn>
                  <a:cxn ang="0">
                    <a:pos x="5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4" y="162"/>
                  </a:cxn>
                  <a:cxn ang="0">
                    <a:pos x="49" y="172"/>
                  </a:cxn>
                  <a:cxn ang="0">
                    <a:pos x="65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2" y="183"/>
                    </a:moveTo>
                    <a:lnTo>
                      <a:pt x="101" y="183"/>
                    </a:lnTo>
                    <a:lnTo>
                      <a:pt x="110" y="181"/>
                    </a:lnTo>
                    <a:lnTo>
                      <a:pt x="119" y="179"/>
                    </a:lnTo>
                    <a:lnTo>
                      <a:pt x="128" y="177"/>
                    </a:lnTo>
                    <a:lnTo>
                      <a:pt x="136" y="172"/>
                    </a:lnTo>
                    <a:lnTo>
                      <a:pt x="143" y="168"/>
                    </a:lnTo>
                    <a:lnTo>
                      <a:pt x="150" y="162"/>
                    </a:lnTo>
                    <a:lnTo>
                      <a:pt x="157" y="157"/>
                    </a:lnTo>
                    <a:lnTo>
                      <a:pt x="162" y="150"/>
                    </a:lnTo>
                    <a:lnTo>
                      <a:pt x="168" y="143"/>
                    </a:lnTo>
                    <a:lnTo>
                      <a:pt x="172" y="136"/>
                    </a:lnTo>
                    <a:lnTo>
                      <a:pt x="177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3" y="101"/>
                    </a:lnTo>
                    <a:lnTo>
                      <a:pt x="183" y="92"/>
                    </a:lnTo>
                    <a:lnTo>
                      <a:pt x="183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7" y="57"/>
                    </a:lnTo>
                    <a:lnTo>
                      <a:pt x="172" y="49"/>
                    </a:lnTo>
                    <a:lnTo>
                      <a:pt x="168" y="41"/>
                    </a:lnTo>
                    <a:lnTo>
                      <a:pt x="162" y="34"/>
                    </a:lnTo>
                    <a:lnTo>
                      <a:pt x="157" y="28"/>
                    </a:lnTo>
                    <a:lnTo>
                      <a:pt x="150" y="21"/>
                    </a:lnTo>
                    <a:lnTo>
                      <a:pt x="143" y="16"/>
                    </a:lnTo>
                    <a:lnTo>
                      <a:pt x="136" y="11"/>
                    </a:lnTo>
                    <a:lnTo>
                      <a:pt x="128" y="8"/>
                    </a:lnTo>
                    <a:lnTo>
                      <a:pt x="119" y="5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2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5" y="5"/>
                    </a:lnTo>
                    <a:lnTo>
                      <a:pt x="57" y="8"/>
                    </a:lnTo>
                    <a:lnTo>
                      <a:pt x="49" y="11"/>
                    </a:lnTo>
                    <a:lnTo>
                      <a:pt x="41" y="16"/>
                    </a:lnTo>
                    <a:lnTo>
                      <a:pt x="34" y="21"/>
                    </a:lnTo>
                    <a:lnTo>
                      <a:pt x="28" y="28"/>
                    </a:lnTo>
                    <a:lnTo>
                      <a:pt x="21" y="34"/>
                    </a:lnTo>
                    <a:lnTo>
                      <a:pt x="16" y="41"/>
                    </a:lnTo>
                    <a:lnTo>
                      <a:pt x="11" y="49"/>
                    </a:lnTo>
                    <a:lnTo>
                      <a:pt x="8" y="57"/>
                    </a:lnTo>
                    <a:lnTo>
                      <a:pt x="5" y="65"/>
                    </a:lnTo>
                    <a:lnTo>
                      <a:pt x="2" y="73"/>
                    </a:lnTo>
                    <a:lnTo>
                      <a:pt x="1" y="82"/>
                    </a:lnTo>
                    <a:lnTo>
                      <a:pt x="0" y="92"/>
                    </a:lnTo>
                    <a:lnTo>
                      <a:pt x="1" y="101"/>
                    </a:lnTo>
                    <a:lnTo>
                      <a:pt x="2" y="110"/>
                    </a:lnTo>
                    <a:lnTo>
                      <a:pt x="5" y="119"/>
                    </a:lnTo>
                    <a:lnTo>
                      <a:pt x="8" y="128"/>
                    </a:lnTo>
                    <a:lnTo>
                      <a:pt x="11" y="136"/>
                    </a:lnTo>
                    <a:lnTo>
                      <a:pt x="16" y="143"/>
                    </a:lnTo>
                    <a:lnTo>
                      <a:pt x="21" y="150"/>
                    </a:lnTo>
                    <a:lnTo>
                      <a:pt x="28" y="157"/>
                    </a:lnTo>
                    <a:lnTo>
                      <a:pt x="34" y="162"/>
                    </a:lnTo>
                    <a:lnTo>
                      <a:pt x="41" y="168"/>
                    </a:lnTo>
                    <a:lnTo>
                      <a:pt x="49" y="172"/>
                    </a:lnTo>
                    <a:lnTo>
                      <a:pt x="57" y="177"/>
                    </a:lnTo>
                    <a:lnTo>
                      <a:pt x="65" y="179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2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8" name="Freeform 138"/>
              <p:cNvSpPr>
                <a:spLocks/>
              </p:cNvSpPr>
              <p:nvPr/>
            </p:nvSpPr>
            <p:spPr bwMode="gray">
              <a:xfrm>
                <a:off x="11659003" y="2588574"/>
                <a:ext cx="28575" cy="28575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1" y="150"/>
                  </a:cxn>
                  <a:cxn ang="0">
                    <a:pos x="171" y="136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5"/>
                  </a:cxn>
                  <a:cxn ang="0">
                    <a:pos x="171" y="49"/>
                  </a:cxn>
                  <a:cxn ang="0">
                    <a:pos x="161" y="34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5"/>
                  </a:cxn>
                  <a:cxn ang="0">
                    <a:pos x="100" y="1"/>
                  </a:cxn>
                  <a:cxn ang="0">
                    <a:pos x="81" y="1"/>
                  </a:cxn>
                  <a:cxn ang="0">
                    <a:pos x="63" y="5"/>
                  </a:cxn>
                  <a:cxn ang="0">
                    <a:pos x="48" y="11"/>
                  </a:cxn>
                  <a:cxn ang="0">
                    <a:pos x="32" y="21"/>
                  </a:cxn>
                  <a:cxn ang="0">
                    <a:pos x="20" y="34"/>
                  </a:cxn>
                  <a:cxn ang="0">
                    <a:pos x="10" y="49"/>
                  </a:cxn>
                  <a:cxn ang="0">
                    <a:pos x="4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0" y="136"/>
                  </a:cxn>
                  <a:cxn ang="0">
                    <a:pos x="20" y="150"/>
                  </a:cxn>
                  <a:cxn ang="0">
                    <a:pos x="32" y="162"/>
                  </a:cxn>
                  <a:cxn ang="0">
                    <a:pos x="48" y="172"/>
                  </a:cxn>
                  <a:cxn ang="0">
                    <a:pos x="63" y="179"/>
                  </a:cxn>
                  <a:cxn ang="0">
                    <a:pos x="81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7" y="177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5" y="157"/>
                    </a:lnTo>
                    <a:lnTo>
                      <a:pt x="161" y="150"/>
                    </a:lnTo>
                    <a:lnTo>
                      <a:pt x="167" y="143"/>
                    </a:lnTo>
                    <a:lnTo>
                      <a:pt x="171" y="136"/>
                    </a:lnTo>
                    <a:lnTo>
                      <a:pt x="175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5" y="57"/>
                    </a:lnTo>
                    <a:lnTo>
                      <a:pt x="171" y="49"/>
                    </a:lnTo>
                    <a:lnTo>
                      <a:pt x="167" y="41"/>
                    </a:lnTo>
                    <a:lnTo>
                      <a:pt x="161" y="34"/>
                    </a:lnTo>
                    <a:lnTo>
                      <a:pt x="155" y="28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7" y="8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1" y="1"/>
                    </a:lnTo>
                    <a:lnTo>
                      <a:pt x="72" y="2"/>
                    </a:lnTo>
                    <a:lnTo>
                      <a:pt x="63" y="5"/>
                    </a:lnTo>
                    <a:lnTo>
                      <a:pt x="56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2" y="21"/>
                    </a:lnTo>
                    <a:lnTo>
                      <a:pt x="27" y="28"/>
                    </a:lnTo>
                    <a:lnTo>
                      <a:pt x="20" y="34"/>
                    </a:lnTo>
                    <a:lnTo>
                      <a:pt x="16" y="41"/>
                    </a:lnTo>
                    <a:lnTo>
                      <a:pt x="10" y="49"/>
                    </a:lnTo>
                    <a:lnTo>
                      <a:pt x="7" y="57"/>
                    </a:lnTo>
                    <a:lnTo>
                      <a:pt x="4" y="65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4" y="119"/>
                    </a:lnTo>
                    <a:lnTo>
                      <a:pt x="7" y="128"/>
                    </a:lnTo>
                    <a:lnTo>
                      <a:pt x="10" y="136"/>
                    </a:lnTo>
                    <a:lnTo>
                      <a:pt x="16" y="143"/>
                    </a:lnTo>
                    <a:lnTo>
                      <a:pt x="20" y="150"/>
                    </a:lnTo>
                    <a:lnTo>
                      <a:pt x="27" y="157"/>
                    </a:lnTo>
                    <a:lnTo>
                      <a:pt x="32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6" y="177"/>
                    </a:lnTo>
                    <a:lnTo>
                      <a:pt x="63" y="179"/>
                    </a:lnTo>
                    <a:lnTo>
                      <a:pt x="72" y="181"/>
                    </a:lnTo>
                    <a:lnTo>
                      <a:pt x="81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49" name="Freeform 139"/>
              <p:cNvSpPr>
                <a:spLocks/>
              </p:cNvSpPr>
              <p:nvPr/>
            </p:nvSpPr>
            <p:spPr bwMode="gray">
              <a:xfrm>
                <a:off x="11698690" y="2588574"/>
                <a:ext cx="30163" cy="28575"/>
              </a:xfrm>
              <a:custGeom>
                <a:avLst/>
                <a:gdLst/>
                <a:ahLst/>
                <a:cxnLst>
                  <a:cxn ang="0">
                    <a:pos x="100" y="183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1" y="136"/>
                  </a:cxn>
                  <a:cxn ang="0">
                    <a:pos x="179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9" y="65"/>
                  </a:cxn>
                  <a:cxn ang="0">
                    <a:pos x="171" y="49"/>
                  </a:cxn>
                  <a:cxn ang="0">
                    <a:pos x="162" y="34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5"/>
                  </a:cxn>
                  <a:cxn ang="0">
                    <a:pos x="100" y="1"/>
                  </a:cxn>
                  <a:cxn ang="0">
                    <a:pos x="82" y="1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0" y="34"/>
                  </a:cxn>
                  <a:cxn ang="0">
                    <a:pos x="11" y="49"/>
                  </a:cxn>
                  <a:cxn ang="0">
                    <a:pos x="3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6"/>
                  </a:cxn>
                  <a:cxn ang="0">
                    <a:pos x="20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2" h="183">
                    <a:moveTo>
                      <a:pt x="91" y="183"/>
                    </a:moveTo>
                    <a:lnTo>
                      <a:pt x="100" y="183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7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5" y="157"/>
                    </a:lnTo>
                    <a:lnTo>
                      <a:pt x="162" y="150"/>
                    </a:lnTo>
                    <a:lnTo>
                      <a:pt x="166" y="143"/>
                    </a:lnTo>
                    <a:lnTo>
                      <a:pt x="171" y="136"/>
                    </a:lnTo>
                    <a:lnTo>
                      <a:pt x="175" y="128"/>
                    </a:lnTo>
                    <a:lnTo>
                      <a:pt x="179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2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9" y="65"/>
                    </a:lnTo>
                    <a:lnTo>
                      <a:pt x="175" y="57"/>
                    </a:lnTo>
                    <a:lnTo>
                      <a:pt x="171" y="49"/>
                    </a:lnTo>
                    <a:lnTo>
                      <a:pt x="166" y="41"/>
                    </a:lnTo>
                    <a:lnTo>
                      <a:pt x="162" y="34"/>
                    </a:lnTo>
                    <a:lnTo>
                      <a:pt x="155" y="28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5"/>
                    </a:lnTo>
                    <a:lnTo>
                      <a:pt x="110" y="2"/>
                    </a:lnTo>
                    <a:lnTo>
                      <a:pt x="100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2" y="2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7" y="28"/>
                    </a:lnTo>
                    <a:lnTo>
                      <a:pt x="20" y="34"/>
                    </a:lnTo>
                    <a:lnTo>
                      <a:pt x="16" y="41"/>
                    </a:lnTo>
                    <a:lnTo>
                      <a:pt x="11" y="49"/>
                    </a:lnTo>
                    <a:lnTo>
                      <a:pt x="7" y="57"/>
                    </a:lnTo>
                    <a:lnTo>
                      <a:pt x="3" y="65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7" y="128"/>
                    </a:lnTo>
                    <a:lnTo>
                      <a:pt x="11" y="136"/>
                    </a:lnTo>
                    <a:lnTo>
                      <a:pt x="16" y="143"/>
                    </a:lnTo>
                    <a:lnTo>
                      <a:pt x="20" y="150"/>
                    </a:lnTo>
                    <a:lnTo>
                      <a:pt x="27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7"/>
                    </a:lnTo>
                    <a:lnTo>
                      <a:pt x="64" y="179"/>
                    </a:lnTo>
                    <a:lnTo>
                      <a:pt x="72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50" name="Freeform 140"/>
              <p:cNvSpPr>
                <a:spLocks/>
              </p:cNvSpPr>
              <p:nvPr/>
            </p:nvSpPr>
            <p:spPr bwMode="gray">
              <a:xfrm>
                <a:off x="11739965" y="258857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8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5"/>
                  </a:cxn>
                  <a:cxn ang="0">
                    <a:pos x="172" y="49"/>
                  </a:cxn>
                  <a:cxn ang="0">
                    <a:pos x="162" y="34"/>
                  </a:cxn>
                  <a:cxn ang="0">
                    <a:pos x="148" y="21"/>
                  </a:cxn>
                  <a:cxn ang="0">
                    <a:pos x="134" y="11"/>
                  </a:cxn>
                  <a:cxn ang="0">
                    <a:pos x="118" y="5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5"/>
                  </a:cxn>
                  <a:cxn ang="0">
                    <a:pos x="48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9"/>
                  </a:cxn>
                  <a:cxn ang="0">
                    <a:pos x="3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3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8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10" y="181"/>
                    </a:lnTo>
                    <a:lnTo>
                      <a:pt x="118" y="179"/>
                    </a:lnTo>
                    <a:lnTo>
                      <a:pt x="126" y="177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8" y="162"/>
                    </a:lnTo>
                    <a:lnTo>
                      <a:pt x="155" y="157"/>
                    </a:lnTo>
                    <a:lnTo>
                      <a:pt x="162" y="150"/>
                    </a:lnTo>
                    <a:lnTo>
                      <a:pt x="166" y="143"/>
                    </a:lnTo>
                    <a:lnTo>
                      <a:pt x="172" y="136"/>
                    </a:lnTo>
                    <a:lnTo>
                      <a:pt x="175" y="128"/>
                    </a:lnTo>
                    <a:lnTo>
                      <a:pt x="178" y="119"/>
                    </a:lnTo>
                    <a:lnTo>
                      <a:pt x="181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1" y="73"/>
                    </a:lnTo>
                    <a:lnTo>
                      <a:pt x="178" y="65"/>
                    </a:lnTo>
                    <a:lnTo>
                      <a:pt x="175" y="57"/>
                    </a:lnTo>
                    <a:lnTo>
                      <a:pt x="172" y="49"/>
                    </a:lnTo>
                    <a:lnTo>
                      <a:pt x="166" y="41"/>
                    </a:lnTo>
                    <a:lnTo>
                      <a:pt x="162" y="34"/>
                    </a:lnTo>
                    <a:lnTo>
                      <a:pt x="155" y="28"/>
                    </a:lnTo>
                    <a:lnTo>
                      <a:pt x="148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5"/>
                    </a:lnTo>
                    <a:lnTo>
                      <a:pt x="110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8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8"/>
                    </a:lnTo>
                    <a:lnTo>
                      <a:pt x="21" y="34"/>
                    </a:lnTo>
                    <a:lnTo>
                      <a:pt x="15" y="41"/>
                    </a:lnTo>
                    <a:lnTo>
                      <a:pt x="11" y="49"/>
                    </a:lnTo>
                    <a:lnTo>
                      <a:pt x="6" y="57"/>
                    </a:lnTo>
                    <a:lnTo>
                      <a:pt x="3" y="65"/>
                    </a:lnTo>
                    <a:lnTo>
                      <a:pt x="1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1" y="110"/>
                    </a:lnTo>
                    <a:lnTo>
                      <a:pt x="3" y="119"/>
                    </a:lnTo>
                    <a:lnTo>
                      <a:pt x="6" y="128"/>
                    </a:lnTo>
                    <a:lnTo>
                      <a:pt x="11" y="136"/>
                    </a:lnTo>
                    <a:lnTo>
                      <a:pt x="15" y="143"/>
                    </a:lnTo>
                    <a:lnTo>
                      <a:pt x="21" y="150"/>
                    </a:lnTo>
                    <a:lnTo>
                      <a:pt x="26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8" y="172"/>
                    </a:lnTo>
                    <a:lnTo>
                      <a:pt x="55" y="177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51" name="Freeform 141"/>
              <p:cNvSpPr>
                <a:spLocks/>
              </p:cNvSpPr>
              <p:nvPr/>
            </p:nvSpPr>
            <p:spPr bwMode="gray">
              <a:xfrm>
                <a:off x="11779653" y="2588574"/>
                <a:ext cx="28575" cy="28575"/>
              </a:xfrm>
              <a:custGeom>
                <a:avLst/>
                <a:gdLst/>
                <a:ahLst/>
                <a:cxnLst>
                  <a:cxn ang="0">
                    <a:pos x="101" y="183"/>
                  </a:cxn>
                  <a:cxn ang="0">
                    <a:pos x="118" y="179"/>
                  </a:cxn>
                  <a:cxn ang="0">
                    <a:pos x="134" y="172"/>
                  </a:cxn>
                  <a:cxn ang="0">
                    <a:pos x="149" y="162"/>
                  </a:cxn>
                  <a:cxn ang="0">
                    <a:pos x="162" y="150"/>
                  </a:cxn>
                  <a:cxn ang="0">
                    <a:pos x="172" y="136"/>
                  </a:cxn>
                  <a:cxn ang="0">
                    <a:pos x="178" y="119"/>
                  </a:cxn>
                  <a:cxn ang="0">
                    <a:pos x="182" y="101"/>
                  </a:cxn>
                  <a:cxn ang="0">
                    <a:pos x="182" y="82"/>
                  </a:cxn>
                  <a:cxn ang="0">
                    <a:pos x="178" y="65"/>
                  </a:cxn>
                  <a:cxn ang="0">
                    <a:pos x="172" y="49"/>
                  </a:cxn>
                  <a:cxn ang="0">
                    <a:pos x="162" y="34"/>
                  </a:cxn>
                  <a:cxn ang="0">
                    <a:pos x="149" y="21"/>
                  </a:cxn>
                  <a:cxn ang="0">
                    <a:pos x="134" y="11"/>
                  </a:cxn>
                  <a:cxn ang="0">
                    <a:pos x="118" y="5"/>
                  </a:cxn>
                  <a:cxn ang="0">
                    <a:pos x="101" y="1"/>
                  </a:cxn>
                  <a:cxn ang="0">
                    <a:pos x="82" y="1"/>
                  </a:cxn>
                  <a:cxn ang="0">
                    <a:pos x="64" y="5"/>
                  </a:cxn>
                  <a:cxn ang="0">
                    <a:pos x="47" y="11"/>
                  </a:cxn>
                  <a:cxn ang="0">
                    <a:pos x="33" y="21"/>
                  </a:cxn>
                  <a:cxn ang="0">
                    <a:pos x="21" y="34"/>
                  </a:cxn>
                  <a:cxn ang="0">
                    <a:pos x="11" y="49"/>
                  </a:cxn>
                  <a:cxn ang="0">
                    <a:pos x="4" y="65"/>
                  </a:cxn>
                  <a:cxn ang="0">
                    <a:pos x="0" y="82"/>
                  </a:cxn>
                  <a:cxn ang="0">
                    <a:pos x="0" y="101"/>
                  </a:cxn>
                  <a:cxn ang="0">
                    <a:pos x="4" y="119"/>
                  </a:cxn>
                  <a:cxn ang="0">
                    <a:pos x="11" y="136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7" y="172"/>
                  </a:cxn>
                  <a:cxn ang="0">
                    <a:pos x="64" y="179"/>
                  </a:cxn>
                  <a:cxn ang="0">
                    <a:pos x="82" y="183"/>
                  </a:cxn>
                </a:cxnLst>
                <a:rect l="0" t="0" r="r" b="b"/>
                <a:pathLst>
                  <a:path w="183" h="183">
                    <a:moveTo>
                      <a:pt x="91" y="183"/>
                    </a:moveTo>
                    <a:lnTo>
                      <a:pt x="101" y="183"/>
                    </a:lnTo>
                    <a:lnTo>
                      <a:pt x="109" y="181"/>
                    </a:lnTo>
                    <a:lnTo>
                      <a:pt x="118" y="179"/>
                    </a:lnTo>
                    <a:lnTo>
                      <a:pt x="126" y="177"/>
                    </a:lnTo>
                    <a:lnTo>
                      <a:pt x="134" y="172"/>
                    </a:lnTo>
                    <a:lnTo>
                      <a:pt x="142" y="168"/>
                    </a:lnTo>
                    <a:lnTo>
                      <a:pt x="149" y="162"/>
                    </a:lnTo>
                    <a:lnTo>
                      <a:pt x="156" y="157"/>
                    </a:lnTo>
                    <a:lnTo>
                      <a:pt x="162" y="150"/>
                    </a:lnTo>
                    <a:lnTo>
                      <a:pt x="167" y="143"/>
                    </a:lnTo>
                    <a:lnTo>
                      <a:pt x="172" y="136"/>
                    </a:lnTo>
                    <a:lnTo>
                      <a:pt x="175" y="128"/>
                    </a:lnTo>
                    <a:lnTo>
                      <a:pt x="178" y="119"/>
                    </a:lnTo>
                    <a:lnTo>
                      <a:pt x="180" y="110"/>
                    </a:lnTo>
                    <a:lnTo>
                      <a:pt x="182" y="101"/>
                    </a:lnTo>
                    <a:lnTo>
                      <a:pt x="183" y="92"/>
                    </a:lnTo>
                    <a:lnTo>
                      <a:pt x="182" y="82"/>
                    </a:lnTo>
                    <a:lnTo>
                      <a:pt x="180" y="73"/>
                    </a:lnTo>
                    <a:lnTo>
                      <a:pt x="178" y="65"/>
                    </a:lnTo>
                    <a:lnTo>
                      <a:pt x="175" y="57"/>
                    </a:lnTo>
                    <a:lnTo>
                      <a:pt x="172" y="49"/>
                    </a:lnTo>
                    <a:lnTo>
                      <a:pt x="167" y="41"/>
                    </a:lnTo>
                    <a:lnTo>
                      <a:pt x="162" y="34"/>
                    </a:lnTo>
                    <a:lnTo>
                      <a:pt x="156" y="28"/>
                    </a:lnTo>
                    <a:lnTo>
                      <a:pt x="149" y="21"/>
                    </a:lnTo>
                    <a:lnTo>
                      <a:pt x="142" y="16"/>
                    </a:lnTo>
                    <a:lnTo>
                      <a:pt x="134" y="11"/>
                    </a:lnTo>
                    <a:lnTo>
                      <a:pt x="126" y="8"/>
                    </a:lnTo>
                    <a:lnTo>
                      <a:pt x="118" y="5"/>
                    </a:lnTo>
                    <a:lnTo>
                      <a:pt x="109" y="2"/>
                    </a:lnTo>
                    <a:lnTo>
                      <a:pt x="101" y="1"/>
                    </a:lnTo>
                    <a:lnTo>
                      <a:pt x="91" y="0"/>
                    </a:lnTo>
                    <a:lnTo>
                      <a:pt x="82" y="1"/>
                    </a:lnTo>
                    <a:lnTo>
                      <a:pt x="73" y="2"/>
                    </a:lnTo>
                    <a:lnTo>
                      <a:pt x="64" y="5"/>
                    </a:lnTo>
                    <a:lnTo>
                      <a:pt x="55" y="8"/>
                    </a:lnTo>
                    <a:lnTo>
                      <a:pt x="47" y="11"/>
                    </a:lnTo>
                    <a:lnTo>
                      <a:pt x="40" y="16"/>
                    </a:lnTo>
                    <a:lnTo>
                      <a:pt x="33" y="21"/>
                    </a:lnTo>
                    <a:lnTo>
                      <a:pt x="26" y="28"/>
                    </a:lnTo>
                    <a:lnTo>
                      <a:pt x="21" y="34"/>
                    </a:lnTo>
                    <a:lnTo>
                      <a:pt x="15" y="41"/>
                    </a:lnTo>
                    <a:lnTo>
                      <a:pt x="11" y="49"/>
                    </a:lnTo>
                    <a:lnTo>
                      <a:pt x="6" y="57"/>
                    </a:lnTo>
                    <a:lnTo>
                      <a:pt x="4" y="65"/>
                    </a:lnTo>
                    <a:lnTo>
                      <a:pt x="2" y="73"/>
                    </a:lnTo>
                    <a:lnTo>
                      <a:pt x="0" y="82"/>
                    </a:lnTo>
                    <a:lnTo>
                      <a:pt x="0" y="92"/>
                    </a:lnTo>
                    <a:lnTo>
                      <a:pt x="0" y="101"/>
                    </a:lnTo>
                    <a:lnTo>
                      <a:pt x="2" y="110"/>
                    </a:lnTo>
                    <a:lnTo>
                      <a:pt x="4" y="119"/>
                    </a:lnTo>
                    <a:lnTo>
                      <a:pt x="6" y="128"/>
                    </a:lnTo>
                    <a:lnTo>
                      <a:pt x="11" y="136"/>
                    </a:lnTo>
                    <a:lnTo>
                      <a:pt x="15" y="143"/>
                    </a:lnTo>
                    <a:lnTo>
                      <a:pt x="21" y="150"/>
                    </a:lnTo>
                    <a:lnTo>
                      <a:pt x="26" y="157"/>
                    </a:lnTo>
                    <a:lnTo>
                      <a:pt x="33" y="162"/>
                    </a:lnTo>
                    <a:lnTo>
                      <a:pt x="40" y="168"/>
                    </a:lnTo>
                    <a:lnTo>
                      <a:pt x="47" y="172"/>
                    </a:lnTo>
                    <a:lnTo>
                      <a:pt x="55" y="177"/>
                    </a:lnTo>
                    <a:lnTo>
                      <a:pt x="64" y="179"/>
                    </a:lnTo>
                    <a:lnTo>
                      <a:pt x="73" y="181"/>
                    </a:lnTo>
                    <a:lnTo>
                      <a:pt x="82" y="183"/>
                    </a:lnTo>
                    <a:lnTo>
                      <a:pt x="91" y="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52" name="Freeform 142"/>
              <p:cNvSpPr>
                <a:spLocks noEditPoints="1"/>
              </p:cNvSpPr>
              <p:nvPr/>
            </p:nvSpPr>
            <p:spPr bwMode="gray">
              <a:xfrm>
                <a:off x="11451040" y="1826574"/>
                <a:ext cx="1163638" cy="2817813"/>
              </a:xfrm>
              <a:custGeom>
                <a:avLst/>
                <a:gdLst/>
                <a:ahLst/>
                <a:cxnLst>
                  <a:cxn ang="0">
                    <a:pos x="7278" y="17716"/>
                  </a:cxn>
                  <a:cxn ang="0">
                    <a:pos x="8" y="108"/>
                  </a:cxn>
                  <a:cxn ang="0">
                    <a:pos x="6789" y="11256"/>
                  </a:cxn>
                  <a:cxn ang="0">
                    <a:pos x="6875" y="12138"/>
                  </a:cxn>
                  <a:cxn ang="0">
                    <a:pos x="664" y="12286"/>
                  </a:cxn>
                  <a:cxn ang="0">
                    <a:pos x="438" y="12054"/>
                  </a:cxn>
                  <a:cxn ang="0">
                    <a:pos x="626" y="11218"/>
                  </a:cxn>
                  <a:cxn ang="0">
                    <a:pos x="6850" y="10134"/>
                  </a:cxn>
                  <a:cxn ang="0">
                    <a:pos x="6826" y="11025"/>
                  </a:cxn>
                  <a:cxn ang="0">
                    <a:pos x="578" y="11077"/>
                  </a:cxn>
                  <a:cxn ang="0">
                    <a:pos x="446" y="10211"/>
                  </a:cxn>
                  <a:cxn ang="0">
                    <a:pos x="705" y="8842"/>
                  </a:cxn>
                  <a:cxn ang="0">
                    <a:pos x="6887" y="9028"/>
                  </a:cxn>
                  <a:cxn ang="0">
                    <a:pos x="6755" y="9895"/>
                  </a:cxn>
                  <a:cxn ang="0">
                    <a:pos x="507" y="9842"/>
                  </a:cxn>
                  <a:cxn ang="0">
                    <a:pos x="484" y="8952"/>
                  </a:cxn>
                  <a:cxn ang="0">
                    <a:pos x="6708" y="7670"/>
                  </a:cxn>
                  <a:cxn ang="0">
                    <a:pos x="6895" y="8507"/>
                  </a:cxn>
                  <a:cxn ang="0">
                    <a:pos x="6669" y="8739"/>
                  </a:cxn>
                  <a:cxn ang="0">
                    <a:pos x="459" y="8590"/>
                  </a:cxn>
                  <a:cxn ang="0">
                    <a:pos x="546" y="7709"/>
                  </a:cxn>
                  <a:cxn ang="0">
                    <a:pos x="6789" y="6526"/>
                  </a:cxn>
                  <a:cxn ang="0">
                    <a:pos x="6875" y="7407"/>
                  </a:cxn>
                  <a:cxn ang="0">
                    <a:pos x="664" y="7556"/>
                  </a:cxn>
                  <a:cxn ang="0">
                    <a:pos x="438" y="7324"/>
                  </a:cxn>
                  <a:cxn ang="0">
                    <a:pos x="626" y="6488"/>
                  </a:cxn>
                  <a:cxn ang="0">
                    <a:pos x="6850" y="5404"/>
                  </a:cxn>
                  <a:cxn ang="0">
                    <a:pos x="6826" y="6296"/>
                  </a:cxn>
                  <a:cxn ang="0">
                    <a:pos x="578" y="6347"/>
                  </a:cxn>
                  <a:cxn ang="0">
                    <a:pos x="446" y="5480"/>
                  </a:cxn>
                  <a:cxn ang="0">
                    <a:pos x="705" y="4111"/>
                  </a:cxn>
                  <a:cxn ang="0">
                    <a:pos x="6887" y="4298"/>
                  </a:cxn>
                  <a:cxn ang="0">
                    <a:pos x="6755" y="5164"/>
                  </a:cxn>
                  <a:cxn ang="0">
                    <a:pos x="507" y="5113"/>
                  </a:cxn>
                  <a:cxn ang="0">
                    <a:pos x="484" y="4221"/>
                  </a:cxn>
                  <a:cxn ang="0">
                    <a:pos x="3868" y="13193"/>
                  </a:cxn>
                  <a:cxn ang="0">
                    <a:pos x="4227" y="13800"/>
                  </a:cxn>
                  <a:cxn ang="0">
                    <a:pos x="3706" y="14270"/>
                  </a:cxn>
                  <a:cxn ang="0">
                    <a:pos x="3139" y="13854"/>
                  </a:cxn>
                  <a:cxn ang="0">
                    <a:pos x="3438" y="13214"/>
                  </a:cxn>
                  <a:cxn ang="0">
                    <a:pos x="5725" y="15090"/>
                  </a:cxn>
                  <a:cxn ang="0">
                    <a:pos x="1625" y="15153"/>
                  </a:cxn>
                  <a:cxn ang="0">
                    <a:pos x="5640" y="15449"/>
                  </a:cxn>
                  <a:cxn ang="0">
                    <a:pos x="5600" y="15705"/>
                  </a:cxn>
                  <a:cxn ang="0">
                    <a:pos x="1659" y="15469"/>
                  </a:cxn>
                  <a:cxn ang="0">
                    <a:pos x="5723" y="16082"/>
                  </a:cxn>
                  <a:cxn ang="0">
                    <a:pos x="1615" y="16095"/>
                  </a:cxn>
                  <a:cxn ang="0">
                    <a:pos x="6708" y="2941"/>
                  </a:cxn>
                  <a:cxn ang="0">
                    <a:pos x="6895" y="3776"/>
                  </a:cxn>
                  <a:cxn ang="0">
                    <a:pos x="6669" y="4009"/>
                  </a:cxn>
                  <a:cxn ang="0">
                    <a:pos x="459" y="3861"/>
                  </a:cxn>
                  <a:cxn ang="0">
                    <a:pos x="546" y="2979"/>
                  </a:cxn>
                  <a:cxn ang="0">
                    <a:pos x="6789" y="1796"/>
                  </a:cxn>
                  <a:cxn ang="0">
                    <a:pos x="6875" y="2678"/>
                  </a:cxn>
                  <a:cxn ang="0">
                    <a:pos x="664" y="2827"/>
                  </a:cxn>
                  <a:cxn ang="0">
                    <a:pos x="438" y="2594"/>
                  </a:cxn>
                  <a:cxn ang="0">
                    <a:pos x="626" y="1758"/>
                  </a:cxn>
                  <a:cxn ang="0">
                    <a:pos x="6850" y="673"/>
                  </a:cxn>
                  <a:cxn ang="0">
                    <a:pos x="6826" y="1565"/>
                  </a:cxn>
                  <a:cxn ang="0">
                    <a:pos x="578" y="1617"/>
                  </a:cxn>
                  <a:cxn ang="0">
                    <a:pos x="446" y="750"/>
                  </a:cxn>
                </a:cxnLst>
                <a:rect l="0" t="0" r="r" b="b"/>
                <a:pathLst>
                  <a:path w="7333" h="17750">
                    <a:moveTo>
                      <a:pt x="152" y="0"/>
                    </a:moveTo>
                    <a:lnTo>
                      <a:pt x="7181" y="0"/>
                    </a:lnTo>
                    <a:lnTo>
                      <a:pt x="7197" y="1"/>
                    </a:lnTo>
                    <a:lnTo>
                      <a:pt x="7211" y="3"/>
                    </a:lnTo>
                    <a:lnTo>
                      <a:pt x="7227" y="7"/>
                    </a:lnTo>
                    <a:lnTo>
                      <a:pt x="7240" y="12"/>
                    </a:lnTo>
                    <a:lnTo>
                      <a:pt x="7253" y="19"/>
                    </a:lnTo>
                    <a:lnTo>
                      <a:pt x="7265" y="27"/>
                    </a:lnTo>
                    <a:lnTo>
                      <a:pt x="7278" y="36"/>
                    </a:lnTo>
                    <a:lnTo>
                      <a:pt x="7289" y="44"/>
                    </a:lnTo>
                    <a:lnTo>
                      <a:pt x="7299" y="55"/>
                    </a:lnTo>
                    <a:lnTo>
                      <a:pt x="7306" y="68"/>
                    </a:lnTo>
                    <a:lnTo>
                      <a:pt x="7314" y="80"/>
                    </a:lnTo>
                    <a:lnTo>
                      <a:pt x="7321" y="93"/>
                    </a:lnTo>
                    <a:lnTo>
                      <a:pt x="7326" y="108"/>
                    </a:lnTo>
                    <a:lnTo>
                      <a:pt x="7330" y="122"/>
                    </a:lnTo>
                    <a:lnTo>
                      <a:pt x="7332" y="138"/>
                    </a:lnTo>
                    <a:lnTo>
                      <a:pt x="7333" y="153"/>
                    </a:lnTo>
                    <a:lnTo>
                      <a:pt x="7333" y="17597"/>
                    </a:lnTo>
                    <a:lnTo>
                      <a:pt x="7332" y="17612"/>
                    </a:lnTo>
                    <a:lnTo>
                      <a:pt x="7330" y="17628"/>
                    </a:lnTo>
                    <a:lnTo>
                      <a:pt x="7326" y="17642"/>
                    </a:lnTo>
                    <a:lnTo>
                      <a:pt x="7321" y="17657"/>
                    </a:lnTo>
                    <a:lnTo>
                      <a:pt x="7314" y="17670"/>
                    </a:lnTo>
                    <a:lnTo>
                      <a:pt x="7306" y="17682"/>
                    </a:lnTo>
                    <a:lnTo>
                      <a:pt x="7299" y="17695"/>
                    </a:lnTo>
                    <a:lnTo>
                      <a:pt x="7289" y="17706"/>
                    </a:lnTo>
                    <a:lnTo>
                      <a:pt x="7278" y="17716"/>
                    </a:lnTo>
                    <a:lnTo>
                      <a:pt x="7265" y="17723"/>
                    </a:lnTo>
                    <a:lnTo>
                      <a:pt x="7253" y="17731"/>
                    </a:lnTo>
                    <a:lnTo>
                      <a:pt x="7240" y="17738"/>
                    </a:lnTo>
                    <a:lnTo>
                      <a:pt x="7227" y="17743"/>
                    </a:lnTo>
                    <a:lnTo>
                      <a:pt x="7211" y="17747"/>
                    </a:lnTo>
                    <a:lnTo>
                      <a:pt x="7197" y="17749"/>
                    </a:lnTo>
                    <a:lnTo>
                      <a:pt x="7181" y="17750"/>
                    </a:lnTo>
                    <a:lnTo>
                      <a:pt x="152" y="17750"/>
                    </a:lnTo>
                    <a:lnTo>
                      <a:pt x="137" y="17749"/>
                    </a:lnTo>
                    <a:lnTo>
                      <a:pt x="122" y="17747"/>
                    </a:lnTo>
                    <a:lnTo>
                      <a:pt x="108" y="17743"/>
                    </a:lnTo>
                    <a:lnTo>
                      <a:pt x="93" y="17738"/>
                    </a:lnTo>
                    <a:lnTo>
                      <a:pt x="80" y="17731"/>
                    </a:lnTo>
                    <a:lnTo>
                      <a:pt x="68" y="17723"/>
                    </a:lnTo>
                    <a:lnTo>
                      <a:pt x="56" y="17716"/>
                    </a:lnTo>
                    <a:lnTo>
                      <a:pt x="46" y="17706"/>
                    </a:lnTo>
                    <a:lnTo>
                      <a:pt x="36" y="17695"/>
                    </a:lnTo>
                    <a:lnTo>
                      <a:pt x="27" y="17682"/>
                    </a:lnTo>
                    <a:lnTo>
                      <a:pt x="19" y="17670"/>
                    </a:lnTo>
                    <a:lnTo>
                      <a:pt x="12" y="17657"/>
                    </a:lnTo>
                    <a:lnTo>
                      <a:pt x="8" y="17642"/>
                    </a:lnTo>
                    <a:lnTo>
                      <a:pt x="4" y="17628"/>
                    </a:lnTo>
                    <a:lnTo>
                      <a:pt x="1" y="17612"/>
                    </a:lnTo>
                    <a:lnTo>
                      <a:pt x="0" y="17597"/>
                    </a:lnTo>
                    <a:lnTo>
                      <a:pt x="0" y="153"/>
                    </a:lnTo>
                    <a:lnTo>
                      <a:pt x="1" y="138"/>
                    </a:lnTo>
                    <a:lnTo>
                      <a:pt x="4" y="122"/>
                    </a:lnTo>
                    <a:lnTo>
                      <a:pt x="8" y="108"/>
                    </a:lnTo>
                    <a:lnTo>
                      <a:pt x="12" y="93"/>
                    </a:lnTo>
                    <a:lnTo>
                      <a:pt x="19" y="80"/>
                    </a:lnTo>
                    <a:lnTo>
                      <a:pt x="27" y="68"/>
                    </a:lnTo>
                    <a:lnTo>
                      <a:pt x="36" y="55"/>
                    </a:lnTo>
                    <a:lnTo>
                      <a:pt x="46" y="44"/>
                    </a:lnTo>
                    <a:lnTo>
                      <a:pt x="56" y="36"/>
                    </a:lnTo>
                    <a:lnTo>
                      <a:pt x="68" y="27"/>
                    </a:lnTo>
                    <a:lnTo>
                      <a:pt x="80" y="19"/>
                    </a:lnTo>
                    <a:lnTo>
                      <a:pt x="93" y="12"/>
                    </a:lnTo>
                    <a:lnTo>
                      <a:pt x="108" y="7"/>
                    </a:lnTo>
                    <a:lnTo>
                      <a:pt x="122" y="3"/>
                    </a:lnTo>
                    <a:lnTo>
                      <a:pt x="137" y="1"/>
                    </a:lnTo>
                    <a:lnTo>
                      <a:pt x="152" y="0"/>
                    </a:lnTo>
                    <a:close/>
                    <a:moveTo>
                      <a:pt x="705" y="11207"/>
                    </a:moveTo>
                    <a:lnTo>
                      <a:pt x="6629" y="11207"/>
                    </a:lnTo>
                    <a:lnTo>
                      <a:pt x="6642" y="11207"/>
                    </a:lnTo>
                    <a:lnTo>
                      <a:pt x="6655" y="11208"/>
                    </a:lnTo>
                    <a:lnTo>
                      <a:pt x="6669" y="11209"/>
                    </a:lnTo>
                    <a:lnTo>
                      <a:pt x="6682" y="11211"/>
                    </a:lnTo>
                    <a:lnTo>
                      <a:pt x="6695" y="11215"/>
                    </a:lnTo>
                    <a:lnTo>
                      <a:pt x="6708" y="11218"/>
                    </a:lnTo>
                    <a:lnTo>
                      <a:pt x="6720" y="11221"/>
                    </a:lnTo>
                    <a:lnTo>
                      <a:pt x="6732" y="11226"/>
                    </a:lnTo>
                    <a:lnTo>
                      <a:pt x="6744" y="11231"/>
                    </a:lnTo>
                    <a:lnTo>
                      <a:pt x="6755" y="11237"/>
                    </a:lnTo>
                    <a:lnTo>
                      <a:pt x="6766" y="11242"/>
                    </a:lnTo>
                    <a:lnTo>
                      <a:pt x="6777" y="11249"/>
                    </a:lnTo>
                    <a:lnTo>
                      <a:pt x="6789" y="11256"/>
                    </a:lnTo>
                    <a:lnTo>
                      <a:pt x="6799" y="11263"/>
                    </a:lnTo>
                    <a:lnTo>
                      <a:pt x="6809" y="11271"/>
                    </a:lnTo>
                    <a:lnTo>
                      <a:pt x="6817" y="11279"/>
                    </a:lnTo>
                    <a:lnTo>
                      <a:pt x="6826" y="11288"/>
                    </a:lnTo>
                    <a:lnTo>
                      <a:pt x="6834" y="11297"/>
                    </a:lnTo>
                    <a:lnTo>
                      <a:pt x="6843" y="11307"/>
                    </a:lnTo>
                    <a:lnTo>
                      <a:pt x="6850" y="11316"/>
                    </a:lnTo>
                    <a:lnTo>
                      <a:pt x="6857" y="11327"/>
                    </a:lnTo>
                    <a:lnTo>
                      <a:pt x="6863" y="11337"/>
                    </a:lnTo>
                    <a:lnTo>
                      <a:pt x="6870" y="11348"/>
                    </a:lnTo>
                    <a:lnTo>
                      <a:pt x="6875" y="11358"/>
                    </a:lnTo>
                    <a:lnTo>
                      <a:pt x="6879" y="11370"/>
                    </a:lnTo>
                    <a:lnTo>
                      <a:pt x="6884" y="11381"/>
                    </a:lnTo>
                    <a:lnTo>
                      <a:pt x="6887" y="11392"/>
                    </a:lnTo>
                    <a:lnTo>
                      <a:pt x="6891" y="11404"/>
                    </a:lnTo>
                    <a:lnTo>
                      <a:pt x="6893" y="11417"/>
                    </a:lnTo>
                    <a:lnTo>
                      <a:pt x="6894" y="11429"/>
                    </a:lnTo>
                    <a:lnTo>
                      <a:pt x="6895" y="11442"/>
                    </a:lnTo>
                    <a:lnTo>
                      <a:pt x="6896" y="11454"/>
                    </a:lnTo>
                    <a:lnTo>
                      <a:pt x="6896" y="12041"/>
                    </a:lnTo>
                    <a:lnTo>
                      <a:pt x="6895" y="12054"/>
                    </a:lnTo>
                    <a:lnTo>
                      <a:pt x="6894" y="12067"/>
                    </a:lnTo>
                    <a:lnTo>
                      <a:pt x="6893" y="12079"/>
                    </a:lnTo>
                    <a:lnTo>
                      <a:pt x="6891" y="12091"/>
                    </a:lnTo>
                    <a:lnTo>
                      <a:pt x="6887" y="12103"/>
                    </a:lnTo>
                    <a:lnTo>
                      <a:pt x="6884" y="12115"/>
                    </a:lnTo>
                    <a:lnTo>
                      <a:pt x="6879" y="12127"/>
                    </a:lnTo>
                    <a:lnTo>
                      <a:pt x="6875" y="12138"/>
                    </a:lnTo>
                    <a:lnTo>
                      <a:pt x="6870" y="12149"/>
                    </a:lnTo>
                    <a:lnTo>
                      <a:pt x="6863" y="12160"/>
                    </a:lnTo>
                    <a:lnTo>
                      <a:pt x="6857" y="12170"/>
                    </a:lnTo>
                    <a:lnTo>
                      <a:pt x="6850" y="12180"/>
                    </a:lnTo>
                    <a:lnTo>
                      <a:pt x="6843" y="12190"/>
                    </a:lnTo>
                    <a:lnTo>
                      <a:pt x="6834" y="12199"/>
                    </a:lnTo>
                    <a:lnTo>
                      <a:pt x="6826" y="12208"/>
                    </a:lnTo>
                    <a:lnTo>
                      <a:pt x="6817" y="12216"/>
                    </a:lnTo>
                    <a:lnTo>
                      <a:pt x="6809" y="12224"/>
                    </a:lnTo>
                    <a:lnTo>
                      <a:pt x="6799" y="12232"/>
                    </a:lnTo>
                    <a:lnTo>
                      <a:pt x="6789" y="12240"/>
                    </a:lnTo>
                    <a:lnTo>
                      <a:pt x="6777" y="12246"/>
                    </a:lnTo>
                    <a:lnTo>
                      <a:pt x="6766" y="12253"/>
                    </a:lnTo>
                    <a:lnTo>
                      <a:pt x="6755" y="12260"/>
                    </a:lnTo>
                    <a:lnTo>
                      <a:pt x="6744" y="12265"/>
                    </a:lnTo>
                    <a:lnTo>
                      <a:pt x="6732" y="12270"/>
                    </a:lnTo>
                    <a:lnTo>
                      <a:pt x="6720" y="12274"/>
                    </a:lnTo>
                    <a:lnTo>
                      <a:pt x="6708" y="12279"/>
                    </a:lnTo>
                    <a:lnTo>
                      <a:pt x="6695" y="12282"/>
                    </a:lnTo>
                    <a:lnTo>
                      <a:pt x="6682" y="12284"/>
                    </a:lnTo>
                    <a:lnTo>
                      <a:pt x="6669" y="12286"/>
                    </a:lnTo>
                    <a:lnTo>
                      <a:pt x="6655" y="12287"/>
                    </a:lnTo>
                    <a:lnTo>
                      <a:pt x="6642" y="12289"/>
                    </a:lnTo>
                    <a:lnTo>
                      <a:pt x="6629" y="12290"/>
                    </a:lnTo>
                    <a:lnTo>
                      <a:pt x="705" y="12290"/>
                    </a:lnTo>
                    <a:lnTo>
                      <a:pt x="691" y="12289"/>
                    </a:lnTo>
                    <a:lnTo>
                      <a:pt x="678" y="12287"/>
                    </a:lnTo>
                    <a:lnTo>
                      <a:pt x="664" y="12286"/>
                    </a:lnTo>
                    <a:lnTo>
                      <a:pt x="651" y="12284"/>
                    </a:lnTo>
                    <a:lnTo>
                      <a:pt x="638" y="12282"/>
                    </a:lnTo>
                    <a:lnTo>
                      <a:pt x="626" y="12279"/>
                    </a:lnTo>
                    <a:lnTo>
                      <a:pt x="613" y="12274"/>
                    </a:lnTo>
                    <a:lnTo>
                      <a:pt x="601" y="12270"/>
                    </a:lnTo>
                    <a:lnTo>
                      <a:pt x="589" y="12265"/>
                    </a:lnTo>
                    <a:lnTo>
                      <a:pt x="578" y="12260"/>
                    </a:lnTo>
                    <a:lnTo>
                      <a:pt x="567" y="12253"/>
                    </a:lnTo>
                    <a:lnTo>
                      <a:pt x="556" y="12246"/>
                    </a:lnTo>
                    <a:lnTo>
                      <a:pt x="546" y="12240"/>
                    </a:lnTo>
                    <a:lnTo>
                      <a:pt x="536" y="12232"/>
                    </a:lnTo>
                    <a:lnTo>
                      <a:pt x="526" y="12224"/>
                    </a:lnTo>
                    <a:lnTo>
                      <a:pt x="516" y="12216"/>
                    </a:lnTo>
                    <a:lnTo>
                      <a:pt x="507" y="12208"/>
                    </a:lnTo>
                    <a:lnTo>
                      <a:pt x="499" y="12199"/>
                    </a:lnTo>
                    <a:lnTo>
                      <a:pt x="491" y="12190"/>
                    </a:lnTo>
                    <a:lnTo>
                      <a:pt x="484" y="12180"/>
                    </a:lnTo>
                    <a:lnTo>
                      <a:pt x="477" y="12170"/>
                    </a:lnTo>
                    <a:lnTo>
                      <a:pt x="470" y="12160"/>
                    </a:lnTo>
                    <a:lnTo>
                      <a:pt x="464" y="12149"/>
                    </a:lnTo>
                    <a:lnTo>
                      <a:pt x="459" y="12138"/>
                    </a:lnTo>
                    <a:lnTo>
                      <a:pt x="454" y="12127"/>
                    </a:lnTo>
                    <a:lnTo>
                      <a:pt x="450" y="12115"/>
                    </a:lnTo>
                    <a:lnTo>
                      <a:pt x="446" y="12103"/>
                    </a:lnTo>
                    <a:lnTo>
                      <a:pt x="444" y="12091"/>
                    </a:lnTo>
                    <a:lnTo>
                      <a:pt x="440" y="12079"/>
                    </a:lnTo>
                    <a:lnTo>
                      <a:pt x="439" y="12067"/>
                    </a:lnTo>
                    <a:lnTo>
                      <a:pt x="438" y="12054"/>
                    </a:lnTo>
                    <a:lnTo>
                      <a:pt x="438" y="12041"/>
                    </a:lnTo>
                    <a:lnTo>
                      <a:pt x="438" y="11454"/>
                    </a:lnTo>
                    <a:lnTo>
                      <a:pt x="438" y="11442"/>
                    </a:lnTo>
                    <a:lnTo>
                      <a:pt x="439" y="11429"/>
                    </a:lnTo>
                    <a:lnTo>
                      <a:pt x="440" y="11417"/>
                    </a:lnTo>
                    <a:lnTo>
                      <a:pt x="444" y="11404"/>
                    </a:lnTo>
                    <a:lnTo>
                      <a:pt x="446" y="11392"/>
                    </a:lnTo>
                    <a:lnTo>
                      <a:pt x="450" y="11381"/>
                    </a:lnTo>
                    <a:lnTo>
                      <a:pt x="454" y="11370"/>
                    </a:lnTo>
                    <a:lnTo>
                      <a:pt x="459" y="11358"/>
                    </a:lnTo>
                    <a:lnTo>
                      <a:pt x="464" y="11348"/>
                    </a:lnTo>
                    <a:lnTo>
                      <a:pt x="470" y="11337"/>
                    </a:lnTo>
                    <a:lnTo>
                      <a:pt x="477" y="11327"/>
                    </a:lnTo>
                    <a:lnTo>
                      <a:pt x="484" y="11316"/>
                    </a:lnTo>
                    <a:lnTo>
                      <a:pt x="491" y="11307"/>
                    </a:lnTo>
                    <a:lnTo>
                      <a:pt x="499" y="11297"/>
                    </a:lnTo>
                    <a:lnTo>
                      <a:pt x="507" y="11288"/>
                    </a:lnTo>
                    <a:lnTo>
                      <a:pt x="516" y="11279"/>
                    </a:lnTo>
                    <a:lnTo>
                      <a:pt x="526" y="11271"/>
                    </a:lnTo>
                    <a:lnTo>
                      <a:pt x="536" y="11263"/>
                    </a:lnTo>
                    <a:lnTo>
                      <a:pt x="546" y="11256"/>
                    </a:lnTo>
                    <a:lnTo>
                      <a:pt x="556" y="11249"/>
                    </a:lnTo>
                    <a:lnTo>
                      <a:pt x="567" y="11242"/>
                    </a:lnTo>
                    <a:lnTo>
                      <a:pt x="578" y="11237"/>
                    </a:lnTo>
                    <a:lnTo>
                      <a:pt x="589" y="11231"/>
                    </a:lnTo>
                    <a:lnTo>
                      <a:pt x="601" y="11226"/>
                    </a:lnTo>
                    <a:lnTo>
                      <a:pt x="613" y="11221"/>
                    </a:lnTo>
                    <a:lnTo>
                      <a:pt x="626" y="11218"/>
                    </a:lnTo>
                    <a:lnTo>
                      <a:pt x="638" y="11215"/>
                    </a:lnTo>
                    <a:lnTo>
                      <a:pt x="651" y="11211"/>
                    </a:lnTo>
                    <a:lnTo>
                      <a:pt x="664" y="11209"/>
                    </a:lnTo>
                    <a:lnTo>
                      <a:pt x="678" y="11208"/>
                    </a:lnTo>
                    <a:lnTo>
                      <a:pt x="691" y="11207"/>
                    </a:lnTo>
                    <a:lnTo>
                      <a:pt x="705" y="11207"/>
                    </a:lnTo>
                    <a:close/>
                    <a:moveTo>
                      <a:pt x="705" y="10024"/>
                    </a:moveTo>
                    <a:lnTo>
                      <a:pt x="6629" y="10024"/>
                    </a:lnTo>
                    <a:lnTo>
                      <a:pt x="6642" y="10024"/>
                    </a:lnTo>
                    <a:lnTo>
                      <a:pt x="6655" y="10025"/>
                    </a:lnTo>
                    <a:lnTo>
                      <a:pt x="6669" y="10027"/>
                    </a:lnTo>
                    <a:lnTo>
                      <a:pt x="6682" y="10029"/>
                    </a:lnTo>
                    <a:lnTo>
                      <a:pt x="6695" y="10032"/>
                    </a:lnTo>
                    <a:lnTo>
                      <a:pt x="6708" y="10035"/>
                    </a:lnTo>
                    <a:lnTo>
                      <a:pt x="6720" y="10039"/>
                    </a:lnTo>
                    <a:lnTo>
                      <a:pt x="6732" y="10043"/>
                    </a:lnTo>
                    <a:lnTo>
                      <a:pt x="6744" y="10049"/>
                    </a:lnTo>
                    <a:lnTo>
                      <a:pt x="6755" y="10054"/>
                    </a:lnTo>
                    <a:lnTo>
                      <a:pt x="6766" y="10060"/>
                    </a:lnTo>
                    <a:lnTo>
                      <a:pt x="6777" y="10066"/>
                    </a:lnTo>
                    <a:lnTo>
                      <a:pt x="6789" y="10073"/>
                    </a:lnTo>
                    <a:lnTo>
                      <a:pt x="6799" y="10081"/>
                    </a:lnTo>
                    <a:lnTo>
                      <a:pt x="6809" y="10089"/>
                    </a:lnTo>
                    <a:lnTo>
                      <a:pt x="6817" y="10096"/>
                    </a:lnTo>
                    <a:lnTo>
                      <a:pt x="6826" y="10105"/>
                    </a:lnTo>
                    <a:lnTo>
                      <a:pt x="6834" y="10114"/>
                    </a:lnTo>
                    <a:lnTo>
                      <a:pt x="6843" y="10124"/>
                    </a:lnTo>
                    <a:lnTo>
                      <a:pt x="6850" y="10134"/>
                    </a:lnTo>
                    <a:lnTo>
                      <a:pt x="6857" y="10144"/>
                    </a:lnTo>
                    <a:lnTo>
                      <a:pt x="6863" y="10154"/>
                    </a:lnTo>
                    <a:lnTo>
                      <a:pt x="6870" y="10165"/>
                    </a:lnTo>
                    <a:lnTo>
                      <a:pt x="6875" y="10175"/>
                    </a:lnTo>
                    <a:lnTo>
                      <a:pt x="6879" y="10187"/>
                    </a:lnTo>
                    <a:lnTo>
                      <a:pt x="6884" y="10198"/>
                    </a:lnTo>
                    <a:lnTo>
                      <a:pt x="6887" y="10211"/>
                    </a:lnTo>
                    <a:lnTo>
                      <a:pt x="6891" y="10222"/>
                    </a:lnTo>
                    <a:lnTo>
                      <a:pt x="6893" y="10234"/>
                    </a:lnTo>
                    <a:lnTo>
                      <a:pt x="6894" y="10246"/>
                    </a:lnTo>
                    <a:lnTo>
                      <a:pt x="6895" y="10260"/>
                    </a:lnTo>
                    <a:lnTo>
                      <a:pt x="6896" y="10272"/>
                    </a:lnTo>
                    <a:lnTo>
                      <a:pt x="6896" y="10859"/>
                    </a:lnTo>
                    <a:lnTo>
                      <a:pt x="6895" y="10872"/>
                    </a:lnTo>
                    <a:lnTo>
                      <a:pt x="6894" y="10884"/>
                    </a:lnTo>
                    <a:lnTo>
                      <a:pt x="6893" y="10896"/>
                    </a:lnTo>
                    <a:lnTo>
                      <a:pt x="6891" y="10908"/>
                    </a:lnTo>
                    <a:lnTo>
                      <a:pt x="6887" y="10921"/>
                    </a:lnTo>
                    <a:lnTo>
                      <a:pt x="6884" y="10933"/>
                    </a:lnTo>
                    <a:lnTo>
                      <a:pt x="6879" y="10944"/>
                    </a:lnTo>
                    <a:lnTo>
                      <a:pt x="6875" y="10955"/>
                    </a:lnTo>
                    <a:lnTo>
                      <a:pt x="6870" y="10966"/>
                    </a:lnTo>
                    <a:lnTo>
                      <a:pt x="6863" y="10977"/>
                    </a:lnTo>
                    <a:lnTo>
                      <a:pt x="6857" y="10987"/>
                    </a:lnTo>
                    <a:lnTo>
                      <a:pt x="6850" y="10997"/>
                    </a:lnTo>
                    <a:lnTo>
                      <a:pt x="6843" y="11007"/>
                    </a:lnTo>
                    <a:lnTo>
                      <a:pt x="6834" y="11016"/>
                    </a:lnTo>
                    <a:lnTo>
                      <a:pt x="6826" y="11025"/>
                    </a:lnTo>
                    <a:lnTo>
                      <a:pt x="6817" y="11034"/>
                    </a:lnTo>
                    <a:lnTo>
                      <a:pt x="6809" y="11043"/>
                    </a:lnTo>
                    <a:lnTo>
                      <a:pt x="6799" y="11050"/>
                    </a:lnTo>
                    <a:lnTo>
                      <a:pt x="6789" y="11057"/>
                    </a:lnTo>
                    <a:lnTo>
                      <a:pt x="6777" y="11064"/>
                    </a:lnTo>
                    <a:lnTo>
                      <a:pt x="6766" y="11070"/>
                    </a:lnTo>
                    <a:lnTo>
                      <a:pt x="6755" y="11077"/>
                    </a:lnTo>
                    <a:lnTo>
                      <a:pt x="6744" y="11083"/>
                    </a:lnTo>
                    <a:lnTo>
                      <a:pt x="6732" y="11087"/>
                    </a:lnTo>
                    <a:lnTo>
                      <a:pt x="6720" y="11092"/>
                    </a:lnTo>
                    <a:lnTo>
                      <a:pt x="6708" y="11096"/>
                    </a:lnTo>
                    <a:lnTo>
                      <a:pt x="6695" y="11099"/>
                    </a:lnTo>
                    <a:lnTo>
                      <a:pt x="6682" y="11102"/>
                    </a:lnTo>
                    <a:lnTo>
                      <a:pt x="6669" y="11104"/>
                    </a:lnTo>
                    <a:lnTo>
                      <a:pt x="6655" y="11106"/>
                    </a:lnTo>
                    <a:lnTo>
                      <a:pt x="6642" y="11106"/>
                    </a:lnTo>
                    <a:lnTo>
                      <a:pt x="6629" y="11107"/>
                    </a:lnTo>
                    <a:lnTo>
                      <a:pt x="705" y="11107"/>
                    </a:lnTo>
                    <a:lnTo>
                      <a:pt x="691" y="11106"/>
                    </a:lnTo>
                    <a:lnTo>
                      <a:pt x="678" y="11106"/>
                    </a:lnTo>
                    <a:lnTo>
                      <a:pt x="664" y="11104"/>
                    </a:lnTo>
                    <a:lnTo>
                      <a:pt x="651" y="11102"/>
                    </a:lnTo>
                    <a:lnTo>
                      <a:pt x="638" y="11099"/>
                    </a:lnTo>
                    <a:lnTo>
                      <a:pt x="626" y="11096"/>
                    </a:lnTo>
                    <a:lnTo>
                      <a:pt x="613" y="11092"/>
                    </a:lnTo>
                    <a:lnTo>
                      <a:pt x="601" y="11087"/>
                    </a:lnTo>
                    <a:lnTo>
                      <a:pt x="589" y="11083"/>
                    </a:lnTo>
                    <a:lnTo>
                      <a:pt x="578" y="11077"/>
                    </a:lnTo>
                    <a:lnTo>
                      <a:pt x="567" y="11070"/>
                    </a:lnTo>
                    <a:lnTo>
                      <a:pt x="556" y="11064"/>
                    </a:lnTo>
                    <a:lnTo>
                      <a:pt x="546" y="11057"/>
                    </a:lnTo>
                    <a:lnTo>
                      <a:pt x="536" y="11050"/>
                    </a:lnTo>
                    <a:lnTo>
                      <a:pt x="526" y="11043"/>
                    </a:lnTo>
                    <a:lnTo>
                      <a:pt x="516" y="11034"/>
                    </a:lnTo>
                    <a:lnTo>
                      <a:pt x="507" y="11025"/>
                    </a:lnTo>
                    <a:lnTo>
                      <a:pt x="499" y="11016"/>
                    </a:lnTo>
                    <a:lnTo>
                      <a:pt x="491" y="11007"/>
                    </a:lnTo>
                    <a:lnTo>
                      <a:pt x="484" y="10997"/>
                    </a:lnTo>
                    <a:lnTo>
                      <a:pt x="477" y="10987"/>
                    </a:lnTo>
                    <a:lnTo>
                      <a:pt x="470" y="10977"/>
                    </a:lnTo>
                    <a:lnTo>
                      <a:pt x="464" y="10966"/>
                    </a:lnTo>
                    <a:lnTo>
                      <a:pt x="459" y="10955"/>
                    </a:lnTo>
                    <a:lnTo>
                      <a:pt x="454" y="10944"/>
                    </a:lnTo>
                    <a:lnTo>
                      <a:pt x="450" y="10933"/>
                    </a:lnTo>
                    <a:lnTo>
                      <a:pt x="446" y="10921"/>
                    </a:lnTo>
                    <a:lnTo>
                      <a:pt x="444" y="10908"/>
                    </a:lnTo>
                    <a:lnTo>
                      <a:pt x="440" y="10896"/>
                    </a:lnTo>
                    <a:lnTo>
                      <a:pt x="439" y="10884"/>
                    </a:lnTo>
                    <a:lnTo>
                      <a:pt x="438" y="10872"/>
                    </a:lnTo>
                    <a:lnTo>
                      <a:pt x="438" y="10859"/>
                    </a:lnTo>
                    <a:lnTo>
                      <a:pt x="438" y="10272"/>
                    </a:lnTo>
                    <a:lnTo>
                      <a:pt x="438" y="10260"/>
                    </a:lnTo>
                    <a:lnTo>
                      <a:pt x="439" y="10246"/>
                    </a:lnTo>
                    <a:lnTo>
                      <a:pt x="440" y="10234"/>
                    </a:lnTo>
                    <a:lnTo>
                      <a:pt x="444" y="10222"/>
                    </a:lnTo>
                    <a:lnTo>
                      <a:pt x="446" y="10211"/>
                    </a:lnTo>
                    <a:lnTo>
                      <a:pt x="450" y="10198"/>
                    </a:lnTo>
                    <a:lnTo>
                      <a:pt x="454" y="10187"/>
                    </a:lnTo>
                    <a:lnTo>
                      <a:pt x="459" y="10175"/>
                    </a:lnTo>
                    <a:lnTo>
                      <a:pt x="464" y="10165"/>
                    </a:lnTo>
                    <a:lnTo>
                      <a:pt x="470" y="10154"/>
                    </a:lnTo>
                    <a:lnTo>
                      <a:pt x="477" y="10144"/>
                    </a:lnTo>
                    <a:lnTo>
                      <a:pt x="484" y="10134"/>
                    </a:lnTo>
                    <a:lnTo>
                      <a:pt x="491" y="10124"/>
                    </a:lnTo>
                    <a:lnTo>
                      <a:pt x="499" y="10114"/>
                    </a:lnTo>
                    <a:lnTo>
                      <a:pt x="507" y="10105"/>
                    </a:lnTo>
                    <a:lnTo>
                      <a:pt x="516" y="10096"/>
                    </a:lnTo>
                    <a:lnTo>
                      <a:pt x="526" y="10089"/>
                    </a:lnTo>
                    <a:lnTo>
                      <a:pt x="536" y="10081"/>
                    </a:lnTo>
                    <a:lnTo>
                      <a:pt x="546" y="10073"/>
                    </a:lnTo>
                    <a:lnTo>
                      <a:pt x="556" y="10066"/>
                    </a:lnTo>
                    <a:lnTo>
                      <a:pt x="567" y="10060"/>
                    </a:lnTo>
                    <a:lnTo>
                      <a:pt x="578" y="10054"/>
                    </a:lnTo>
                    <a:lnTo>
                      <a:pt x="589" y="10049"/>
                    </a:lnTo>
                    <a:lnTo>
                      <a:pt x="601" y="10043"/>
                    </a:lnTo>
                    <a:lnTo>
                      <a:pt x="613" y="10039"/>
                    </a:lnTo>
                    <a:lnTo>
                      <a:pt x="626" y="10035"/>
                    </a:lnTo>
                    <a:lnTo>
                      <a:pt x="638" y="10032"/>
                    </a:lnTo>
                    <a:lnTo>
                      <a:pt x="651" y="10029"/>
                    </a:lnTo>
                    <a:lnTo>
                      <a:pt x="664" y="10027"/>
                    </a:lnTo>
                    <a:lnTo>
                      <a:pt x="678" y="10025"/>
                    </a:lnTo>
                    <a:lnTo>
                      <a:pt x="691" y="10024"/>
                    </a:lnTo>
                    <a:lnTo>
                      <a:pt x="705" y="10024"/>
                    </a:lnTo>
                    <a:close/>
                    <a:moveTo>
                      <a:pt x="705" y="8842"/>
                    </a:moveTo>
                    <a:lnTo>
                      <a:pt x="6629" y="8842"/>
                    </a:lnTo>
                    <a:lnTo>
                      <a:pt x="6642" y="8842"/>
                    </a:lnTo>
                    <a:lnTo>
                      <a:pt x="6655" y="8843"/>
                    </a:lnTo>
                    <a:lnTo>
                      <a:pt x="6669" y="8845"/>
                    </a:lnTo>
                    <a:lnTo>
                      <a:pt x="6682" y="8846"/>
                    </a:lnTo>
                    <a:lnTo>
                      <a:pt x="6695" y="8849"/>
                    </a:lnTo>
                    <a:lnTo>
                      <a:pt x="6708" y="8853"/>
                    </a:lnTo>
                    <a:lnTo>
                      <a:pt x="6720" y="8857"/>
                    </a:lnTo>
                    <a:lnTo>
                      <a:pt x="6732" y="8862"/>
                    </a:lnTo>
                    <a:lnTo>
                      <a:pt x="6744" y="8866"/>
                    </a:lnTo>
                    <a:lnTo>
                      <a:pt x="6755" y="8872"/>
                    </a:lnTo>
                    <a:lnTo>
                      <a:pt x="6766" y="8877"/>
                    </a:lnTo>
                    <a:lnTo>
                      <a:pt x="6777" y="8884"/>
                    </a:lnTo>
                    <a:lnTo>
                      <a:pt x="6789" y="8891"/>
                    </a:lnTo>
                    <a:lnTo>
                      <a:pt x="6799" y="8898"/>
                    </a:lnTo>
                    <a:lnTo>
                      <a:pt x="6809" y="8906"/>
                    </a:lnTo>
                    <a:lnTo>
                      <a:pt x="6817" y="8915"/>
                    </a:lnTo>
                    <a:lnTo>
                      <a:pt x="6826" y="8923"/>
                    </a:lnTo>
                    <a:lnTo>
                      <a:pt x="6834" y="8932"/>
                    </a:lnTo>
                    <a:lnTo>
                      <a:pt x="6843" y="8942"/>
                    </a:lnTo>
                    <a:lnTo>
                      <a:pt x="6850" y="8952"/>
                    </a:lnTo>
                    <a:lnTo>
                      <a:pt x="6857" y="8962"/>
                    </a:lnTo>
                    <a:lnTo>
                      <a:pt x="6863" y="8972"/>
                    </a:lnTo>
                    <a:lnTo>
                      <a:pt x="6870" y="8983"/>
                    </a:lnTo>
                    <a:lnTo>
                      <a:pt x="6875" y="8994"/>
                    </a:lnTo>
                    <a:lnTo>
                      <a:pt x="6879" y="9005"/>
                    </a:lnTo>
                    <a:lnTo>
                      <a:pt x="6884" y="9016"/>
                    </a:lnTo>
                    <a:lnTo>
                      <a:pt x="6887" y="9028"/>
                    </a:lnTo>
                    <a:lnTo>
                      <a:pt x="6891" y="9039"/>
                    </a:lnTo>
                    <a:lnTo>
                      <a:pt x="6893" y="9051"/>
                    </a:lnTo>
                    <a:lnTo>
                      <a:pt x="6894" y="9065"/>
                    </a:lnTo>
                    <a:lnTo>
                      <a:pt x="6895" y="9077"/>
                    </a:lnTo>
                    <a:lnTo>
                      <a:pt x="6896" y="9089"/>
                    </a:lnTo>
                    <a:lnTo>
                      <a:pt x="6896" y="9676"/>
                    </a:lnTo>
                    <a:lnTo>
                      <a:pt x="6895" y="9689"/>
                    </a:lnTo>
                    <a:lnTo>
                      <a:pt x="6894" y="9701"/>
                    </a:lnTo>
                    <a:lnTo>
                      <a:pt x="6893" y="9714"/>
                    </a:lnTo>
                    <a:lnTo>
                      <a:pt x="6891" y="9726"/>
                    </a:lnTo>
                    <a:lnTo>
                      <a:pt x="6887" y="9738"/>
                    </a:lnTo>
                    <a:lnTo>
                      <a:pt x="6884" y="9750"/>
                    </a:lnTo>
                    <a:lnTo>
                      <a:pt x="6879" y="9761"/>
                    </a:lnTo>
                    <a:lnTo>
                      <a:pt x="6875" y="9772"/>
                    </a:lnTo>
                    <a:lnTo>
                      <a:pt x="6870" y="9784"/>
                    </a:lnTo>
                    <a:lnTo>
                      <a:pt x="6863" y="9795"/>
                    </a:lnTo>
                    <a:lnTo>
                      <a:pt x="6857" y="9805"/>
                    </a:lnTo>
                    <a:lnTo>
                      <a:pt x="6850" y="9815"/>
                    </a:lnTo>
                    <a:lnTo>
                      <a:pt x="6843" y="9825"/>
                    </a:lnTo>
                    <a:lnTo>
                      <a:pt x="6834" y="9834"/>
                    </a:lnTo>
                    <a:lnTo>
                      <a:pt x="6826" y="9842"/>
                    </a:lnTo>
                    <a:lnTo>
                      <a:pt x="6817" y="9851"/>
                    </a:lnTo>
                    <a:lnTo>
                      <a:pt x="6809" y="9860"/>
                    </a:lnTo>
                    <a:lnTo>
                      <a:pt x="6799" y="9868"/>
                    </a:lnTo>
                    <a:lnTo>
                      <a:pt x="6789" y="9875"/>
                    </a:lnTo>
                    <a:lnTo>
                      <a:pt x="6777" y="9882"/>
                    </a:lnTo>
                    <a:lnTo>
                      <a:pt x="6766" y="9888"/>
                    </a:lnTo>
                    <a:lnTo>
                      <a:pt x="6755" y="9895"/>
                    </a:lnTo>
                    <a:lnTo>
                      <a:pt x="6744" y="9900"/>
                    </a:lnTo>
                    <a:lnTo>
                      <a:pt x="6732" y="9905"/>
                    </a:lnTo>
                    <a:lnTo>
                      <a:pt x="6720" y="9909"/>
                    </a:lnTo>
                    <a:lnTo>
                      <a:pt x="6708" y="9913"/>
                    </a:lnTo>
                    <a:lnTo>
                      <a:pt x="6695" y="9917"/>
                    </a:lnTo>
                    <a:lnTo>
                      <a:pt x="6682" y="9919"/>
                    </a:lnTo>
                    <a:lnTo>
                      <a:pt x="6669" y="9921"/>
                    </a:lnTo>
                    <a:lnTo>
                      <a:pt x="6655" y="9923"/>
                    </a:lnTo>
                    <a:lnTo>
                      <a:pt x="6642" y="9924"/>
                    </a:lnTo>
                    <a:lnTo>
                      <a:pt x="6629" y="9924"/>
                    </a:lnTo>
                    <a:lnTo>
                      <a:pt x="705" y="9924"/>
                    </a:lnTo>
                    <a:lnTo>
                      <a:pt x="691" y="9924"/>
                    </a:lnTo>
                    <a:lnTo>
                      <a:pt x="678" y="9923"/>
                    </a:lnTo>
                    <a:lnTo>
                      <a:pt x="664" y="9921"/>
                    </a:lnTo>
                    <a:lnTo>
                      <a:pt x="651" y="9919"/>
                    </a:lnTo>
                    <a:lnTo>
                      <a:pt x="638" y="9917"/>
                    </a:lnTo>
                    <a:lnTo>
                      <a:pt x="626" y="9913"/>
                    </a:lnTo>
                    <a:lnTo>
                      <a:pt x="613" y="9909"/>
                    </a:lnTo>
                    <a:lnTo>
                      <a:pt x="601" y="9905"/>
                    </a:lnTo>
                    <a:lnTo>
                      <a:pt x="589" y="9900"/>
                    </a:lnTo>
                    <a:lnTo>
                      <a:pt x="578" y="9895"/>
                    </a:lnTo>
                    <a:lnTo>
                      <a:pt x="567" y="9888"/>
                    </a:lnTo>
                    <a:lnTo>
                      <a:pt x="556" y="9882"/>
                    </a:lnTo>
                    <a:lnTo>
                      <a:pt x="546" y="9875"/>
                    </a:lnTo>
                    <a:lnTo>
                      <a:pt x="536" y="9868"/>
                    </a:lnTo>
                    <a:lnTo>
                      <a:pt x="526" y="9860"/>
                    </a:lnTo>
                    <a:lnTo>
                      <a:pt x="516" y="9851"/>
                    </a:lnTo>
                    <a:lnTo>
                      <a:pt x="507" y="9842"/>
                    </a:lnTo>
                    <a:lnTo>
                      <a:pt x="499" y="9834"/>
                    </a:lnTo>
                    <a:lnTo>
                      <a:pt x="491" y="9825"/>
                    </a:lnTo>
                    <a:lnTo>
                      <a:pt x="484" y="9815"/>
                    </a:lnTo>
                    <a:lnTo>
                      <a:pt x="477" y="9805"/>
                    </a:lnTo>
                    <a:lnTo>
                      <a:pt x="470" y="9795"/>
                    </a:lnTo>
                    <a:lnTo>
                      <a:pt x="464" y="9784"/>
                    </a:lnTo>
                    <a:lnTo>
                      <a:pt x="459" y="9772"/>
                    </a:lnTo>
                    <a:lnTo>
                      <a:pt x="454" y="9761"/>
                    </a:lnTo>
                    <a:lnTo>
                      <a:pt x="450" y="9750"/>
                    </a:lnTo>
                    <a:lnTo>
                      <a:pt x="446" y="9738"/>
                    </a:lnTo>
                    <a:lnTo>
                      <a:pt x="444" y="9726"/>
                    </a:lnTo>
                    <a:lnTo>
                      <a:pt x="440" y="9714"/>
                    </a:lnTo>
                    <a:lnTo>
                      <a:pt x="439" y="9701"/>
                    </a:lnTo>
                    <a:lnTo>
                      <a:pt x="438" y="9689"/>
                    </a:lnTo>
                    <a:lnTo>
                      <a:pt x="438" y="9676"/>
                    </a:lnTo>
                    <a:lnTo>
                      <a:pt x="438" y="9089"/>
                    </a:lnTo>
                    <a:lnTo>
                      <a:pt x="438" y="9077"/>
                    </a:lnTo>
                    <a:lnTo>
                      <a:pt x="439" y="9065"/>
                    </a:lnTo>
                    <a:lnTo>
                      <a:pt x="440" y="9051"/>
                    </a:lnTo>
                    <a:lnTo>
                      <a:pt x="444" y="9039"/>
                    </a:lnTo>
                    <a:lnTo>
                      <a:pt x="446" y="9028"/>
                    </a:lnTo>
                    <a:lnTo>
                      <a:pt x="450" y="9016"/>
                    </a:lnTo>
                    <a:lnTo>
                      <a:pt x="454" y="9005"/>
                    </a:lnTo>
                    <a:lnTo>
                      <a:pt x="459" y="8994"/>
                    </a:lnTo>
                    <a:lnTo>
                      <a:pt x="464" y="8983"/>
                    </a:lnTo>
                    <a:lnTo>
                      <a:pt x="470" y="8972"/>
                    </a:lnTo>
                    <a:lnTo>
                      <a:pt x="477" y="8962"/>
                    </a:lnTo>
                    <a:lnTo>
                      <a:pt x="484" y="8952"/>
                    </a:lnTo>
                    <a:lnTo>
                      <a:pt x="491" y="8942"/>
                    </a:lnTo>
                    <a:lnTo>
                      <a:pt x="499" y="8932"/>
                    </a:lnTo>
                    <a:lnTo>
                      <a:pt x="507" y="8923"/>
                    </a:lnTo>
                    <a:lnTo>
                      <a:pt x="516" y="8915"/>
                    </a:lnTo>
                    <a:lnTo>
                      <a:pt x="526" y="8906"/>
                    </a:lnTo>
                    <a:lnTo>
                      <a:pt x="536" y="8898"/>
                    </a:lnTo>
                    <a:lnTo>
                      <a:pt x="546" y="8891"/>
                    </a:lnTo>
                    <a:lnTo>
                      <a:pt x="556" y="8884"/>
                    </a:lnTo>
                    <a:lnTo>
                      <a:pt x="567" y="8877"/>
                    </a:lnTo>
                    <a:lnTo>
                      <a:pt x="578" y="8872"/>
                    </a:lnTo>
                    <a:lnTo>
                      <a:pt x="589" y="8866"/>
                    </a:lnTo>
                    <a:lnTo>
                      <a:pt x="601" y="8862"/>
                    </a:lnTo>
                    <a:lnTo>
                      <a:pt x="613" y="8857"/>
                    </a:lnTo>
                    <a:lnTo>
                      <a:pt x="626" y="8853"/>
                    </a:lnTo>
                    <a:lnTo>
                      <a:pt x="638" y="8849"/>
                    </a:lnTo>
                    <a:lnTo>
                      <a:pt x="651" y="8846"/>
                    </a:lnTo>
                    <a:lnTo>
                      <a:pt x="664" y="8845"/>
                    </a:lnTo>
                    <a:lnTo>
                      <a:pt x="678" y="8843"/>
                    </a:lnTo>
                    <a:lnTo>
                      <a:pt x="691" y="8842"/>
                    </a:lnTo>
                    <a:lnTo>
                      <a:pt x="705" y="8842"/>
                    </a:lnTo>
                    <a:close/>
                    <a:moveTo>
                      <a:pt x="705" y="7659"/>
                    </a:moveTo>
                    <a:lnTo>
                      <a:pt x="6629" y="7659"/>
                    </a:lnTo>
                    <a:lnTo>
                      <a:pt x="6642" y="7659"/>
                    </a:lnTo>
                    <a:lnTo>
                      <a:pt x="6655" y="7660"/>
                    </a:lnTo>
                    <a:lnTo>
                      <a:pt x="6669" y="7662"/>
                    </a:lnTo>
                    <a:lnTo>
                      <a:pt x="6682" y="7665"/>
                    </a:lnTo>
                    <a:lnTo>
                      <a:pt x="6695" y="7667"/>
                    </a:lnTo>
                    <a:lnTo>
                      <a:pt x="6708" y="7670"/>
                    </a:lnTo>
                    <a:lnTo>
                      <a:pt x="6720" y="7675"/>
                    </a:lnTo>
                    <a:lnTo>
                      <a:pt x="6732" y="7679"/>
                    </a:lnTo>
                    <a:lnTo>
                      <a:pt x="6744" y="7684"/>
                    </a:lnTo>
                    <a:lnTo>
                      <a:pt x="6755" y="7689"/>
                    </a:lnTo>
                    <a:lnTo>
                      <a:pt x="6766" y="7696"/>
                    </a:lnTo>
                    <a:lnTo>
                      <a:pt x="6777" y="7701"/>
                    </a:lnTo>
                    <a:lnTo>
                      <a:pt x="6789" y="7709"/>
                    </a:lnTo>
                    <a:lnTo>
                      <a:pt x="6799" y="7716"/>
                    </a:lnTo>
                    <a:lnTo>
                      <a:pt x="6809" y="7723"/>
                    </a:lnTo>
                    <a:lnTo>
                      <a:pt x="6817" y="7732"/>
                    </a:lnTo>
                    <a:lnTo>
                      <a:pt x="6826" y="7740"/>
                    </a:lnTo>
                    <a:lnTo>
                      <a:pt x="6834" y="7750"/>
                    </a:lnTo>
                    <a:lnTo>
                      <a:pt x="6843" y="7759"/>
                    </a:lnTo>
                    <a:lnTo>
                      <a:pt x="6850" y="7769"/>
                    </a:lnTo>
                    <a:lnTo>
                      <a:pt x="6857" y="7779"/>
                    </a:lnTo>
                    <a:lnTo>
                      <a:pt x="6863" y="7789"/>
                    </a:lnTo>
                    <a:lnTo>
                      <a:pt x="6870" y="7800"/>
                    </a:lnTo>
                    <a:lnTo>
                      <a:pt x="6875" y="7811"/>
                    </a:lnTo>
                    <a:lnTo>
                      <a:pt x="6879" y="7822"/>
                    </a:lnTo>
                    <a:lnTo>
                      <a:pt x="6884" y="7833"/>
                    </a:lnTo>
                    <a:lnTo>
                      <a:pt x="6887" y="7846"/>
                    </a:lnTo>
                    <a:lnTo>
                      <a:pt x="6891" y="7858"/>
                    </a:lnTo>
                    <a:lnTo>
                      <a:pt x="6893" y="7870"/>
                    </a:lnTo>
                    <a:lnTo>
                      <a:pt x="6894" y="7882"/>
                    </a:lnTo>
                    <a:lnTo>
                      <a:pt x="6895" y="7894"/>
                    </a:lnTo>
                    <a:lnTo>
                      <a:pt x="6896" y="7907"/>
                    </a:lnTo>
                    <a:lnTo>
                      <a:pt x="6896" y="8494"/>
                    </a:lnTo>
                    <a:lnTo>
                      <a:pt x="6895" y="8507"/>
                    </a:lnTo>
                    <a:lnTo>
                      <a:pt x="6894" y="8519"/>
                    </a:lnTo>
                    <a:lnTo>
                      <a:pt x="6893" y="8531"/>
                    </a:lnTo>
                    <a:lnTo>
                      <a:pt x="6891" y="8543"/>
                    </a:lnTo>
                    <a:lnTo>
                      <a:pt x="6887" y="8556"/>
                    </a:lnTo>
                    <a:lnTo>
                      <a:pt x="6884" y="8568"/>
                    </a:lnTo>
                    <a:lnTo>
                      <a:pt x="6879" y="8579"/>
                    </a:lnTo>
                    <a:lnTo>
                      <a:pt x="6875" y="8590"/>
                    </a:lnTo>
                    <a:lnTo>
                      <a:pt x="6870" y="8601"/>
                    </a:lnTo>
                    <a:lnTo>
                      <a:pt x="6863" y="8612"/>
                    </a:lnTo>
                    <a:lnTo>
                      <a:pt x="6857" y="8622"/>
                    </a:lnTo>
                    <a:lnTo>
                      <a:pt x="6850" y="8632"/>
                    </a:lnTo>
                    <a:lnTo>
                      <a:pt x="6843" y="8642"/>
                    </a:lnTo>
                    <a:lnTo>
                      <a:pt x="6834" y="8651"/>
                    </a:lnTo>
                    <a:lnTo>
                      <a:pt x="6826" y="8661"/>
                    </a:lnTo>
                    <a:lnTo>
                      <a:pt x="6817" y="8669"/>
                    </a:lnTo>
                    <a:lnTo>
                      <a:pt x="6809" y="8678"/>
                    </a:lnTo>
                    <a:lnTo>
                      <a:pt x="6799" y="8685"/>
                    </a:lnTo>
                    <a:lnTo>
                      <a:pt x="6789" y="8692"/>
                    </a:lnTo>
                    <a:lnTo>
                      <a:pt x="6777" y="8700"/>
                    </a:lnTo>
                    <a:lnTo>
                      <a:pt x="6766" y="8706"/>
                    </a:lnTo>
                    <a:lnTo>
                      <a:pt x="6755" y="8712"/>
                    </a:lnTo>
                    <a:lnTo>
                      <a:pt x="6744" y="8717"/>
                    </a:lnTo>
                    <a:lnTo>
                      <a:pt x="6732" y="8722"/>
                    </a:lnTo>
                    <a:lnTo>
                      <a:pt x="6720" y="8726"/>
                    </a:lnTo>
                    <a:lnTo>
                      <a:pt x="6708" y="8731"/>
                    </a:lnTo>
                    <a:lnTo>
                      <a:pt x="6695" y="8734"/>
                    </a:lnTo>
                    <a:lnTo>
                      <a:pt x="6682" y="8736"/>
                    </a:lnTo>
                    <a:lnTo>
                      <a:pt x="6669" y="8739"/>
                    </a:lnTo>
                    <a:lnTo>
                      <a:pt x="6655" y="8741"/>
                    </a:lnTo>
                    <a:lnTo>
                      <a:pt x="6642" y="8742"/>
                    </a:lnTo>
                    <a:lnTo>
                      <a:pt x="6629" y="8742"/>
                    </a:lnTo>
                    <a:lnTo>
                      <a:pt x="705" y="8742"/>
                    </a:lnTo>
                    <a:lnTo>
                      <a:pt x="691" y="8742"/>
                    </a:lnTo>
                    <a:lnTo>
                      <a:pt x="678" y="8741"/>
                    </a:lnTo>
                    <a:lnTo>
                      <a:pt x="664" y="8739"/>
                    </a:lnTo>
                    <a:lnTo>
                      <a:pt x="651" y="8736"/>
                    </a:lnTo>
                    <a:lnTo>
                      <a:pt x="638" y="8734"/>
                    </a:lnTo>
                    <a:lnTo>
                      <a:pt x="626" y="8731"/>
                    </a:lnTo>
                    <a:lnTo>
                      <a:pt x="613" y="8726"/>
                    </a:lnTo>
                    <a:lnTo>
                      <a:pt x="601" y="8722"/>
                    </a:lnTo>
                    <a:lnTo>
                      <a:pt x="589" y="8717"/>
                    </a:lnTo>
                    <a:lnTo>
                      <a:pt x="578" y="8712"/>
                    </a:lnTo>
                    <a:lnTo>
                      <a:pt x="567" y="8706"/>
                    </a:lnTo>
                    <a:lnTo>
                      <a:pt x="556" y="8700"/>
                    </a:lnTo>
                    <a:lnTo>
                      <a:pt x="546" y="8692"/>
                    </a:lnTo>
                    <a:lnTo>
                      <a:pt x="536" y="8685"/>
                    </a:lnTo>
                    <a:lnTo>
                      <a:pt x="526" y="8678"/>
                    </a:lnTo>
                    <a:lnTo>
                      <a:pt x="516" y="8669"/>
                    </a:lnTo>
                    <a:lnTo>
                      <a:pt x="507" y="8661"/>
                    </a:lnTo>
                    <a:lnTo>
                      <a:pt x="499" y="8651"/>
                    </a:lnTo>
                    <a:lnTo>
                      <a:pt x="491" y="8642"/>
                    </a:lnTo>
                    <a:lnTo>
                      <a:pt x="484" y="8632"/>
                    </a:lnTo>
                    <a:lnTo>
                      <a:pt x="477" y="8622"/>
                    </a:lnTo>
                    <a:lnTo>
                      <a:pt x="470" y="8612"/>
                    </a:lnTo>
                    <a:lnTo>
                      <a:pt x="464" y="8601"/>
                    </a:lnTo>
                    <a:lnTo>
                      <a:pt x="459" y="8590"/>
                    </a:lnTo>
                    <a:lnTo>
                      <a:pt x="454" y="8579"/>
                    </a:lnTo>
                    <a:lnTo>
                      <a:pt x="450" y="8568"/>
                    </a:lnTo>
                    <a:lnTo>
                      <a:pt x="446" y="8556"/>
                    </a:lnTo>
                    <a:lnTo>
                      <a:pt x="444" y="8543"/>
                    </a:lnTo>
                    <a:lnTo>
                      <a:pt x="440" y="8531"/>
                    </a:lnTo>
                    <a:lnTo>
                      <a:pt x="439" y="8519"/>
                    </a:lnTo>
                    <a:lnTo>
                      <a:pt x="438" y="8507"/>
                    </a:lnTo>
                    <a:lnTo>
                      <a:pt x="438" y="8494"/>
                    </a:lnTo>
                    <a:lnTo>
                      <a:pt x="438" y="7907"/>
                    </a:lnTo>
                    <a:lnTo>
                      <a:pt x="438" y="7894"/>
                    </a:lnTo>
                    <a:lnTo>
                      <a:pt x="439" y="7882"/>
                    </a:lnTo>
                    <a:lnTo>
                      <a:pt x="440" y="7870"/>
                    </a:lnTo>
                    <a:lnTo>
                      <a:pt x="444" y="7858"/>
                    </a:lnTo>
                    <a:lnTo>
                      <a:pt x="446" y="7846"/>
                    </a:lnTo>
                    <a:lnTo>
                      <a:pt x="450" y="7833"/>
                    </a:lnTo>
                    <a:lnTo>
                      <a:pt x="454" y="7822"/>
                    </a:lnTo>
                    <a:lnTo>
                      <a:pt x="459" y="7811"/>
                    </a:lnTo>
                    <a:lnTo>
                      <a:pt x="464" y="7800"/>
                    </a:lnTo>
                    <a:lnTo>
                      <a:pt x="470" y="7789"/>
                    </a:lnTo>
                    <a:lnTo>
                      <a:pt x="477" y="7779"/>
                    </a:lnTo>
                    <a:lnTo>
                      <a:pt x="484" y="7769"/>
                    </a:lnTo>
                    <a:lnTo>
                      <a:pt x="491" y="7759"/>
                    </a:lnTo>
                    <a:lnTo>
                      <a:pt x="499" y="7750"/>
                    </a:lnTo>
                    <a:lnTo>
                      <a:pt x="507" y="7740"/>
                    </a:lnTo>
                    <a:lnTo>
                      <a:pt x="516" y="7732"/>
                    </a:lnTo>
                    <a:lnTo>
                      <a:pt x="526" y="7723"/>
                    </a:lnTo>
                    <a:lnTo>
                      <a:pt x="536" y="7716"/>
                    </a:lnTo>
                    <a:lnTo>
                      <a:pt x="546" y="7709"/>
                    </a:lnTo>
                    <a:lnTo>
                      <a:pt x="556" y="7701"/>
                    </a:lnTo>
                    <a:lnTo>
                      <a:pt x="567" y="7696"/>
                    </a:lnTo>
                    <a:lnTo>
                      <a:pt x="578" y="7689"/>
                    </a:lnTo>
                    <a:lnTo>
                      <a:pt x="589" y="7684"/>
                    </a:lnTo>
                    <a:lnTo>
                      <a:pt x="601" y="7679"/>
                    </a:lnTo>
                    <a:lnTo>
                      <a:pt x="613" y="7675"/>
                    </a:lnTo>
                    <a:lnTo>
                      <a:pt x="626" y="7670"/>
                    </a:lnTo>
                    <a:lnTo>
                      <a:pt x="638" y="7667"/>
                    </a:lnTo>
                    <a:lnTo>
                      <a:pt x="651" y="7665"/>
                    </a:lnTo>
                    <a:lnTo>
                      <a:pt x="664" y="7662"/>
                    </a:lnTo>
                    <a:lnTo>
                      <a:pt x="678" y="7660"/>
                    </a:lnTo>
                    <a:lnTo>
                      <a:pt x="691" y="7659"/>
                    </a:lnTo>
                    <a:lnTo>
                      <a:pt x="705" y="7659"/>
                    </a:lnTo>
                    <a:close/>
                    <a:moveTo>
                      <a:pt x="705" y="6477"/>
                    </a:moveTo>
                    <a:lnTo>
                      <a:pt x="6629" y="6477"/>
                    </a:lnTo>
                    <a:lnTo>
                      <a:pt x="6642" y="6477"/>
                    </a:lnTo>
                    <a:lnTo>
                      <a:pt x="6655" y="6478"/>
                    </a:lnTo>
                    <a:lnTo>
                      <a:pt x="6669" y="6480"/>
                    </a:lnTo>
                    <a:lnTo>
                      <a:pt x="6682" y="6482"/>
                    </a:lnTo>
                    <a:lnTo>
                      <a:pt x="6695" y="6484"/>
                    </a:lnTo>
                    <a:lnTo>
                      <a:pt x="6708" y="6488"/>
                    </a:lnTo>
                    <a:lnTo>
                      <a:pt x="6720" y="6492"/>
                    </a:lnTo>
                    <a:lnTo>
                      <a:pt x="6732" y="6497"/>
                    </a:lnTo>
                    <a:lnTo>
                      <a:pt x="6744" y="6501"/>
                    </a:lnTo>
                    <a:lnTo>
                      <a:pt x="6755" y="6506"/>
                    </a:lnTo>
                    <a:lnTo>
                      <a:pt x="6766" y="6513"/>
                    </a:lnTo>
                    <a:lnTo>
                      <a:pt x="6777" y="6519"/>
                    </a:lnTo>
                    <a:lnTo>
                      <a:pt x="6789" y="6526"/>
                    </a:lnTo>
                    <a:lnTo>
                      <a:pt x="6799" y="6533"/>
                    </a:lnTo>
                    <a:lnTo>
                      <a:pt x="6809" y="6541"/>
                    </a:lnTo>
                    <a:lnTo>
                      <a:pt x="6817" y="6550"/>
                    </a:lnTo>
                    <a:lnTo>
                      <a:pt x="6826" y="6559"/>
                    </a:lnTo>
                    <a:lnTo>
                      <a:pt x="6834" y="6568"/>
                    </a:lnTo>
                    <a:lnTo>
                      <a:pt x="6843" y="6576"/>
                    </a:lnTo>
                    <a:lnTo>
                      <a:pt x="6850" y="6586"/>
                    </a:lnTo>
                    <a:lnTo>
                      <a:pt x="6857" y="6596"/>
                    </a:lnTo>
                    <a:lnTo>
                      <a:pt x="6863" y="6606"/>
                    </a:lnTo>
                    <a:lnTo>
                      <a:pt x="6870" y="6617"/>
                    </a:lnTo>
                    <a:lnTo>
                      <a:pt x="6875" y="6629"/>
                    </a:lnTo>
                    <a:lnTo>
                      <a:pt x="6879" y="6640"/>
                    </a:lnTo>
                    <a:lnTo>
                      <a:pt x="6884" y="6651"/>
                    </a:lnTo>
                    <a:lnTo>
                      <a:pt x="6887" y="6663"/>
                    </a:lnTo>
                    <a:lnTo>
                      <a:pt x="6891" y="6675"/>
                    </a:lnTo>
                    <a:lnTo>
                      <a:pt x="6893" y="6687"/>
                    </a:lnTo>
                    <a:lnTo>
                      <a:pt x="6894" y="6700"/>
                    </a:lnTo>
                    <a:lnTo>
                      <a:pt x="6895" y="6712"/>
                    </a:lnTo>
                    <a:lnTo>
                      <a:pt x="6896" y="6725"/>
                    </a:lnTo>
                    <a:lnTo>
                      <a:pt x="6896" y="7312"/>
                    </a:lnTo>
                    <a:lnTo>
                      <a:pt x="6895" y="7324"/>
                    </a:lnTo>
                    <a:lnTo>
                      <a:pt x="6894" y="7336"/>
                    </a:lnTo>
                    <a:lnTo>
                      <a:pt x="6893" y="7350"/>
                    </a:lnTo>
                    <a:lnTo>
                      <a:pt x="6891" y="7362"/>
                    </a:lnTo>
                    <a:lnTo>
                      <a:pt x="6887" y="7373"/>
                    </a:lnTo>
                    <a:lnTo>
                      <a:pt x="6884" y="7385"/>
                    </a:lnTo>
                    <a:lnTo>
                      <a:pt x="6879" y="7396"/>
                    </a:lnTo>
                    <a:lnTo>
                      <a:pt x="6875" y="7407"/>
                    </a:lnTo>
                    <a:lnTo>
                      <a:pt x="6870" y="7418"/>
                    </a:lnTo>
                    <a:lnTo>
                      <a:pt x="6863" y="7429"/>
                    </a:lnTo>
                    <a:lnTo>
                      <a:pt x="6857" y="7439"/>
                    </a:lnTo>
                    <a:lnTo>
                      <a:pt x="6850" y="7449"/>
                    </a:lnTo>
                    <a:lnTo>
                      <a:pt x="6843" y="7459"/>
                    </a:lnTo>
                    <a:lnTo>
                      <a:pt x="6834" y="7469"/>
                    </a:lnTo>
                    <a:lnTo>
                      <a:pt x="6826" y="7478"/>
                    </a:lnTo>
                    <a:lnTo>
                      <a:pt x="6817" y="7486"/>
                    </a:lnTo>
                    <a:lnTo>
                      <a:pt x="6809" y="7495"/>
                    </a:lnTo>
                    <a:lnTo>
                      <a:pt x="6799" y="7503"/>
                    </a:lnTo>
                    <a:lnTo>
                      <a:pt x="6789" y="7510"/>
                    </a:lnTo>
                    <a:lnTo>
                      <a:pt x="6777" y="7517"/>
                    </a:lnTo>
                    <a:lnTo>
                      <a:pt x="6766" y="7524"/>
                    </a:lnTo>
                    <a:lnTo>
                      <a:pt x="6755" y="7529"/>
                    </a:lnTo>
                    <a:lnTo>
                      <a:pt x="6744" y="7535"/>
                    </a:lnTo>
                    <a:lnTo>
                      <a:pt x="6732" y="7539"/>
                    </a:lnTo>
                    <a:lnTo>
                      <a:pt x="6720" y="7544"/>
                    </a:lnTo>
                    <a:lnTo>
                      <a:pt x="6708" y="7548"/>
                    </a:lnTo>
                    <a:lnTo>
                      <a:pt x="6695" y="7552"/>
                    </a:lnTo>
                    <a:lnTo>
                      <a:pt x="6682" y="7554"/>
                    </a:lnTo>
                    <a:lnTo>
                      <a:pt x="6669" y="7556"/>
                    </a:lnTo>
                    <a:lnTo>
                      <a:pt x="6655" y="7558"/>
                    </a:lnTo>
                    <a:lnTo>
                      <a:pt x="6642" y="7559"/>
                    </a:lnTo>
                    <a:lnTo>
                      <a:pt x="6629" y="7559"/>
                    </a:lnTo>
                    <a:lnTo>
                      <a:pt x="705" y="7559"/>
                    </a:lnTo>
                    <a:lnTo>
                      <a:pt x="691" y="7559"/>
                    </a:lnTo>
                    <a:lnTo>
                      <a:pt x="678" y="7558"/>
                    </a:lnTo>
                    <a:lnTo>
                      <a:pt x="664" y="7556"/>
                    </a:lnTo>
                    <a:lnTo>
                      <a:pt x="651" y="7554"/>
                    </a:lnTo>
                    <a:lnTo>
                      <a:pt x="638" y="7552"/>
                    </a:lnTo>
                    <a:lnTo>
                      <a:pt x="626" y="7548"/>
                    </a:lnTo>
                    <a:lnTo>
                      <a:pt x="613" y="7544"/>
                    </a:lnTo>
                    <a:lnTo>
                      <a:pt x="601" y="7539"/>
                    </a:lnTo>
                    <a:lnTo>
                      <a:pt x="589" y="7535"/>
                    </a:lnTo>
                    <a:lnTo>
                      <a:pt x="578" y="7529"/>
                    </a:lnTo>
                    <a:lnTo>
                      <a:pt x="567" y="7524"/>
                    </a:lnTo>
                    <a:lnTo>
                      <a:pt x="556" y="7517"/>
                    </a:lnTo>
                    <a:lnTo>
                      <a:pt x="546" y="7510"/>
                    </a:lnTo>
                    <a:lnTo>
                      <a:pt x="536" y="7503"/>
                    </a:lnTo>
                    <a:lnTo>
                      <a:pt x="526" y="7495"/>
                    </a:lnTo>
                    <a:lnTo>
                      <a:pt x="516" y="7486"/>
                    </a:lnTo>
                    <a:lnTo>
                      <a:pt x="507" y="7478"/>
                    </a:lnTo>
                    <a:lnTo>
                      <a:pt x="499" y="7469"/>
                    </a:lnTo>
                    <a:lnTo>
                      <a:pt x="491" y="7459"/>
                    </a:lnTo>
                    <a:lnTo>
                      <a:pt x="484" y="7449"/>
                    </a:lnTo>
                    <a:lnTo>
                      <a:pt x="477" y="7439"/>
                    </a:lnTo>
                    <a:lnTo>
                      <a:pt x="470" y="7429"/>
                    </a:lnTo>
                    <a:lnTo>
                      <a:pt x="464" y="7418"/>
                    </a:lnTo>
                    <a:lnTo>
                      <a:pt x="459" y="7407"/>
                    </a:lnTo>
                    <a:lnTo>
                      <a:pt x="454" y="7396"/>
                    </a:lnTo>
                    <a:lnTo>
                      <a:pt x="450" y="7385"/>
                    </a:lnTo>
                    <a:lnTo>
                      <a:pt x="446" y="7373"/>
                    </a:lnTo>
                    <a:lnTo>
                      <a:pt x="444" y="7362"/>
                    </a:lnTo>
                    <a:lnTo>
                      <a:pt x="440" y="7350"/>
                    </a:lnTo>
                    <a:lnTo>
                      <a:pt x="439" y="7336"/>
                    </a:lnTo>
                    <a:lnTo>
                      <a:pt x="438" y="7324"/>
                    </a:lnTo>
                    <a:lnTo>
                      <a:pt x="438" y="7312"/>
                    </a:lnTo>
                    <a:lnTo>
                      <a:pt x="438" y="6725"/>
                    </a:lnTo>
                    <a:lnTo>
                      <a:pt x="438" y="6712"/>
                    </a:lnTo>
                    <a:lnTo>
                      <a:pt x="439" y="6700"/>
                    </a:lnTo>
                    <a:lnTo>
                      <a:pt x="440" y="6687"/>
                    </a:lnTo>
                    <a:lnTo>
                      <a:pt x="444" y="6675"/>
                    </a:lnTo>
                    <a:lnTo>
                      <a:pt x="446" y="6663"/>
                    </a:lnTo>
                    <a:lnTo>
                      <a:pt x="450" y="6651"/>
                    </a:lnTo>
                    <a:lnTo>
                      <a:pt x="454" y="6640"/>
                    </a:lnTo>
                    <a:lnTo>
                      <a:pt x="459" y="6629"/>
                    </a:lnTo>
                    <a:lnTo>
                      <a:pt x="464" y="6617"/>
                    </a:lnTo>
                    <a:lnTo>
                      <a:pt x="470" y="6606"/>
                    </a:lnTo>
                    <a:lnTo>
                      <a:pt x="477" y="6596"/>
                    </a:lnTo>
                    <a:lnTo>
                      <a:pt x="484" y="6586"/>
                    </a:lnTo>
                    <a:lnTo>
                      <a:pt x="491" y="6576"/>
                    </a:lnTo>
                    <a:lnTo>
                      <a:pt x="499" y="6568"/>
                    </a:lnTo>
                    <a:lnTo>
                      <a:pt x="507" y="6559"/>
                    </a:lnTo>
                    <a:lnTo>
                      <a:pt x="516" y="6550"/>
                    </a:lnTo>
                    <a:lnTo>
                      <a:pt x="526" y="6541"/>
                    </a:lnTo>
                    <a:lnTo>
                      <a:pt x="536" y="6533"/>
                    </a:lnTo>
                    <a:lnTo>
                      <a:pt x="546" y="6526"/>
                    </a:lnTo>
                    <a:lnTo>
                      <a:pt x="556" y="6519"/>
                    </a:lnTo>
                    <a:lnTo>
                      <a:pt x="567" y="6513"/>
                    </a:lnTo>
                    <a:lnTo>
                      <a:pt x="578" y="6506"/>
                    </a:lnTo>
                    <a:lnTo>
                      <a:pt x="589" y="6501"/>
                    </a:lnTo>
                    <a:lnTo>
                      <a:pt x="601" y="6497"/>
                    </a:lnTo>
                    <a:lnTo>
                      <a:pt x="613" y="6492"/>
                    </a:lnTo>
                    <a:lnTo>
                      <a:pt x="626" y="6488"/>
                    </a:lnTo>
                    <a:lnTo>
                      <a:pt x="638" y="6484"/>
                    </a:lnTo>
                    <a:lnTo>
                      <a:pt x="651" y="6482"/>
                    </a:lnTo>
                    <a:lnTo>
                      <a:pt x="664" y="6480"/>
                    </a:lnTo>
                    <a:lnTo>
                      <a:pt x="678" y="6478"/>
                    </a:lnTo>
                    <a:lnTo>
                      <a:pt x="691" y="6477"/>
                    </a:lnTo>
                    <a:lnTo>
                      <a:pt x="705" y="6477"/>
                    </a:lnTo>
                    <a:close/>
                    <a:moveTo>
                      <a:pt x="705" y="5294"/>
                    </a:moveTo>
                    <a:lnTo>
                      <a:pt x="6629" y="5294"/>
                    </a:lnTo>
                    <a:lnTo>
                      <a:pt x="6642" y="5295"/>
                    </a:lnTo>
                    <a:lnTo>
                      <a:pt x="6655" y="5295"/>
                    </a:lnTo>
                    <a:lnTo>
                      <a:pt x="6669" y="5297"/>
                    </a:lnTo>
                    <a:lnTo>
                      <a:pt x="6682" y="5299"/>
                    </a:lnTo>
                    <a:lnTo>
                      <a:pt x="6695" y="5302"/>
                    </a:lnTo>
                    <a:lnTo>
                      <a:pt x="6708" y="5305"/>
                    </a:lnTo>
                    <a:lnTo>
                      <a:pt x="6720" y="5309"/>
                    </a:lnTo>
                    <a:lnTo>
                      <a:pt x="6732" y="5314"/>
                    </a:lnTo>
                    <a:lnTo>
                      <a:pt x="6744" y="5318"/>
                    </a:lnTo>
                    <a:lnTo>
                      <a:pt x="6755" y="5324"/>
                    </a:lnTo>
                    <a:lnTo>
                      <a:pt x="6766" y="5331"/>
                    </a:lnTo>
                    <a:lnTo>
                      <a:pt x="6777" y="5337"/>
                    </a:lnTo>
                    <a:lnTo>
                      <a:pt x="6789" y="5344"/>
                    </a:lnTo>
                    <a:lnTo>
                      <a:pt x="6799" y="5351"/>
                    </a:lnTo>
                    <a:lnTo>
                      <a:pt x="6809" y="5358"/>
                    </a:lnTo>
                    <a:lnTo>
                      <a:pt x="6817" y="5367"/>
                    </a:lnTo>
                    <a:lnTo>
                      <a:pt x="6826" y="5376"/>
                    </a:lnTo>
                    <a:lnTo>
                      <a:pt x="6834" y="5385"/>
                    </a:lnTo>
                    <a:lnTo>
                      <a:pt x="6843" y="5394"/>
                    </a:lnTo>
                    <a:lnTo>
                      <a:pt x="6850" y="5404"/>
                    </a:lnTo>
                    <a:lnTo>
                      <a:pt x="6857" y="5414"/>
                    </a:lnTo>
                    <a:lnTo>
                      <a:pt x="6863" y="5424"/>
                    </a:lnTo>
                    <a:lnTo>
                      <a:pt x="6870" y="5435"/>
                    </a:lnTo>
                    <a:lnTo>
                      <a:pt x="6875" y="5446"/>
                    </a:lnTo>
                    <a:lnTo>
                      <a:pt x="6879" y="5457"/>
                    </a:lnTo>
                    <a:lnTo>
                      <a:pt x="6884" y="5468"/>
                    </a:lnTo>
                    <a:lnTo>
                      <a:pt x="6887" y="5480"/>
                    </a:lnTo>
                    <a:lnTo>
                      <a:pt x="6891" y="5493"/>
                    </a:lnTo>
                    <a:lnTo>
                      <a:pt x="6893" y="5505"/>
                    </a:lnTo>
                    <a:lnTo>
                      <a:pt x="6894" y="5517"/>
                    </a:lnTo>
                    <a:lnTo>
                      <a:pt x="6895" y="5529"/>
                    </a:lnTo>
                    <a:lnTo>
                      <a:pt x="6896" y="5542"/>
                    </a:lnTo>
                    <a:lnTo>
                      <a:pt x="6896" y="6129"/>
                    </a:lnTo>
                    <a:lnTo>
                      <a:pt x="6895" y="6142"/>
                    </a:lnTo>
                    <a:lnTo>
                      <a:pt x="6894" y="6155"/>
                    </a:lnTo>
                    <a:lnTo>
                      <a:pt x="6893" y="6167"/>
                    </a:lnTo>
                    <a:lnTo>
                      <a:pt x="6891" y="6179"/>
                    </a:lnTo>
                    <a:lnTo>
                      <a:pt x="6887" y="6190"/>
                    </a:lnTo>
                    <a:lnTo>
                      <a:pt x="6884" y="6203"/>
                    </a:lnTo>
                    <a:lnTo>
                      <a:pt x="6879" y="6214"/>
                    </a:lnTo>
                    <a:lnTo>
                      <a:pt x="6875" y="6226"/>
                    </a:lnTo>
                    <a:lnTo>
                      <a:pt x="6870" y="6236"/>
                    </a:lnTo>
                    <a:lnTo>
                      <a:pt x="6863" y="6247"/>
                    </a:lnTo>
                    <a:lnTo>
                      <a:pt x="6857" y="6257"/>
                    </a:lnTo>
                    <a:lnTo>
                      <a:pt x="6850" y="6267"/>
                    </a:lnTo>
                    <a:lnTo>
                      <a:pt x="6843" y="6277"/>
                    </a:lnTo>
                    <a:lnTo>
                      <a:pt x="6834" y="6287"/>
                    </a:lnTo>
                    <a:lnTo>
                      <a:pt x="6826" y="6296"/>
                    </a:lnTo>
                    <a:lnTo>
                      <a:pt x="6817" y="6305"/>
                    </a:lnTo>
                    <a:lnTo>
                      <a:pt x="6809" y="6312"/>
                    </a:lnTo>
                    <a:lnTo>
                      <a:pt x="6799" y="6320"/>
                    </a:lnTo>
                    <a:lnTo>
                      <a:pt x="6789" y="6328"/>
                    </a:lnTo>
                    <a:lnTo>
                      <a:pt x="6777" y="6335"/>
                    </a:lnTo>
                    <a:lnTo>
                      <a:pt x="6766" y="6341"/>
                    </a:lnTo>
                    <a:lnTo>
                      <a:pt x="6755" y="6347"/>
                    </a:lnTo>
                    <a:lnTo>
                      <a:pt x="6744" y="6352"/>
                    </a:lnTo>
                    <a:lnTo>
                      <a:pt x="6732" y="6358"/>
                    </a:lnTo>
                    <a:lnTo>
                      <a:pt x="6720" y="6362"/>
                    </a:lnTo>
                    <a:lnTo>
                      <a:pt x="6708" y="6366"/>
                    </a:lnTo>
                    <a:lnTo>
                      <a:pt x="6695" y="6369"/>
                    </a:lnTo>
                    <a:lnTo>
                      <a:pt x="6682" y="6372"/>
                    </a:lnTo>
                    <a:lnTo>
                      <a:pt x="6669" y="6374"/>
                    </a:lnTo>
                    <a:lnTo>
                      <a:pt x="6655" y="6376"/>
                    </a:lnTo>
                    <a:lnTo>
                      <a:pt x="6642" y="6377"/>
                    </a:lnTo>
                    <a:lnTo>
                      <a:pt x="6629" y="6377"/>
                    </a:lnTo>
                    <a:lnTo>
                      <a:pt x="705" y="6377"/>
                    </a:lnTo>
                    <a:lnTo>
                      <a:pt x="691" y="6377"/>
                    </a:lnTo>
                    <a:lnTo>
                      <a:pt x="678" y="6376"/>
                    </a:lnTo>
                    <a:lnTo>
                      <a:pt x="664" y="6374"/>
                    </a:lnTo>
                    <a:lnTo>
                      <a:pt x="651" y="6372"/>
                    </a:lnTo>
                    <a:lnTo>
                      <a:pt x="638" y="6369"/>
                    </a:lnTo>
                    <a:lnTo>
                      <a:pt x="626" y="6366"/>
                    </a:lnTo>
                    <a:lnTo>
                      <a:pt x="613" y="6362"/>
                    </a:lnTo>
                    <a:lnTo>
                      <a:pt x="601" y="6358"/>
                    </a:lnTo>
                    <a:lnTo>
                      <a:pt x="589" y="6352"/>
                    </a:lnTo>
                    <a:lnTo>
                      <a:pt x="578" y="6347"/>
                    </a:lnTo>
                    <a:lnTo>
                      <a:pt x="567" y="6341"/>
                    </a:lnTo>
                    <a:lnTo>
                      <a:pt x="556" y="6335"/>
                    </a:lnTo>
                    <a:lnTo>
                      <a:pt x="546" y="6328"/>
                    </a:lnTo>
                    <a:lnTo>
                      <a:pt x="536" y="6320"/>
                    </a:lnTo>
                    <a:lnTo>
                      <a:pt x="526" y="6312"/>
                    </a:lnTo>
                    <a:lnTo>
                      <a:pt x="516" y="6305"/>
                    </a:lnTo>
                    <a:lnTo>
                      <a:pt x="507" y="6296"/>
                    </a:lnTo>
                    <a:lnTo>
                      <a:pt x="499" y="6287"/>
                    </a:lnTo>
                    <a:lnTo>
                      <a:pt x="491" y="6277"/>
                    </a:lnTo>
                    <a:lnTo>
                      <a:pt x="484" y="6267"/>
                    </a:lnTo>
                    <a:lnTo>
                      <a:pt x="477" y="6257"/>
                    </a:lnTo>
                    <a:lnTo>
                      <a:pt x="470" y="6247"/>
                    </a:lnTo>
                    <a:lnTo>
                      <a:pt x="464" y="6236"/>
                    </a:lnTo>
                    <a:lnTo>
                      <a:pt x="459" y="6226"/>
                    </a:lnTo>
                    <a:lnTo>
                      <a:pt x="454" y="6214"/>
                    </a:lnTo>
                    <a:lnTo>
                      <a:pt x="450" y="6203"/>
                    </a:lnTo>
                    <a:lnTo>
                      <a:pt x="446" y="6190"/>
                    </a:lnTo>
                    <a:lnTo>
                      <a:pt x="444" y="6179"/>
                    </a:lnTo>
                    <a:lnTo>
                      <a:pt x="440" y="6167"/>
                    </a:lnTo>
                    <a:lnTo>
                      <a:pt x="439" y="6155"/>
                    </a:lnTo>
                    <a:lnTo>
                      <a:pt x="438" y="6142"/>
                    </a:lnTo>
                    <a:lnTo>
                      <a:pt x="438" y="6129"/>
                    </a:lnTo>
                    <a:lnTo>
                      <a:pt x="438" y="5542"/>
                    </a:lnTo>
                    <a:lnTo>
                      <a:pt x="438" y="5529"/>
                    </a:lnTo>
                    <a:lnTo>
                      <a:pt x="439" y="5517"/>
                    </a:lnTo>
                    <a:lnTo>
                      <a:pt x="440" y="5505"/>
                    </a:lnTo>
                    <a:lnTo>
                      <a:pt x="444" y="5493"/>
                    </a:lnTo>
                    <a:lnTo>
                      <a:pt x="446" y="5480"/>
                    </a:lnTo>
                    <a:lnTo>
                      <a:pt x="450" y="5468"/>
                    </a:lnTo>
                    <a:lnTo>
                      <a:pt x="454" y="5457"/>
                    </a:lnTo>
                    <a:lnTo>
                      <a:pt x="459" y="5446"/>
                    </a:lnTo>
                    <a:lnTo>
                      <a:pt x="464" y="5435"/>
                    </a:lnTo>
                    <a:lnTo>
                      <a:pt x="470" y="5424"/>
                    </a:lnTo>
                    <a:lnTo>
                      <a:pt x="477" y="5414"/>
                    </a:lnTo>
                    <a:lnTo>
                      <a:pt x="484" y="5404"/>
                    </a:lnTo>
                    <a:lnTo>
                      <a:pt x="491" y="5394"/>
                    </a:lnTo>
                    <a:lnTo>
                      <a:pt x="499" y="5385"/>
                    </a:lnTo>
                    <a:lnTo>
                      <a:pt x="507" y="5376"/>
                    </a:lnTo>
                    <a:lnTo>
                      <a:pt x="516" y="5367"/>
                    </a:lnTo>
                    <a:lnTo>
                      <a:pt x="526" y="5358"/>
                    </a:lnTo>
                    <a:lnTo>
                      <a:pt x="536" y="5351"/>
                    </a:lnTo>
                    <a:lnTo>
                      <a:pt x="546" y="5344"/>
                    </a:lnTo>
                    <a:lnTo>
                      <a:pt x="556" y="5337"/>
                    </a:lnTo>
                    <a:lnTo>
                      <a:pt x="567" y="5331"/>
                    </a:lnTo>
                    <a:lnTo>
                      <a:pt x="578" y="5324"/>
                    </a:lnTo>
                    <a:lnTo>
                      <a:pt x="589" y="5318"/>
                    </a:lnTo>
                    <a:lnTo>
                      <a:pt x="601" y="5314"/>
                    </a:lnTo>
                    <a:lnTo>
                      <a:pt x="613" y="5309"/>
                    </a:lnTo>
                    <a:lnTo>
                      <a:pt x="626" y="5305"/>
                    </a:lnTo>
                    <a:lnTo>
                      <a:pt x="638" y="5302"/>
                    </a:lnTo>
                    <a:lnTo>
                      <a:pt x="651" y="5299"/>
                    </a:lnTo>
                    <a:lnTo>
                      <a:pt x="664" y="5297"/>
                    </a:lnTo>
                    <a:lnTo>
                      <a:pt x="678" y="5295"/>
                    </a:lnTo>
                    <a:lnTo>
                      <a:pt x="691" y="5295"/>
                    </a:lnTo>
                    <a:lnTo>
                      <a:pt x="705" y="5294"/>
                    </a:lnTo>
                    <a:close/>
                    <a:moveTo>
                      <a:pt x="705" y="4111"/>
                    </a:moveTo>
                    <a:lnTo>
                      <a:pt x="6629" y="4111"/>
                    </a:lnTo>
                    <a:lnTo>
                      <a:pt x="6642" y="4112"/>
                    </a:lnTo>
                    <a:lnTo>
                      <a:pt x="6655" y="4112"/>
                    </a:lnTo>
                    <a:lnTo>
                      <a:pt x="6669" y="4115"/>
                    </a:lnTo>
                    <a:lnTo>
                      <a:pt x="6682" y="4117"/>
                    </a:lnTo>
                    <a:lnTo>
                      <a:pt x="6695" y="4119"/>
                    </a:lnTo>
                    <a:lnTo>
                      <a:pt x="6708" y="4122"/>
                    </a:lnTo>
                    <a:lnTo>
                      <a:pt x="6720" y="4127"/>
                    </a:lnTo>
                    <a:lnTo>
                      <a:pt x="6732" y="4131"/>
                    </a:lnTo>
                    <a:lnTo>
                      <a:pt x="6744" y="4136"/>
                    </a:lnTo>
                    <a:lnTo>
                      <a:pt x="6755" y="4141"/>
                    </a:lnTo>
                    <a:lnTo>
                      <a:pt x="6766" y="4148"/>
                    </a:lnTo>
                    <a:lnTo>
                      <a:pt x="6777" y="4155"/>
                    </a:lnTo>
                    <a:lnTo>
                      <a:pt x="6789" y="4161"/>
                    </a:lnTo>
                    <a:lnTo>
                      <a:pt x="6799" y="4169"/>
                    </a:lnTo>
                    <a:lnTo>
                      <a:pt x="6809" y="4177"/>
                    </a:lnTo>
                    <a:lnTo>
                      <a:pt x="6817" y="4185"/>
                    </a:lnTo>
                    <a:lnTo>
                      <a:pt x="6826" y="4193"/>
                    </a:lnTo>
                    <a:lnTo>
                      <a:pt x="6834" y="4202"/>
                    </a:lnTo>
                    <a:lnTo>
                      <a:pt x="6843" y="4211"/>
                    </a:lnTo>
                    <a:lnTo>
                      <a:pt x="6850" y="4221"/>
                    </a:lnTo>
                    <a:lnTo>
                      <a:pt x="6857" y="4231"/>
                    </a:lnTo>
                    <a:lnTo>
                      <a:pt x="6863" y="4241"/>
                    </a:lnTo>
                    <a:lnTo>
                      <a:pt x="6870" y="4252"/>
                    </a:lnTo>
                    <a:lnTo>
                      <a:pt x="6875" y="4263"/>
                    </a:lnTo>
                    <a:lnTo>
                      <a:pt x="6879" y="4274"/>
                    </a:lnTo>
                    <a:lnTo>
                      <a:pt x="6884" y="4287"/>
                    </a:lnTo>
                    <a:lnTo>
                      <a:pt x="6887" y="4298"/>
                    </a:lnTo>
                    <a:lnTo>
                      <a:pt x="6891" y="4310"/>
                    </a:lnTo>
                    <a:lnTo>
                      <a:pt x="6893" y="4322"/>
                    </a:lnTo>
                    <a:lnTo>
                      <a:pt x="6894" y="4334"/>
                    </a:lnTo>
                    <a:lnTo>
                      <a:pt x="6895" y="4347"/>
                    </a:lnTo>
                    <a:lnTo>
                      <a:pt x="6896" y="4360"/>
                    </a:lnTo>
                    <a:lnTo>
                      <a:pt x="6896" y="4947"/>
                    </a:lnTo>
                    <a:lnTo>
                      <a:pt x="6895" y="4959"/>
                    </a:lnTo>
                    <a:lnTo>
                      <a:pt x="6894" y="4972"/>
                    </a:lnTo>
                    <a:lnTo>
                      <a:pt x="6893" y="4984"/>
                    </a:lnTo>
                    <a:lnTo>
                      <a:pt x="6891" y="4997"/>
                    </a:lnTo>
                    <a:lnTo>
                      <a:pt x="6887" y="5009"/>
                    </a:lnTo>
                    <a:lnTo>
                      <a:pt x="6884" y="5020"/>
                    </a:lnTo>
                    <a:lnTo>
                      <a:pt x="6879" y="5031"/>
                    </a:lnTo>
                    <a:lnTo>
                      <a:pt x="6875" y="5043"/>
                    </a:lnTo>
                    <a:lnTo>
                      <a:pt x="6870" y="5054"/>
                    </a:lnTo>
                    <a:lnTo>
                      <a:pt x="6863" y="5064"/>
                    </a:lnTo>
                    <a:lnTo>
                      <a:pt x="6857" y="5074"/>
                    </a:lnTo>
                    <a:lnTo>
                      <a:pt x="6850" y="5085"/>
                    </a:lnTo>
                    <a:lnTo>
                      <a:pt x="6843" y="5094"/>
                    </a:lnTo>
                    <a:lnTo>
                      <a:pt x="6834" y="5104"/>
                    </a:lnTo>
                    <a:lnTo>
                      <a:pt x="6826" y="5113"/>
                    </a:lnTo>
                    <a:lnTo>
                      <a:pt x="6817" y="5122"/>
                    </a:lnTo>
                    <a:lnTo>
                      <a:pt x="6809" y="5130"/>
                    </a:lnTo>
                    <a:lnTo>
                      <a:pt x="6799" y="5138"/>
                    </a:lnTo>
                    <a:lnTo>
                      <a:pt x="6789" y="5145"/>
                    </a:lnTo>
                    <a:lnTo>
                      <a:pt x="6777" y="5152"/>
                    </a:lnTo>
                    <a:lnTo>
                      <a:pt x="6766" y="5159"/>
                    </a:lnTo>
                    <a:lnTo>
                      <a:pt x="6755" y="5164"/>
                    </a:lnTo>
                    <a:lnTo>
                      <a:pt x="6744" y="5170"/>
                    </a:lnTo>
                    <a:lnTo>
                      <a:pt x="6732" y="5175"/>
                    </a:lnTo>
                    <a:lnTo>
                      <a:pt x="6720" y="5180"/>
                    </a:lnTo>
                    <a:lnTo>
                      <a:pt x="6708" y="5183"/>
                    </a:lnTo>
                    <a:lnTo>
                      <a:pt x="6695" y="5186"/>
                    </a:lnTo>
                    <a:lnTo>
                      <a:pt x="6682" y="5190"/>
                    </a:lnTo>
                    <a:lnTo>
                      <a:pt x="6669" y="5192"/>
                    </a:lnTo>
                    <a:lnTo>
                      <a:pt x="6655" y="5193"/>
                    </a:lnTo>
                    <a:lnTo>
                      <a:pt x="6642" y="5194"/>
                    </a:lnTo>
                    <a:lnTo>
                      <a:pt x="6629" y="5194"/>
                    </a:lnTo>
                    <a:lnTo>
                      <a:pt x="705" y="5194"/>
                    </a:lnTo>
                    <a:lnTo>
                      <a:pt x="691" y="5194"/>
                    </a:lnTo>
                    <a:lnTo>
                      <a:pt x="678" y="5193"/>
                    </a:lnTo>
                    <a:lnTo>
                      <a:pt x="664" y="5192"/>
                    </a:lnTo>
                    <a:lnTo>
                      <a:pt x="651" y="5190"/>
                    </a:lnTo>
                    <a:lnTo>
                      <a:pt x="638" y="5186"/>
                    </a:lnTo>
                    <a:lnTo>
                      <a:pt x="626" y="5183"/>
                    </a:lnTo>
                    <a:lnTo>
                      <a:pt x="613" y="5180"/>
                    </a:lnTo>
                    <a:lnTo>
                      <a:pt x="601" y="5175"/>
                    </a:lnTo>
                    <a:lnTo>
                      <a:pt x="589" y="5170"/>
                    </a:lnTo>
                    <a:lnTo>
                      <a:pt x="578" y="5164"/>
                    </a:lnTo>
                    <a:lnTo>
                      <a:pt x="567" y="5159"/>
                    </a:lnTo>
                    <a:lnTo>
                      <a:pt x="556" y="5152"/>
                    </a:lnTo>
                    <a:lnTo>
                      <a:pt x="546" y="5145"/>
                    </a:lnTo>
                    <a:lnTo>
                      <a:pt x="536" y="5138"/>
                    </a:lnTo>
                    <a:lnTo>
                      <a:pt x="526" y="5130"/>
                    </a:lnTo>
                    <a:lnTo>
                      <a:pt x="516" y="5122"/>
                    </a:lnTo>
                    <a:lnTo>
                      <a:pt x="507" y="5113"/>
                    </a:lnTo>
                    <a:lnTo>
                      <a:pt x="499" y="5104"/>
                    </a:lnTo>
                    <a:lnTo>
                      <a:pt x="491" y="5094"/>
                    </a:lnTo>
                    <a:lnTo>
                      <a:pt x="484" y="5085"/>
                    </a:lnTo>
                    <a:lnTo>
                      <a:pt x="477" y="5074"/>
                    </a:lnTo>
                    <a:lnTo>
                      <a:pt x="470" y="5064"/>
                    </a:lnTo>
                    <a:lnTo>
                      <a:pt x="464" y="5054"/>
                    </a:lnTo>
                    <a:lnTo>
                      <a:pt x="459" y="5043"/>
                    </a:lnTo>
                    <a:lnTo>
                      <a:pt x="454" y="5031"/>
                    </a:lnTo>
                    <a:lnTo>
                      <a:pt x="450" y="5020"/>
                    </a:lnTo>
                    <a:lnTo>
                      <a:pt x="446" y="5009"/>
                    </a:lnTo>
                    <a:lnTo>
                      <a:pt x="444" y="4997"/>
                    </a:lnTo>
                    <a:lnTo>
                      <a:pt x="440" y="4984"/>
                    </a:lnTo>
                    <a:lnTo>
                      <a:pt x="439" y="4972"/>
                    </a:lnTo>
                    <a:lnTo>
                      <a:pt x="438" y="4959"/>
                    </a:lnTo>
                    <a:lnTo>
                      <a:pt x="438" y="4947"/>
                    </a:lnTo>
                    <a:lnTo>
                      <a:pt x="438" y="4360"/>
                    </a:lnTo>
                    <a:lnTo>
                      <a:pt x="438" y="4347"/>
                    </a:lnTo>
                    <a:lnTo>
                      <a:pt x="439" y="4334"/>
                    </a:lnTo>
                    <a:lnTo>
                      <a:pt x="440" y="4322"/>
                    </a:lnTo>
                    <a:lnTo>
                      <a:pt x="444" y="4310"/>
                    </a:lnTo>
                    <a:lnTo>
                      <a:pt x="446" y="4298"/>
                    </a:lnTo>
                    <a:lnTo>
                      <a:pt x="450" y="4287"/>
                    </a:lnTo>
                    <a:lnTo>
                      <a:pt x="454" y="4274"/>
                    </a:lnTo>
                    <a:lnTo>
                      <a:pt x="459" y="4263"/>
                    </a:lnTo>
                    <a:lnTo>
                      <a:pt x="464" y="4252"/>
                    </a:lnTo>
                    <a:lnTo>
                      <a:pt x="470" y="4241"/>
                    </a:lnTo>
                    <a:lnTo>
                      <a:pt x="477" y="4231"/>
                    </a:lnTo>
                    <a:lnTo>
                      <a:pt x="484" y="4221"/>
                    </a:lnTo>
                    <a:lnTo>
                      <a:pt x="491" y="4211"/>
                    </a:lnTo>
                    <a:lnTo>
                      <a:pt x="499" y="4202"/>
                    </a:lnTo>
                    <a:lnTo>
                      <a:pt x="507" y="4193"/>
                    </a:lnTo>
                    <a:lnTo>
                      <a:pt x="516" y="4185"/>
                    </a:lnTo>
                    <a:lnTo>
                      <a:pt x="526" y="4177"/>
                    </a:lnTo>
                    <a:lnTo>
                      <a:pt x="536" y="4169"/>
                    </a:lnTo>
                    <a:lnTo>
                      <a:pt x="546" y="4161"/>
                    </a:lnTo>
                    <a:lnTo>
                      <a:pt x="556" y="4155"/>
                    </a:lnTo>
                    <a:lnTo>
                      <a:pt x="567" y="4148"/>
                    </a:lnTo>
                    <a:lnTo>
                      <a:pt x="578" y="4141"/>
                    </a:lnTo>
                    <a:lnTo>
                      <a:pt x="589" y="4136"/>
                    </a:lnTo>
                    <a:lnTo>
                      <a:pt x="601" y="4131"/>
                    </a:lnTo>
                    <a:lnTo>
                      <a:pt x="613" y="4127"/>
                    </a:lnTo>
                    <a:lnTo>
                      <a:pt x="626" y="4122"/>
                    </a:lnTo>
                    <a:lnTo>
                      <a:pt x="638" y="4119"/>
                    </a:lnTo>
                    <a:lnTo>
                      <a:pt x="651" y="4117"/>
                    </a:lnTo>
                    <a:lnTo>
                      <a:pt x="664" y="4115"/>
                    </a:lnTo>
                    <a:lnTo>
                      <a:pt x="678" y="4112"/>
                    </a:lnTo>
                    <a:lnTo>
                      <a:pt x="691" y="4112"/>
                    </a:lnTo>
                    <a:lnTo>
                      <a:pt x="705" y="4111"/>
                    </a:lnTo>
                    <a:close/>
                    <a:moveTo>
                      <a:pt x="3677" y="13159"/>
                    </a:moveTo>
                    <a:lnTo>
                      <a:pt x="3706" y="13159"/>
                    </a:lnTo>
                    <a:lnTo>
                      <a:pt x="3735" y="13162"/>
                    </a:lnTo>
                    <a:lnTo>
                      <a:pt x="3763" y="13165"/>
                    </a:lnTo>
                    <a:lnTo>
                      <a:pt x="3789" y="13171"/>
                    </a:lnTo>
                    <a:lnTo>
                      <a:pt x="3816" y="13176"/>
                    </a:lnTo>
                    <a:lnTo>
                      <a:pt x="3842" y="13184"/>
                    </a:lnTo>
                    <a:lnTo>
                      <a:pt x="3868" y="13193"/>
                    </a:lnTo>
                    <a:lnTo>
                      <a:pt x="3893" y="13203"/>
                    </a:lnTo>
                    <a:lnTo>
                      <a:pt x="3918" y="13214"/>
                    </a:lnTo>
                    <a:lnTo>
                      <a:pt x="3942" y="13226"/>
                    </a:lnTo>
                    <a:lnTo>
                      <a:pt x="3965" y="13239"/>
                    </a:lnTo>
                    <a:lnTo>
                      <a:pt x="3988" y="13254"/>
                    </a:lnTo>
                    <a:lnTo>
                      <a:pt x="4010" y="13269"/>
                    </a:lnTo>
                    <a:lnTo>
                      <a:pt x="4031" y="13286"/>
                    </a:lnTo>
                    <a:lnTo>
                      <a:pt x="4051" y="13304"/>
                    </a:lnTo>
                    <a:lnTo>
                      <a:pt x="4070" y="13322"/>
                    </a:lnTo>
                    <a:lnTo>
                      <a:pt x="4089" y="13341"/>
                    </a:lnTo>
                    <a:lnTo>
                      <a:pt x="4106" y="13361"/>
                    </a:lnTo>
                    <a:lnTo>
                      <a:pt x="4123" y="13382"/>
                    </a:lnTo>
                    <a:lnTo>
                      <a:pt x="4138" y="13405"/>
                    </a:lnTo>
                    <a:lnTo>
                      <a:pt x="4153" y="13427"/>
                    </a:lnTo>
                    <a:lnTo>
                      <a:pt x="4166" y="13450"/>
                    </a:lnTo>
                    <a:lnTo>
                      <a:pt x="4178" y="13474"/>
                    </a:lnTo>
                    <a:lnTo>
                      <a:pt x="4189" y="13499"/>
                    </a:lnTo>
                    <a:lnTo>
                      <a:pt x="4199" y="13524"/>
                    </a:lnTo>
                    <a:lnTo>
                      <a:pt x="4208" y="13550"/>
                    </a:lnTo>
                    <a:lnTo>
                      <a:pt x="4216" y="13577"/>
                    </a:lnTo>
                    <a:lnTo>
                      <a:pt x="4222" y="13603"/>
                    </a:lnTo>
                    <a:lnTo>
                      <a:pt x="4227" y="13630"/>
                    </a:lnTo>
                    <a:lnTo>
                      <a:pt x="4230" y="13658"/>
                    </a:lnTo>
                    <a:lnTo>
                      <a:pt x="4233" y="13686"/>
                    </a:lnTo>
                    <a:lnTo>
                      <a:pt x="4233" y="13715"/>
                    </a:lnTo>
                    <a:lnTo>
                      <a:pt x="4233" y="13743"/>
                    </a:lnTo>
                    <a:lnTo>
                      <a:pt x="4230" y="13772"/>
                    </a:lnTo>
                    <a:lnTo>
                      <a:pt x="4227" y="13800"/>
                    </a:lnTo>
                    <a:lnTo>
                      <a:pt x="4222" y="13826"/>
                    </a:lnTo>
                    <a:lnTo>
                      <a:pt x="4216" y="13854"/>
                    </a:lnTo>
                    <a:lnTo>
                      <a:pt x="4208" y="13879"/>
                    </a:lnTo>
                    <a:lnTo>
                      <a:pt x="4199" y="13905"/>
                    </a:lnTo>
                    <a:lnTo>
                      <a:pt x="4189" y="13930"/>
                    </a:lnTo>
                    <a:lnTo>
                      <a:pt x="4178" y="13955"/>
                    </a:lnTo>
                    <a:lnTo>
                      <a:pt x="4166" y="13979"/>
                    </a:lnTo>
                    <a:lnTo>
                      <a:pt x="4153" y="14003"/>
                    </a:lnTo>
                    <a:lnTo>
                      <a:pt x="4138" y="14025"/>
                    </a:lnTo>
                    <a:lnTo>
                      <a:pt x="4123" y="14047"/>
                    </a:lnTo>
                    <a:lnTo>
                      <a:pt x="4106" y="14068"/>
                    </a:lnTo>
                    <a:lnTo>
                      <a:pt x="4089" y="14088"/>
                    </a:lnTo>
                    <a:lnTo>
                      <a:pt x="4070" y="14107"/>
                    </a:lnTo>
                    <a:lnTo>
                      <a:pt x="4051" y="14126"/>
                    </a:lnTo>
                    <a:lnTo>
                      <a:pt x="4031" y="14143"/>
                    </a:lnTo>
                    <a:lnTo>
                      <a:pt x="4010" y="14160"/>
                    </a:lnTo>
                    <a:lnTo>
                      <a:pt x="3988" y="14176"/>
                    </a:lnTo>
                    <a:lnTo>
                      <a:pt x="3965" y="14190"/>
                    </a:lnTo>
                    <a:lnTo>
                      <a:pt x="3942" y="14203"/>
                    </a:lnTo>
                    <a:lnTo>
                      <a:pt x="3918" y="14216"/>
                    </a:lnTo>
                    <a:lnTo>
                      <a:pt x="3893" y="14227"/>
                    </a:lnTo>
                    <a:lnTo>
                      <a:pt x="3868" y="14237"/>
                    </a:lnTo>
                    <a:lnTo>
                      <a:pt x="3842" y="14245"/>
                    </a:lnTo>
                    <a:lnTo>
                      <a:pt x="3816" y="14253"/>
                    </a:lnTo>
                    <a:lnTo>
                      <a:pt x="3789" y="14259"/>
                    </a:lnTo>
                    <a:lnTo>
                      <a:pt x="3763" y="14264"/>
                    </a:lnTo>
                    <a:lnTo>
                      <a:pt x="3735" y="14268"/>
                    </a:lnTo>
                    <a:lnTo>
                      <a:pt x="3706" y="14270"/>
                    </a:lnTo>
                    <a:lnTo>
                      <a:pt x="3677" y="14270"/>
                    </a:lnTo>
                    <a:lnTo>
                      <a:pt x="3649" y="14270"/>
                    </a:lnTo>
                    <a:lnTo>
                      <a:pt x="3621" y="14268"/>
                    </a:lnTo>
                    <a:lnTo>
                      <a:pt x="3593" y="14264"/>
                    </a:lnTo>
                    <a:lnTo>
                      <a:pt x="3566" y="14259"/>
                    </a:lnTo>
                    <a:lnTo>
                      <a:pt x="3539" y="14253"/>
                    </a:lnTo>
                    <a:lnTo>
                      <a:pt x="3513" y="14245"/>
                    </a:lnTo>
                    <a:lnTo>
                      <a:pt x="3488" y="14237"/>
                    </a:lnTo>
                    <a:lnTo>
                      <a:pt x="3462" y="14227"/>
                    </a:lnTo>
                    <a:lnTo>
                      <a:pt x="3438" y="14216"/>
                    </a:lnTo>
                    <a:lnTo>
                      <a:pt x="3413" y="14203"/>
                    </a:lnTo>
                    <a:lnTo>
                      <a:pt x="3390" y="14190"/>
                    </a:lnTo>
                    <a:lnTo>
                      <a:pt x="3368" y="14176"/>
                    </a:lnTo>
                    <a:lnTo>
                      <a:pt x="3346" y="14160"/>
                    </a:lnTo>
                    <a:lnTo>
                      <a:pt x="3325" y="14143"/>
                    </a:lnTo>
                    <a:lnTo>
                      <a:pt x="3305" y="14126"/>
                    </a:lnTo>
                    <a:lnTo>
                      <a:pt x="3286" y="14107"/>
                    </a:lnTo>
                    <a:lnTo>
                      <a:pt x="3267" y="14088"/>
                    </a:lnTo>
                    <a:lnTo>
                      <a:pt x="3249" y="14068"/>
                    </a:lnTo>
                    <a:lnTo>
                      <a:pt x="3233" y="14047"/>
                    </a:lnTo>
                    <a:lnTo>
                      <a:pt x="3217" y="14025"/>
                    </a:lnTo>
                    <a:lnTo>
                      <a:pt x="3203" y="14003"/>
                    </a:lnTo>
                    <a:lnTo>
                      <a:pt x="3189" y="13979"/>
                    </a:lnTo>
                    <a:lnTo>
                      <a:pt x="3177" y="13955"/>
                    </a:lnTo>
                    <a:lnTo>
                      <a:pt x="3166" y="13930"/>
                    </a:lnTo>
                    <a:lnTo>
                      <a:pt x="3156" y="13905"/>
                    </a:lnTo>
                    <a:lnTo>
                      <a:pt x="3147" y="13879"/>
                    </a:lnTo>
                    <a:lnTo>
                      <a:pt x="3139" y="13854"/>
                    </a:lnTo>
                    <a:lnTo>
                      <a:pt x="3134" y="13826"/>
                    </a:lnTo>
                    <a:lnTo>
                      <a:pt x="3128" y="13800"/>
                    </a:lnTo>
                    <a:lnTo>
                      <a:pt x="3125" y="13772"/>
                    </a:lnTo>
                    <a:lnTo>
                      <a:pt x="3123" y="13743"/>
                    </a:lnTo>
                    <a:lnTo>
                      <a:pt x="3123" y="13715"/>
                    </a:lnTo>
                    <a:lnTo>
                      <a:pt x="3123" y="13686"/>
                    </a:lnTo>
                    <a:lnTo>
                      <a:pt x="3125" y="13658"/>
                    </a:lnTo>
                    <a:lnTo>
                      <a:pt x="3128" y="13630"/>
                    </a:lnTo>
                    <a:lnTo>
                      <a:pt x="3134" y="13603"/>
                    </a:lnTo>
                    <a:lnTo>
                      <a:pt x="3139" y="13577"/>
                    </a:lnTo>
                    <a:lnTo>
                      <a:pt x="3147" y="13550"/>
                    </a:lnTo>
                    <a:lnTo>
                      <a:pt x="3156" y="13524"/>
                    </a:lnTo>
                    <a:lnTo>
                      <a:pt x="3166" y="13499"/>
                    </a:lnTo>
                    <a:lnTo>
                      <a:pt x="3177" y="13474"/>
                    </a:lnTo>
                    <a:lnTo>
                      <a:pt x="3189" y="13450"/>
                    </a:lnTo>
                    <a:lnTo>
                      <a:pt x="3203" y="13427"/>
                    </a:lnTo>
                    <a:lnTo>
                      <a:pt x="3217" y="13405"/>
                    </a:lnTo>
                    <a:lnTo>
                      <a:pt x="3233" y="13382"/>
                    </a:lnTo>
                    <a:lnTo>
                      <a:pt x="3249" y="13361"/>
                    </a:lnTo>
                    <a:lnTo>
                      <a:pt x="3267" y="13341"/>
                    </a:lnTo>
                    <a:lnTo>
                      <a:pt x="3286" y="13322"/>
                    </a:lnTo>
                    <a:lnTo>
                      <a:pt x="3305" y="13304"/>
                    </a:lnTo>
                    <a:lnTo>
                      <a:pt x="3325" y="13286"/>
                    </a:lnTo>
                    <a:lnTo>
                      <a:pt x="3346" y="13269"/>
                    </a:lnTo>
                    <a:lnTo>
                      <a:pt x="3368" y="13254"/>
                    </a:lnTo>
                    <a:lnTo>
                      <a:pt x="3390" y="13239"/>
                    </a:lnTo>
                    <a:lnTo>
                      <a:pt x="3413" y="13226"/>
                    </a:lnTo>
                    <a:lnTo>
                      <a:pt x="3438" y="13214"/>
                    </a:lnTo>
                    <a:lnTo>
                      <a:pt x="3462" y="13203"/>
                    </a:lnTo>
                    <a:lnTo>
                      <a:pt x="3488" y="13193"/>
                    </a:lnTo>
                    <a:lnTo>
                      <a:pt x="3513" y="13184"/>
                    </a:lnTo>
                    <a:lnTo>
                      <a:pt x="3539" y="13176"/>
                    </a:lnTo>
                    <a:lnTo>
                      <a:pt x="3566" y="13171"/>
                    </a:lnTo>
                    <a:lnTo>
                      <a:pt x="3593" y="13165"/>
                    </a:lnTo>
                    <a:lnTo>
                      <a:pt x="3621" y="13162"/>
                    </a:lnTo>
                    <a:lnTo>
                      <a:pt x="3649" y="13159"/>
                    </a:lnTo>
                    <a:lnTo>
                      <a:pt x="3677" y="13159"/>
                    </a:lnTo>
                    <a:close/>
                    <a:moveTo>
                      <a:pt x="1748" y="14955"/>
                    </a:moveTo>
                    <a:lnTo>
                      <a:pt x="5585" y="14955"/>
                    </a:lnTo>
                    <a:lnTo>
                      <a:pt x="5600" y="14957"/>
                    </a:lnTo>
                    <a:lnTo>
                      <a:pt x="5613" y="14958"/>
                    </a:lnTo>
                    <a:lnTo>
                      <a:pt x="5626" y="14961"/>
                    </a:lnTo>
                    <a:lnTo>
                      <a:pt x="5640" y="14965"/>
                    </a:lnTo>
                    <a:lnTo>
                      <a:pt x="5652" y="14972"/>
                    </a:lnTo>
                    <a:lnTo>
                      <a:pt x="5663" y="14979"/>
                    </a:lnTo>
                    <a:lnTo>
                      <a:pt x="5674" y="14987"/>
                    </a:lnTo>
                    <a:lnTo>
                      <a:pt x="5684" y="14994"/>
                    </a:lnTo>
                    <a:lnTo>
                      <a:pt x="5693" y="15004"/>
                    </a:lnTo>
                    <a:lnTo>
                      <a:pt x="5702" y="15014"/>
                    </a:lnTo>
                    <a:lnTo>
                      <a:pt x="5709" y="15025"/>
                    </a:lnTo>
                    <a:lnTo>
                      <a:pt x="5714" y="15038"/>
                    </a:lnTo>
                    <a:lnTo>
                      <a:pt x="5720" y="15050"/>
                    </a:lnTo>
                    <a:lnTo>
                      <a:pt x="5723" y="15062"/>
                    </a:lnTo>
                    <a:lnTo>
                      <a:pt x="5725" y="15075"/>
                    </a:lnTo>
                    <a:lnTo>
                      <a:pt x="5725" y="15090"/>
                    </a:lnTo>
                    <a:lnTo>
                      <a:pt x="5725" y="15090"/>
                    </a:lnTo>
                    <a:lnTo>
                      <a:pt x="5725" y="15103"/>
                    </a:lnTo>
                    <a:lnTo>
                      <a:pt x="5723" y="15116"/>
                    </a:lnTo>
                    <a:lnTo>
                      <a:pt x="5720" y="15130"/>
                    </a:lnTo>
                    <a:lnTo>
                      <a:pt x="5714" y="15142"/>
                    </a:lnTo>
                    <a:lnTo>
                      <a:pt x="5709" y="15153"/>
                    </a:lnTo>
                    <a:lnTo>
                      <a:pt x="5702" y="15164"/>
                    </a:lnTo>
                    <a:lnTo>
                      <a:pt x="5693" y="15175"/>
                    </a:lnTo>
                    <a:lnTo>
                      <a:pt x="5684" y="15184"/>
                    </a:lnTo>
                    <a:lnTo>
                      <a:pt x="5674" y="15193"/>
                    </a:lnTo>
                    <a:lnTo>
                      <a:pt x="5663" y="15201"/>
                    </a:lnTo>
                    <a:lnTo>
                      <a:pt x="5652" y="15207"/>
                    </a:lnTo>
                    <a:lnTo>
                      <a:pt x="5640" y="15213"/>
                    </a:lnTo>
                    <a:lnTo>
                      <a:pt x="5626" y="15217"/>
                    </a:lnTo>
                    <a:lnTo>
                      <a:pt x="5613" y="15221"/>
                    </a:lnTo>
                    <a:lnTo>
                      <a:pt x="5600" y="15223"/>
                    </a:lnTo>
                    <a:lnTo>
                      <a:pt x="5585" y="15224"/>
                    </a:lnTo>
                    <a:lnTo>
                      <a:pt x="1748" y="15224"/>
                    </a:lnTo>
                    <a:lnTo>
                      <a:pt x="1733" y="15223"/>
                    </a:lnTo>
                    <a:lnTo>
                      <a:pt x="1720" y="15221"/>
                    </a:lnTo>
                    <a:lnTo>
                      <a:pt x="1707" y="15217"/>
                    </a:lnTo>
                    <a:lnTo>
                      <a:pt x="1693" y="15213"/>
                    </a:lnTo>
                    <a:lnTo>
                      <a:pt x="1681" y="15207"/>
                    </a:lnTo>
                    <a:lnTo>
                      <a:pt x="1670" y="15201"/>
                    </a:lnTo>
                    <a:lnTo>
                      <a:pt x="1659" y="15193"/>
                    </a:lnTo>
                    <a:lnTo>
                      <a:pt x="1649" y="15184"/>
                    </a:lnTo>
                    <a:lnTo>
                      <a:pt x="1640" y="15175"/>
                    </a:lnTo>
                    <a:lnTo>
                      <a:pt x="1632" y="15164"/>
                    </a:lnTo>
                    <a:lnTo>
                      <a:pt x="1625" y="15153"/>
                    </a:lnTo>
                    <a:lnTo>
                      <a:pt x="1619" y="15142"/>
                    </a:lnTo>
                    <a:lnTo>
                      <a:pt x="1615" y="15130"/>
                    </a:lnTo>
                    <a:lnTo>
                      <a:pt x="1611" y="15116"/>
                    </a:lnTo>
                    <a:lnTo>
                      <a:pt x="1609" y="15103"/>
                    </a:lnTo>
                    <a:lnTo>
                      <a:pt x="1608" y="15090"/>
                    </a:lnTo>
                    <a:lnTo>
                      <a:pt x="1608" y="15090"/>
                    </a:lnTo>
                    <a:lnTo>
                      <a:pt x="1609" y="15075"/>
                    </a:lnTo>
                    <a:lnTo>
                      <a:pt x="1611" y="15062"/>
                    </a:lnTo>
                    <a:lnTo>
                      <a:pt x="1615" y="15050"/>
                    </a:lnTo>
                    <a:lnTo>
                      <a:pt x="1619" y="15038"/>
                    </a:lnTo>
                    <a:lnTo>
                      <a:pt x="1625" y="15025"/>
                    </a:lnTo>
                    <a:lnTo>
                      <a:pt x="1632" y="15014"/>
                    </a:lnTo>
                    <a:lnTo>
                      <a:pt x="1640" y="15004"/>
                    </a:lnTo>
                    <a:lnTo>
                      <a:pt x="1649" y="14994"/>
                    </a:lnTo>
                    <a:lnTo>
                      <a:pt x="1659" y="14987"/>
                    </a:lnTo>
                    <a:lnTo>
                      <a:pt x="1670" y="14979"/>
                    </a:lnTo>
                    <a:lnTo>
                      <a:pt x="1681" y="14972"/>
                    </a:lnTo>
                    <a:lnTo>
                      <a:pt x="1693" y="14965"/>
                    </a:lnTo>
                    <a:lnTo>
                      <a:pt x="1707" y="14961"/>
                    </a:lnTo>
                    <a:lnTo>
                      <a:pt x="1720" y="14958"/>
                    </a:lnTo>
                    <a:lnTo>
                      <a:pt x="1733" y="14957"/>
                    </a:lnTo>
                    <a:lnTo>
                      <a:pt x="1748" y="14955"/>
                    </a:lnTo>
                    <a:close/>
                    <a:moveTo>
                      <a:pt x="1748" y="15438"/>
                    </a:moveTo>
                    <a:lnTo>
                      <a:pt x="5585" y="15438"/>
                    </a:lnTo>
                    <a:lnTo>
                      <a:pt x="5600" y="15439"/>
                    </a:lnTo>
                    <a:lnTo>
                      <a:pt x="5613" y="15440"/>
                    </a:lnTo>
                    <a:lnTo>
                      <a:pt x="5626" y="15444"/>
                    </a:lnTo>
                    <a:lnTo>
                      <a:pt x="5640" y="15449"/>
                    </a:lnTo>
                    <a:lnTo>
                      <a:pt x="5652" y="15455"/>
                    </a:lnTo>
                    <a:lnTo>
                      <a:pt x="5663" y="15461"/>
                    </a:lnTo>
                    <a:lnTo>
                      <a:pt x="5674" y="15469"/>
                    </a:lnTo>
                    <a:lnTo>
                      <a:pt x="5684" y="15478"/>
                    </a:lnTo>
                    <a:lnTo>
                      <a:pt x="5693" y="15487"/>
                    </a:lnTo>
                    <a:lnTo>
                      <a:pt x="5702" y="15497"/>
                    </a:lnTo>
                    <a:lnTo>
                      <a:pt x="5709" y="15508"/>
                    </a:lnTo>
                    <a:lnTo>
                      <a:pt x="5714" y="15520"/>
                    </a:lnTo>
                    <a:lnTo>
                      <a:pt x="5720" y="15532"/>
                    </a:lnTo>
                    <a:lnTo>
                      <a:pt x="5723" y="15546"/>
                    </a:lnTo>
                    <a:lnTo>
                      <a:pt x="5725" y="15559"/>
                    </a:lnTo>
                    <a:lnTo>
                      <a:pt x="5725" y="15572"/>
                    </a:lnTo>
                    <a:lnTo>
                      <a:pt x="5725" y="15572"/>
                    </a:lnTo>
                    <a:lnTo>
                      <a:pt x="5725" y="15586"/>
                    </a:lnTo>
                    <a:lnTo>
                      <a:pt x="5723" y="15599"/>
                    </a:lnTo>
                    <a:lnTo>
                      <a:pt x="5720" y="15612"/>
                    </a:lnTo>
                    <a:lnTo>
                      <a:pt x="5714" y="15624"/>
                    </a:lnTo>
                    <a:lnTo>
                      <a:pt x="5709" y="15636"/>
                    </a:lnTo>
                    <a:lnTo>
                      <a:pt x="5702" y="15647"/>
                    </a:lnTo>
                    <a:lnTo>
                      <a:pt x="5693" y="15658"/>
                    </a:lnTo>
                    <a:lnTo>
                      <a:pt x="5684" y="15667"/>
                    </a:lnTo>
                    <a:lnTo>
                      <a:pt x="5674" y="15675"/>
                    </a:lnTo>
                    <a:lnTo>
                      <a:pt x="5663" y="15683"/>
                    </a:lnTo>
                    <a:lnTo>
                      <a:pt x="5652" y="15690"/>
                    </a:lnTo>
                    <a:lnTo>
                      <a:pt x="5640" y="15695"/>
                    </a:lnTo>
                    <a:lnTo>
                      <a:pt x="5626" y="15700"/>
                    </a:lnTo>
                    <a:lnTo>
                      <a:pt x="5613" y="15703"/>
                    </a:lnTo>
                    <a:lnTo>
                      <a:pt x="5600" y="15705"/>
                    </a:lnTo>
                    <a:lnTo>
                      <a:pt x="5585" y="15707"/>
                    </a:lnTo>
                    <a:lnTo>
                      <a:pt x="1748" y="15707"/>
                    </a:lnTo>
                    <a:lnTo>
                      <a:pt x="1733" y="15705"/>
                    </a:lnTo>
                    <a:lnTo>
                      <a:pt x="1720" y="15703"/>
                    </a:lnTo>
                    <a:lnTo>
                      <a:pt x="1707" y="15700"/>
                    </a:lnTo>
                    <a:lnTo>
                      <a:pt x="1693" y="15695"/>
                    </a:lnTo>
                    <a:lnTo>
                      <a:pt x="1681" y="15690"/>
                    </a:lnTo>
                    <a:lnTo>
                      <a:pt x="1670" y="15683"/>
                    </a:lnTo>
                    <a:lnTo>
                      <a:pt x="1659" y="15675"/>
                    </a:lnTo>
                    <a:lnTo>
                      <a:pt x="1649" y="15667"/>
                    </a:lnTo>
                    <a:lnTo>
                      <a:pt x="1640" y="15658"/>
                    </a:lnTo>
                    <a:lnTo>
                      <a:pt x="1632" y="15647"/>
                    </a:lnTo>
                    <a:lnTo>
                      <a:pt x="1625" y="15636"/>
                    </a:lnTo>
                    <a:lnTo>
                      <a:pt x="1619" y="15624"/>
                    </a:lnTo>
                    <a:lnTo>
                      <a:pt x="1615" y="15612"/>
                    </a:lnTo>
                    <a:lnTo>
                      <a:pt x="1611" y="15599"/>
                    </a:lnTo>
                    <a:lnTo>
                      <a:pt x="1609" y="15586"/>
                    </a:lnTo>
                    <a:lnTo>
                      <a:pt x="1608" y="15572"/>
                    </a:lnTo>
                    <a:lnTo>
                      <a:pt x="1608" y="15572"/>
                    </a:lnTo>
                    <a:lnTo>
                      <a:pt x="1609" y="15559"/>
                    </a:lnTo>
                    <a:lnTo>
                      <a:pt x="1611" y="15546"/>
                    </a:lnTo>
                    <a:lnTo>
                      <a:pt x="1615" y="15532"/>
                    </a:lnTo>
                    <a:lnTo>
                      <a:pt x="1619" y="15520"/>
                    </a:lnTo>
                    <a:lnTo>
                      <a:pt x="1625" y="15508"/>
                    </a:lnTo>
                    <a:lnTo>
                      <a:pt x="1632" y="15497"/>
                    </a:lnTo>
                    <a:lnTo>
                      <a:pt x="1640" y="15487"/>
                    </a:lnTo>
                    <a:lnTo>
                      <a:pt x="1649" y="15478"/>
                    </a:lnTo>
                    <a:lnTo>
                      <a:pt x="1659" y="15469"/>
                    </a:lnTo>
                    <a:lnTo>
                      <a:pt x="1670" y="15461"/>
                    </a:lnTo>
                    <a:lnTo>
                      <a:pt x="1681" y="15455"/>
                    </a:lnTo>
                    <a:lnTo>
                      <a:pt x="1693" y="15449"/>
                    </a:lnTo>
                    <a:lnTo>
                      <a:pt x="1707" y="15444"/>
                    </a:lnTo>
                    <a:lnTo>
                      <a:pt x="1720" y="15440"/>
                    </a:lnTo>
                    <a:lnTo>
                      <a:pt x="1733" y="15439"/>
                    </a:lnTo>
                    <a:lnTo>
                      <a:pt x="1748" y="15438"/>
                    </a:lnTo>
                    <a:close/>
                    <a:moveTo>
                      <a:pt x="1748" y="15921"/>
                    </a:moveTo>
                    <a:lnTo>
                      <a:pt x="5585" y="15921"/>
                    </a:lnTo>
                    <a:lnTo>
                      <a:pt x="5600" y="15922"/>
                    </a:lnTo>
                    <a:lnTo>
                      <a:pt x="5613" y="15924"/>
                    </a:lnTo>
                    <a:lnTo>
                      <a:pt x="5626" y="15927"/>
                    </a:lnTo>
                    <a:lnTo>
                      <a:pt x="5640" y="15932"/>
                    </a:lnTo>
                    <a:lnTo>
                      <a:pt x="5652" y="15937"/>
                    </a:lnTo>
                    <a:lnTo>
                      <a:pt x="5663" y="15944"/>
                    </a:lnTo>
                    <a:lnTo>
                      <a:pt x="5674" y="15952"/>
                    </a:lnTo>
                    <a:lnTo>
                      <a:pt x="5684" y="15961"/>
                    </a:lnTo>
                    <a:lnTo>
                      <a:pt x="5693" y="15969"/>
                    </a:lnTo>
                    <a:lnTo>
                      <a:pt x="5702" y="15981"/>
                    </a:lnTo>
                    <a:lnTo>
                      <a:pt x="5709" y="15992"/>
                    </a:lnTo>
                    <a:lnTo>
                      <a:pt x="5714" y="16003"/>
                    </a:lnTo>
                    <a:lnTo>
                      <a:pt x="5720" y="16015"/>
                    </a:lnTo>
                    <a:lnTo>
                      <a:pt x="5723" y="16028"/>
                    </a:lnTo>
                    <a:lnTo>
                      <a:pt x="5725" y="16042"/>
                    </a:lnTo>
                    <a:lnTo>
                      <a:pt x="5725" y="16055"/>
                    </a:lnTo>
                    <a:lnTo>
                      <a:pt x="5725" y="16055"/>
                    </a:lnTo>
                    <a:lnTo>
                      <a:pt x="5725" y="16068"/>
                    </a:lnTo>
                    <a:lnTo>
                      <a:pt x="5723" y="16082"/>
                    </a:lnTo>
                    <a:lnTo>
                      <a:pt x="5720" y="16095"/>
                    </a:lnTo>
                    <a:lnTo>
                      <a:pt x="5714" y="16107"/>
                    </a:lnTo>
                    <a:lnTo>
                      <a:pt x="5709" y="16119"/>
                    </a:lnTo>
                    <a:lnTo>
                      <a:pt x="5702" y="16129"/>
                    </a:lnTo>
                    <a:lnTo>
                      <a:pt x="5693" y="16140"/>
                    </a:lnTo>
                    <a:lnTo>
                      <a:pt x="5684" y="16149"/>
                    </a:lnTo>
                    <a:lnTo>
                      <a:pt x="5674" y="16158"/>
                    </a:lnTo>
                    <a:lnTo>
                      <a:pt x="5663" y="16166"/>
                    </a:lnTo>
                    <a:lnTo>
                      <a:pt x="5652" y="16172"/>
                    </a:lnTo>
                    <a:lnTo>
                      <a:pt x="5640" y="16178"/>
                    </a:lnTo>
                    <a:lnTo>
                      <a:pt x="5626" y="16182"/>
                    </a:lnTo>
                    <a:lnTo>
                      <a:pt x="5613" y="16186"/>
                    </a:lnTo>
                    <a:lnTo>
                      <a:pt x="5600" y="16188"/>
                    </a:lnTo>
                    <a:lnTo>
                      <a:pt x="5585" y="16189"/>
                    </a:lnTo>
                    <a:lnTo>
                      <a:pt x="1748" y="16189"/>
                    </a:lnTo>
                    <a:lnTo>
                      <a:pt x="1733" y="16188"/>
                    </a:lnTo>
                    <a:lnTo>
                      <a:pt x="1720" y="16186"/>
                    </a:lnTo>
                    <a:lnTo>
                      <a:pt x="1707" y="16182"/>
                    </a:lnTo>
                    <a:lnTo>
                      <a:pt x="1693" y="16178"/>
                    </a:lnTo>
                    <a:lnTo>
                      <a:pt x="1681" y="16172"/>
                    </a:lnTo>
                    <a:lnTo>
                      <a:pt x="1670" y="16166"/>
                    </a:lnTo>
                    <a:lnTo>
                      <a:pt x="1659" y="16158"/>
                    </a:lnTo>
                    <a:lnTo>
                      <a:pt x="1649" y="16149"/>
                    </a:lnTo>
                    <a:lnTo>
                      <a:pt x="1640" y="16140"/>
                    </a:lnTo>
                    <a:lnTo>
                      <a:pt x="1632" y="16129"/>
                    </a:lnTo>
                    <a:lnTo>
                      <a:pt x="1625" y="16119"/>
                    </a:lnTo>
                    <a:lnTo>
                      <a:pt x="1619" y="16107"/>
                    </a:lnTo>
                    <a:lnTo>
                      <a:pt x="1615" y="16095"/>
                    </a:lnTo>
                    <a:lnTo>
                      <a:pt x="1611" y="16082"/>
                    </a:lnTo>
                    <a:lnTo>
                      <a:pt x="1609" y="16068"/>
                    </a:lnTo>
                    <a:lnTo>
                      <a:pt x="1608" y="16055"/>
                    </a:lnTo>
                    <a:lnTo>
                      <a:pt x="1608" y="16055"/>
                    </a:lnTo>
                    <a:lnTo>
                      <a:pt x="1609" y="16042"/>
                    </a:lnTo>
                    <a:lnTo>
                      <a:pt x="1611" y="16028"/>
                    </a:lnTo>
                    <a:lnTo>
                      <a:pt x="1615" y="16015"/>
                    </a:lnTo>
                    <a:lnTo>
                      <a:pt x="1619" y="16003"/>
                    </a:lnTo>
                    <a:lnTo>
                      <a:pt x="1625" y="15992"/>
                    </a:lnTo>
                    <a:lnTo>
                      <a:pt x="1632" y="15981"/>
                    </a:lnTo>
                    <a:lnTo>
                      <a:pt x="1640" y="15969"/>
                    </a:lnTo>
                    <a:lnTo>
                      <a:pt x="1649" y="15961"/>
                    </a:lnTo>
                    <a:lnTo>
                      <a:pt x="1659" y="15952"/>
                    </a:lnTo>
                    <a:lnTo>
                      <a:pt x="1670" y="15944"/>
                    </a:lnTo>
                    <a:lnTo>
                      <a:pt x="1681" y="15937"/>
                    </a:lnTo>
                    <a:lnTo>
                      <a:pt x="1693" y="15932"/>
                    </a:lnTo>
                    <a:lnTo>
                      <a:pt x="1707" y="15927"/>
                    </a:lnTo>
                    <a:lnTo>
                      <a:pt x="1720" y="15924"/>
                    </a:lnTo>
                    <a:lnTo>
                      <a:pt x="1733" y="15922"/>
                    </a:lnTo>
                    <a:lnTo>
                      <a:pt x="1748" y="15921"/>
                    </a:lnTo>
                    <a:close/>
                    <a:moveTo>
                      <a:pt x="705" y="2929"/>
                    </a:moveTo>
                    <a:lnTo>
                      <a:pt x="6629" y="2929"/>
                    </a:lnTo>
                    <a:lnTo>
                      <a:pt x="6642" y="2930"/>
                    </a:lnTo>
                    <a:lnTo>
                      <a:pt x="6655" y="2931"/>
                    </a:lnTo>
                    <a:lnTo>
                      <a:pt x="6669" y="2932"/>
                    </a:lnTo>
                    <a:lnTo>
                      <a:pt x="6682" y="2934"/>
                    </a:lnTo>
                    <a:lnTo>
                      <a:pt x="6695" y="2938"/>
                    </a:lnTo>
                    <a:lnTo>
                      <a:pt x="6708" y="2941"/>
                    </a:lnTo>
                    <a:lnTo>
                      <a:pt x="6720" y="2944"/>
                    </a:lnTo>
                    <a:lnTo>
                      <a:pt x="6732" y="2949"/>
                    </a:lnTo>
                    <a:lnTo>
                      <a:pt x="6744" y="2954"/>
                    </a:lnTo>
                    <a:lnTo>
                      <a:pt x="6755" y="2960"/>
                    </a:lnTo>
                    <a:lnTo>
                      <a:pt x="6766" y="2965"/>
                    </a:lnTo>
                    <a:lnTo>
                      <a:pt x="6777" y="2972"/>
                    </a:lnTo>
                    <a:lnTo>
                      <a:pt x="6789" y="2979"/>
                    </a:lnTo>
                    <a:lnTo>
                      <a:pt x="6799" y="2986"/>
                    </a:lnTo>
                    <a:lnTo>
                      <a:pt x="6809" y="2994"/>
                    </a:lnTo>
                    <a:lnTo>
                      <a:pt x="6817" y="3002"/>
                    </a:lnTo>
                    <a:lnTo>
                      <a:pt x="6826" y="3011"/>
                    </a:lnTo>
                    <a:lnTo>
                      <a:pt x="6834" y="3020"/>
                    </a:lnTo>
                    <a:lnTo>
                      <a:pt x="6843" y="3029"/>
                    </a:lnTo>
                    <a:lnTo>
                      <a:pt x="6850" y="3039"/>
                    </a:lnTo>
                    <a:lnTo>
                      <a:pt x="6857" y="3049"/>
                    </a:lnTo>
                    <a:lnTo>
                      <a:pt x="6863" y="3060"/>
                    </a:lnTo>
                    <a:lnTo>
                      <a:pt x="6870" y="3070"/>
                    </a:lnTo>
                    <a:lnTo>
                      <a:pt x="6875" y="3081"/>
                    </a:lnTo>
                    <a:lnTo>
                      <a:pt x="6879" y="3092"/>
                    </a:lnTo>
                    <a:lnTo>
                      <a:pt x="6884" y="3104"/>
                    </a:lnTo>
                    <a:lnTo>
                      <a:pt x="6887" y="3115"/>
                    </a:lnTo>
                    <a:lnTo>
                      <a:pt x="6891" y="3127"/>
                    </a:lnTo>
                    <a:lnTo>
                      <a:pt x="6893" y="3140"/>
                    </a:lnTo>
                    <a:lnTo>
                      <a:pt x="6894" y="3152"/>
                    </a:lnTo>
                    <a:lnTo>
                      <a:pt x="6895" y="3164"/>
                    </a:lnTo>
                    <a:lnTo>
                      <a:pt x="6896" y="3177"/>
                    </a:lnTo>
                    <a:lnTo>
                      <a:pt x="6896" y="3764"/>
                    </a:lnTo>
                    <a:lnTo>
                      <a:pt x="6895" y="3776"/>
                    </a:lnTo>
                    <a:lnTo>
                      <a:pt x="6894" y="3790"/>
                    </a:lnTo>
                    <a:lnTo>
                      <a:pt x="6893" y="3802"/>
                    </a:lnTo>
                    <a:lnTo>
                      <a:pt x="6891" y="3814"/>
                    </a:lnTo>
                    <a:lnTo>
                      <a:pt x="6887" y="3826"/>
                    </a:lnTo>
                    <a:lnTo>
                      <a:pt x="6884" y="3837"/>
                    </a:lnTo>
                    <a:lnTo>
                      <a:pt x="6879" y="3850"/>
                    </a:lnTo>
                    <a:lnTo>
                      <a:pt x="6875" y="3861"/>
                    </a:lnTo>
                    <a:lnTo>
                      <a:pt x="6870" y="3872"/>
                    </a:lnTo>
                    <a:lnTo>
                      <a:pt x="6863" y="3882"/>
                    </a:lnTo>
                    <a:lnTo>
                      <a:pt x="6857" y="3893"/>
                    </a:lnTo>
                    <a:lnTo>
                      <a:pt x="6850" y="3903"/>
                    </a:lnTo>
                    <a:lnTo>
                      <a:pt x="6843" y="3912"/>
                    </a:lnTo>
                    <a:lnTo>
                      <a:pt x="6834" y="3922"/>
                    </a:lnTo>
                    <a:lnTo>
                      <a:pt x="6826" y="3931"/>
                    </a:lnTo>
                    <a:lnTo>
                      <a:pt x="6817" y="3939"/>
                    </a:lnTo>
                    <a:lnTo>
                      <a:pt x="6809" y="3947"/>
                    </a:lnTo>
                    <a:lnTo>
                      <a:pt x="6799" y="3955"/>
                    </a:lnTo>
                    <a:lnTo>
                      <a:pt x="6789" y="3963"/>
                    </a:lnTo>
                    <a:lnTo>
                      <a:pt x="6777" y="3969"/>
                    </a:lnTo>
                    <a:lnTo>
                      <a:pt x="6766" y="3976"/>
                    </a:lnTo>
                    <a:lnTo>
                      <a:pt x="6755" y="3982"/>
                    </a:lnTo>
                    <a:lnTo>
                      <a:pt x="6744" y="3987"/>
                    </a:lnTo>
                    <a:lnTo>
                      <a:pt x="6732" y="3993"/>
                    </a:lnTo>
                    <a:lnTo>
                      <a:pt x="6720" y="3997"/>
                    </a:lnTo>
                    <a:lnTo>
                      <a:pt x="6708" y="4000"/>
                    </a:lnTo>
                    <a:lnTo>
                      <a:pt x="6695" y="4004"/>
                    </a:lnTo>
                    <a:lnTo>
                      <a:pt x="6682" y="4007"/>
                    </a:lnTo>
                    <a:lnTo>
                      <a:pt x="6669" y="4009"/>
                    </a:lnTo>
                    <a:lnTo>
                      <a:pt x="6655" y="4010"/>
                    </a:lnTo>
                    <a:lnTo>
                      <a:pt x="6642" y="4012"/>
                    </a:lnTo>
                    <a:lnTo>
                      <a:pt x="6629" y="4012"/>
                    </a:lnTo>
                    <a:lnTo>
                      <a:pt x="705" y="4012"/>
                    </a:lnTo>
                    <a:lnTo>
                      <a:pt x="691" y="4012"/>
                    </a:lnTo>
                    <a:lnTo>
                      <a:pt x="678" y="4010"/>
                    </a:lnTo>
                    <a:lnTo>
                      <a:pt x="664" y="4009"/>
                    </a:lnTo>
                    <a:lnTo>
                      <a:pt x="651" y="4007"/>
                    </a:lnTo>
                    <a:lnTo>
                      <a:pt x="638" y="4004"/>
                    </a:lnTo>
                    <a:lnTo>
                      <a:pt x="626" y="4000"/>
                    </a:lnTo>
                    <a:lnTo>
                      <a:pt x="613" y="3997"/>
                    </a:lnTo>
                    <a:lnTo>
                      <a:pt x="601" y="3993"/>
                    </a:lnTo>
                    <a:lnTo>
                      <a:pt x="589" y="3987"/>
                    </a:lnTo>
                    <a:lnTo>
                      <a:pt x="578" y="3982"/>
                    </a:lnTo>
                    <a:lnTo>
                      <a:pt x="567" y="3976"/>
                    </a:lnTo>
                    <a:lnTo>
                      <a:pt x="556" y="3969"/>
                    </a:lnTo>
                    <a:lnTo>
                      <a:pt x="546" y="3963"/>
                    </a:lnTo>
                    <a:lnTo>
                      <a:pt x="536" y="3955"/>
                    </a:lnTo>
                    <a:lnTo>
                      <a:pt x="526" y="3947"/>
                    </a:lnTo>
                    <a:lnTo>
                      <a:pt x="516" y="3939"/>
                    </a:lnTo>
                    <a:lnTo>
                      <a:pt x="507" y="3931"/>
                    </a:lnTo>
                    <a:lnTo>
                      <a:pt x="499" y="3922"/>
                    </a:lnTo>
                    <a:lnTo>
                      <a:pt x="491" y="3912"/>
                    </a:lnTo>
                    <a:lnTo>
                      <a:pt x="484" y="3903"/>
                    </a:lnTo>
                    <a:lnTo>
                      <a:pt x="477" y="3893"/>
                    </a:lnTo>
                    <a:lnTo>
                      <a:pt x="470" y="3882"/>
                    </a:lnTo>
                    <a:lnTo>
                      <a:pt x="464" y="3872"/>
                    </a:lnTo>
                    <a:lnTo>
                      <a:pt x="459" y="3861"/>
                    </a:lnTo>
                    <a:lnTo>
                      <a:pt x="454" y="3850"/>
                    </a:lnTo>
                    <a:lnTo>
                      <a:pt x="450" y="3837"/>
                    </a:lnTo>
                    <a:lnTo>
                      <a:pt x="446" y="3826"/>
                    </a:lnTo>
                    <a:lnTo>
                      <a:pt x="444" y="3814"/>
                    </a:lnTo>
                    <a:lnTo>
                      <a:pt x="440" y="3802"/>
                    </a:lnTo>
                    <a:lnTo>
                      <a:pt x="439" y="3790"/>
                    </a:lnTo>
                    <a:lnTo>
                      <a:pt x="438" y="3776"/>
                    </a:lnTo>
                    <a:lnTo>
                      <a:pt x="438" y="3764"/>
                    </a:lnTo>
                    <a:lnTo>
                      <a:pt x="438" y="3177"/>
                    </a:lnTo>
                    <a:lnTo>
                      <a:pt x="438" y="3164"/>
                    </a:lnTo>
                    <a:lnTo>
                      <a:pt x="439" y="3152"/>
                    </a:lnTo>
                    <a:lnTo>
                      <a:pt x="440" y="3140"/>
                    </a:lnTo>
                    <a:lnTo>
                      <a:pt x="444" y="3127"/>
                    </a:lnTo>
                    <a:lnTo>
                      <a:pt x="446" y="3115"/>
                    </a:lnTo>
                    <a:lnTo>
                      <a:pt x="450" y="3104"/>
                    </a:lnTo>
                    <a:lnTo>
                      <a:pt x="454" y="3092"/>
                    </a:lnTo>
                    <a:lnTo>
                      <a:pt x="459" y="3081"/>
                    </a:lnTo>
                    <a:lnTo>
                      <a:pt x="464" y="3070"/>
                    </a:lnTo>
                    <a:lnTo>
                      <a:pt x="470" y="3060"/>
                    </a:lnTo>
                    <a:lnTo>
                      <a:pt x="477" y="3049"/>
                    </a:lnTo>
                    <a:lnTo>
                      <a:pt x="484" y="3039"/>
                    </a:lnTo>
                    <a:lnTo>
                      <a:pt x="491" y="3029"/>
                    </a:lnTo>
                    <a:lnTo>
                      <a:pt x="499" y="3020"/>
                    </a:lnTo>
                    <a:lnTo>
                      <a:pt x="507" y="3011"/>
                    </a:lnTo>
                    <a:lnTo>
                      <a:pt x="516" y="3002"/>
                    </a:lnTo>
                    <a:lnTo>
                      <a:pt x="526" y="2994"/>
                    </a:lnTo>
                    <a:lnTo>
                      <a:pt x="536" y="2986"/>
                    </a:lnTo>
                    <a:lnTo>
                      <a:pt x="546" y="2979"/>
                    </a:lnTo>
                    <a:lnTo>
                      <a:pt x="556" y="2972"/>
                    </a:lnTo>
                    <a:lnTo>
                      <a:pt x="567" y="2965"/>
                    </a:lnTo>
                    <a:lnTo>
                      <a:pt x="578" y="2960"/>
                    </a:lnTo>
                    <a:lnTo>
                      <a:pt x="589" y="2954"/>
                    </a:lnTo>
                    <a:lnTo>
                      <a:pt x="601" y="2949"/>
                    </a:lnTo>
                    <a:lnTo>
                      <a:pt x="613" y="2944"/>
                    </a:lnTo>
                    <a:lnTo>
                      <a:pt x="626" y="2941"/>
                    </a:lnTo>
                    <a:lnTo>
                      <a:pt x="638" y="2938"/>
                    </a:lnTo>
                    <a:lnTo>
                      <a:pt x="651" y="2934"/>
                    </a:lnTo>
                    <a:lnTo>
                      <a:pt x="664" y="2932"/>
                    </a:lnTo>
                    <a:lnTo>
                      <a:pt x="678" y="2931"/>
                    </a:lnTo>
                    <a:lnTo>
                      <a:pt x="691" y="2930"/>
                    </a:lnTo>
                    <a:lnTo>
                      <a:pt x="705" y="2929"/>
                    </a:lnTo>
                    <a:close/>
                    <a:moveTo>
                      <a:pt x="705" y="1747"/>
                    </a:moveTo>
                    <a:lnTo>
                      <a:pt x="6629" y="1747"/>
                    </a:lnTo>
                    <a:lnTo>
                      <a:pt x="6642" y="1747"/>
                    </a:lnTo>
                    <a:lnTo>
                      <a:pt x="6655" y="1748"/>
                    </a:lnTo>
                    <a:lnTo>
                      <a:pt x="6669" y="1749"/>
                    </a:lnTo>
                    <a:lnTo>
                      <a:pt x="6682" y="1752"/>
                    </a:lnTo>
                    <a:lnTo>
                      <a:pt x="6695" y="1755"/>
                    </a:lnTo>
                    <a:lnTo>
                      <a:pt x="6708" y="1758"/>
                    </a:lnTo>
                    <a:lnTo>
                      <a:pt x="6720" y="1762"/>
                    </a:lnTo>
                    <a:lnTo>
                      <a:pt x="6732" y="1766"/>
                    </a:lnTo>
                    <a:lnTo>
                      <a:pt x="6744" y="1772"/>
                    </a:lnTo>
                    <a:lnTo>
                      <a:pt x="6755" y="1777"/>
                    </a:lnTo>
                    <a:lnTo>
                      <a:pt x="6766" y="1783"/>
                    </a:lnTo>
                    <a:lnTo>
                      <a:pt x="6777" y="1789"/>
                    </a:lnTo>
                    <a:lnTo>
                      <a:pt x="6789" y="1796"/>
                    </a:lnTo>
                    <a:lnTo>
                      <a:pt x="6799" y="1804"/>
                    </a:lnTo>
                    <a:lnTo>
                      <a:pt x="6809" y="1812"/>
                    </a:lnTo>
                    <a:lnTo>
                      <a:pt x="6817" y="1819"/>
                    </a:lnTo>
                    <a:lnTo>
                      <a:pt x="6826" y="1828"/>
                    </a:lnTo>
                    <a:lnTo>
                      <a:pt x="6834" y="1837"/>
                    </a:lnTo>
                    <a:lnTo>
                      <a:pt x="6843" y="1846"/>
                    </a:lnTo>
                    <a:lnTo>
                      <a:pt x="6850" y="1856"/>
                    </a:lnTo>
                    <a:lnTo>
                      <a:pt x="6857" y="1866"/>
                    </a:lnTo>
                    <a:lnTo>
                      <a:pt x="6863" y="1877"/>
                    </a:lnTo>
                    <a:lnTo>
                      <a:pt x="6870" y="1887"/>
                    </a:lnTo>
                    <a:lnTo>
                      <a:pt x="6875" y="1898"/>
                    </a:lnTo>
                    <a:lnTo>
                      <a:pt x="6879" y="1909"/>
                    </a:lnTo>
                    <a:lnTo>
                      <a:pt x="6884" y="1921"/>
                    </a:lnTo>
                    <a:lnTo>
                      <a:pt x="6887" y="1933"/>
                    </a:lnTo>
                    <a:lnTo>
                      <a:pt x="6891" y="1945"/>
                    </a:lnTo>
                    <a:lnTo>
                      <a:pt x="6893" y="1957"/>
                    </a:lnTo>
                    <a:lnTo>
                      <a:pt x="6894" y="1969"/>
                    </a:lnTo>
                    <a:lnTo>
                      <a:pt x="6895" y="1981"/>
                    </a:lnTo>
                    <a:lnTo>
                      <a:pt x="6896" y="1995"/>
                    </a:lnTo>
                    <a:lnTo>
                      <a:pt x="6896" y="2582"/>
                    </a:lnTo>
                    <a:lnTo>
                      <a:pt x="6895" y="2594"/>
                    </a:lnTo>
                    <a:lnTo>
                      <a:pt x="6894" y="2607"/>
                    </a:lnTo>
                    <a:lnTo>
                      <a:pt x="6893" y="2619"/>
                    </a:lnTo>
                    <a:lnTo>
                      <a:pt x="6891" y="2631"/>
                    </a:lnTo>
                    <a:lnTo>
                      <a:pt x="6887" y="2644"/>
                    </a:lnTo>
                    <a:lnTo>
                      <a:pt x="6884" y="2655"/>
                    </a:lnTo>
                    <a:lnTo>
                      <a:pt x="6879" y="2667"/>
                    </a:lnTo>
                    <a:lnTo>
                      <a:pt x="6875" y="2678"/>
                    </a:lnTo>
                    <a:lnTo>
                      <a:pt x="6870" y="2689"/>
                    </a:lnTo>
                    <a:lnTo>
                      <a:pt x="6863" y="2699"/>
                    </a:lnTo>
                    <a:lnTo>
                      <a:pt x="6857" y="2710"/>
                    </a:lnTo>
                    <a:lnTo>
                      <a:pt x="6850" y="2720"/>
                    </a:lnTo>
                    <a:lnTo>
                      <a:pt x="6843" y="2730"/>
                    </a:lnTo>
                    <a:lnTo>
                      <a:pt x="6834" y="2739"/>
                    </a:lnTo>
                    <a:lnTo>
                      <a:pt x="6826" y="2748"/>
                    </a:lnTo>
                    <a:lnTo>
                      <a:pt x="6817" y="2757"/>
                    </a:lnTo>
                    <a:lnTo>
                      <a:pt x="6809" y="2765"/>
                    </a:lnTo>
                    <a:lnTo>
                      <a:pt x="6799" y="2772"/>
                    </a:lnTo>
                    <a:lnTo>
                      <a:pt x="6789" y="2780"/>
                    </a:lnTo>
                    <a:lnTo>
                      <a:pt x="6777" y="2787"/>
                    </a:lnTo>
                    <a:lnTo>
                      <a:pt x="6766" y="2793"/>
                    </a:lnTo>
                    <a:lnTo>
                      <a:pt x="6755" y="2799"/>
                    </a:lnTo>
                    <a:lnTo>
                      <a:pt x="6744" y="2805"/>
                    </a:lnTo>
                    <a:lnTo>
                      <a:pt x="6732" y="2810"/>
                    </a:lnTo>
                    <a:lnTo>
                      <a:pt x="6720" y="2814"/>
                    </a:lnTo>
                    <a:lnTo>
                      <a:pt x="6708" y="2818"/>
                    </a:lnTo>
                    <a:lnTo>
                      <a:pt x="6695" y="2821"/>
                    </a:lnTo>
                    <a:lnTo>
                      <a:pt x="6682" y="2824"/>
                    </a:lnTo>
                    <a:lnTo>
                      <a:pt x="6669" y="2827"/>
                    </a:lnTo>
                    <a:lnTo>
                      <a:pt x="6655" y="2828"/>
                    </a:lnTo>
                    <a:lnTo>
                      <a:pt x="6642" y="2829"/>
                    </a:lnTo>
                    <a:lnTo>
                      <a:pt x="6629" y="2829"/>
                    </a:lnTo>
                    <a:lnTo>
                      <a:pt x="705" y="2829"/>
                    </a:lnTo>
                    <a:lnTo>
                      <a:pt x="691" y="2829"/>
                    </a:lnTo>
                    <a:lnTo>
                      <a:pt x="678" y="2828"/>
                    </a:lnTo>
                    <a:lnTo>
                      <a:pt x="664" y="2827"/>
                    </a:lnTo>
                    <a:lnTo>
                      <a:pt x="651" y="2824"/>
                    </a:lnTo>
                    <a:lnTo>
                      <a:pt x="638" y="2821"/>
                    </a:lnTo>
                    <a:lnTo>
                      <a:pt x="626" y="2818"/>
                    </a:lnTo>
                    <a:lnTo>
                      <a:pt x="613" y="2814"/>
                    </a:lnTo>
                    <a:lnTo>
                      <a:pt x="601" y="2810"/>
                    </a:lnTo>
                    <a:lnTo>
                      <a:pt x="589" y="2805"/>
                    </a:lnTo>
                    <a:lnTo>
                      <a:pt x="578" y="2799"/>
                    </a:lnTo>
                    <a:lnTo>
                      <a:pt x="567" y="2793"/>
                    </a:lnTo>
                    <a:lnTo>
                      <a:pt x="556" y="2787"/>
                    </a:lnTo>
                    <a:lnTo>
                      <a:pt x="546" y="2780"/>
                    </a:lnTo>
                    <a:lnTo>
                      <a:pt x="536" y="2772"/>
                    </a:lnTo>
                    <a:lnTo>
                      <a:pt x="526" y="2765"/>
                    </a:lnTo>
                    <a:lnTo>
                      <a:pt x="516" y="2757"/>
                    </a:lnTo>
                    <a:lnTo>
                      <a:pt x="507" y="2748"/>
                    </a:lnTo>
                    <a:lnTo>
                      <a:pt x="499" y="2739"/>
                    </a:lnTo>
                    <a:lnTo>
                      <a:pt x="491" y="2730"/>
                    </a:lnTo>
                    <a:lnTo>
                      <a:pt x="484" y="2720"/>
                    </a:lnTo>
                    <a:lnTo>
                      <a:pt x="477" y="2710"/>
                    </a:lnTo>
                    <a:lnTo>
                      <a:pt x="470" y="2699"/>
                    </a:lnTo>
                    <a:lnTo>
                      <a:pt x="464" y="2689"/>
                    </a:lnTo>
                    <a:lnTo>
                      <a:pt x="459" y="2678"/>
                    </a:lnTo>
                    <a:lnTo>
                      <a:pt x="454" y="2667"/>
                    </a:lnTo>
                    <a:lnTo>
                      <a:pt x="450" y="2655"/>
                    </a:lnTo>
                    <a:lnTo>
                      <a:pt x="446" y="2644"/>
                    </a:lnTo>
                    <a:lnTo>
                      <a:pt x="444" y="2631"/>
                    </a:lnTo>
                    <a:lnTo>
                      <a:pt x="440" y="2619"/>
                    </a:lnTo>
                    <a:lnTo>
                      <a:pt x="439" y="2607"/>
                    </a:lnTo>
                    <a:lnTo>
                      <a:pt x="438" y="2594"/>
                    </a:lnTo>
                    <a:lnTo>
                      <a:pt x="438" y="2582"/>
                    </a:lnTo>
                    <a:lnTo>
                      <a:pt x="438" y="1995"/>
                    </a:lnTo>
                    <a:lnTo>
                      <a:pt x="438" y="1981"/>
                    </a:lnTo>
                    <a:lnTo>
                      <a:pt x="439" y="1969"/>
                    </a:lnTo>
                    <a:lnTo>
                      <a:pt x="440" y="1957"/>
                    </a:lnTo>
                    <a:lnTo>
                      <a:pt x="444" y="1945"/>
                    </a:lnTo>
                    <a:lnTo>
                      <a:pt x="446" y="1933"/>
                    </a:lnTo>
                    <a:lnTo>
                      <a:pt x="450" y="1921"/>
                    </a:lnTo>
                    <a:lnTo>
                      <a:pt x="454" y="1909"/>
                    </a:lnTo>
                    <a:lnTo>
                      <a:pt x="459" y="1898"/>
                    </a:lnTo>
                    <a:lnTo>
                      <a:pt x="464" y="1887"/>
                    </a:lnTo>
                    <a:lnTo>
                      <a:pt x="470" y="1877"/>
                    </a:lnTo>
                    <a:lnTo>
                      <a:pt x="477" y="1866"/>
                    </a:lnTo>
                    <a:lnTo>
                      <a:pt x="484" y="1856"/>
                    </a:lnTo>
                    <a:lnTo>
                      <a:pt x="491" y="1846"/>
                    </a:lnTo>
                    <a:lnTo>
                      <a:pt x="499" y="1837"/>
                    </a:lnTo>
                    <a:lnTo>
                      <a:pt x="507" y="1828"/>
                    </a:lnTo>
                    <a:lnTo>
                      <a:pt x="516" y="1819"/>
                    </a:lnTo>
                    <a:lnTo>
                      <a:pt x="526" y="1812"/>
                    </a:lnTo>
                    <a:lnTo>
                      <a:pt x="536" y="1804"/>
                    </a:lnTo>
                    <a:lnTo>
                      <a:pt x="546" y="1796"/>
                    </a:lnTo>
                    <a:lnTo>
                      <a:pt x="556" y="1789"/>
                    </a:lnTo>
                    <a:lnTo>
                      <a:pt x="567" y="1783"/>
                    </a:lnTo>
                    <a:lnTo>
                      <a:pt x="578" y="1777"/>
                    </a:lnTo>
                    <a:lnTo>
                      <a:pt x="589" y="1772"/>
                    </a:lnTo>
                    <a:lnTo>
                      <a:pt x="601" y="1766"/>
                    </a:lnTo>
                    <a:lnTo>
                      <a:pt x="613" y="1762"/>
                    </a:lnTo>
                    <a:lnTo>
                      <a:pt x="626" y="1758"/>
                    </a:lnTo>
                    <a:lnTo>
                      <a:pt x="638" y="1755"/>
                    </a:lnTo>
                    <a:lnTo>
                      <a:pt x="651" y="1752"/>
                    </a:lnTo>
                    <a:lnTo>
                      <a:pt x="664" y="1749"/>
                    </a:lnTo>
                    <a:lnTo>
                      <a:pt x="678" y="1748"/>
                    </a:lnTo>
                    <a:lnTo>
                      <a:pt x="691" y="1747"/>
                    </a:lnTo>
                    <a:lnTo>
                      <a:pt x="705" y="1747"/>
                    </a:lnTo>
                    <a:close/>
                    <a:moveTo>
                      <a:pt x="705" y="565"/>
                    </a:moveTo>
                    <a:lnTo>
                      <a:pt x="6629" y="565"/>
                    </a:lnTo>
                    <a:lnTo>
                      <a:pt x="6642" y="565"/>
                    </a:lnTo>
                    <a:lnTo>
                      <a:pt x="6655" y="566"/>
                    </a:lnTo>
                    <a:lnTo>
                      <a:pt x="6669" y="567"/>
                    </a:lnTo>
                    <a:lnTo>
                      <a:pt x="6682" y="569"/>
                    </a:lnTo>
                    <a:lnTo>
                      <a:pt x="6695" y="572"/>
                    </a:lnTo>
                    <a:lnTo>
                      <a:pt x="6708" y="576"/>
                    </a:lnTo>
                    <a:lnTo>
                      <a:pt x="6720" y="579"/>
                    </a:lnTo>
                    <a:lnTo>
                      <a:pt x="6732" y="584"/>
                    </a:lnTo>
                    <a:lnTo>
                      <a:pt x="6744" y="589"/>
                    </a:lnTo>
                    <a:lnTo>
                      <a:pt x="6755" y="595"/>
                    </a:lnTo>
                    <a:lnTo>
                      <a:pt x="6766" y="600"/>
                    </a:lnTo>
                    <a:lnTo>
                      <a:pt x="6777" y="607"/>
                    </a:lnTo>
                    <a:lnTo>
                      <a:pt x="6789" y="613"/>
                    </a:lnTo>
                    <a:lnTo>
                      <a:pt x="6799" y="621"/>
                    </a:lnTo>
                    <a:lnTo>
                      <a:pt x="6809" y="629"/>
                    </a:lnTo>
                    <a:lnTo>
                      <a:pt x="6817" y="637"/>
                    </a:lnTo>
                    <a:lnTo>
                      <a:pt x="6826" y="646"/>
                    </a:lnTo>
                    <a:lnTo>
                      <a:pt x="6834" y="655"/>
                    </a:lnTo>
                    <a:lnTo>
                      <a:pt x="6843" y="665"/>
                    </a:lnTo>
                    <a:lnTo>
                      <a:pt x="6850" y="673"/>
                    </a:lnTo>
                    <a:lnTo>
                      <a:pt x="6857" y="683"/>
                    </a:lnTo>
                    <a:lnTo>
                      <a:pt x="6863" y="694"/>
                    </a:lnTo>
                    <a:lnTo>
                      <a:pt x="6870" y="704"/>
                    </a:lnTo>
                    <a:lnTo>
                      <a:pt x="6875" y="716"/>
                    </a:lnTo>
                    <a:lnTo>
                      <a:pt x="6879" y="727"/>
                    </a:lnTo>
                    <a:lnTo>
                      <a:pt x="6884" y="739"/>
                    </a:lnTo>
                    <a:lnTo>
                      <a:pt x="6887" y="750"/>
                    </a:lnTo>
                    <a:lnTo>
                      <a:pt x="6891" y="762"/>
                    </a:lnTo>
                    <a:lnTo>
                      <a:pt x="6893" y="774"/>
                    </a:lnTo>
                    <a:lnTo>
                      <a:pt x="6894" y="787"/>
                    </a:lnTo>
                    <a:lnTo>
                      <a:pt x="6895" y="800"/>
                    </a:lnTo>
                    <a:lnTo>
                      <a:pt x="6896" y="812"/>
                    </a:lnTo>
                    <a:lnTo>
                      <a:pt x="6896" y="1399"/>
                    </a:lnTo>
                    <a:lnTo>
                      <a:pt x="6895" y="1412"/>
                    </a:lnTo>
                    <a:lnTo>
                      <a:pt x="6894" y="1424"/>
                    </a:lnTo>
                    <a:lnTo>
                      <a:pt x="6893" y="1437"/>
                    </a:lnTo>
                    <a:lnTo>
                      <a:pt x="6891" y="1449"/>
                    </a:lnTo>
                    <a:lnTo>
                      <a:pt x="6887" y="1461"/>
                    </a:lnTo>
                    <a:lnTo>
                      <a:pt x="6884" y="1472"/>
                    </a:lnTo>
                    <a:lnTo>
                      <a:pt x="6879" y="1484"/>
                    </a:lnTo>
                    <a:lnTo>
                      <a:pt x="6875" y="1495"/>
                    </a:lnTo>
                    <a:lnTo>
                      <a:pt x="6870" y="1507"/>
                    </a:lnTo>
                    <a:lnTo>
                      <a:pt x="6863" y="1517"/>
                    </a:lnTo>
                    <a:lnTo>
                      <a:pt x="6857" y="1528"/>
                    </a:lnTo>
                    <a:lnTo>
                      <a:pt x="6850" y="1538"/>
                    </a:lnTo>
                    <a:lnTo>
                      <a:pt x="6843" y="1548"/>
                    </a:lnTo>
                    <a:lnTo>
                      <a:pt x="6834" y="1556"/>
                    </a:lnTo>
                    <a:lnTo>
                      <a:pt x="6826" y="1565"/>
                    </a:lnTo>
                    <a:lnTo>
                      <a:pt x="6817" y="1574"/>
                    </a:lnTo>
                    <a:lnTo>
                      <a:pt x="6809" y="1582"/>
                    </a:lnTo>
                    <a:lnTo>
                      <a:pt x="6799" y="1590"/>
                    </a:lnTo>
                    <a:lnTo>
                      <a:pt x="6789" y="1598"/>
                    </a:lnTo>
                    <a:lnTo>
                      <a:pt x="6777" y="1604"/>
                    </a:lnTo>
                    <a:lnTo>
                      <a:pt x="6766" y="1611"/>
                    </a:lnTo>
                    <a:lnTo>
                      <a:pt x="6755" y="1617"/>
                    </a:lnTo>
                    <a:lnTo>
                      <a:pt x="6744" y="1622"/>
                    </a:lnTo>
                    <a:lnTo>
                      <a:pt x="6732" y="1627"/>
                    </a:lnTo>
                    <a:lnTo>
                      <a:pt x="6720" y="1632"/>
                    </a:lnTo>
                    <a:lnTo>
                      <a:pt x="6708" y="1635"/>
                    </a:lnTo>
                    <a:lnTo>
                      <a:pt x="6695" y="1639"/>
                    </a:lnTo>
                    <a:lnTo>
                      <a:pt x="6682" y="1642"/>
                    </a:lnTo>
                    <a:lnTo>
                      <a:pt x="6669" y="1644"/>
                    </a:lnTo>
                    <a:lnTo>
                      <a:pt x="6655" y="1645"/>
                    </a:lnTo>
                    <a:lnTo>
                      <a:pt x="6642" y="1646"/>
                    </a:lnTo>
                    <a:lnTo>
                      <a:pt x="6629" y="1647"/>
                    </a:lnTo>
                    <a:lnTo>
                      <a:pt x="705" y="1647"/>
                    </a:lnTo>
                    <a:lnTo>
                      <a:pt x="691" y="1646"/>
                    </a:lnTo>
                    <a:lnTo>
                      <a:pt x="678" y="1645"/>
                    </a:lnTo>
                    <a:lnTo>
                      <a:pt x="664" y="1644"/>
                    </a:lnTo>
                    <a:lnTo>
                      <a:pt x="651" y="1642"/>
                    </a:lnTo>
                    <a:lnTo>
                      <a:pt x="638" y="1639"/>
                    </a:lnTo>
                    <a:lnTo>
                      <a:pt x="626" y="1635"/>
                    </a:lnTo>
                    <a:lnTo>
                      <a:pt x="613" y="1632"/>
                    </a:lnTo>
                    <a:lnTo>
                      <a:pt x="601" y="1627"/>
                    </a:lnTo>
                    <a:lnTo>
                      <a:pt x="589" y="1622"/>
                    </a:lnTo>
                    <a:lnTo>
                      <a:pt x="578" y="1617"/>
                    </a:lnTo>
                    <a:lnTo>
                      <a:pt x="567" y="1611"/>
                    </a:lnTo>
                    <a:lnTo>
                      <a:pt x="556" y="1604"/>
                    </a:lnTo>
                    <a:lnTo>
                      <a:pt x="546" y="1598"/>
                    </a:lnTo>
                    <a:lnTo>
                      <a:pt x="536" y="1590"/>
                    </a:lnTo>
                    <a:lnTo>
                      <a:pt x="526" y="1582"/>
                    </a:lnTo>
                    <a:lnTo>
                      <a:pt x="516" y="1574"/>
                    </a:lnTo>
                    <a:lnTo>
                      <a:pt x="507" y="1565"/>
                    </a:lnTo>
                    <a:lnTo>
                      <a:pt x="499" y="1556"/>
                    </a:lnTo>
                    <a:lnTo>
                      <a:pt x="491" y="1548"/>
                    </a:lnTo>
                    <a:lnTo>
                      <a:pt x="484" y="1538"/>
                    </a:lnTo>
                    <a:lnTo>
                      <a:pt x="477" y="1528"/>
                    </a:lnTo>
                    <a:lnTo>
                      <a:pt x="470" y="1517"/>
                    </a:lnTo>
                    <a:lnTo>
                      <a:pt x="464" y="1507"/>
                    </a:lnTo>
                    <a:lnTo>
                      <a:pt x="459" y="1495"/>
                    </a:lnTo>
                    <a:lnTo>
                      <a:pt x="454" y="1484"/>
                    </a:lnTo>
                    <a:lnTo>
                      <a:pt x="450" y="1472"/>
                    </a:lnTo>
                    <a:lnTo>
                      <a:pt x="446" y="1461"/>
                    </a:lnTo>
                    <a:lnTo>
                      <a:pt x="444" y="1449"/>
                    </a:lnTo>
                    <a:lnTo>
                      <a:pt x="440" y="1437"/>
                    </a:lnTo>
                    <a:lnTo>
                      <a:pt x="439" y="1424"/>
                    </a:lnTo>
                    <a:lnTo>
                      <a:pt x="438" y="1412"/>
                    </a:lnTo>
                    <a:lnTo>
                      <a:pt x="438" y="1399"/>
                    </a:lnTo>
                    <a:lnTo>
                      <a:pt x="438" y="812"/>
                    </a:lnTo>
                    <a:lnTo>
                      <a:pt x="438" y="800"/>
                    </a:lnTo>
                    <a:lnTo>
                      <a:pt x="439" y="787"/>
                    </a:lnTo>
                    <a:lnTo>
                      <a:pt x="440" y="774"/>
                    </a:lnTo>
                    <a:lnTo>
                      <a:pt x="444" y="762"/>
                    </a:lnTo>
                    <a:lnTo>
                      <a:pt x="446" y="750"/>
                    </a:lnTo>
                    <a:lnTo>
                      <a:pt x="450" y="739"/>
                    </a:lnTo>
                    <a:lnTo>
                      <a:pt x="454" y="727"/>
                    </a:lnTo>
                    <a:lnTo>
                      <a:pt x="459" y="716"/>
                    </a:lnTo>
                    <a:lnTo>
                      <a:pt x="464" y="704"/>
                    </a:lnTo>
                    <a:lnTo>
                      <a:pt x="470" y="694"/>
                    </a:lnTo>
                    <a:lnTo>
                      <a:pt x="477" y="683"/>
                    </a:lnTo>
                    <a:lnTo>
                      <a:pt x="484" y="673"/>
                    </a:lnTo>
                    <a:lnTo>
                      <a:pt x="491" y="665"/>
                    </a:lnTo>
                    <a:lnTo>
                      <a:pt x="499" y="655"/>
                    </a:lnTo>
                    <a:lnTo>
                      <a:pt x="507" y="646"/>
                    </a:lnTo>
                    <a:lnTo>
                      <a:pt x="516" y="637"/>
                    </a:lnTo>
                    <a:lnTo>
                      <a:pt x="526" y="629"/>
                    </a:lnTo>
                    <a:lnTo>
                      <a:pt x="536" y="621"/>
                    </a:lnTo>
                    <a:lnTo>
                      <a:pt x="546" y="613"/>
                    </a:lnTo>
                    <a:lnTo>
                      <a:pt x="556" y="607"/>
                    </a:lnTo>
                    <a:lnTo>
                      <a:pt x="567" y="600"/>
                    </a:lnTo>
                    <a:lnTo>
                      <a:pt x="578" y="595"/>
                    </a:lnTo>
                    <a:lnTo>
                      <a:pt x="589" y="589"/>
                    </a:lnTo>
                    <a:lnTo>
                      <a:pt x="601" y="584"/>
                    </a:lnTo>
                    <a:lnTo>
                      <a:pt x="613" y="579"/>
                    </a:lnTo>
                    <a:lnTo>
                      <a:pt x="626" y="576"/>
                    </a:lnTo>
                    <a:lnTo>
                      <a:pt x="638" y="572"/>
                    </a:lnTo>
                    <a:lnTo>
                      <a:pt x="651" y="569"/>
                    </a:lnTo>
                    <a:lnTo>
                      <a:pt x="664" y="567"/>
                    </a:lnTo>
                    <a:lnTo>
                      <a:pt x="678" y="566"/>
                    </a:lnTo>
                    <a:lnTo>
                      <a:pt x="691" y="565"/>
                    </a:lnTo>
                    <a:lnTo>
                      <a:pt x="705" y="56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>
                      <a:lumMod val="75000"/>
                      <a:lumOff val="25000"/>
                    </a:prst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753" name="组合 528"/>
          <p:cNvGrpSpPr>
            <a:grpSpLocks noChangeAspect="1"/>
          </p:cNvGrpSpPr>
          <p:nvPr/>
        </p:nvGrpSpPr>
        <p:grpSpPr bwMode="gray">
          <a:xfrm>
            <a:off x="1611439" y="5196026"/>
            <a:ext cx="330640" cy="330639"/>
            <a:chOff x="-1410841" y="3435113"/>
            <a:chExt cx="788399" cy="788400"/>
          </a:xfrm>
        </p:grpSpPr>
        <p:sp>
          <p:nvSpPr>
            <p:cNvPr id="754" name="椭圆 701"/>
            <p:cNvSpPr/>
            <p:nvPr/>
          </p:nvSpPr>
          <p:spPr bwMode="gray">
            <a:xfrm>
              <a:off x="-1410841" y="3435113"/>
              <a:ext cx="788399" cy="78840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2799" kern="0">
                <a:solidFill>
                  <a:prstClr val="black">
                    <a:lumMod val="75000"/>
                    <a:lumOff val="25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55" name="Freeform 5"/>
            <p:cNvSpPr>
              <a:spLocks noEditPoints="1"/>
            </p:cNvSpPr>
            <p:nvPr/>
          </p:nvSpPr>
          <p:spPr bwMode="gray">
            <a:xfrm>
              <a:off x="-1268411" y="3606800"/>
              <a:ext cx="478082" cy="414338"/>
            </a:xfrm>
            <a:custGeom>
              <a:avLst/>
              <a:gdLst>
                <a:gd name="T0" fmla="*/ 2147483647 w 16170"/>
                <a:gd name="T1" fmla="*/ 2147483647 h 14014"/>
                <a:gd name="T2" fmla="*/ 2147483647 w 16170"/>
                <a:gd name="T3" fmla="*/ 2147483647 h 14014"/>
                <a:gd name="T4" fmla="*/ 2147483647 w 16170"/>
                <a:gd name="T5" fmla="*/ 2147483647 h 14014"/>
                <a:gd name="T6" fmla="*/ 2147483647 w 16170"/>
                <a:gd name="T7" fmla="*/ 2147483647 h 14014"/>
                <a:gd name="T8" fmla="*/ 2147483647 w 16170"/>
                <a:gd name="T9" fmla="*/ 2147483647 h 14014"/>
                <a:gd name="T10" fmla="*/ 2147483647 w 16170"/>
                <a:gd name="T11" fmla="*/ 2147483647 h 14014"/>
                <a:gd name="T12" fmla="*/ 2147483647 w 16170"/>
                <a:gd name="T13" fmla="*/ 2147483647 h 14014"/>
                <a:gd name="T14" fmla="*/ 2147483647 w 16170"/>
                <a:gd name="T15" fmla="*/ 2147483647 h 14014"/>
                <a:gd name="T16" fmla="*/ 2147483647 w 16170"/>
                <a:gd name="T17" fmla="*/ 2147483647 h 14014"/>
                <a:gd name="T18" fmla="*/ 2147483647 w 16170"/>
                <a:gd name="T19" fmla="*/ 2147483647 h 14014"/>
                <a:gd name="T20" fmla="*/ 2147483647 w 16170"/>
                <a:gd name="T21" fmla="*/ 2147483647 h 14014"/>
                <a:gd name="T22" fmla="*/ 2147483647 w 16170"/>
                <a:gd name="T23" fmla="*/ 2147483647 h 14014"/>
                <a:gd name="T24" fmla="*/ 2147483647 w 16170"/>
                <a:gd name="T25" fmla="*/ 2147483647 h 14014"/>
                <a:gd name="T26" fmla="*/ 2147483647 w 16170"/>
                <a:gd name="T27" fmla="*/ 2147483647 h 14014"/>
                <a:gd name="T28" fmla="*/ 2147483647 w 16170"/>
                <a:gd name="T29" fmla="*/ 2147483647 h 14014"/>
                <a:gd name="T30" fmla="*/ 2147483647 w 16170"/>
                <a:gd name="T31" fmla="*/ 2147483647 h 14014"/>
                <a:gd name="T32" fmla="*/ 2147483647 w 16170"/>
                <a:gd name="T33" fmla="*/ 2147483647 h 14014"/>
                <a:gd name="T34" fmla="*/ 2147483647 w 16170"/>
                <a:gd name="T35" fmla="*/ 2147483647 h 14014"/>
                <a:gd name="T36" fmla="*/ 2147483647 w 16170"/>
                <a:gd name="T37" fmla="*/ 2147483647 h 14014"/>
                <a:gd name="T38" fmla="*/ 2147483647 w 16170"/>
                <a:gd name="T39" fmla="*/ 2147483647 h 14014"/>
                <a:gd name="T40" fmla="*/ 2147483647 w 16170"/>
                <a:gd name="T41" fmla="*/ 2147483647 h 14014"/>
                <a:gd name="T42" fmla="*/ 2147483647 w 16170"/>
                <a:gd name="T43" fmla="*/ 2147483647 h 14014"/>
                <a:gd name="T44" fmla="*/ 2147483647 w 16170"/>
                <a:gd name="T45" fmla="*/ 2147483647 h 14014"/>
                <a:gd name="T46" fmla="*/ 2147483647 w 16170"/>
                <a:gd name="T47" fmla="*/ 2147483647 h 14014"/>
                <a:gd name="T48" fmla="*/ 2147483647 w 16170"/>
                <a:gd name="T49" fmla="*/ 2147483647 h 14014"/>
                <a:gd name="T50" fmla="*/ 2147483647 w 16170"/>
                <a:gd name="T51" fmla="*/ 2147483647 h 14014"/>
                <a:gd name="T52" fmla="*/ 2147483647 w 16170"/>
                <a:gd name="T53" fmla="*/ 2147483647 h 14014"/>
                <a:gd name="T54" fmla="*/ 2147483647 w 16170"/>
                <a:gd name="T55" fmla="*/ 2147483647 h 14014"/>
                <a:gd name="T56" fmla="*/ 2147483647 w 16170"/>
                <a:gd name="T57" fmla="*/ 2147483647 h 14014"/>
                <a:gd name="T58" fmla="*/ 2147483647 w 16170"/>
                <a:gd name="T59" fmla="*/ 2147483647 h 14014"/>
                <a:gd name="T60" fmla="*/ 2147483647 w 16170"/>
                <a:gd name="T61" fmla="*/ 2147483647 h 14014"/>
                <a:gd name="T62" fmla="*/ 0 w 16170"/>
                <a:gd name="T63" fmla="*/ 2147483647 h 14014"/>
                <a:gd name="T64" fmla="*/ 2147483647 w 16170"/>
                <a:gd name="T65" fmla="*/ 2147483647 h 14014"/>
                <a:gd name="T66" fmla="*/ 2147483647 w 16170"/>
                <a:gd name="T67" fmla="*/ 2147483647 h 14014"/>
                <a:gd name="T68" fmla="*/ 2147483647 w 16170"/>
                <a:gd name="T69" fmla="*/ 2147483647 h 14014"/>
                <a:gd name="T70" fmla="*/ 2147483647 w 16170"/>
                <a:gd name="T71" fmla="*/ 2147483647 h 14014"/>
                <a:gd name="T72" fmla="*/ 2147483647 w 16170"/>
                <a:gd name="T73" fmla="*/ 2147483647 h 14014"/>
                <a:gd name="T74" fmla="*/ 2147483647 w 16170"/>
                <a:gd name="T75" fmla="*/ 2147483647 h 14014"/>
                <a:gd name="T76" fmla="*/ 2147483647 w 16170"/>
                <a:gd name="T77" fmla="*/ 2147483647 h 14014"/>
                <a:gd name="T78" fmla="*/ 2147483647 w 16170"/>
                <a:gd name="T79" fmla="*/ 2147483647 h 14014"/>
                <a:gd name="T80" fmla="*/ 2147483647 w 16170"/>
                <a:gd name="T81" fmla="*/ 2147483647 h 14014"/>
                <a:gd name="T82" fmla="*/ 2147483647 w 16170"/>
                <a:gd name="T83" fmla="*/ 2147483647 h 14014"/>
                <a:gd name="T84" fmla="*/ 2147483647 w 16170"/>
                <a:gd name="T85" fmla="*/ 2147483647 h 14014"/>
                <a:gd name="T86" fmla="*/ 2147483647 w 16170"/>
                <a:gd name="T87" fmla="*/ 2147483647 h 14014"/>
                <a:gd name="T88" fmla="*/ 2147483647 w 16170"/>
                <a:gd name="T89" fmla="*/ 2147483647 h 14014"/>
                <a:gd name="T90" fmla="*/ 2147483647 w 16170"/>
                <a:gd name="T91" fmla="*/ 2147483647 h 14014"/>
                <a:gd name="T92" fmla="*/ 2147483647 w 16170"/>
                <a:gd name="T93" fmla="*/ 2147483647 h 14014"/>
                <a:gd name="T94" fmla="*/ 2147483647 w 16170"/>
                <a:gd name="T95" fmla="*/ 2147483647 h 14014"/>
                <a:gd name="T96" fmla="*/ 2147483647 w 16170"/>
                <a:gd name="T97" fmla="*/ 2147483647 h 14014"/>
                <a:gd name="T98" fmla="*/ 2147483647 w 16170"/>
                <a:gd name="T99" fmla="*/ 2147483647 h 14014"/>
                <a:gd name="T100" fmla="*/ 2147483647 w 16170"/>
                <a:gd name="T101" fmla="*/ 2147483647 h 14014"/>
                <a:gd name="T102" fmla="*/ 2147483647 w 16170"/>
                <a:gd name="T103" fmla="*/ 2147483647 h 14014"/>
                <a:gd name="T104" fmla="*/ 2147483647 w 16170"/>
                <a:gd name="T105" fmla="*/ 2147483647 h 14014"/>
                <a:gd name="T106" fmla="*/ 2147483647 w 16170"/>
                <a:gd name="T107" fmla="*/ 2147483647 h 14014"/>
                <a:gd name="T108" fmla="*/ 2147483647 w 16170"/>
                <a:gd name="T109" fmla="*/ 2147483647 h 14014"/>
                <a:gd name="T110" fmla="*/ 2147483647 w 16170"/>
                <a:gd name="T111" fmla="*/ 2147483647 h 14014"/>
                <a:gd name="T112" fmla="*/ 2147483647 w 16170"/>
                <a:gd name="T113" fmla="*/ 2147483647 h 14014"/>
                <a:gd name="T114" fmla="*/ 2147483647 w 16170"/>
                <a:gd name="T115" fmla="*/ 2147483647 h 14014"/>
                <a:gd name="T116" fmla="*/ 2147483647 w 16170"/>
                <a:gd name="T117" fmla="*/ 2147483647 h 14014"/>
                <a:gd name="T118" fmla="*/ 2147483647 w 16170"/>
                <a:gd name="T119" fmla="*/ 2147483647 h 14014"/>
                <a:gd name="T120" fmla="*/ 2147483647 w 16170"/>
                <a:gd name="T121" fmla="*/ 2147483647 h 1401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6170"/>
                <a:gd name="T184" fmla="*/ 0 h 14014"/>
                <a:gd name="T185" fmla="*/ 16170 w 16170"/>
                <a:gd name="T186" fmla="*/ 14014 h 1401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6170" h="14014">
                  <a:moveTo>
                    <a:pt x="11178" y="2724"/>
                  </a:moveTo>
                  <a:lnTo>
                    <a:pt x="14087" y="2724"/>
                  </a:lnTo>
                  <a:lnTo>
                    <a:pt x="14087" y="6276"/>
                  </a:lnTo>
                  <a:lnTo>
                    <a:pt x="14080" y="6265"/>
                  </a:lnTo>
                  <a:lnTo>
                    <a:pt x="14060" y="6231"/>
                  </a:lnTo>
                  <a:lnTo>
                    <a:pt x="14025" y="6177"/>
                  </a:lnTo>
                  <a:lnTo>
                    <a:pt x="13979" y="6106"/>
                  </a:lnTo>
                  <a:lnTo>
                    <a:pt x="13920" y="6022"/>
                  </a:lnTo>
                  <a:lnTo>
                    <a:pt x="13852" y="5923"/>
                  </a:lnTo>
                  <a:lnTo>
                    <a:pt x="13812" y="5870"/>
                  </a:lnTo>
                  <a:lnTo>
                    <a:pt x="13771" y="5815"/>
                  </a:lnTo>
                  <a:lnTo>
                    <a:pt x="13727" y="5758"/>
                  </a:lnTo>
                  <a:lnTo>
                    <a:pt x="13682" y="5698"/>
                  </a:lnTo>
                  <a:lnTo>
                    <a:pt x="13632" y="5639"/>
                  </a:lnTo>
                  <a:lnTo>
                    <a:pt x="13582" y="5577"/>
                  </a:lnTo>
                  <a:lnTo>
                    <a:pt x="13529" y="5515"/>
                  </a:lnTo>
                  <a:lnTo>
                    <a:pt x="13474" y="5453"/>
                  </a:lnTo>
                  <a:lnTo>
                    <a:pt x="13417" y="5390"/>
                  </a:lnTo>
                  <a:lnTo>
                    <a:pt x="13357" y="5328"/>
                  </a:lnTo>
                  <a:lnTo>
                    <a:pt x="13297" y="5266"/>
                  </a:lnTo>
                  <a:lnTo>
                    <a:pt x="13234" y="5204"/>
                  </a:lnTo>
                  <a:lnTo>
                    <a:pt x="13169" y="5145"/>
                  </a:lnTo>
                  <a:lnTo>
                    <a:pt x="13104" y="5085"/>
                  </a:lnTo>
                  <a:lnTo>
                    <a:pt x="13036" y="5029"/>
                  </a:lnTo>
                  <a:lnTo>
                    <a:pt x="12967" y="4973"/>
                  </a:lnTo>
                  <a:lnTo>
                    <a:pt x="12897" y="4919"/>
                  </a:lnTo>
                  <a:lnTo>
                    <a:pt x="12825" y="4869"/>
                  </a:lnTo>
                  <a:lnTo>
                    <a:pt x="12752" y="4822"/>
                  </a:lnTo>
                  <a:lnTo>
                    <a:pt x="12678" y="4776"/>
                  </a:lnTo>
                  <a:lnTo>
                    <a:pt x="12604" y="4735"/>
                  </a:lnTo>
                  <a:lnTo>
                    <a:pt x="12531" y="4697"/>
                  </a:lnTo>
                  <a:lnTo>
                    <a:pt x="12458" y="4662"/>
                  </a:lnTo>
                  <a:lnTo>
                    <a:pt x="12387" y="4630"/>
                  </a:lnTo>
                  <a:lnTo>
                    <a:pt x="12317" y="4601"/>
                  </a:lnTo>
                  <a:lnTo>
                    <a:pt x="12250" y="4575"/>
                  </a:lnTo>
                  <a:lnTo>
                    <a:pt x="12182" y="4551"/>
                  </a:lnTo>
                  <a:lnTo>
                    <a:pt x="12117" y="4530"/>
                  </a:lnTo>
                  <a:lnTo>
                    <a:pt x="12054" y="4511"/>
                  </a:lnTo>
                  <a:lnTo>
                    <a:pt x="11991" y="4495"/>
                  </a:lnTo>
                  <a:lnTo>
                    <a:pt x="11930" y="4480"/>
                  </a:lnTo>
                  <a:lnTo>
                    <a:pt x="11873" y="4468"/>
                  </a:lnTo>
                  <a:lnTo>
                    <a:pt x="11816" y="4458"/>
                  </a:lnTo>
                  <a:lnTo>
                    <a:pt x="11762" y="4449"/>
                  </a:lnTo>
                  <a:lnTo>
                    <a:pt x="11709" y="4442"/>
                  </a:lnTo>
                  <a:lnTo>
                    <a:pt x="11660" y="4436"/>
                  </a:lnTo>
                  <a:lnTo>
                    <a:pt x="11612" y="4432"/>
                  </a:lnTo>
                  <a:lnTo>
                    <a:pt x="11567" y="4429"/>
                  </a:lnTo>
                  <a:lnTo>
                    <a:pt x="11524" y="4427"/>
                  </a:lnTo>
                  <a:lnTo>
                    <a:pt x="11484" y="4425"/>
                  </a:lnTo>
                  <a:lnTo>
                    <a:pt x="11446" y="4425"/>
                  </a:lnTo>
                  <a:lnTo>
                    <a:pt x="11412" y="4426"/>
                  </a:lnTo>
                  <a:lnTo>
                    <a:pt x="11380" y="4427"/>
                  </a:lnTo>
                  <a:lnTo>
                    <a:pt x="11351" y="4428"/>
                  </a:lnTo>
                  <a:lnTo>
                    <a:pt x="11303" y="4432"/>
                  </a:lnTo>
                  <a:lnTo>
                    <a:pt x="11267" y="4435"/>
                  </a:lnTo>
                  <a:lnTo>
                    <a:pt x="11246" y="4439"/>
                  </a:lnTo>
                  <a:lnTo>
                    <a:pt x="11239" y="4440"/>
                  </a:lnTo>
                  <a:lnTo>
                    <a:pt x="11178" y="2724"/>
                  </a:lnTo>
                  <a:close/>
                  <a:moveTo>
                    <a:pt x="9156" y="0"/>
                  </a:moveTo>
                  <a:lnTo>
                    <a:pt x="16170" y="0"/>
                  </a:lnTo>
                  <a:lnTo>
                    <a:pt x="16170" y="1256"/>
                  </a:lnTo>
                  <a:lnTo>
                    <a:pt x="13383" y="1256"/>
                  </a:lnTo>
                  <a:lnTo>
                    <a:pt x="13383" y="2174"/>
                  </a:lnTo>
                  <a:lnTo>
                    <a:pt x="11820" y="2174"/>
                  </a:lnTo>
                  <a:lnTo>
                    <a:pt x="11820" y="1256"/>
                  </a:lnTo>
                  <a:lnTo>
                    <a:pt x="9156" y="1256"/>
                  </a:lnTo>
                  <a:lnTo>
                    <a:pt x="9156" y="0"/>
                  </a:lnTo>
                  <a:close/>
                  <a:moveTo>
                    <a:pt x="4848" y="9576"/>
                  </a:moveTo>
                  <a:lnTo>
                    <a:pt x="4855" y="9581"/>
                  </a:lnTo>
                  <a:lnTo>
                    <a:pt x="4877" y="9595"/>
                  </a:lnTo>
                  <a:lnTo>
                    <a:pt x="4912" y="9615"/>
                  </a:lnTo>
                  <a:lnTo>
                    <a:pt x="4958" y="9642"/>
                  </a:lnTo>
                  <a:lnTo>
                    <a:pt x="5013" y="9675"/>
                  </a:lnTo>
                  <a:lnTo>
                    <a:pt x="5075" y="9713"/>
                  </a:lnTo>
                  <a:lnTo>
                    <a:pt x="5143" y="9754"/>
                  </a:lnTo>
                  <a:lnTo>
                    <a:pt x="5216" y="9798"/>
                  </a:lnTo>
                  <a:lnTo>
                    <a:pt x="5291" y="9843"/>
                  </a:lnTo>
                  <a:lnTo>
                    <a:pt x="5366" y="9890"/>
                  </a:lnTo>
                  <a:lnTo>
                    <a:pt x="5441" y="9936"/>
                  </a:lnTo>
                  <a:lnTo>
                    <a:pt x="5514" y="9981"/>
                  </a:lnTo>
                  <a:lnTo>
                    <a:pt x="5583" y="10025"/>
                  </a:lnTo>
                  <a:lnTo>
                    <a:pt x="5644" y="10064"/>
                  </a:lnTo>
                  <a:lnTo>
                    <a:pt x="5699" y="10101"/>
                  </a:lnTo>
                  <a:lnTo>
                    <a:pt x="5744" y="10131"/>
                  </a:lnTo>
                  <a:lnTo>
                    <a:pt x="5783" y="10159"/>
                  </a:lnTo>
                  <a:lnTo>
                    <a:pt x="5817" y="10186"/>
                  </a:lnTo>
                  <a:lnTo>
                    <a:pt x="5849" y="10214"/>
                  </a:lnTo>
                  <a:lnTo>
                    <a:pt x="5878" y="10241"/>
                  </a:lnTo>
                  <a:lnTo>
                    <a:pt x="5903" y="10266"/>
                  </a:lnTo>
                  <a:lnTo>
                    <a:pt x="5926" y="10292"/>
                  </a:lnTo>
                  <a:lnTo>
                    <a:pt x="5946" y="10315"/>
                  </a:lnTo>
                  <a:lnTo>
                    <a:pt x="5963" y="10336"/>
                  </a:lnTo>
                  <a:lnTo>
                    <a:pt x="5978" y="10356"/>
                  </a:lnTo>
                  <a:lnTo>
                    <a:pt x="5990" y="10374"/>
                  </a:lnTo>
                  <a:lnTo>
                    <a:pt x="6000" y="10391"/>
                  </a:lnTo>
                  <a:lnTo>
                    <a:pt x="6008" y="10404"/>
                  </a:lnTo>
                  <a:lnTo>
                    <a:pt x="6018" y="10423"/>
                  </a:lnTo>
                  <a:lnTo>
                    <a:pt x="6021" y="10430"/>
                  </a:lnTo>
                  <a:lnTo>
                    <a:pt x="6022" y="10441"/>
                  </a:lnTo>
                  <a:lnTo>
                    <a:pt x="6024" y="10472"/>
                  </a:lnTo>
                  <a:lnTo>
                    <a:pt x="6027" y="10522"/>
                  </a:lnTo>
                  <a:lnTo>
                    <a:pt x="6029" y="10586"/>
                  </a:lnTo>
                  <a:lnTo>
                    <a:pt x="6029" y="10662"/>
                  </a:lnTo>
                  <a:lnTo>
                    <a:pt x="6028" y="10749"/>
                  </a:lnTo>
                  <a:lnTo>
                    <a:pt x="6026" y="10796"/>
                  </a:lnTo>
                  <a:lnTo>
                    <a:pt x="6024" y="10843"/>
                  </a:lnTo>
                  <a:lnTo>
                    <a:pt x="6021" y="10893"/>
                  </a:lnTo>
                  <a:lnTo>
                    <a:pt x="6016" y="10942"/>
                  </a:lnTo>
                  <a:lnTo>
                    <a:pt x="6011" y="10992"/>
                  </a:lnTo>
                  <a:lnTo>
                    <a:pt x="6004" y="11042"/>
                  </a:lnTo>
                  <a:lnTo>
                    <a:pt x="5996" y="11093"/>
                  </a:lnTo>
                  <a:lnTo>
                    <a:pt x="5986" y="11142"/>
                  </a:lnTo>
                  <a:lnTo>
                    <a:pt x="5975" y="11192"/>
                  </a:lnTo>
                  <a:lnTo>
                    <a:pt x="5963" y="11239"/>
                  </a:lnTo>
                  <a:lnTo>
                    <a:pt x="5948" y="11286"/>
                  </a:lnTo>
                  <a:lnTo>
                    <a:pt x="5931" y="11330"/>
                  </a:lnTo>
                  <a:lnTo>
                    <a:pt x="5913" y="11372"/>
                  </a:lnTo>
                  <a:lnTo>
                    <a:pt x="5893" y="11412"/>
                  </a:lnTo>
                  <a:lnTo>
                    <a:pt x="5871" y="11449"/>
                  </a:lnTo>
                  <a:lnTo>
                    <a:pt x="5846" y="11484"/>
                  </a:lnTo>
                  <a:lnTo>
                    <a:pt x="5819" y="11514"/>
                  </a:lnTo>
                  <a:lnTo>
                    <a:pt x="5790" y="11541"/>
                  </a:lnTo>
                  <a:lnTo>
                    <a:pt x="5758" y="11563"/>
                  </a:lnTo>
                  <a:lnTo>
                    <a:pt x="5723" y="11582"/>
                  </a:lnTo>
                  <a:lnTo>
                    <a:pt x="5687" y="11596"/>
                  </a:lnTo>
                  <a:lnTo>
                    <a:pt x="5649" y="11603"/>
                  </a:lnTo>
                  <a:lnTo>
                    <a:pt x="5612" y="11606"/>
                  </a:lnTo>
                  <a:lnTo>
                    <a:pt x="5574" y="11604"/>
                  </a:lnTo>
                  <a:lnTo>
                    <a:pt x="5535" y="11598"/>
                  </a:lnTo>
                  <a:lnTo>
                    <a:pt x="5497" y="11587"/>
                  </a:lnTo>
                  <a:lnTo>
                    <a:pt x="5458" y="11571"/>
                  </a:lnTo>
                  <a:lnTo>
                    <a:pt x="5420" y="11552"/>
                  </a:lnTo>
                  <a:lnTo>
                    <a:pt x="5382" y="11529"/>
                  </a:lnTo>
                  <a:lnTo>
                    <a:pt x="5344" y="11503"/>
                  </a:lnTo>
                  <a:lnTo>
                    <a:pt x="5306" y="11473"/>
                  </a:lnTo>
                  <a:lnTo>
                    <a:pt x="5269" y="11440"/>
                  </a:lnTo>
                  <a:lnTo>
                    <a:pt x="5233" y="11404"/>
                  </a:lnTo>
                  <a:lnTo>
                    <a:pt x="5197" y="11365"/>
                  </a:lnTo>
                  <a:lnTo>
                    <a:pt x="5162" y="11324"/>
                  </a:lnTo>
                  <a:lnTo>
                    <a:pt x="5128" y="11280"/>
                  </a:lnTo>
                  <a:lnTo>
                    <a:pt x="5095" y="11235"/>
                  </a:lnTo>
                  <a:lnTo>
                    <a:pt x="5063" y="11188"/>
                  </a:lnTo>
                  <a:lnTo>
                    <a:pt x="5033" y="11139"/>
                  </a:lnTo>
                  <a:lnTo>
                    <a:pt x="5004" y="11089"/>
                  </a:lnTo>
                  <a:lnTo>
                    <a:pt x="4975" y="11037"/>
                  </a:lnTo>
                  <a:lnTo>
                    <a:pt x="4950" y="10985"/>
                  </a:lnTo>
                  <a:lnTo>
                    <a:pt x="4926" y="10931"/>
                  </a:lnTo>
                  <a:lnTo>
                    <a:pt x="4904" y="10876"/>
                  </a:lnTo>
                  <a:lnTo>
                    <a:pt x="4883" y="10823"/>
                  </a:lnTo>
                  <a:lnTo>
                    <a:pt x="4865" y="10768"/>
                  </a:lnTo>
                  <a:lnTo>
                    <a:pt x="4849" y="10714"/>
                  </a:lnTo>
                  <a:lnTo>
                    <a:pt x="4835" y="10660"/>
                  </a:lnTo>
                  <a:lnTo>
                    <a:pt x="4824" y="10607"/>
                  </a:lnTo>
                  <a:lnTo>
                    <a:pt x="4815" y="10553"/>
                  </a:lnTo>
                  <a:lnTo>
                    <a:pt x="4809" y="10502"/>
                  </a:lnTo>
                  <a:lnTo>
                    <a:pt x="4806" y="10451"/>
                  </a:lnTo>
                  <a:lnTo>
                    <a:pt x="4804" y="10402"/>
                  </a:lnTo>
                  <a:lnTo>
                    <a:pt x="4801" y="10353"/>
                  </a:lnTo>
                  <a:lnTo>
                    <a:pt x="4801" y="10307"/>
                  </a:lnTo>
                  <a:lnTo>
                    <a:pt x="4800" y="10260"/>
                  </a:lnTo>
                  <a:lnTo>
                    <a:pt x="4801" y="10172"/>
                  </a:lnTo>
                  <a:lnTo>
                    <a:pt x="4802" y="10090"/>
                  </a:lnTo>
                  <a:lnTo>
                    <a:pt x="4806" y="10012"/>
                  </a:lnTo>
                  <a:lnTo>
                    <a:pt x="4810" y="9940"/>
                  </a:lnTo>
                  <a:lnTo>
                    <a:pt x="4814" y="9874"/>
                  </a:lnTo>
                  <a:lnTo>
                    <a:pt x="4819" y="9814"/>
                  </a:lnTo>
                  <a:lnTo>
                    <a:pt x="4824" y="9760"/>
                  </a:lnTo>
                  <a:lnTo>
                    <a:pt x="4829" y="9713"/>
                  </a:lnTo>
                  <a:lnTo>
                    <a:pt x="4834" y="9672"/>
                  </a:lnTo>
                  <a:lnTo>
                    <a:pt x="4838" y="9638"/>
                  </a:lnTo>
                  <a:lnTo>
                    <a:pt x="4842" y="9612"/>
                  </a:lnTo>
                  <a:lnTo>
                    <a:pt x="4845" y="9593"/>
                  </a:lnTo>
                  <a:lnTo>
                    <a:pt x="4847" y="9580"/>
                  </a:lnTo>
                  <a:lnTo>
                    <a:pt x="4848" y="9576"/>
                  </a:lnTo>
                  <a:close/>
                  <a:moveTo>
                    <a:pt x="2906" y="8446"/>
                  </a:moveTo>
                  <a:lnTo>
                    <a:pt x="2912" y="8449"/>
                  </a:lnTo>
                  <a:lnTo>
                    <a:pt x="2930" y="8458"/>
                  </a:lnTo>
                  <a:lnTo>
                    <a:pt x="2959" y="8472"/>
                  </a:lnTo>
                  <a:lnTo>
                    <a:pt x="2999" y="8491"/>
                  </a:lnTo>
                  <a:lnTo>
                    <a:pt x="3046" y="8515"/>
                  </a:lnTo>
                  <a:lnTo>
                    <a:pt x="3102" y="8542"/>
                  </a:lnTo>
                  <a:lnTo>
                    <a:pt x="3163" y="8572"/>
                  </a:lnTo>
                  <a:lnTo>
                    <a:pt x="3231" y="8606"/>
                  </a:lnTo>
                  <a:lnTo>
                    <a:pt x="3303" y="8641"/>
                  </a:lnTo>
                  <a:lnTo>
                    <a:pt x="3379" y="8677"/>
                  </a:lnTo>
                  <a:lnTo>
                    <a:pt x="3456" y="8714"/>
                  </a:lnTo>
                  <a:lnTo>
                    <a:pt x="3536" y="8751"/>
                  </a:lnTo>
                  <a:lnTo>
                    <a:pt x="3615" y="8789"/>
                  </a:lnTo>
                  <a:lnTo>
                    <a:pt x="3694" y="8826"/>
                  </a:lnTo>
                  <a:lnTo>
                    <a:pt x="3771" y="8860"/>
                  </a:lnTo>
                  <a:lnTo>
                    <a:pt x="3844" y="8893"/>
                  </a:lnTo>
                  <a:lnTo>
                    <a:pt x="3880" y="8910"/>
                  </a:lnTo>
                  <a:lnTo>
                    <a:pt x="3913" y="8926"/>
                  </a:lnTo>
                  <a:lnTo>
                    <a:pt x="3944" y="8941"/>
                  </a:lnTo>
                  <a:lnTo>
                    <a:pt x="3975" y="8956"/>
                  </a:lnTo>
                  <a:lnTo>
                    <a:pt x="4030" y="8986"/>
                  </a:lnTo>
                  <a:lnTo>
                    <a:pt x="4080" y="9016"/>
                  </a:lnTo>
                  <a:lnTo>
                    <a:pt x="4123" y="9044"/>
                  </a:lnTo>
                  <a:lnTo>
                    <a:pt x="4162" y="9070"/>
                  </a:lnTo>
                  <a:lnTo>
                    <a:pt x="4195" y="9095"/>
                  </a:lnTo>
                  <a:lnTo>
                    <a:pt x="4223" y="9118"/>
                  </a:lnTo>
                  <a:lnTo>
                    <a:pt x="4248" y="9139"/>
                  </a:lnTo>
                  <a:lnTo>
                    <a:pt x="4267" y="9157"/>
                  </a:lnTo>
                  <a:lnTo>
                    <a:pt x="4283" y="9174"/>
                  </a:lnTo>
                  <a:lnTo>
                    <a:pt x="4295" y="9187"/>
                  </a:lnTo>
                  <a:lnTo>
                    <a:pt x="4309" y="9207"/>
                  </a:lnTo>
                  <a:lnTo>
                    <a:pt x="4314" y="9214"/>
                  </a:lnTo>
                  <a:lnTo>
                    <a:pt x="4308" y="9226"/>
                  </a:lnTo>
                  <a:lnTo>
                    <a:pt x="4292" y="9261"/>
                  </a:lnTo>
                  <a:lnTo>
                    <a:pt x="4281" y="9288"/>
                  </a:lnTo>
                  <a:lnTo>
                    <a:pt x="4269" y="9320"/>
                  </a:lnTo>
                  <a:lnTo>
                    <a:pt x="4256" y="9356"/>
                  </a:lnTo>
                  <a:lnTo>
                    <a:pt x="4241" y="9398"/>
                  </a:lnTo>
                  <a:lnTo>
                    <a:pt x="4225" y="9444"/>
                  </a:lnTo>
                  <a:lnTo>
                    <a:pt x="4210" y="9495"/>
                  </a:lnTo>
                  <a:lnTo>
                    <a:pt x="4194" y="9549"/>
                  </a:lnTo>
                  <a:lnTo>
                    <a:pt x="4179" y="9609"/>
                  </a:lnTo>
                  <a:lnTo>
                    <a:pt x="4165" y="9672"/>
                  </a:lnTo>
                  <a:lnTo>
                    <a:pt x="4151" y="9739"/>
                  </a:lnTo>
                  <a:lnTo>
                    <a:pt x="4139" y="9810"/>
                  </a:lnTo>
                  <a:lnTo>
                    <a:pt x="4127" y="9883"/>
                  </a:lnTo>
                  <a:lnTo>
                    <a:pt x="4118" y="9960"/>
                  </a:lnTo>
                  <a:lnTo>
                    <a:pt x="4111" y="10040"/>
                  </a:lnTo>
                  <a:lnTo>
                    <a:pt x="4107" y="10123"/>
                  </a:lnTo>
                  <a:lnTo>
                    <a:pt x="4106" y="10209"/>
                  </a:lnTo>
                  <a:lnTo>
                    <a:pt x="4107" y="10297"/>
                  </a:lnTo>
                  <a:lnTo>
                    <a:pt x="4112" y="10387"/>
                  </a:lnTo>
                  <a:lnTo>
                    <a:pt x="4121" y="10478"/>
                  </a:lnTo>
                  <a:lnTo>
                    <a:pt x="4134" y="10572"/>
                  </a:lnTo>
                  <a:lnTo>
                    <a:pt x="4152" y="10668"/>
                  </a:lnTo>
                  <a:lnTo>
                    <a:pt x="4173" y="10765"/>
                  </a:lnTo>
                  <a:lnTo>
                    <a:pt x="4200" y="10864"/>
                  </a:lnTo>
                  <a:lnTo>
                    <a:pt x="4232" y="10963"/>
                  </a:lnTo>
                  <a:lnTo>
                    <a:pt x="4270" y="11064"/>
                  </a:lnTo>
                  <a:lnTo>
                    <a:pt x="4314" y="11165"/>
                  </a:lnTo>
                  <a:lnTo>
                    <a:pt x="4364" y="11266"/>
                  </a:lnTo>
                  <a:lnTo>
                    <a:pt x="4420" y="11368"/>
                  </a:lnTo>
                  <a:lnTo>
                    <a:pt x="4481" y="11467"/>
                  </a:lnTo>
                  <a:lnTo>
                    <a:pt x="4544" y="11559"/>
                  </a:lnTo>
                  <a:lnTo>
                    <a:pt x="4605" y="11645"/>
                  </a:lnTo>
                  <a:lnTo>
                    <a:pt x="4669" y="11724"/>
                  </a:lnTo>
                  <a:lnTo>
                    <a:pt x="4734" y="11798"/>
                  </a:lnTo>
                  <a:lnTo>
                    <a:pt x="4798" y="11864"/>
                  </a:lnTo>
                  <a:lnTo>
                    <a:pt x="4864" y="11926"/>
                  </a:lnTo>
                  <a:lnTo>
                    <a:pt x="4930" y="11982"/>
                  </a:lnTo>
                  <a:lnTo>
                    <a:pt x="4996" y="12031"/>
                  </a:lnTo>
                  <a:lnTo>
                    <a:pt x="5061" y="12075"/>
                  </a:lnTo>
                  <a:lnTo>
                    <a:pt x="5127" y="12115"/>
                  </a:lnTo>
                  <a:lnTo>
                    <a:pt x="5192" y="12149"/>
                  </a:lnTo>
                  <a:lnTo>
                    <a:pt x="5256" y="12179"/>
                  </a:lnTo>
                  <a:lnTo>
                    <a:pt x="5321" y="12203"/>
                  </a:lnTo>
                  <a:lnTo>
                    <a:pt x="5385" y="12223"/>
                  </a:lnTo>
                  <a:lnTo>
                    <a:pt x="5448" y="12238"/>
                  </a:lnTo>
                  <a:lnTo>
                    <a:pt x="5510" y="12249"/>
                  </a:lnTo>
                  <a:lnTo>
                    <a:pt x="5571" y="12255"/>
                  </a:lnTo>
                  <a:lnTo>
                    <a:pt x="5630" y="12258"/>
                  </a:lnTo>
                  <a:lnTo>
                    <a:pt x="5689" y="12256"/>
                  </a:lnTo>
                  <a:lnTo>
                    <a:pt x="5746" y="12251"/>
                  </a:lnTo>
                  <a:lnTo>
                    <a:pt x="5801" y="12242"/>
                  </a:lnTo>
                  <a:lnTo>
                    <a:pt x="5855" y="12230"/>
                  </a:lnTo>
                  <a:lnTo>
                    <a:pt x="5907" y="12215"/>
                  </a:lnTo>
                  <a:lnTo>
                    <a:pt x="5957" y="12196"/>
                  </a:lnTo>
                  <a:lnTo>
                    <a:pt x="6004" y="12173"/>
                  </a:lnTo>
                  <a:lnTo>
                    <a:pt x="6049" y="12149"/>
                  </a:lnTo>
                  <a:lnTo>
                    <a:pt x="6091" y="12122"/>
                  </a:lnTo>
                  <a:lnTo>
                    <a:pt x="6131" y="12092"/>
                  </a:lnTo>
                  <a:lnTo>
                    <a:pt x="6169" y="12059"/>
                  </a:lnTo>
                  <a:lnTo>
                    <a:pt x="6203" y="12024"/>
                  </a:lnTo>
                  <a:lnTo>
                    <a:pt x="6236" y="11988"/>
                  </a:lnTo>
                  <a:lnTo>
                    <a:pt x="6292" y="11913"/>
                  </a:lnTo>
                  <a:lnTo>
                    <a:pt x="6346" y="11843"/>
                  </a:lnTo>
                  <a:lnTo>
                    <a:pt x="6393" y="11776"/>
                  </a:lnTo>
                  <a:lnTo>
                    <a:pt x="6437" y="11714"/>
                  </a:lnTo>
                  <a:lnTo>
                    <a:pt x="6456" y="11684"/>
                  </a:lnTo>
                  <a:lnTo>
                    <a:pt x="6475" y="11654"/>
                  </a:lnTo>
                  <a:lnTo>
                    <a:pt x="6492" y="11626"/>
                  </a:lnTo>
                  <a:lnTo>
                    <a:pt x="6508" y="11599"/>
                  </a:lnTo>
                  <a:lnTo>
                    <a:pt x="6524" y="11572"/>
                  </a:lnTo>
                  <a:lnTo>
                    <a:pt x="6538" y="11546"/>
                  </a:lnTo>
                  <a:lnTo>
                    <a:pt x="6551" y="11521"/>
                  </a:lnTo>
                  <a:lnTo>
                    <a:pt x="6563" y="11497"/>
                  </a:lnTo>
                  <a:lnTo>
                    <a:pt x="6574" y="11473"/>
                  </a:lnTo>
                  <a:lnTo>
                    <a:pt x="6584" y="11450"/>
                  </a:lnTo>
                  <a:lnTo>
                    <a:pt x="6593" y="11428"/>
                  </a:lnTo>
                  <a:lnTo>
                    <a:pt x="6600" y="11407"/>
                  </a:lnTo>
                  <a:lnTo>
                    <a:pt x="6607" y="11386"/>
                  </a:lnTo>
                  <a:lnTo>
                    <a:pt x="6614" y="11365"/>
                  </a:lnTo>
                  <a:lnTo>
                    <a:pt x="6619" y="11346"/>
                  </a:lnTo>
                  <a:lnTo>
                    <a:pt x="6623" y="11327"/>
                  </a:lnTo>
                  <a:lnTo>
                    <a:pt x="6625" y="11309"/>
                  </a:lnTo>
                  <a:lnTo>
                    <a:pt x="6627" y="11292"/>
                  </a:lnTo>
                  <a:lnTo>
                    <a:pt x="6628" y="11274"/>
                  </a:lnTo>
                  <a:lnTo>
                    <a:pt x="6629" y="11258"/>
                  </a:lnTo>
                  <a:lnTo>
                    <a:pt x="6628" y="11242"/>
                  </a:lnTo>
                  <a:lnTo>
                    <a:pt x="6626" y="11227"/>
                  </a:lnTo>
                  <a:lnTo>
                    <a:pt x="6623" y="11212"/>
                  </a:lnTo>
                  <a:lnTo>
                    <a:pt x="6620" y="11198"/>
                  </a:lnTo>
                  <a:lnTo>
                    <a:pt x="6613" y="11170"/>
                  </a:lnTo>
                  <a:lnTo>
                    <a:pt x="6606" y="11142"/>
                  </a:lnTo>
                  <a:lnTo>
                    <a:pt x="6601" y="11115"/>
                  </a:lnTo>
                  <a:lnTo>
                    <a:pt x="6598" y="11089"/>
                  </a:lnTo>
                  <a:lnTo>
                    <a:pt x="6595" y="11062"/>
                  </a:lnTo>
                  <a:lnTo>
                    <a:pt x="6594" y="11038"/>
                  </a:lnTo>
                  <a:lnTo>
                    <a:pt x="6593" y="11015"/>
                  </a:lnTo>
                  <a:lnTo>
                    <a:pt x="6592" y="10993"/>
                  </a:lnTo>
                  <a:lnTo>
                    <a:pt x="6593" y="10954"/>
                  </a:lnTo>
                  <a:lnTo>
                    <a:pt x="6595" y="10925"/>
                  </a:lnTo>
                  <a:lnTo>
                    <a:pt x="6597" y="10906"/>
                  </a:lnTo>
                  <a:lnTo>
                    <a:pt x="6598" y="10899"/>
                  </a:lnTo>
                  <a:lnTo>
                    <a:pt x="7004" y="11176"/>
                  </a:lnTo>
                  <a:lnTo>
                    <a:pt x="7005" y="11190"/>
                  </a:lnTo>
                  <a:lnTo>
                    <a:pt x="7008" y="11226"/>
                  </a:lnTo>
                  <a:lnTo>
                    <a:pt x="7011" y="11286"/>
                  </a:lnTo>
                  <a:lnTo>
                    <a:pt x="7015" y="11363"/>
                  </a:lnTo>
                  <a:lnTo>
                    <a:pt x="7018" y="11457"/>
                  </a:lnTo>
                  <a:lnTo>
                    <a:pt x="7020" y="11567"/>
                  </a:lnTo>
                  <a:lnTo>
                    <a:pt x="7019" y="11626"/>
                  </a:lnTo>
                  <a:lnTo>
                    <a:pt x="7018" y="11689"/>
                  </a:lnTo>
                  <a:lnTo>
                    <a:pt x="7017" y="11753"/>
                  </a:lnTo>
                  <a:lnTo>
                    <a:pt x="7015" y="11819"/>
                  </a:lnTo>
                  <a:lnTo>
                    <a:pt x="7011" y="11888"/>
                  </a:lnTo>
                  <a:lnTo>
                    <a:pt x="7006" y="11957"/>
                  </a:lnTo>
                  <a:lnTo>
                    <a:pt x="7001" y="12029"/>
                  </a:lnTo>
                  <a:lnTo>
                    <a:pt x="6994" y="12101"/>
                  </a:lnTo>
                  <a:lnTo>
                    <a:pt x="6984" y="12173"/>
                  </a:lnTo>
                  <a:lnTo>
                    <a:pt x="6974" y="12246"/>
                  </a:lnTo>
                  <a:lnTo>
                    <a:pt x="6963" y="12319"/>
                  </a:lnTo>
                  <a:lnTo>
                    <a:pt x="6949" y="12392"/>
                  </a:lnTo>
                  <a:lnTo>
                    <a:pt x="6934" y="12463"/>
                  </a:lnTo>
                  <a:lnTo>
                    <a:pt x="6917" y="12535"/>
                  </a:lnTo>
                  <a:lnTo>
                    <a:pt x="6898" y="12605"/>
                  </a:lnTo>
                  <a:lnTo>
                    <a:pt x="6877" y="12674"/>
                  </a:lnTo>
                  <a:lnTo>
                    <a:pt x="6853" y="12740"/>
                  </a:lnTo>
                  <a:lnTo>
                    <a:pt x="6828" y="12805"/>
                  </a:lnTo>
                  <a:lnTo>
                    <a:pt x="6799" y="12866"/>
                  </a:lnTo>
                  <a:lnTo>
                    <a:pt x="6769" y="12926"/>
                  </a:lnTo>
                  <a:lnTo>
                    <a:pt x="6735" y="12985"/>
                  </a:lnTo>
                  <a:lnTo>
                    <a:pt x="6695" y="13042"/>
                  </a:lnTo>
                  <a:lnTo>
                    <a:pt x="6653" y="13100"/>
                  </a:lnTo>
                  <a:lnTo>
                    <a:pt x="6605" y="13157"/>
                  </a:lnTo>
                  <a:lnTo>
                    <a:pt x="6555" y="13215"/>
                  </a:lnTo>
                  <a:lnTo>
                    <a:pt x="6500" y="13271"/>
                  </a:lnTo>
                  <a:lnTo>
                    <a:pt x="6443" y="13325"/>
                  </a:lnTo>
                  <a:lnTo>
                    <a:pt x="6381" y="13379"/>
                  </a:lnTo>
                  <a:lnTo>
                    <a:pt x="6317" y="13431"/>
                  </a:lnTo>
                  <a:lnTo>
                    <a:pt x="6251" y="13481"/>
                  </a:lnTo>
                  <a:lnTo>
                    <a:pt x="6181" y="13529"/>
                  </a:lnTo>
                  <a:lnTo>
                    <a:pt x="6109" y="13575"/>
                  </a:lnTo>
                  <a:lnTo>
                    <a:pt x="6034" y="13618"/>
                  </a:lnTo>
                  <a:lnTo>
                    <a:pt x="5959" y="13659"/>
                  </a:lnTo>
                  <a:lnTo>
                    <a:pt x="5880" y="13697"/>
                  </a:lnTo>
                  <a:lnTo>
                    <a:pt x="5800" y="13731"/>
                  </a:lnTo>
                  <a:lnTo>
                    <a:pt x="5719" y="13762"/>
                  </a:lnTo>
                  <a:lnTo>
                    <a:pt x="5636" y="13791"/>
                  </a:lnTo>
                  <a:lnTo>
                    <a:pt x="5552" y="13814"/>
                  </a:lnTo>
                  <a:lnTo>
                    <a:pt x="5468" y="13834"/>
                  </a:lnTo>
                  <a:lnTo>
                    <a:pt x="5384" y="13849"/>
                  </a:lnTo>
                  <a:lnTo>
                    <a:pt x="5299" y="13860"/>
                  </a:lnTo>
                  <a:lnTo>
                    <a:pt x="5213" y="13867"/>
                  </a:lnTo>
                  <a:lnTo>
                    <a:pt x="5127" y="13869"/>
                  </a:lnTo>
                  <a:lnTo>
                    <a:pt x="5041" y="13864"/>
                  </a:lnTo>
                  <a:lnTo>
                    <a:pt x="4956" y="13855"/>
                  </a:lnTo>
                  <a:lnTo>
                    <a:pt x="4871" y="13840"/>
                  </a:lnTo>
                  <a:lnTo>
                    <a:pt x="4787" y="13819"/>
                  </a:lnTo>
                  <a:lnTo>
                    <a:pt x="4704" y="13793"/>
                  </a:lnTo>
                  <a:lnTo>
                    <a:pt x="4623" y="13759"/>
                  </a:lnTo>
                  <a:lnTo>
                    <a:pt x="4543" y="13719"/>
                  </a:lnTo>
                  <a:lnTo>
                    <a:pt x="4464" y="13673"/>
                  </a:lnTo>
                  <a:lnTo>
                    <a:pt x="4386" y="13621"/>
                  </a:lnTo>
                  <a:lnTo>
                    <a:pt x="4308" y="13566"/>
                  </a:lnTo>
                  <a:lnTo>
                    <a:pt x="4231" y="13508"/>
                  </a:lnTo>
                  <a:lnTo>
                    <a:pt x="4156" y="13447"/>
                  </a:lnTo>
                  <a:lnTo>
                    <a:pt x="4080" y="13383"/>
                  </a:lnTo>
                  <a:lnTo>
                    <a:pt x="4005" y="13316"/>
                  </a:lnTo>
                  <a:lnTo>
                    <a:pt x="3932" y="13247"/>
                  </a:lnTo>
                  <a:lnTo>
                    <a:pt x="3860" y="13175"/>
                  </a:lnTo>
                  <a:lnTo>
                    <a:pt x="3788" y="13101"/>
                  </a:lnTo>
                  <a:lnTo>
                    <a:pt x="3718" y="13024"/>
                  </a:lnTo>
                  <a:lnTo>
                    <a:pt x="3649" y="12945"/>
                  </a:lnTo>
                  <a:lnTo>
                    <a:pt x="3582" y="12864"/>
                  </a:lnTo>
                  <a:lnTo>
                    <a:pt x="3516" y="12782"/>
                  </a:lnTo>
                  <a:lnTo>
                    <a:pt x="3452" y="12698"/>
                  </a:lnTo>
                  <a:lnTo>
                    <a:pt x="3390" y="12611"/>
                  </a:lnTo>
                  <a:lnTo>
                    <a:pt x="3330" y="12523"/>
                  </a:lnTo>
                  <a:lnTo>
                    <a:pt x="3271" y="12434"/>
                  </a:lnTo>
                  <a:lnTo>
                    <a:pt x="3215" y="12343"/>
                  </a:lnTo>
                  <a:lnTo>
                    <a:pt x="3160" y="12252"/>
                  </a:lnTo>
                  <a:lnTo>
                    <a:pt x="3108" y="12159"/>
                  </a:lnTo>
                  <a:lnTo>
                    <a:pt x="3058" y="12065"/>
                  </a:lnTo>
                  <a:lnTo>
                    <a:pt x="3011" y="11970"/>
                  </a:lnTo>
                  <a:lnTo>
                    <a:pt x="2966" y="11875"/>
                  </a:lnTo>
                  <a:lnTo>
                    <a:pt x="2924" y="11780"/>
                  </a:lnTo>
                  <a:lnTo>
                    <a:pt x="2884" y="11684"/>
                  </a:lnTo>
                  <a:lnTo>
                    <a:pt x="2848" y="11587"/>
                  </a:lnTo>
                  <a:lnTo>
                    <a:pt x="2814" y="11490"/>
                  </a:lnTo>
                  <a:lnTo>
                    <a:pt x="2783" y="11393"/>
                  </a:lnTo>
                  <a:lnTo>
                    <a:pt x="2755" y="11296"/>
                  </a:lnTo>
                  <a:lnTo>
                    <a:pt x="2731" y="11199"/>
                  </a:lnTo>
                  <a:lnTo>
                    <a:pt x="2709" y="11102"/>
                  </a:lnTo>
                  <a:lnTo>
                    <a:pt x="2692" y="11006"/>
                  </a:lnTo>
                  <a:lnTo>
                    <a:pt x="2677" y="10910"/>
                  </a:lnTo>
                  <a:lnTo>
                    <a:pt x="2663" y="10815"/>
                  </a:lnTo>
                  <a:lnTo>
                    <a:pt x="2651" y="10721"/>
                  </a:lnTo>
                  <a:lnTo>
                    <a:pt x="2641" y="10627"/>
                  </a:lnTo>
                  <a:lnTo>
                    <a:pt x="2631" y="10535"/>
                  </a:lnTo>
                  <a:lnTo>
                    <a:pt x="2624" y="10443"/>
                  </a:lnTo>
                  <a:lnTo>
                    <a:pt x="2617" y="10353"/>
                  </a:lnTo>
                  <a:lnTo>
                    <a:pt x="2611" y="10263"/>
                  </a:lnTo>
                  <a:lnTo>
                    <a:pt x="2607" y="10176"/>
                  </a:lnTo>
                  <a:lnTo>
                    <a:pt x="2604" y="10091"/>
                  </a:lnTo>
                  <a:lnTo>
                    <a:pt x="2602" y="10006"/>
                  </a:lnTo>
                  <a:lnTo>
                    <a:pt x="2601" y="9924"/>
                  </a:lnTo>
                  <a:lnTo>
                    <a:pt x="2601" y="9843"/>
                  </a:lnTo>
                  <a:lnTo>
                    <a:pt x="2602" y="9764"/>
                  </a:lnTo>
                  <a:lnTo>
                    <a:pt x="2604" y="9687"/>
                  </a:lnTo>
                  <a:lnTo>
                    <a:pt x="2606" y="9614"/>
                  </a:lnTo>
                  <a:lnTo>
                    <a:pt x="2609" y="9542"/>
                  </a:lnTo>
                  <a:lnTo>
                    <a:pt x="2613" y="9472"/>
                  </a:lnTo>
                  <a:lnTo>
                    <a:pt x="2619" y="9406"/>
                  </a:lnTo>
                  <a:lnTo>
                    <a:pt x="2624" y="9342"/>
                  </a:lnTo>
                  <a:lnTo>
                    <a:pt x="2630" y="9280"/>
                  </a:lnTo>
                  <a:lnTo>
                    <a:pt x="2636" y="9223"/>
                  </a:lnTo>
                  <a:lnTo>
                    <a:pt x="2643" y="9167"/>
                  </a:lnTo>
                  <a:lnTo>
                    <a:pt x="2650" y="9116"/>
                  </a:lnTo>
                  <a:lnTo>
                    <a:pt x="2657" y="9067"/>
                  </a:lnTo>
                  <a:lnTo>
                    <a:pt x="2665" y="9022"/>
                  </a:lnTo>
                  <a:lnTo>
                    <a:pt x="2673" y="8980"/>
                  </a:lnTo>
                  <a:lnTo>
                    <a:pt x="2681" y="8942"/>
                  </a:lnTo>
                  <a:lnTo>
                    <a:pt x="2689" y="8909"/>
                  </a:lnTo>
                  <a:lnTo>
                    <a:pt x="2697" y="8878"/>
                  </a:lnTo>
                  <a:lnTo>
                    <a:pt x="2705" y="8852"/>
                  </a:lnTo>
                  <a:lnTo>
                    <a:pt x="2714" y="8830"/>
                  </a:lnTo>
                  <a:lnTo>
                    <a:pt x="2730" y="8790"/>
                  </a:lnTo>
                  <a:lnTo>
                    <a:pt x="2746" y="8752"/>
                  </a:lnTo>
                  <a:lnTo>
                    <a:pt x="2763" y="8715"/>
                  </a:lnTo>
                  <a:lnTo>
                    <a:pt x="2779" y="8679"/>
                  </a:lnTo>
                  <a:lnTo>
                    <a:pt x="2812" y="8615"/>
                  </a:lnTo>
                  <a:lnTo>
                    <a:pt x="2842" y="8557"/>
                  </a:lnTo>
                  <a:lnTo>
                    <a:pt x="2867" y="8511"/>
                  </a:lnTo>
                  <a:lnTo>
                    <a:pt x="2887" y="8475"/>
                  </a:lnTo>
                  <a:lnTo>
                    <a:pt x="2900" y="8453"/>
                  </a:lnTo>
                  <a:lnTo>
                    <a:pt x="2906" y="8446"/>
                  </a:lnTo>
                  <a:close/>
                  <a:moveTo>
                    <a:pt x="2372" y="8211"/>
                  </a:moveTo>
                  <a:lnTo>
                    <a:pt x="2368" y="8217"/>
                  </a:lnTo>
                  <a:lnTo>
                    <a:pt x="2356" y="8233"/>
                  </a:lnTo>
                  <a:lnTo>
                    <a:pt x="2338" y="8260"/>
                  </a:lnTo>
                  <a:lnTo>
                    <a:pt x="2314" y="8298"/>
                  </a:lnTo>
                  <a:lnTo>
                    <a:pt x="2300" y="8322"/>
                  </a:lnTo>
                  <a:lnTo>
                    <a:pt x="2286" y="8348"/>
                  </a:lnTo>
                  <a:lnTo>
                    <a:pt x="2270" y="8376"/>
                  </a:lnTo>
                  <a:lnTo>
                    <a:pt x="2254" y="8408"/>
                  </a:lnTo>
                  <a:lnTo>
                    <a:pt x="2237" y="8442"/>
                  </a:lnTo>
                  <a:lnTo>
                    <a:pt x="2219" y="8478"/>
                  </a:lnTo>
                  <a:lnTo>
                    <a:pt x="2201" y="8519"/>
                  </a:lnTo>
                  <a:lnTo>
                    <a:pt x="2183" y="8560"/>
                  </a:lnTo>
                  <a:lnTo>
                    <a:pt x="2164" y="8606"/>
                  </a:lnTo>
                  <a:lnTo>
                    <a:pt x="2146" y="8653"/>
                  </a:lnTo>
                  <a:lnTo>
                    <a:pt x="2126" y="8703"/>
                  </a:lnTo>
                  <a:lnTo>
                    <a:pt x="2108" y="8756"/>
                  </a:lnTo>
                  <a:lnTo>
                    <a:pt x="2090" y="8812"/>
                  </a:lnTo>
                  <a:lnTo>
                    <a:pt x="2072" y="8869"/>
                  </a:lnTo>
                  <a:lnTo>
                    <a:pt x="2055" y="8931"/>
                  </a:lnTo>
                  <a:lnTo>
                    <a:pt x="2038" y="8993"/>
                  </a:lnTo>
                  <a:lnTo>
                    <a:pt x="2023" y="9060"/>
                  </a:lnTo>
                  <a:lnTo>
                    <a:pt x="2008" y="9129"/>
                  </a:lnTo>
                  <a:lnTo>
                    <a:pt x="1994" y="9201"/>
                  </a:lnTo>
                  <a:lnTo>
                    <a:pt x="1982" y="9274"/>
                  </a:lnTo>
                  <a:lnTo>
                    <a:pt x="1970" y="9352"/>
                  </a:lnTo>
                  <a:lnTo>
                    <a:pt x="1961" y="9431"/>
                  </a:lnTo>
                  <a:lnTo>
                    <a:pt x="1952" y="9513"/>
                  </a:lnTo>
                  <a:lnTo>
                    <a:pt x="1945" y="9598"/>
                  </a:lnTo>
                  <a:lnTo>
                    <a:pt x="1940" y="9684"/>
                  </a:lnTo>
                  <a:lnTo>
                    <a:pt x="1939" y="9772"/>
                  </a:lnTo>
                  <a:lnTo>
                    <a:pt x="1940" y="9862"/>
                  </a:lnTo>
                  <a:lnTo>
                    <a:pt x="1944" y="9952"/>
                  </a:lnTo>
                  <a:lnTo>
                    <a:pt x="1951" y="10042"/>
                  </a:lnTo>
                  <a:lnTo>
                    <a:pt x="1959" y="10133"/>
                  </a:lnTo>
                  <a:lnTo>
                    <a:pt x="1969" y="10224"/>
                  </a:lnTo>
                  <a:lnTo>
                    <a:pt x="1981" y="10315"/>
                  </a:lnTo>
                  <a:lnTo>
                    <a:pt x="1995" y="10405"/>
                  </a:lnTo>
                  <a:lnTo>
                    <a:pt x="2010" y="10495"/>
                  </a:lnTo>
                  <a:lnTo>
                    <a:pt x="2027" y="10582"/>
                  </a:lnTo>
                  <a:lnTo>
                    <a:pt x="2046" y="10669"/>
                  </a:lnTo>
                  <a:lnTo>
                    <a:pt x="2064" y="10754"/>
                  </a:lnTo>
                  <a:lnTo>
                    <a:pt x="2083" y="10838"/>
                  </a:lnTo>
                  <a:lnTo>
                    <a:pt x="2103" y="10919"/>
                  </a:lnTo>
                  <a:lnTo>
                    <a:pt x="2123" y="10998"/>
                  </a:lnTo>
                  <a:lnTo>
                    <a:pt x="2145" y="11074"/>
                  </a:lnTo>
                  <a:lnTo>
                    <a:pt x="2165" y="11147"/>
                  </a:lnTo>
                  <a:lnTo>
                    <a:pt x="2185" y="11217"/>
                  </a:lnTo>
                  <a:lnTo>
                    <a:pt x="2205" y="11284"/>
                  </a:lnTo>
                  <a:lnTo>
                    <a:pt x="2224" y="11346"/>
                  </a:lnTo>
                  <a:lnTo>
                    <a:pt x="2244" y="11405"/>
                  </a:lnTo>
                  <a:lnTo>
                    <a:pt x="2261" y="11459"/>
                  </a:lnTo>
                  <a:lnTo>
                    <a:pt x="2278" y="11509"/>
                  </a:lnTo>
                  <a:lnTo>
                    <a:pt x="2307" y="11594"/>
                  </a:lnTo>
                  <a:lnTo>
                    <a:pt x="2331" y="11656"/>
                  </a:lnTo>
                  <a:lnTo>
                    <a:pt x="2346" y="11697"/>
                  </a:lnTo>
                  <a:lnTo>
                    <a:pt x="2351" y="11710"/>
                  </a:lnTo>
                  <a:lnTo>
                    <a:pt x="2335" y="11704"/>
                  </a:lnTo>
                  <a:lnTo>
                    <a:pt x="2288" y="11686"/>
                  </a:lnTo>
                  <a:lnTo>
                    <a:pt x="2255" y="11672"/>
                  </a:lnTo>
                  <a:lnTo>
                    <a:pt x="2215" y="11656"/>
                  </a:lnTo>
                  <a:lnTo>
                    <a:pt x="2170" y="11637"/>
                  </a:lnTo>
                  <a:lnTo>
                    <a:pt x="2119" y="11615"/>
                  </a:lnTo>
                  <a:lnTo>
                    <a:pt x="2064" y="11591"/>
                  </a:lnTo>
                  <a:lnTo>
                    <a:pt x="2003" y="11562"/>
                  </a:lnTo>
                  <a:lnTo>
                    <a:pt x="1938" y="11532"/>
                  </a:lnTo>
                  <a:lnTo>
                    <a:pt x="1871" y="11499"/>
                  </a:lnTo>
                  <a:lnTo>
                    <a:pt x="1800" y="11462"/>
                  </a:lnTo>
                  <a:lnTo>
                    <a:pt x="1726" y="11423"/>
                  </a:lnTo>
                  <a:lnTo>
                    <a:pt x="1649" y="11382"/>
                  </a:lnTo>
                  <a:lnTo>
                    <a:pt x="1572" y="11336"/>
                  </a:lnTo>
                  <a:lnTo>
                    <a:pt x="1492" y="11290"/>
                  </a:lnTo>
                  <a:lnTo>
                    <a:pt x="1411" y="11239"/>
                  </a:lnTo>
                  <a:lnTo>
                    <a:pt x="1329" y="11187"/>
                  </a:lnTo>
                  <a:lnTo>
                    <a:pt x="1248" y="11131"/>
                  </a:lnTo>
                  <a:lnTo>
                    <a:pt x="1166" y="11072"/>
                  </a:lnTo>
                  <a:lnTo>
                    <a:pt x="1085" y="11012"/>
                  </a:lnTo>
                  <a:lnTo>
                    <a:pt x="1006" y="10948"/>
                  </a:lnTo>
                  <a:lnTo>
                    <a:pt x="928" y="10881"/>
                  </a:lnTo>
                  <a:lnTo>
                    <a:pt x="851" y="10813"/>
                  </a:lnTo>
                  <a:lnTo>
                    <a:pt x="777" y="10742"/>
                  </a:lnTo>
                  <a:lnTo>
                    <a:pt x="706" y="10667"/>
                  </a:lnTo>
                  <a:lnTo>
                    <a:pt x="639" y="10591"/>
                  </a:lnTo>
                  <a:lnTo>
                    <a:pt x="574" y="10512"/>
                  </a:lnTo>
                  <a:lnTo>
                    <a:pt x="514" y="10430"/>
                  </a:lnTo>
                  <a:lnTo>
                    <a:pt x="459" y="10346"/>
                  </a:lnTo>
                  <a:lnTo>
                    <a:pt x="408" y="10259"/>
                  </a:lnTo>
                  <a:lnTo>
                    <a:pt x="361" y="10171"/>
                  </a:lnTo>
                  <a:lnTo>
                    <a:pt x="316" y="10082"/>
                  </a:lnTo>
                  <a:lnTo>
                    <a:pt x="273" y="9994"/>
                  </a:lnTo>
                  <a:lnTo>
                    <a:pt x="232" y="9905"/>
                  </a:lnTo>
                  <a:lnTo>
                    <a:pt x="195" y="9817"/>
                  </a:lnTo>
                  <a:lnTo>
                    <a:pt x="160" y="9728"/>
                  </a:lnTo>
                  <a:lnTo>
                    <a:pt x="128" y="9641"/>
                  </a:lnTo>
                  <a:lnTo>
                    <a:pt x="99" y="9554"/>
                  </a:lnTo>
                  <a:lnTo>
                    <a:pt x="74" y="9468"/>
                  </a:lnTo>
                  <a:lnTo>
                    <a:pt x="52" y="9383"/>
                  </a:lnTo>
                  <a:lnTo>
                    <a:pt x="33" y="9300"/>
                  </a:lnTo>
                  <a:lnTo>
                    <a:pt x="18" y="9218"/>
                  </a:lnTo>
                  <a:lnTo>
                    <a:pt x="8" y="9137"/>
                  </a:lnTo>
                  <a:lnTo>
                    <a:pt x="2" y="9058"/>
                  </a:lnTo>
                  <a:lnTo>
                    <a:pt x="0" y="8981"/>
                  </a:lnTo>
                  <a:lnTo>
                    <a:pt x="3" y="8907"/>
                  </a:lnTo>
                  <a:lnTo>
                    <a:pt x="10" y="8835"/>
                  </a:lnTo>
                  <a:lnTo>
                    <a:pt x="22" y="8765"/>
                  </a:lnTo>
                  <a:lnTo>
                    <a:pt x="39" y="8698"/>
                  </a:lnTo>
                  <a:lnTo>
                    <a:pt x="63" y="8633"/>
                  </a:lnTo>
                  <a:lnTo>
                    <a:pt x="91" y="8572"/>
                  </a:lnTo>
                  <a:lnTo>
                    <a:pt x="124" y="8514"/>
                  </a:lnTo>
                  <a:lnTo>
                    <a:pt x="165" y="8459"/>
                  </a:lnTo>
                  <a:lnTo>
                    <a:pt x="210" y="8408"/>
                  </a:lnTo>
                  <a:lnTo>
                    <a:pt x="262" y="8360"/>
                  </a:lnTo>
                  <a:lnTo>
                    <a:pt x="320" y="8317"/>
                  </a:lnTo>
                  <a:lnTo>
                    <a:pt x="385" y="8277"/>
                  </a:lnTo>
                  <a:lnTo>
                    <a:pt x="457" y="8242"/>
                  </a:lnTo>
                  <a:lnTo>
                    <a:pt x="535" y="8212"/>
                  </a:lnTo>
                  <a:lnTo>
                    <a:pt x="621" y="8185"/>
                  </a:lnTo>
                  <a:lnTo>
                    <a:pt x="714" y="8163"/>
                  </a:lnTo>
                  <a:lnTo>
                    <a:pt x="814" y="8147"/>
                  </a:lnTo>
                  <a:lnTo>
                    <a:pt x="916" y="8134"/>
                  </a:lnTo>
                  <a:lnTo>
                    <a:pt x="1014" y="8123"/>
                  </a:lnTo>
                  <a:lnTo>
                    <a:pt x="1109" y="8114"/>
                  </a:lnTo>
                  <a:lnTo>
                    <a:pt x="1200" y="8107"/>
                  </a:lnTo>
                  <a:lnTo>
                    <a:pt x="1287" y="8102"/>
                  </a:lnTo>
                  <a:lnTo>
                    <a:pt x="1369" y="8097"/>
                  </a:lnTo>
                  <a:lnTo>
                    <a:pt x="1449" y="8095"/>
                  </a:lnTo>
                  <a:lnTo>
                    <a:pt x="1525" y="8093"/>
                  </a:lnTo>
                  <a:lnTo>
                    <a:pt x="1598" y="8094"/>
                  </a:lnTo>
                  <a:lnTo>
                    <a:pt x="1667" y="8095"/>
                  </a:lnTo>
                  <a:lnTo>
                    <a:pt x="1732" y="8098"/>
                  </a:lnTo>
                  <a:lnTo>
                    <a:pt x="1795" y="8102"/>
                  </a:lnTo>
                  <a:lnTo>
                    <a:pt x="1852" y="8106"/>
                  </a:lnTo>
                  <a:lnTo>
                    <a:pt x="1908" y="8111"/>
                  </a:lnTo>
                  <a:lnTo>
                    <a:pt x="1961" y="8117"/>
                  </a:lnTo>
                  <a:lnTo>
                    <a:pt x="2009" y="8123"/>
                  </a:lnTo>
                  <a:lnTo>
                    <a:pt x="2055" y="8130"/>
                  </a:lnTo>
                  <a:lnTo>
                    <a:pt x="2096" y="8137"/>
                  </a:lnTo>
                  <a:lnTo>
                    <a:pt x="2135" y="8144"/>
                  </a:lnTo>
                  <a:lnTo>
                    <a:pt x="2172" y="8151"/>
                  </a:lnTo>
                  <a:lnTo>
                    <a:pt x="2204" y="8159"/>
                  </a:lnTo>
                  <a:lnTo>
                    <a:pt x="2233" y="8166"/>
                  </a:lnTo>
                  <a:lnTo>
                    <a:pt x="2261" y="8173"/>
                  </a:lnTo>
                  <a:lnTo>
                    <a:pt x="2284" y="8180"/>
                  </a:lnTo>
                  <a:lnTo>
                    <a:pt x="2323" y="8192"/>
                  </a:lnTo>
                  <a:lnTo>
                    <a:pt x="2351" y="8203"/>
                  </a:lnTo>
                  <a:lnTo>
                    <a:pt x="2367" y="8209"/>
                  </a:lnTo>
                  <a:lnTo>
                    <a:pt x="2372" y="8211"/>
                  </a:lnTo>
                  <a:close/>
                  <a:moveTo>
                    <a:pt x="11913" y="11560"/>
                  </a:moveTo>
                  <a:lnTo>
                    <a:pt x="13685" y="11069"/>
                  </a:lnTo>
                  <a:lnTo>
                    <a:pt x="13682" y="11077"/>
                  </a:lnTo>
                  <a:lnTo>
                    <a:pt x="13676" y="11099"/>
                  </a:lnTo>
                  <a:lnTo>
                    <a:pt x="13666" y="11133"/>
                  </a:lnTo>
                  <a:lnTo>
                    <a:pt x="13652" y="11178"/>
                  </a:lnTo>
                  <a:lnTo>
                    <a:pt x="13632" y="11234"/>
                  </a:lnTo>
                  <a:lnTo>
                    <a:pt x="13609" y="11297"/>
                  </a:lnTo>
                  <a:lnTo>
                    <a:pt x="13596" y="11332"/>
                  </a:lnTo>
                  <a:lnTo>
                    <a:pt x="13581" y="11367"/>
                  </a:lnTo>
                  <a:lnTo>
                    <a:pt x="13566" y="11405"/>
                  </a:lnTo>
                  <a:lnTo>
                    <a:pt x="13548" y="11443"/>
                  </a:lnTo>
                  <a:lnTo>
                    <a:pt x="13530" y="11483"/>
                  </a:lnTo>
                  <a:lnTo>
                    <a:pt x="13511" y="11523"/>
                  </a:lnTo>
                  <a:lnTo>
                    <a:pt x="13490" y="11564"/>
                  </a:lnTo>
                  <a:lnTo>
                    <a:pt x="13469" y="11606"/>
                  </a:lnTo>
                  <a:lnTo>
                    <a:pt x="13445" y="11647"/>
                  </a:lnTo>
                  <a:lnTo>
                    <a:pt x="13421" y="11689"/>
                  </a:lnTo>
                  <a:lnTo>
                    <a:pt x="13396" y="11730"/>
                  </a:lnTo>
                  <a:lnTo>
                    <a:pt x="13370" y="11771"/>
                  </a:lnTo>
                  <a:lnTo>
                    <a:pt x="13341" y="11813"/>
                  </a:lnTo>
                  <a:lnTo>
                    <a:pt x="13312" y="11853"/>
                  </a:lnTo>
                  <a:lnTo>
                    <a:pt x="13281" y="11893"/>
                  </a:lnTo>
                  <a:lnTo>
                    <a:pt x="13249" y="11932"/>
                  </a:lnTo>
                  <a:lnTo>
                    <a:pt x="13216" y="11969"/>
                  </a:lnTo>
                  <a:lnTo>
                    <a:pt x="13182" y="12005"/>
                  </a:lnTo>
                  <a:lnTo>
                    <a:pt x="13145" y="12040"/>
                  </a:lnTo>
                  <a:lnTo>
                    <a:pt x="13108" y="12072"/>
                  </a:lnTo>
                  <a:lnTo>
                    <a:pt x="13070" y="12104"/>
                  </a:lnTo>
                  <a:lnTo>
                    <a:pt x="13032" y="12134"/>
                  </a:lnTo>
                  <a:lnTo>
                    <a:pt x="12995" y="12163"/>
                  </a:lnTo>
                  <a:lnTo>
                    <a:pt x="12957" y="12191"/>
                  </a:lnTo>
                  <a:lnTo>
                    <a:pt x="12921" y="12218"/>
                  </a:lnTo>
                  <a:lnTo>
                    <a:pt x="12884" y="12243"/>
                  </a:lnTo>
                  <a:lnTo>
                    <a:pt x="12849" y="12267"/>
                  </a:lnTo>
                  <a:lnTo>
                    <a:pt x="12814" y="12290"/>
                  </a:lnTo>
                  <a:lnTo>
                    <a:pt x="12779" y="12312"/>
                  </a:lnTo>
                  <a:lnTo>
                    <a:pt x="12745" y="12333"/>
                  </a:lnTo>
                  <a:lnTo>
                    <a:pt x="12712" y="12352"/>
                  </a:lnTo>
                  <a:lnTo>
                    <a:pt x="12680" y="12371"/>
                  </a:lnTo>
                  <a:lnTo>
                    <a:pt x="12619" y="12405"/>
                  </a:lnTo>
                  <a:lnTo>
                    <a:pt x="12561" y="12435"/>
                  </a:lnTo>
                  <a:lnTo>
                    <a:pt x="12509" y="12461"/>
                  </a:lnTo>
                  <a:lnTo>
                    <a:pt x="12461" y="12484"/>
                  </a:lnTo>
                  <a:lnTo>
                    <a:pt x="12420" y="12502"/>
                  </a:lnTo>
                  <a:lnTo>
                    <a:pt x="12384" y="12517"/>
                  </a:lnTo>
                  <a:lnTo>
                    <a:pt x="12356" y="12528"/>
                  </a:lnTo>
                  <a:lnTo>
                    <a:pt x="12336" y="12536"/>
                  </a:lnTo>
                  <a:lnTo>
                    <a:pt x="12323" y="12540"/>
                  </a:lnTo>
                  <a:lnTo>
                    <a:pt x="12319" y="12542"/>
                  </a:lnTo>
                  <a:lnTo>
                    <a:pt x="11422" y="12734"/>
                  </a:lnTo>
                  <a:lnTo>
                    <a:pt x="11425" y="12728"/>
                  </a:lnTo>
                  <a:lnTo>
                    <a:pt x="11435" y="12710"/>
                  </a:lnTo>
                  <a:lnTo>
                    <a:pt x="11451" y="12682"/>
                  </a:lnTo>
                  <a:lnTo>
                    <a:pt x="11473" y="12644"/>
                  </a:lnTo>
                  <a:lnTo>
                    <a:pt x="11498" y="12599"/>
                  </a:lnTo>
                  <a:lnTo>
                    <a:pt x="11525" y="12547"/>
                  </a:lnTo>
                  <a:lnTo>
                    <a:pt x="11555" y="12491"/>
                  </a:lnTo>
                  <a:lnTo>
                    <a:pt x="11588" y="12430"/>
                  </a:lnTo>
                  <a:lnTo>
                    <a:pt x="11619" y="12367"/>
                  </a:lnTo>
                  <a:lnTo>
                    <a:pt x="11651" y="12303"/>
                  </a:lnTo>
                  <a:lnTo>
                    <a:pt x="11682" y="12239"/>
                  </a:lnTo>
                  <a:lnTo>
                    <a:pt x="11710" y="12176"/>
                  </a:lnTo>
                  <a:lnTo>
                    <a:pt x="11723" y="12145"/>
                  </a:lnTo>
                  <a:lnTo>
                    <a:pt x="11735" y="12116"/>
                  </a:lnTo>
                  <a:lnTo>
                    <a:pt x="11746" y="12088"/>
                  </a:lnTo>
                  <a:lnTo>
                    <a:pt x="11757" y="12060"/>
                  </a:lnTo>
                  <a:lnTo>
                    <a:pt x="11766" y="12034"/>
                  </a:lnTo>
                  <a:lnTo>
                    <a:pt x="11774" y="12010"/>
                  </a:lnTo>
                  <a:lnTo>
                    <a:pt x="11780" y="11987"/>
                  </a:lnTo>
                  <a:lnTo>
                    <a:pt x="11785" y="11965"/>
                  </a:lnTo>
                  <a:lnTo>
                    <a:pt x="11793" y="11926"/>
                  </a:lnTo>
                  <a:lnTo>
                    <a:pt x="11802" y="11888"/>
                  </a:lnTo>
                  <a:lnTo>
                    <a:pt x="11812" y="11849"/>
                  </a:lnTo>
                  <a:lnTo>
                    <a:pt x="11822" y="11813"/>
                  </a:lnTo>
                  <a:lnTo>
                    <a:pt x="11833" y="11777"/>
                  </a:lnTo>
                  <a:lnTo>
                    <a:pt x="11844" y="11744"/>
                  </a:lnTo>
                  <a:lnTo>
                    <a:pt x="11855" y="11713"/>
                  </a:lnTo>
                  <a:lnTo>
                    <a:pt x="11865" y="11684"/>
                  </a:lnTo>
                  <a:lnTo>
                    <a:pt x="11884" y="11633"/>
                  </a:lnTo>
                  <a:lnTo>
                    <a:pt x="11899" y="11594"/>
                  </a:lnTo>
                  <a:lnTo>
                    <a:pt x="11909" y="11569"/>
                  </a:lnTo>
                  <a:lnTo>
                    <a:pt x="11913" y="11560"/>
                  </a:lnTo>
                  <a:close/>
                  <a:moveTo>
                    <a:pt x="7622" y="11497"/>
                  </a:moveTo>
                  <a:lnTo>
                    <a:pt x="7633" y="11503"/>
                  </a:lnTo>
                  <a:lnTo>
                    <a:pt x="7663" y="11521"/>
                  </a:lnTo>
                  <a:lnTo>
                    <a:pt x="7710" y="11549"/>
                  </a:lnTo>
                  <a:lnTo>
                    <a:pt x="7775" y="11586"/>
                  </a:lnTo>
                  <a:lnTo>
                    <a:pt x="7812" y="11607"/>
                  </a:lnTo>
                  <a:lnTo>
                    <a:pt x="7854" y="11629"/>
                  </a:lnTo>
                  <a:lnTo>
                    <a:pt x="7899" y="11652"/>
                  </a:lnTo>
                  <a:lnTo>
                    <a:pt x="7947" y="11676"/>
                  </a:lnTo>
                  <a:lnTo>
                    <a:pt x="7998" y="11702"/>
                  </a:lnTo>
                  <a:lnTo>
                    <a:pt x="8052" y="11727"/>
                  </a:lnTo>
                  <a:lnTo>
                    <a:pt x="8108" y="11753"/>
                  </a:lnTo>
                  <a:lnTo>
                    <a:pt x="8167" y="11780"/>
                  </a:lnTo>
                  <a:lnTo>
                    <a:pt x="8227" y="11805"/>
                  </a:lnTo>
                  <a:lnTo>
                    <a:pt x="8291" y="11831"/>
                  </a:lnTo>
                  <a:lnTo>
                    <a:pt x="8356" y="11855"/>
                  </a:lnTo>
                  <a:lnTo>
                    <a:pt x="8423" y="11880"/>
                  </a:lnTo>
                  <a:lnTo>
                    <a:pt x="8491" y="11903"/>
                  </a:lnTo>
                  <a:lnTo>
                    <a:pt x="8561" y="11925"/>
                  </a:lnTo>
                  <a:lnTo>
                    <a:pt x="8632" y="11946"/>
                  </a:lnTo>
                  <a:lnTo>
                    <a:pt x="8704" y="11964"/>
                  </a:lnTo>
                  <a:lnTo>
                    <a:pt x="8775" y="11982"/>
                  </a:lnTo>
                  <a:lnTo>
                    <a:pt x="8848" y="11997"/>
                  </a:lnTo>
                  <a:lnTo>
                    <a:pt x="8922" y="12009"/>
                  </a:lnTo>
                  <a:lnTo>
                    <a:pt x="8996" y="12019"/>
                  </a:lnTo>
                  <a:lnTo>
                    <a:pt x="9068" y="12027"/>
                  </a:lnTo>
                  <a:lnTo>
                    <a:pt x="9142" y="12031"/>
                  </a:lnTo>
                  <a:lnTo>
                    <a:pt x="9215" y="12032"/>
                  </a:lnTo>
                  <a:lnTo>
                    <a:pt x="9288" y="12030"/>
                  </a:lnTo>
                  <a:lnTo>
                    <a:pt x="9360" y="12025"/>
                  </a:lnTo>
                  <a:lnTo>
                    <a:pt x="9434" y="12020"/>
                  </a:lnTo>
                  <a:lnTo>
                    <a:pt x="9510" y="12014"/>
                  </a:lnTo>
                  <a:lnTo>
                    <a:pt x="9586" y="12008"/>
                  </a:lnTo>
                  <a:lnTo>
                    <a:pt x="9663" y="12001"/>
                  </a:lnTo>
                  <a:lnTo>
                    <a:pt x="9740" y="11993"/>
                  </a:lnTo>
                  <a:lnTo>
                    <a:pt x="9817" y="11985"/>
                  </a:lnTo>
                  <a:lnTo>
                    <a:pt x="9895" y="11975"/>
                  </a:lnTo>
                  <a:lnTo>
                    <a:pt x="10049" y="11956"/>
                  </a:lnTo>
                  <a:lnTo>
                    <a:pt x="10199" y="11937"/>
                  </a:lnTo>
                  <a:lnTo>
                    <a:pt x="10345" y="11917"/>
                  </a:lnTo>
                  <a:lnTo>
                    <a:pt x="10483" y="11897"/>
                  </a:lnTo>
                  <a:lnTo>
                    <a:pt x="10612" y="11876"/>
                  </a:lnTo>
                  <a:lnTo>
                    <a:pt x="10730" y="11858"/>
                  </a:lnTo>
                  <a:lnTo>
                    <a:pt x="10836" y="11841"/>
                  </a:lnTo>
                  <a:lnTo>
                    <a:pt x="10926" y="11826"/>
                  </a:lnTo>
                  <a:lnTo>
                    <a:pt x="11000" y="11813"/>
                  </a:lnTo>
                  <a:lnTo>
                    <a:pt x="11055" y="11804"/>
                  </a:lnTo>
                  <a:lnTo>
                    <a:pt x="11090" y="11798"/>
                  </a:lnTo>
                  <a:lnTo>
                    <a:pt x="11102" y="11795"/>
                  </a:lnTo>
                  <a:lnTo>
                    <a:pt x="11100" y="11803"/>
                  </a:lnTo>
                  <a:lnTo>
                    <a:pt x="11093" y="11823"/>
                  </a:lnTo>
                  <a:lnTo>
                    <a:pt x="11082" y="11856"/>
                  </a:lnTo>
                  <a:lnTo>
                    <a:pt x="11066" y="11899"/>
                  </a:lnTo>
                  <a:lnTo>
                    <a:pt x="11048" y="11951"/>
                  </a:lnTo>
                  <a:lnTo>
                    <a:pt x="11027" y="12010"/>
                  </a:lnTo>
                  <a:lnTo>
                    <a:pt x="11004" y="12075"/>
                  </a:lnTo>
                  <a:lnTo>
                    <a:pt x="10979" y="12144"/>
                  </a:lnTo>
                  <a:lnTo>
                    <a:pt x="10952" y="12217"/>
                  </a:lnTo>
                  <a:lnTo>
                    <a:pt x="10925" y="12290"/>
                  </a:lnTo>
                  <a:lnTo>
                    <a:pt x="10897" y="12363"/>
                  </a:lnTo>
                  <a:lnTo>
                    <a:pt x="10867" y="12434"/>
                  </a:lnTo>
                  <a:lnTo>
                    <a:pt x="10839" y="12502"/>
                  </a:lnTo>
                  <a:lnTo>
                    <a:pt x="10812" y="12565"/>
                  </a:lnTo>
                  <a:lnTo>
                    <a:pt x="10799" y="12595"/>
                  </a:lnTo>
                  <a:lnTo>
                    <a:pt x="10785" y="12621"/>
                  </a:lnTo>
                  <a:lnTo>
                    <a:pt x="10772" y="12647"/>
                  </a:lnTo>
                  <a:lnTo>
                    <a:pt x="10760" y="12669"/>
                  </a:lnTo>
                  <a:lnTo>
                    <a:pt x="10747" y="12692"/>
                  </a:lnTo>
                  <a:lnTo>
                    <a:pt x="10733" y="12713"/>
                  </a:lnTo>
                  <a:lnTo>
                    <a:pt x="10716" y="12734"/>
                  </a:lnTo>
                  <a:lnTo>
                    <a:pt x="10697" y="12755"/>
                  </a:lnTo>
                  <a:lnTo>
                    <a:pt x="10678" y="12776"/>
                  </a:lnTo>
                  <a:lnTo>
                    <a:pt x="10657" y="12796"/>
                  </a:lnTo>
                  <a:lnTo>
                    <a:pt x="10635" y="12815"/>
                  </a:lnTo>
                  <a:lnTo>
                    <a:pt x="10611" y="12834"/>
                  </a:lnTo>
                  <a:lnTo>
                    <a:pt x="10585" y="12853"/>
                  </a:lnTo>
                  <a:lnTo>
                    <a:pt x="10559" y="12872"/>
                  </a:lnTo>
                  <a:lnTo>
                    <a:pt x="10531" y="12890"/>
                  </a:lnTo>
                  <a:lnTo>
                    <a:pt x="10502" y="12907"/>
                  </a:lnTo>
                  <a:lnTo>
                    <a:pt x="10473" y="12924"/>
                  </a:lnTo>
                  <a:lnTo>
                    <a:pt x="10442" y="12941"/>
                  </a:lnTo>
                  <a:lnTo>
                    <a:pt x="10410" y="12957"/>
                  </a:lnTo>
                  <a:lnTo>
                    <a:pt x="10379" y="12974"/>
                  </a:lnTo>
                  <a:lnTo>
                    <a:pt x="10346" y="12990"/>
                  </a:lnTo>
                  <a:lnTo>
                    <a:pt x="10312" y="13005"/>
                  </a:lnTo>
                  <a:lnTo>
                    <a:pt x="10278" y="13020"/>
                  </a:lnTo>
                  <a:lnTo>
                    <a:pt x="10244" y="13035"/>
                  </a:lnTo>
                  <a:lnTo>
                    <a:pt x="10174" y="13063"/>
                  </a:lnTo>
                  <a:lnTo>
                    <a:pt x="10103" y="13090"/>
                  </a:lnTo>
                  <a:lnTo>
                    <a:pt x="10031" y="13115"/>
                  </a:lnTo>
                  <a:lnTo>
                    <a:pt x="9961" y="13139"/>
                  </a:lnTo>
                  <a:lnTo>
                    <a:pt x="9890" y="13161"/>
                  </a:lnTo>
                  <a:lnTo>
                    <a:pt x="9821" y="13182"/>
                  </a:lnTo>
                  <a:lnTo>
                    <a:pt x="9725" y="13209"/>
                  </a:lnTo>
                  <a:lnTo>
                    <a:pt x="9580" y="13248"/>
                  </a:lnTo>
                  <a:lnTo>
                    <a:pt x="9393" y="13299"/>
                  </a:lnTo>
                  <a:lnTo>
                    <a:pt x="9171" y="13357"/>
                  </a:lnTo>
                  <a:lnTo>
                    <a:pt x="8923" y="13422"/>
                  </a:lnTo>
                  <a:lnTo>
                    <a:pt x="8655" y="13492"/>
                  </a:lnTo>
                  <a:lnTo>
                    <a:pt x="8377" y="13564"/>
                  </a:lnTo>
                  <a:lnTo>
                    <a:pt x="8095" y="13638"/>
                  </a:lnTo>
                  <a:lnTo>
                    <a:pt x="7817" y="13710"/>
                  </a:lnTo>
                  <a:lnTo>
                    <a:pt x="7551" y="13779"/>
                  </a:lnTo>
                  <a:lnTo>
                    <a:pt x="7305" y="13842"/>
                  </a:lnTo>
                  <a:lnTo>
                    <a:pt x="7087" y="13899"/>
                  </a:lnTo>
                  <a:lnTo>
                    <a:pt x="6903" y="13946"/>
                  </a:lnTo>
                  <a:lnTo>
                    <a:pt x="6762" y="13983"/>
                  </a:lnTo>
                  <a:lnTo>
                    <a:pt x="6672" y="14006"/>
                  </a:lnTo>
                  <a:lnTo>
                    <a:pt x="6641" y="14014"/>
                  </a:lnTo>
                  <a:lnTo>
                    <a:pt x="6649" y="14004"/>
                  </a:lnTo>
                  <a:lnTo>
                    <a:pt x="6673" y="13976"/>
                  </a:lnTo>
                  <a:lnTo>
                    <a:pt x="6711" y="13930"/>
                  </a:lnTo>
                  <a:lnTo>
                    <a:pt x="6760" y="13869"/>
                  </a:lnTo>
                  <a:lnTo>
                    <a:pt x="6820" y="13795"/>
                  </a:lnTo>
                  <a:lnTo>
                    <a:pt x="6887" y="13709"/>
                  </a:lnTo>
                  <a:lnTo>
                    <a:pt x="6960" y="13614"/>
                  </a:lnTo>
                  <a:lnTo>
                    <a:pt x="7038" y="13510"/>
                  </a:lnTo>
                  <a:lnTo>
                    <a:pt x="7078" y="13455"/>
                  </a:lnTo>
                  <a:lnTo>
                    <a:pt x="7118" y="13400"/>
                  </a:lnTo>
                  <a:lnTo>
                    <a:pt x="7158" y="13343"/>
                  </a:lnTo>
                  <a:lnTo>
                    <a:pt x="7199" y="13286"/>
                  </a:lnTo>
                  <a:lnTo>
                    <a:pt x="7238" y="13228"/>
                  </a:lnTo>
                  <a:lnTo>
                    <a:pt x="7277" y="13168"/>
                  </a:lnTo>
                  <a:lnTo>
                    <a:pt x="7315" y="13110"/>
                  </a:lnTo>
                  <a:lnTo>
                    <a:pt x="7352" y="13051"/>
                  </a:lnTo>
                  <a:lnTo>
                    <a:pt x="7388" y="12993"/>
                  </a:lnTo>
                  <a:lnTo>
                    <a:pt x="7422" y="12934"/>
                  </a:lnTo>
                  <a:lnTo>
                    <a:pt x="7454" y="12877"/>
                  </a:lnTo>
                  <a:lnTo>
                    <a:pt x="7485" y="12820"/>
                  </a:lnTo>
                  <a:lnTo>
                    <a:pt x="7512" y="12764"/>
                  </a:lnTo>
                  <a:lnTo>
                    <a:pt x="7537" y="12710"/>
                  </a:lnTo>
                  <a:lnTo>
                    <a:pt x="7560" y="12657"/>
                  </a:lnTo>
                  <a:lnTo>
                    <a:pt x="7580" y="12606"/>
                  </a:lnTo>
                  <a:lnTo>
                    <a:pt x="7597" y="12556"/>
                  </a:lnTo>
                  <a:lnTo>
                    <a:pt x="7612" y="12506"/>
                  </a:lnTo>
                  <a:lnTo>
                    <a:pt x="7625" y="12455"/>
                  </a:lnTo>
                  <a:lnTo>
                    <a:pt x="7637" y="12405"/>
                  </a:lnTo>
                  <a:lnTo>
                    <a:pt x="7646" y="12355"/>
                  </a:lnTo>
                  <a:lnTo>
                    <a:pt x="7654" y="12306"/>
                  </a:lnTo>
                  <a:lnTo>
                    <a:pt x="7662" y="12256"/>
                  </a:lnTo>
                  <a:lnTo>
                    <a:pt x="7668" y="12208"/>
                  </a:lnTo>
                  <a:lnTo>
                    <a:pt x="7672" y="12159"/>
                  </a:lnTo>
                  <a:lnTo>
                    <a:pt x="7675" y="12113"/>
                  </a:lnTo>
                  <a:lnTo>
                    <a:pt x="7677" y="12066"/>
                  </a:lnTo>
                  <a:lnTo>
                    <a:pt x="7678" y="12021"/>
                  </a:lnTo>
                  <a:lnTo>
                    <a:pt x="7678" y="11976"/>
                  </a:lnTo>
                  <a:lnTo>
                    <a:pt x="7677" y="11933"/>
                  </a:lnTo>
                  <a:lnTo>
                    <a:pt x="7676" y="11892"/>
                  </a:lnTo>
                  <a:lnTo>
                    <a:pt x="7674" y="11851"/>
                  </a:lnTo>
                  <a:lnTo>
                    <a:pt x="7671" y="11813"/>
                  </a:lnTo>
                  <a:lnTo>
                    <a:pt x="7668" y="11775"/>
                  </a:lnTo>
                  <a:lnTo>
                    <a:pt x="7664" y="11740"/>
                  </a:lnTo>
                  <a:lnTo>
                    <a:pt x="7660" y="11707"/>
                  </a:lnTo>
                  <a:lnTo>
                    <a:pt x="7651" y="11646"/>
                  </a:lnTo>
                  <a:lnTo>
                    <a:pt x="7643" y="11595"/>
                  </a:lnTo>
                  <a:lnTo>
                    <a:pt x="7635" y="11553"/>
                  </a:lnTo>
                  <a:lnTo>
                    <a:pt x="7628" y="11522"/>
                  </a:lnTo>
                  <a:lnTo>
                    <a:pt x="7624" y="11503"/>
                  </a:lnTo>
                  <a:lnTo>
                    <a:pt x="7622" y="11497"/>
                  </a:lnTo>
                  <a:close/>
                  <a:moveTo>
                    <a:pt x="14393" y="10247"/>
                  </a:moveTo>
                  <a:lnTo>
                    <a:pt x="14396" y="10218"/>
                  </a:lnTo>
                  <a:lnTo>
                    <a:pt x="14405" y="10135"/>
                  </a:lnTo>
                  <a:lnTo>
                    <a:pt x="14412" y="10074"/>
                  </a:lnTo>
                  <a:lnTo>
                    <a:pt x="14418" y="10003"/>
                  </a:lnTo>
                  <a:lnTo>
                    <a:pt x="14423" y="9921"/>
                  </a:lnTo>
                  <a:lnTo>
                    <a:pt x="14429" y="9828"/>
                  </a:lnTo>
                  <a:lnTo>
                    <a:pt x="14433" y="9727"/>
                  </a:lnTo>
                  <a:lnTo>
                    <a:pt x="14436" y="9616"/>
                  </a:lnTo>
                  <a:lnTo>
                    <a:pt x="14438" y="9498"/>
                  </a:lnTo>
                  <a:lnTo>
                    <a:pt x="14437" y="9372"/>
                  </a:lnTo>
                  <a:lnTo>
                    <a:pt x="14435" y="9240"/>
                  </a:lnTo>
                  <a:lnTo>
                    <a:pt x="14429" y="9103"/>
                  </a:lnTo>
                  <a:lnTo>
                    <a:pt x="14421" y="8960"/>
                  </a:lnTo>
                  <a:lnTo>
                    <a:pt x="14408" y="8812"/>
                  </a:lnTo>
                  <a:lnTo>
                    <a:pt x="14393" y="8661"/>
                  </a:lnTo>
                  <a:lnTo>
                    <a:pt x="14373" y="8508"/>
                  </a:lnTo>
                  <a:lnTo>
                    <a:pt x="14349" y="8351"/>
                  </a:lnTo>
                  <a:lnTo>
                    <a:pt x="14321" y="8192"/>
                  </a:lnTo>
                  <a:lnTo>
                    <a:pt x="14286" y="8034"/>
                  </a:lnTo>
                  <a:lnTo>
                    <a:pt x="14246" y="7875"/>
                  </a:lnTo>
                  <a:lnTo>
                    <a:pt x="14200" y="7717"/>
                  </a:lnTo>
                  <a:lnTo>
                    <a:pt x="14148" y="7559"/>
                  </a:lnTo>
                  <a:lnTo>
                    <a:pt x="14089" y="7404"/>
                  </a:lnTo>
                  <a:lnTo>
                    <a:pt x="14022" y="7251"/>
                  </a:lnTo>
                  <a:lnTo>
                    <a:pt x="13949" y="7101"/>
                  </a:lnTo>
                  <a:lnTo>
                    <a:pt x="13868" y="6956"/>
                  </a:lnTo>
                  <a:lnTo>
                    <a:pt x="13779" y="6816"/>
                  </a:lnTo>
                  <a:lnTo>
                    <a:pt x="13681" y="6680"/>
                  </a:lnTo>
                  <a:lnTo>
                    <a:pt x="13574" y="6552"/>
                  </a:lnTo>
                  <a:lnTo>
                    <a:pt x="13457" y="6429"/>
                  </a:lnTo>
                  <a:lnTo>
                    <a:pt x="13339" y="6315"/>
                  </a:lnTo>
                  <a:lnTo>
                    <a:pt x="13226" y="6207"/>
                  </a:lnTo>
                  <a:lnTo>
                    <a:pt x="13119" y="6107"/>
                  </a:lnTo>
                  <a:lnTo>
                    <a:pt x="13016" y="6014"/>
                  </a:lnTo>
                  <a:lnTo>
                    <a:pt x="12918" y="5928"/>
                  </a:lnTo>
                  <a:lnTo>
                    <a:pt x="12825" y="5847"/>
                  </a:lnTo>
                  <a:lnTo>
                    <a:pt x="12735" y="5773"/>
                  </a:lnTo>
                  <a:lnTo>
                    <a:pt x="12650" y="5704"/>
                  </a:lnTo>
                  <a:lnTo>
                    <a:pt x="12568" y="5642"/>
                  </a:lnTo>
                  <a:lnTo>
                    <a:pt x="12490" y="5585"/>
                  </a:lnTo>
                  <a:lnTo>
                    <a:pt x="12416" y="5533"/>
                  </a:lnTo>
                  <a:lnTo>
                    <a:pt x="12344" y="5484"/>
                  </a:lnTo>
                  <a:lnTo>
                    <a:pt x="12274" y="5442"/>
                  </a:lnTo>
                  <a:lnTo>
                    <a:pt x="12208" y="5402"/>
                  </a:lnTo>
                  <a:lnTo>
                    <a:pt x="12144" y="5367"/>
                  </a:lnTo>
                  <a:lnTo>
                    <a:pt x="12082" y="5336"/>
                  </a:lnTo>
                  <a:lnTo>
                    <a:pt x="12021" y="5308"/>
                  </a:lnTo>
                  <a:lnTo>
                    <a:pt x="11963" y="5283"/>
                  </a:lnTo>
                  <a:lnTo>
                    <a:pt x="11906" y="5261"/>
                  </a:lnTo>
                  <a:lnTo>
                    <a:pt x="11850" y="5242"/>
                  </a:lnTo>
                  <a:lnTo>
                    <a:pt x="11795" y="5225"/>
                  </a:lnTo>
                  <a:lnTo>
                    <a:pt x="11740" y="5209"/>
                  </a:lnTo>
                  <a:lnTo>
                    <a:pt x="11687" y="5196"/>
                  </a:lnTo>
                  <a:lnTo>
                    <a:pt x="11632" y="5185"/>
                  </a:lnTo>
                  <a:lnTo>
                    <a:pt x="11579" y="5175"/>
                  </a:lnTo>
                  <a:lnTo>
                    <a:pt x="11524" y="5165"/>
                  </a:lnTo>
                  <a:lnTo>
                    <a:pt x="11470" y="5157"/>
                  </a:lnTo>
                  <a:lnTo>
                    <a:pt x="11415" y="5149"/>
                  </a:lnTo>
                  <a:lnTo>
                    <a:pt x="11301" y="5133"/>
                  </a:lnTo>
                  <a:lnTo>
                    <a:pt x="11182" y="5114"/>
                  </a:lnTo>
                  <a:lnTo>
                    <a:pt x="11119" y="5105"/>
                  </a:lnTo>
                  <a:lnTo>
                    <a:pt x="11057" y="5098"/>
                  </a:lnTo>
                  <a:lnTo>
                    <a:pt x="10995" y="5092"/>
                  </a:lnTo>
                  <a:lnTo>
                    <a:pt x="10933" y="5087"/>
                  </a:lnTo>
                  <a:lnTo>
                    <a:pt x="10870" y="5083"/>
                  </a:lnTo>
                  <a:lnTo>
                    <a:pt x="10808" y="5080"/>
                  </a:lnTo>
                  <a:lnTo>
                    <a:pt x="10746" y="5078"/>
                  </a:lnTo>
                  <a:lnTo>
                    <a:pt x="10684" y="5077"/>
                  </a:lnTo>
                  <a:lnTo>
                    <a:pt x="10623" y="5077"/>
                  </a:lnTo>
                  <a:lnTo>
                    <a:pt x="10561" y="5077"/>
                  </a:lnTo>
                  <a:lnTo>
                    <a:pt x="10500" y="5079"/>
                  </a:lnTo>
                  <a:lnTo>
                    <a:pt x="10440" y="5081"/>
                  </a:lnTo>
                  <a:lnTo>
                    <a:pt x="10380" y="5084"/>
                  </a:lnTo>
                  <a:lnTo>
                    <a:pt x="10321" y="5087"/>
                  </a:lnTo>
                  <a:lnTo>
                    <a:pt x="10262" y="5091"/>
                  </a:lnTo>
                  <a:lnTo>
                    <a:pt x="10204" y="5095"/>
                  </a:lnTo>
                  <a:lnTo>
                    <a:pt x="10090" y="5106"/>
                  </a:lnTo>
                  <a:lnTo>
                    <a:pt x="9981" y="5117"/>
                  </a:lnTo>
                  <a:lnTo>
                    <a:pt x="9876" y="5131"/>
                  </a:lnTo>
                  <a:lnTo>
                    <a:pt x="9776" y="5143"/>
                  </a:lnTo>
                  <a:lnTo>
                    <a:pt x="9681" y="5156"/>
                  </a:lnTo>
                  <a:lnTo>
                    <a:pt x="9593" y="5169"/>
                  </a:lnTo>
                  <a:lnTo>
                    <a:pt x="9511" y="5180"/>
                  </a:lnTo>
                  <a:lnTo>
                    <a:pt x="9436" y="5190"/>
                  </a:lnTo>
                  <a:lnTo>
                    <a:pt x="9379" y="5201"/>
                  </a:lnTo>
                  <a:lnTo>
                    <a:pt x="9280" y="5224"/>
                  </a:lnTo>
                  <a:lnTo>
                    <a:pt x="9143" y="5257"/>
                  </a:lnTo>
                  <a:lnTo>
                    <a:pt x="8970" y="5299"/>
                  </a:lnTo>
                  <a:lnTo>
                    <a:pt x="8764" y="5352"/>
                  </a:lnTo>
                  <a:lnTo>
                    <a:pt x="8529" y="5412"/>
                  </a:lnTo>
                  <a:lnTo>
                    <a:pt x="8266" y="5480"/>
                  </a:lnTo>
                  <a:lnTo>
                    <a:pt x="7980" y="5556"/>
                  </a:lnTo>
                  <a:lnTo>
                    <a:pt x="7343" y="5724"/>
                  </a:lnTo>
                  <a:lnTo>
                    <a:pt x="6644" y="5908"/>
                  </a:lnTo>
                  <a:lnTo>
                    <a:pt x="5904" y="6106"/>
                  </a:lnTo>
                  <a:lnTo>
                    <a:pt x="5145" y="6309"/>
                  </a:lnTo>
                  <a:lnTo>
                    <a:pt x="4391" y="6512"/>
                  </a:lnTo>
                  <a:lnTo>
                    <a:pt x="3665" y="6707"/>
                  </a:lnTo>
                  <a:lnTo>
                    <a:pt x="2987" y="6890"/>
                  </a:lnTo>
                  <a:lnTo>
                    <a:pt x="2382" y="7053"/>
                  </a:lnTo>
                  <a:lnTo>
                    <a:pt x="1873" y="7191"/>
                  </a:lnTo>
                  <a:lnTo>
                    <a:pt x="1481" y="7297"/>
                  </a:lnTo>
                  <a:lnTo>
                    <a:pt x="1229" y="7366"/>
                  </a:lnTo>
                  <a:lnTo>
                    <a:pt x="1140" y="7390"/>
                  </a:lnTo>
                  <a:lnTo>
                    <a:pt x="1167" y="7393"/>
                  </a:lnTo>
                  <a:lnTo>
                    <a:pt x="1246" y="7406"/>
                  </a:lnTo>
                  <a:lnTo>
                    <a:pt x="1303" y="7415"/>
                  </a:lnTo>
                  <a:lnTo>
                    <a:pt x="1371" y="7427"/>
                  </a:lnTo>
                  <a:lnTo>
                    <a:pt x="1451" y="7441"/>
                  </a:lnTo>
                  <a:lnTo>
                    <a:pt x="1540" y="7458"/>
                  </a:lnTo>
                  <a:lnTo>
                    <a:pt x="1638" y="7477"/>
                  </a:lnTo>
                  <a:lnTo>
                    <a:pt x="1745" y="7499"/>
                  </a:lnTo>
                  <a:lnTo>
                    <a:pt x="1861" y="7526"/>
                  </a:lnTo>
                  <a:lnTo>
                    <a:pt x="1984" y="7554"/>
                  </a:lnTo>
                  <a:lnTo>
                    <a:pt x="2113" y="7586"/>
                  </a:lnTo>
                  <a:lnTo>
                    <a:pt x="2251" y="7622"/>
                  </a:lnTo>
                  <a:lnTo>
                    <a:pt x="2392" y="7660"/>
                  </a:lnTo>
                  <a:lnTo>
                    <a:pt x="2540" y="7702"/>
                  </a:lnTo>
                  <a:lnTo>
                    <a:pt x="2692" y="7749"/>
                  </a:lnTo>
                  <a:lnTo>
                    <a:pt x="2849" y="7799"/>
                  </a:lnTo>
                  <a:lnTo>
                    <a:pt x="3009" y="7854"/>
                  </a:lnTo>
                  <a:lnTo>
                    <a:pt x="3171" y="7913"/>
                  </a:lnTo>
                  <a:lnTo>
                    <a:pt x="3336" y="7975"/>
                  </a:lnTo>
                  <a:lnTo>
                    <a:pt x="3503" y="8042"/>
                  </a:lnTo>
                  <a:lnTo>
                    <a:pt x="3671" y="8114"/>
                  </a:lnTo>
                  <a:lnTo>
                    <a:pt x="3839" y="8190"/>
                  </a:lnTo>
                  <a:lnTo>
                    <a:pt x="4007" y="8271"/>
                  </a:lnTo>
                  <a:lnTo>
                    <a:pt x="4175" y="8357"/>
                  </a:lnTo>
                  <a:lnTo>
                    <a:pt x="4342" y="8448"/>
                  </a:lnTo>
                  <a:lnTo>
                    <a:pt x="4506" y="8544"/>
                  </a:lnTo>
                  <a:lnTo>
                    <a:pt x="4669" y="8646"/>
                  </a:lnTo>
                  <a:lnTo>
                    <a:pt x="4829" y="8752"/>
                  </a:lnTo>
                  <a:lnTo>
                    <a:pt x="4984" y="8865"/>
                  </a:lnTo>
                  <a:lnTo>
                    <a:pt x="5136" y="8982"/>
                  </a:lnTo>
                  <a:lnTo>
                    <a:pt x="5285" y="9103"/>
                  </a:lnTo>
                  <a:lnTo>
                    <a:pt x="5433" y="9222"/>
                  </a:lnTo>
                  <a:lnTo>
                    <a:pt x="5581" y="9338"/>
                  </a:lnTo>
                  <a:lnTo>
                    <a:pt x="5727" y="9453"/>
                  </a:lnTo>
                  <a:lnTo>
                    <a:pt x="5873" y="9566"/>
                  </a:lnTo>
                  <a:lnTo>
                    <a:pt x="6017" y="9676"/>
                  </a:lnTo>
                  <a:lnTo>
                    <a:pt x="6160" y="9784"/>
                  </a:lnTo>
                  <a:lnTo>
                    <a:pt x="6302" y="9891"/>
                  </a:lnTo>
                  <a:lnTo>
                    <a:pt x="6442" y="9994"/>
                  </a:lnTo>
                  <a:lnTo>
                    <a:pt x="6581" y="10095"/>
                  </a:lnTo>
                  <a:lnTo>
                    <a:pt x="6718" y="10193"/>
                  </a:lnTo>
                  <a:lnTo>
                    <a:pt x="6852" y="10286"/>
                  </a:lnTo>
                  <a:lnTo>
                    <a:pt x="6985" y="10378"/>
                  </a:lnTo>
                  <a:lnTo>
                    <a:pt x="7116" y="10466"/>
                  </a:lnTo>
                  <a:lnTo>
                    <a:pt x="7245" y="10551"/>
                  </a:lnTo>
                  <a:lnTo>
                    <a:pt x="7371" y="10632"/>
                  </a:lnTo>
                  <a:lnTo>
                    <a:pt x="7495" y="10710"/>
                  </a:lnTo>
                  <a:lnTo>
                    <a:pt x="7616" y="10783"/>
                  </a:lnTo>
                  <a:lnTo>
                    <a:pt x="7734" y="10853"/>
                  </a:lnTo>
                  <a:lnTo>
                    <a:pt x="7851" y="10919"/>
                  </a:lnTo>
                  <a:lnTo>
                    <a:pt x="7964" y="10980"/>
                  </a:lnTo>
                  <a:lnTo>
                    <a:pt x="8073" y="11037"/>
                  </a:lnTo>
                  <a:lnTo>
                    <a:pt x="8180" y="11090"/>
                  </a:lnTo>
                  <a:lnTo>
                    <a:pt x="8284" y="11137"/>
                  </a:lnTo>
                  <a:lnTo>
                    <a:pt x="8384" y="11180"/>
                  </a:lnTo>
                  <a:lnTo>
                    <a:pt x="8480" y="11218"/>
                  </a:lnTo>
                  <a:lnTo>
                    <a:pt x="8573" y="11251"/>
                  </a:lnTo>
                  <a:lnTo>
                    <a:pt x="8663" y="11278"/>
                  </a:lnTo>
                  <a:lnTo>
                    <a:pt x="8748" y="11301"/>
                  </a:lnTo>
                  <a:lnTo>
                    <a:pt x="8830" y="11318"/>
                  </a:lnTo>
                  <a:lnTo>
                    <a:pt x="8907" y="11329"/>
                  </a:lnTo>
                  <a:lnTo>
                    <a:pt x="8980" y="11334"/>
                  </a:lnTo>
                  <a:lnTo>
                    <a:pt x="9120" y="11338"/>
                  </a:lnTo>
                  <a:lnTo>
                    <a:pt x="9254" y="11341"/>
                  </a:lnTo>
                  <a:lnTo>
                    <a:pt x="9384" y="11342"/>
                  </a:lnTo>
                  <a:lnTo>
                    <a:pt x="9510" y="11342"/>
                  </a:lnTo>
                  <a:lnTo>
                    <a:pt x="9572" y="11341"/>
                  </a:lnTo>
                  <a:lnTo>
                    <a:pt x="9633" y="11340"/>
                  </a:lnTo>
                  <a:lnTo>
                    <a:pt x="9694" y="11338"/>
                  </a:lnTo>
                  <a:lnTo>
                    <a:pt x="9754" y="11336"/>
                  </a:lnTo>
                  <a:lnTo>
                    <a:pt x="9814" y="11333"/>
                  </a:lnTo>
                  <a:lnTo>
                    <a:pt x="9873" y="11330"/>
                  </a:lnTo>
                  <a:lnTo>
                    <a:pt x="9932" y="11326"/>
                  </a:lnTo>
                  <a:lnTo>
                    <a:pt x="9992" y="11321"/>
                  </a:lnTo>
                  <a:lnTo>
                    <a:pt x="10052" y="11317"/>
                  </a:lnTo>
                  <a:lnTo>
                    <a:pt x="10110" y="11311"/>
                  </a:lnTo>
                  <a:lnTo>
                    <a:pt x="10170" y="11305"/>
                  </a:lnTo>
                  <a:lnTo>
                    <a:pt x="10231" y="11298"/>
                  </a:lnTo>
                  <a:lnTo>
                    <a:pt x="10290" y="11290"/>
                  </a:lnTo>
                  <a:lnTo>
                    <a:pt x="10351" y="11282"/>
                  </a:lnTo>
                  <a:lnTo>
                    <a:pt x="10412" y="11272"/>
                  </a:lnTo>
                  <a:lnTo>
                    <a:pt x="10474" y="11263"/>
                  </a:lnTo>
                  <a:lnTo>
                    <a:pt x="10537" y="11252"/>
                  </a:lnTo>
                  <a:lnTo>
                    <a:pt x="10600" y="11241"/>
                  </a:lnTo>
                  <a:lnTo>
                    <a:pt x="10665" y="11229"/>
                  </a:lnTo>
                  <a:lnTo>
                    <a:pt x="10730" y="11217"/>
                  </a:lnTo>
                  <a:lnTo>
                    <a:pt x="10797" y="11203"/>
                  </a:lnTo>
                  <a:lnTo>
                    <a:pt x="10864" y="11189"/>
                  </a:lnTo>
                  <a:lnTo>
                    <a:pt x="10934" y="11173"/>
                  </a:lnTo>
                  <a:lnTo>
                    <a:pt x="11004" y="11157"/>
                  </a:lnTo>
                  <a:lnTo>
                    <a:pt x="11167" y="11118"/>
                  </a:lnTo>
                  <a:lnTo>
                    <a:pt x="11368" y="11067"/>
                  </a:lnTo>
                  <a:lnTo>
                    <a:pt x="11598" y="11008"/>
                  </a:lnTo>
                  <a:lnTo>
                    <a:pt x="11854" y="10940"/>
                  </a:lnTo>
                  <a:lnTo>
                    <a:pt x="12126" y="10867"/>
                  </a:lnTo>
                  <a:lnTo>
                    <a:pt x="12409" y="10792"/>
                  </a:lnTo>
                  <a:lnTo>
                    <a:pt x="12697" y="10714"/>
                  </a:lnTo>
                  <a:lnTo>
                    <a:pt x="12983" y="10636"/>
                  </a:lnTo>
                  <a:lnTo>
                    <a:pt x="13259" y="10560"/>
                  </a:lnTo>
                  <a:lnTo>
                    <a:pt x="13521" y="10489"/>
                  </a:lnTo>
                  <a:lnTo>
                    <a:pt x="13760" y="10423"/>
                  </a:lnTo>
                  <a:lnTo>
                    <a:pt x="13970" y="10364"/>
                  </a:lnTo>
                  <a:lnTo>
                    <a:pt x="14146" y="10316"/>
                  </a:lnTo>
                  <a:lnTo>
                    <a:pt x="14279" y="10278"/>
                  </a:lnTo>
                  <a:lnTo>
                    <a:pt x="14363" y="10255"/>
                  </a:lnTo>
                  <a:lnTo>
                    <a:pt x="14393" y="10247"/>
                  </a:ln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799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756" name="组合 646"/>
          <p:cNvGrpSpPr/>
          <p:nvPr/>
        </p:nvGrpSpPr>
        <p:grpSpPr bwMode="gray">
          <a:xfrm>
            <a:off x="1611439" y="4104596"/>
            <a:ext cx="331829" cy="331827"/>
            <a:chOff x="954534" y="2001431"/>
            <a:chExt cx="442913" cy="442912"/>
          </a:xfrm>
        </p:grpSpPr>
        <p:sp>
          <p:nvSpPr>
            <p:cNvPr id="757" name="椭圆 705"/>
            <p:cNvSpPr/>
            <p:nvPr/>
          </p:nvSpPr>
          <p:spPr bwMode="gray">
            <a:xfrm>
              <a:off x="954534" y="2001431"/>
              <a:ext cx="442913" cy="442912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2799" kern="0" dirty="0">
                <a:solidFill>
                  <a:prstClr val="black">
                    <a:lumMod val="75000"/>
                    <a:lumOff val="25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758" name="组合 605"/>
            <p:cNvGrpSpPr/>
            <p:nvPr/>
          </p:nvGrpSpPr>
          <p:grpSpPr bwMode="gray">
            <a:xfrm>
              <a:off x="1036409" y="2124178"/>
              <a:ext cx="279162" cy="183993"/>
              <a:chOff x="18738472" y="-1743155"/>
              <a:chExt cx="835403" cy="550606"/>
            </a:xfrm>
            <a:solidFill>
              <a:sysClr val="window" lastClr="FFFFFF"/>
            </a:solidFill>
          </p:grpSpPr>
          <p:sp>
            <p:nvSpPr>
              <p:cNvPr id="759" name="Freeform 64"/>
              <p:cNvSpPr>
                <a:spLocks/>
              </p:cNvSpPr>
              <p:nvPr/>
            </p:nvSpPr>
            <p:spPr bwMode="gray">
              <a:xfrm>
                <a:off x="18738472" y="-1743155"/>
                <a:ext cx="835403" cy="297454"/>
              </a:xfrm>
              <a:custGeom>
                <a:avLst/>
                <a:gdLst/>
                <a:ahLst/>
                <a:cxnLst>
                  <a:cxn ang="0">
                    <a:pos x="132" y="0"/>
                  </a:cxn>
                  <a:cxn ang="0">
                    <a:pos x="132" y="0"/>
                  </a:cxn>
                  <a:cxn ang="0">
                    <a:pos x="106" y="0"/>
                  </a:cxn>
                  <a:cxn ang="0">
                    <a:pos x="80" y="6"/>
                  </a:cxn>
                  <a:cxn ang="0">
                    <a:pos x="58" y="12"/>
                  </a:cxn>
                  <a:cxn ang="0">
                    <a:pos x="38" y="22"/>
                  </a:cxn>
                  <a:cxn ang="0">
                    <a:pos x="22" y="32"/>
                  </a:cxn>
                  <a:cxn ang="0">
                    <a:pos x="10" y="44"/>
                  </a:cxn>
                  <a:cxn ang="0">
                    <a:pos x="2" y="58"/>
                  </a:cxn>
                  <a:cxn ang="0">
                    <a:pos x="0" y="66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80"/>
                  </a:cxn>
                  <a:cxn ang="0">
                    <a:pos x="2" y="84"/>
                  </a:cxn>
                  <a:cxn ang="0">
                    <a:pos x="4" y="88"/>
                  </a:cxn>
                  <a:cxn ang="0">
                    <a:pos x="8" y="92"/>
                  </a:cxn>
                  <a:cxn ang="0">
                    <a:pos x="18" y="94"/>
                  </a:cxn>
                  <a:cxn ang="0">
                    <a:pos x="32" y="92"/>
                  </a:cxn>
                  <a:cxn ang="0">
                    <a:pos x="32" y="92"/>
                  </a:cxn>
                  <a:cxn ang="0">
                    <a:pos x="36" y="82"/>
                  </a:cxn>
                  <a:cxn ang="0">
                    <a:pos x="42" y="74"/>
                  </a:cxn>
                  <a:cxn ang="0">
                    <a:pos x="50" y="64"/>
                  </a:cxn>
                  <a:cxn ang="0">
                    <a:pos x="58" y="56"/>
                  </a:cxn>
                  <a:cxn ang="0">
                    <a:pos x="58" y="56"/>
                  </a:cxn>
                  <a:cxn ang="0">
                    <a:pos x="74" y="46"/>
                  </a:cxn>
                  <a:cxn ang="0">
                    <a:pos x="92" y="36"/>
                  </a:cxn>
                  <a:cxn ang="0">
                    <a:pos x="112" y="32"/>
                  </a:cxn>
                  <a:cxn ang="0">
                    <a:pos x="132" y="30"/>
                  </a:cxn>
                  <a:cxn ang="0">
                    <a:pos x="132" y="30"/>
                  </a:cxn>
                  <a:cxn ang="0">
                    <a:pos x="154" y="32"/>
                  </a:cxn>
                  <a:cxn ang="0">
                    <a:pos x="174" y="36"/>
                  </a:cxn>
                  <a:cxn ang="0">
                    <a:pos x="192" y="46"/>
                  </a:cxn>
                  <a:cxn ang="0">
                    <a:pos x="206" y="56"/>
                  </a:cxn>
                  <a:cxn ang="0">
                    <a:pos x="206" y="56"/>
                  </a:cxn>
                  <a:cxn ang="0">
                    <a:pos x="214" y="64"/>
                  </a:cxn>
                  <a:cxn ang="0">
                    <a:pos x="222" y="74"/>
                  </a:cxn>
                  <a:cxn ang="0">
                    <a:pos x="228" y="82"/>
                  </a:cxn>
                  <a:cxn ang="0">
                    <a:pos x="232" y="92"/>
                  </a:cxn>
                  <a:cxn ang="0">
                    <a:pos x="232" y="92"/>
                  </a:cxn>
                  <a:cxn ang="0">
                    <a:pos x="246" y="94"/>
                  </a:cxn>
                  <a:cxn ang="0">
                    <a:pos x="256" y="92"/>
                  </a:cxn>
                  <a:cxn ang="0">
                    <a:pos x="260" y="88"/>
                  </a:cxn>
                  <a:cxn ang="0">
                    <a:pos x="262" y="84"/>
                  </a:cxn>
                  <a:cxn ang="0">
                    <a:pos x="264" y="80"/>
                  </a:cxn>
                  <a:cxn ang="0">
                    <a:pos x="264" y="74"/>
                  </a:cxn>
                  <a:cxn ang="0">
                    <a:pos x="264" y="74"/>
                  </a:cxn>
                  <a:cxn ang="0">
                    <a:pos x="264" y="66"/>
                  </a:cxn>
                  <a:cxn ang="0">
                    <a:pos x="262" y="58"/>
                  </a:cxn>
                  <a:cxn ang="0">
                    <a:pos x="254" y="44"/>
                  </a:cxn>
                  <a:cxn ang="0">
                    <a:pos x="242" y="32"/>
                  </a:cxn>
                  <a:cxn ang="0">
                    <a:pos x="226" y="22"/>
                  </a:cxn>
                  <a:cxn ang="0">
                    <a:pos x="206" y="12"/>
                  </a:cxn>
                  <a:cxn ang="0">
                    <a:pos x="184" y="6"/>
                  </a:cxn>
                  <a:cxn ang="0">
                    <a:pos x="160" y="0"/>
                  </a:cxn>
                  <a:cxn ang="0">
                    <a:pos x="132" y="0"/>
                  </a:cxn>
                  <a:cxn ang="0">
                    <a:pos x="132" y="0"/>
                  </a:cxn>
                </a:cxnLst>
                <a:rect l="0" t="0" r="r" b="b"/>
                <a:pathLst>
                  <a:path w="264" h="94">
                    <a:moveTo>
                      <a:pt x="132" y="0"/>
                    </a:moveTo>
                    <a:lnTo>
                      <a:pt x="132" y="0"/>
                    </a:lnTo>
                    <a:lnTo>
                      <a:pt x="106" y="0"/>
                    </a:lnTo>
                    <a:lnTo>
                      <a:pt x="80" y="6"/>
                    </a:lnTo>
                    <a:lnTo>
                      <a:pt x="58" y="12"/>
                    </a:lnTo>
                    <a:lnTo>
                      <a:pt x="38" y="22"/>
                    </a:lnTo>
                    <a:lnTo>
                      <a:pt x="22" y="32"/>
                    </a:lnTo>
                    <a:lnTo>
                      <a:pt x="10" y="44"/>
                    </a:lnTo>
                    <a:lnTo>
                      <a:pt x="2" y="58"/>
                    </a:lnTo>
                    <a:lnTo>
                      <a:pt x="0" y="66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80"/>
                    </a:lnTo>
                    <a:lnTo>
                      <a:pt x="2" y="84"/>
                    </a:lnTo>
                    <a:lnTo>
                      <a:pt x="4" y="88"/>
                    </a:lnTo>
                    <a:lnTo>
                      <a:pt x="8" y="92"/>
                    </a:lnTo>
                    <a:lnTo>
                      <a:pt x="18" y="94"/>
                    </a:lnTo>
                    <a:lnTo>
                      <a:pt x="32" y="92"/>
                    </a:lnTo>
                    <a:lnTo>
                      <a:pt x="32" y="92"/>
                    </a:lnTo>
                    <a:lnTo>
                      <a:pt x="36" y="82"/>
                    </a:lnTo>
                    <a:lnTo>
                      <a:pt x="42" y="74"/>
                    </a:lnTo>
                    <a:lnTo>
                      <a:pt x="50" y="64"/>
                    </a:lnTo>
                    <a:lnTo>
                      <a:pt x="58" y="56"/>
                    </a:lnTo>
                    <a:lnTo>
                      <a:pt x="58" y="56"/>
                    </a:lnTo>
                    <a:lnTo>
                      <a:pt x="74" y="46"/>
                    </a:lnTo>
                    <a:lnTo>
                      <a:pt x="92" y="36"/>
                    </a:lnTo>
                    <a:lnTo>
                      <a:pt x="112" y="32"/>
                    </a:lnTo>
                    <a:lnTo>
                      <a:pt x="132" y="30"/>
                    </a:lnTo>
                    <a:lnTo>
                      <a:pt x="132" y="30"/>
                    </a:lnTo>
                    <a:lnTo>
                      <a:pt x="154" y="32"/>
                    </a:lnTo>
                    <a:lnTo>
                      <a:pt x="174" y="36"/>
                    </a:lnTo>
                    <a:lnTo>
                      <a:pt x="192" y="46"/>
                    </a:lnTo>
                    <a:lnTo>
                      <a:pt x="206" y="56"/>
                    </a:lnTo>
                    <a:lnTo>
                      <a:pt x="206" y="56"/>
                    </a:lnTo>
                    <a:lnTo>
                      <a:pt x="214" y="64"/>
                    </a:lnTo>
                    <a:lnTo>
                      <a:pt x="222" y="74"/>
                    </a:lnTo>
                    <a:lnTo>
                      <a:pt x="228" y="82"/>
                    </a:lnTo>
                    <a:lnTo>
                      <a:pt x="232" y="92"/>
                    </a:lnTo>
                    <a:lnTo>
                      <a:pt x="232" y="92"/>
                    </a:lnTo>
                    <a:lnTo>
                      <a:pt x="246" y="94"/>
                    </a:lnTo>
                    <a:lnTo>
                      <a:pt x="256" y="92"/>
                    </a:lnTo>
                    <a:lnTo>
                      <a:pt x="260" y="88"/>
                    </a:lnTo>
                    <a:lnTo>
                      <a:pt x="262" y="84"/>
                    </a:lnTo>
                    <a:lnTo>
                      <a:pt x="264" y="80"/>
                    </a:lnTo>
                    <a:lnTo>
                      <a:pt x="264" y="74"/>
                    </a:lnTo>
                    <a:lnTo>
                      <a:pt x="264" y="74"/>
                    </a:lnTo>
                    <a:lnTo>
                      <a:pt x="264" y="66"/>
                    </a:lnTo>
                    <a:lnTo>
                      <a:pt x="262" y="58"/>
                    </a:lnTo>
                    <a:lnTo>
                      <a:pt x="254" y="44"/>
                    </a:lnTo>
                    <a:lnTo>
                      <a:pt x="242" y="32"/>
                    </a:lnTo>
                    <a:lnTo>
                      <a:pt x="226" y="22"/>
                    </a:lnTo>
                    <a:lnTo>
                      <a:pt x="206" y="12"/>
                    </a:lnTo>
                    <a:lnTo>
                      <a:pt x="184" y="6"/>
                    </a:lnTo>
                    <a:lnTo>
                      <a:pt x="160" y="0"/>
                    </a:lnTo>
                    <a:lnTo>
                      <a:pt x="132" y="0"/>
                    </a:lnTo>
                    <a:lnTo>
                      <a:pt x="13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60" name="Freeform 65"/>
              <p:cNvSpPr>
                <a:spLocks noEditPoints="1"/>
              </p:cNvSpPr>
              <p:nvPr/>
            </p:nvSpPr>
            <p:spPr bwMode="gray">
              <a:xfrm>
                <a:off x="18852391" y="-1616579"/>
                <a:ext cx="607566" cy="424030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58" y="6"/>
                  </a:cxn>
                  <a:cxn ang="0">
                    <a:pos x="28" y="24"/>
                  </a:cxn>
                  <a:cxn ang="0">
                    <a:pos x="8" y="52"/>
                  </a:cxn>
                  <a:cxn ang="0">
                    <a:pos x="0" y="84"/>
                  </a:cxn>
                  <a:cxn ang="0">
                    <a:pos x="2" y="100"/>
                  </a:cxn>
                  <a:cxn ang="0">
                    <a:pos x="16" y="120"/>
                  </a:cxn>
                  <a:cxn ang="0">
                    <a:pos x="42" y="130"/>
                  </a:cxn>
                  <a:cxn ang="0">
                    <a:pos x="96" y="134"/>
                  </a:cxn>
                  <a:cxn ang="0">
                    <a:pos x="134" y="132"/>
                  </a:cxn>
                  <a:cxn ang="0">
                    <a:pos x="164" y="126"/>
                  </a:cxn>
                  <a:cxn ang="0">
                    <a:pos x="186" y="112"/>
                  </a:cxn>
                  <a:cxn ang="0">
                    <a:pos x="192" y="84"/>
                  </a:cxn>
                  <a:cxn ang="0">
                    <a:pos x="192" y="68"/>
                  </a:cxn>
                  <a:cxn ang="0">
                    <a:pos x="176" y="38"/>
                  </a:cxn>
                  <a:cxn ang="0">
                    <a:pos x="150" y="14"/>
                  </a:cxn>
                  <a:cxn ang="0">
                    <a:pos x="116" y="2"/>
                  </a:cxn>
                  <a:cxn ang="0">
                    <a:pos x="96" y="0"/>
                  </a:cxn>
                  <a:cxn ang="0">
                    <a:pos x="96" y="92"/>
                  </a:cxn>
                  <a:cxn ang="0">
                    <a:pos x="80" y="88"/>
                  </a:cxn>
                  <a:cxn ang="0">
                    <a:pos x="66" y="82"/>
                  </a:cxn>
                  <a:cxn ang="0">
                    <a:pos x="58" y="70"/>
                  </a:cxn>
                  <a:cxn ang="0">
                    <a:pos x="54" y="56"/>
                  </a:cxn>
                  <a:cxn ang="0">
                    <a:pos x="54" y="50"/>
                  </a:cxn>
                  <a:cxn ang="0">
                    <a:pos x="62" y="36"/>
                  </a:cxn>
                  <a:cxn ang="0">
                    <a:pos x="72" y="28"/>
                  </a:cxn>
                  <a:cxn ang="0">
                    <a:pos x="88" y="22"/>
                  </a:cxn>
                  <a:cxn ang="0">
                    <a:pos x="96" y="22"/>
                  </a:cxn>
                  <a:cxn ang="0">
                    <a:pos x="112" y="24"/>
                  </a:cxn>
                  <a:cxn ang="0">
                    <a:pos x="126" y="32"/>
                  </a:cxn>
                  <a:cxn ang="0">
                    <a:pos x="136" y="42"/>
                  </a:cxn>
                  <a:cxn ang="0">
                    <a:pos x="138" y="56"/>
                  </a:cxn>
                  <a:cxn ang="0">
                    <a:pos x="138" y="64"/>
                  </a:cxn>
                  <a:cxn ang="0">
                    <a:pos x="132" y="76"/>
                  </a:cxn>
                  <a:cxn ang="0">
                    <a:pos x="120" y="86"/>
                  </a:cxn>
                  <a:cxn ang="0">
                    <a:pos x="104" y="90"/>
                  </a:cxn>
                  <a:cxn ang="0">
                    <a:pos x="96" y="92"/>
                  </a:cxn>
                </a:cxnLst>
                <a:rect l="0" t="0" r="r" b="b"/>
                <a:pathLst>
                  <a:path w="192" h="134">
                    <a:moveTo>
                      <a:pt x="96" y="0"/>
                    </a:moveTo>
                    <a:lnTo>
                      <a:pt x="96" y="0"/>
                    </a:lnTo>
                    <a:lnTo>
                      <a:pt x="76" y="2"/>
                    </a:lnTo>
                    <a:lnTo>
                      <a:pt x="58" y="6"/>
                    </a:lnTo>
                    <a:lnTo>
                      <a:pt x="42" y="14"/>
                    </a:lnTo>
                    <a:lnTo>
                      <a:pt x="28" y="24"/>
                    </a:lnTo>
                    <a:lnTo>
                      <a:pt x="16" y="38"/>
                    </a:lnTo>
                    <a:lnTo>
                      <a:pt x="8" y="52"/>
                    </a:lnTo>
                    <a:lnTo>
                      <a:pt x="2" y="68"/>
                    </a:lnTo>
                    <a:lnTo>
                      <a:pt x="0" y="84"/>
                    </a:lnTo>
                    <a:lnTo>
                      <a:pt x="0" y="84"/>
                    </a:lnTo>
                    <a:lnTo>
                      <a:pt x="2" y="100"/>
                    </a:lnTo>
                    <a:lnTo>
                      <a:pt x="8" y="112"/>
                    </a:lnTo>
                    <a:lnTo>
                      <a:pt x="16" y="120"/>
                    </a:lnTo>
                    <a:lnTo>
                      <a:pt x="28" y="126"/>
                    </a:lnTo>
                    <a:lnTo>
                      <a:pt x="42" y="130"/>
                    </a:lnTo>
                    <a:lnTo>
                      <a:pt x="58" y="132"/>
                    </a:lnTo>
                    <a:lnTo>
                      <a:pt x="96" y="134"/>
                    </a:lnTo>
                    <a:lnTo>
                      <a:pt x="96" y="134"/>
                    </a:lnTo>
                    <a:lnTo>
                      <a:pt x="134" y="132"/>
                    </a:lnTo>
                    <a:lnTo>
                      <a:pt x="150" y="130"/>
                    </a:lnTo>
                    <a:lnTo>
                      <a:pt x="164" y="126"/>
                    </a:lnTo>
                    <a:lnTo>
                      <a:pt x="176" y="120"/>
                    </a:lnTo>
                    <a:lnTo>
                      <a:pt x="186" y="112"/>
                    </a:lnTo>
                    <a:lnTo>
                      <a:pt x="192" y="100"/>
                    </a:lnTo>
                    <a:lnTo>
                      <a:pt x="192" y="84"/>
                    </a:lnTo>
                    <a:lnTo>
                      <a:pt x="192" y="84"/>
                    </a:lnTo>
                    <a:lnTo>
                      <a:pt x="192" y="68"/>
                    </a:lnTo>
                    <a:lnTo>
                      <a:pt x="186" y="52"/>
                    </a:lnTo>
                    <a:lnTo>
                      <a:pt x="176" y="38"/>
                    </a:lnTo>
                    <a:lnTo>
                      <a:pt x="164" y="24"/>
                    </a:lnTo>
                    <a:lnTo>
                      <a:pt x="150" y="14"/>
                    </a:lnTo>
                    <a:lnTo>
                      <a:pt x="134" y="6"/>
                    </a:lnTo>
                    <a:lnTo>
                      <a:pt x="116" y="2"/>
                    </a:lnTo>
                    <a:lnTo>
                      <a:pt x="96" y="0"/>
                    </a:lnTo>
                    <a:lnTo>
                      <a:pt x="96" y="0"/>
                    </a:lnTo>
                    <a:close/>
                    <a:moveTo>
                      <a:pt x="96" y="92"/>
                    </a:moveTo>
                    <a:lnTo>
                      <a:pt x="96" y="92"/>
                    </a:lnTo>
                    <a:lnTo>
                      <a:pt x="88" y="90"/>
                    </a:lnTo>
                    <a:lnTo>
                      <a:pt x="80" y="88"/>
                    </a:lnTo>
                    <a:lnTo>
                      <a:pt x="72" y="86"/>
                    </a:lnTo>
                    <a:lnTo>
                      <a:pt x="66" y="82"/>
                    </a:lnTo>
                    <a:lnTo>
                      <a:pt x="62" y="76"/>
                    </a:lnTo>
                    <a:lnTo>
                      <a:pt x="58" y="70"/>
                    </a:lnTo>
                    <a:lnTo>
                      <a:pt x="54" y="64"/>
                    </a:lnTo>
                    <a:lnTo>
                      <a:pt x="54" y="56"/>
                    </a:lnTo>
                    <a:lnTo>
                      <a:pt x="54" y="56"/>
                    </a:lnTo>
                    <a:lnTo>
                      <a:pt x="54" y="50"/>
                    </a:lnTo>
                    <a:lnTo>
                      <a:pt x="58" y="42"/>
                    </a:lnTo>
                    <a:lnTo>
                      <a:pt x="62" y="36"/>
                    </a:lnTo>
                    <a:lnTo>
                      <a:pt x="66" y="32"/>
                    </a:lnTo>
                    <a:lnTo>
                      <a:pt x="72" y="28"/>
                    </a:lnTo>
                    <a:lnTo>
                      <a:pt x="80" y="24"/>
                    </a:lnTo>
                    <a:lnTo>
                      <a:pt x="88" y="22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104" y="22"/>
                    </a:lnTo>
                    <a:lnTo>
                      <a:pt x="112" y="24"/>
                    </a:lnTo>
                    <a:lnTo>
                      <a:pt x="120" y="28"/>
                    </a:lnTo>
                    <a:lnTo>
                      <a:pt x="126" y="32"/>
                    </a:lnTo>
                    <a:lnTo>
                      <a:pt x="132" y="36"/>
                    </a:lnTo>
                    <a:lnTo>
                      <a:pt x="136" y="42"/>
                    </a:lnTo>
                    <a:lnTo>
                      <a:pt x="138" y="50"/>
                    </a:lnTo>
                    <a:lnTo>
                      <a:pt x="138" y="56"/>
                    </a:lnTo>
                    <a:lnTo>
                      <a:pt x="138" y="56"/>
                    </a:lnTo>
                    <a:lnTo>
                      <a:pt x="138" y="64"/>
                    </a:lnTo>
                    <a:lnTo>
                      <a:pt x="136" y="70"/>
                    </a:lnTo>
                    <a:lnTo>
                      <a:pt x="132" y="76"/>
                    </a:lnTo>
                    <a:lnTo>
                      <a:pt x="126" y="82"/>
                    </a:lnTo>
                    <a:lnTo>
                      <a:pt x="120" y="86"/>
                    </a:lnTo>
                    <a:lnTo>
                      <a:pt x="112" y="88"/>
                    </a:lnTo>
                    <a:lnTo>
                      <a:pt x="104" y="90"/>
                    </a:lnTo>
                    <a:lnTo>
                      <a:pt x="96" y="92"/>
                    </a:lnTo>
                    <a:lnTo>
                      <a:pt x="96" y="9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761" name="组合 520"/>
          <p:cNvGrpSpPr>
            <a:grpSpLocks noChangeAspect="1"/>
          </p:cNvGrpSpPr>
          <p:nvPr/>
        </p:nvGrpSpPr>
        <p:grpSpPr bwMode="gray">
          <a:xfrm>
            <a:off x="1611439" y="4475867"/>
            <a:ext cx="330640" cy="330639"/>
            <a:chOff x="-1398141" y="2139713"/>
            <a:chExt cx="788399" cy="788400"/>
          </a:xfrm>
        </p:grpSpPr>
        <p:sp>
          <p:nvSpPr>
            <p:cNvPr id="762" name="椭圆 710"/>
            <p:cNvSpPr/>
            <p:nvPr/>
          </p:nvSpPr>
          <p:spPr bwMode="gray">
            <a:xfrm>
              <a:off x="-1398141" y="2139713"/>
              <a:ext cx="788399" cy="78840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2799" kern="0" dirty="0">
                <a:solidFill>
                  <a:prstClr val="black">
                    <a:lumMod val="75000"/>
                    <a:lumOff val="25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763" name="组合 247"/>
            <p:cNvGrpSpPr/>
            <p:nvPr/>
          </p:nvGrpSpPr>
          <p:grpSpPr bwMode="gray">
            <a:xfrm>
              <a:off x="-1174881" y="2260600"/>
              <a:ext cx="377162" cy="549275"/>
              <a:chOff x="1963738" y="4656138"/>
              <a:chExt cx="563562" cy="820737"/>
            </a:xfrm>
            <a:solidFill>
              <a:sysClr val="window" lastClr="FFFFFF"/>
            </a:solidFill>
          </p:grpSpPr>
          <p:sp>
            <p:nvSpPr>
              <p:cNvPr id="764" name="Freeform 28"/>
              <p:cNvSpPr>
                <a:spLocks noEditPoints="1"/>
              </p:cNvSpPr>
              <p:nvPr/>
            </p:nvSpPr>
            <p:spPr bwMode="gray">
              <a:xfrm>
                <a:off x="1963738" y="4656138"/>
                <a:ext cx="563562" cy="820737"/>
              </a:xfrm>
              <a:custGeom>
                <a:avLst/>
                <a:gdLst/>
                <a:ahLst/>
                <a:cxnLst>
                  <a:cxn ang="0">
                    <a:pos x="10841" y="15373"/>
                  </a:cxn>
                  <a:cxn ang="0">
                    <a:pos x="10348" y="16027"/>
                  </a:cxn>
                  <a:cxn ang="0">
                    <a:pos x="986" y="16027"/>
                  </a:cxn>
                  <a:cxn ang="0">
                    <a:pos x="329" y="15700"/>
                  </a:cxn>
                  <a:cxn ang="0">
                    <a:pos x="0" y="15046"/>
                  </a:cxn>
                  <a:cxn ang="0">
                    <a:pos x="0" y="491"/>
                  </a:cxn>
                  <a:cxn ang="0">
                    <a:pos x="657" y="0"/>
                  </a:cxn>
                  <a:cxn ang="0">
                    <a:pos x="10020" y="0"/>
                  </a:cxn>
                  <a:cxn ang="0">
                    <a:pos x="10676" y="163"/>
                  </a:cxn>
                  <a:cxn ang="0">
                    <a:pos x="11005" y="982"/>
                  </a:cxn>
                  <a:cxn ang="0">
                    <a:pos x="5421" y="2781"/>
                  </a:cxn>
                  <a:cxn ang="0">
                    <a:pos x="4107" y="3271"/>
                  </a:cxn>
                  <a:cxn ang="0">
                    <a:pos x="3450" y="4743"/>
                  </a:cxn>
                  <a:cxn ang="0">
                    <a:pos x="4107" y="6214"/>
                  </a:cxn>
                  <a:cxn ang="0">
                    <a:pos x="5421" y="6705"/>
                  </a:cxn>
                  <a:cxn ang="0">
                    <a:pos x="6898" y="6214"/>
                  </a:cxn>
                  <a:cxn ang="0">
                    <a:pos x="7555" y="4743"/>
                  </a:cxn>
                  <a:cxn ang="0">
                    <a:pos x="6898" y="3271"/>
                  </a:cxn>
                  <a:cxn ang="0">
                    <a:pos x="5421" y="2781"/>
                  </a:cxn>
                  <a:cxn ang="0">
                    <a:pos x="4600" y="7196"/>
                  </a:cxn>
                  <a:cxn ang="0">
                    <a:pos x="3285" y="7686"/>
                  </a:cxn>
                  <a:cxn ang="0">
                    <a:pos x="2135" y="8831"/>
                  </a:cxn>
                  <a:cxn ang="0">
                    <a:pos x="1643" y="10303"/>
                  </a:cxn>
                  <a:cxn ang="0">
                    <a:pos x="1643" y="11775"/>
                  </a:cxn>
                  <a:cxn ang="0">
                    <a:pos x="2135" y="13246"/>
                  </a:cxn>
                  <a:cxn ang="0">
                    <a:pos x="3285" y="14391"/>
                  </a:cxn>
                  <a:cxn ang="0">
                    <a:pos x="4600" y="14882"/>
                  </a:cxn>
                  <a:cxn ang="0">
                    <a:pos x="6241" y="14882"/>
                  </a:cxn>
                  <a:cxn ang="0">
                    <a:pos x="7720" y="14391"/>
                  </a:cxn>
                  <a:cxn ang="0">
                    <a:pos x="8870" y="13246"/>
                  </a:cxn>
                  <a:cxn ang="0">
                    <a:pos x="9362" y="11775"/>
                  </a:cxn>
                  <a:cxn ang="0">
                    <a:pos x="9362" y="10303"/>
                  </a:cxn>
                  <a:cxn ang="0">
                    <a:pos x="8870" y="8831"/>
                  </a:cxn>
                  <a:cxn ang="0">
                    <a:pos x="7720" y="7686"/>
                  </a:cxn>
                  <a:cxn ang="0">
                    <a:pos x="6241" y="7196"/>
                  </a:cxn>
                </a:cxnLst>
                <a:rect l="0" t="0" r="r" b="b"/>
                <a:pathLst>
                  <a:path w="11005" h="16027">
                    <a:moveTo>
                      <a:pt x="11005" y="15046"/>
                    </a:moveTo>
                    <a:lnTo>
                      <a:pt x="10841" y="15373"/>
                    </a:lnTo>
                    <a:lnTo>
                      <a:pt x="10676" y="15700"/>
                    </a:lnTo>
                    <a:lnTo>
                      <a:pt x="10348" y="16027"/>
                    </a:lnTo>
                    <a:lnTo>
                      <a:pt x="10020" y="16027"/>
                    </a:lnTo>
                    <a:lnTo>
                      <a:pt x="986" y="16027"/>
                    </a:lnTo>
                    <a:lnTo>
                      <a:pt x="657" y="16027"/>
                    </a:lnTo>
                    <a:lnTo>
                      <a:pt x="329" y="15700"/>
                    </a:lnTo>
                    <a:lnTo>
                      <a:pt x="0" y="15373"/>
                    </a:lnTo>
                    <a:lnTo>
                      <a:pt x="0" y="15046"/>
                    </a:lnTo>
                    <a:lnTo>
                      <a:pt x="0" y="982"/>
                    </a:lnTo>
                    <a:lnTo>
                      <a:pt x="0" y="491"/>
                    </a:lnTo>
                    <a:lnTo>
                      <a:pt x="329" y="163"/>
                    </a:lnTo>
                    <a:lnTo>
                      <a:pt x="657" y="0"/>
                    </a:lnTo>
                    <a:lnTo>
                      <a:pt x="986" y="0"/>
                    </a:lnTo>
                    <a:lnTo>
                      <a:pt x="10020" y="0"/>
                    </a:lnTo>
                    <a:lnTo>
                      <a:pt x="10348" y="0"/>
                    </a:lnTo>
                    <a:lnTo>
                      <a:pt x="10676" y="163"/>
                    </a:lnTo>
                    <a:lnTo>
                      <a:pt x="10841" y="491"/>
                    </a:lnTo>
                    <a:lnTo>
                      <a:pt x="11005" y="982"/>
                    </a:lnTo>
                    <a:lnTo>
                      <a:pt x="11005" y="15046"/>
                    </a:lnTo>
                    <a:close/>
                    <a:moveTo>
                      <a:pt x="5421" y="2781"/>
                    </a:moveTo>
                    <a:lnTo>
                      <a:pt x="4764" y="2944"/>
                    </a:lnTo>
                    <a:lnTo>
                      <a:pt x="4107" y="3271"/>
                    </a:lnTo>
                    <a:lnTo>
                      <a:pt x="3614" y="3925"/>
                    </a:lnTo>
                    <a:lnTo>
                      <a:pt x="3450" y="4743"/>
                    </a:lnTo>
                    <a:lnTo>
                      <a:pt x="3614" y="5560"/>
                    </a:lnTo>
                    <a:lnTo>
                      <a:pt x="4107" y="6214"/>
                    </a:lnTo>
                    <a:lnTo>
                      <a:pt x="4764" y="6542"/>
                    </a:lnTo>
                    <a:lnTo>
                      <a:pt x="5421" y="6705"/>
                    </a:lnTo>
                    <a:lnTo>
                      <a:pt x="6241" y="6542"/>
                    </a:lnTo>
                    <a:lnTo>
                      <a:pt x="6898" y="6214"/>
                    </a:lnTo>
                    <a:lnTo>
                      <a:pt x="7391" y="5560"/>
                    </a:lnTo>
                    <a:lnTo>
                      <a:pt x="7555" y="4743"/>
                    </a:lnTo>
                    <a:lnTo>
                      <a:pt x="7391" y="3925"/>
                    </a:lnTo>
                    <a:lnTo>
                      <a:pt x="6898" y="3271"/>
                    </a:lnTo>
                    <a:lnTo>
                      <a:pt x="6241" y="2944"/>
                    </a:lnTo>
                    <a:lnTo>
                      <a:pt x="5421" y="2781"/>
                    </a:lnTo>
                    <a:close/>
                    <a:moveTo>
                      <a:pt x="5421" y="7033"/>
                    </a:moveTo>
                    <a:lnTo>
                      <a:pt x="4600" y="7196"/>
                    </a:lnTo>
                    <a:lnTo>
                      <a:pt x="3943" y="7359"/>
                    </a:lnTo>
                    <a:lnTo>
                      <a:pt x="3285" y="7686"/>
                    </a:lnTo>
                    <a:lnTo>
                      <a:pt x="2628" y="8177"/>
                    </a:lnTo>
                    <a:lnTo>
                      <a:pt x="2135" y="8831"/>
                    </a:lnTo>
                    <a:lnTo>
                      <a:pt x="1807" y="9485"/>
                    </a:lnTo>
                    <a:lnTo>
                      <a:pt x="1643" y="10303"/>
                    </a:lnTo>
                    <a:lnTo>
                      <a:pt x="1479" y="11121"/>
                    </a:lnTo>
                    <a:lnTo>
                      <a:pt x="1643" y="11775"/>
                    </a:lnTo>
                    <a:lnTo>
                      <a:pt x="1807" y="12593"/>
                    </a:lnTo>
                    <a:lnTo>
                      <a:pt x="2135" y="13246"/>
                    </a:lnTo>
                    <a:lnTo>
                      <a:pt x="2628" y="13901"/>
                    </a:lnTo>
                    <a:lnTo>
                      <a:pt x="3285" y="14391"/>
                    </a:lnTo>
                    <a:lnTo>
                      <a:pt x="3943" y="14719"/>
                    </a:lnTo>
                    <a:lnTo>
                      <a:pt x="4600" y="14882"/>
                    </a:lnTo>
                    <a:lnTo>
                      <a:pt x="5421" y="15046"/>
                    </a:lnTo>
                    <a:lnTo>
                      <a:pt x="6241" y="14882"/>
                    </a:lnTo>
                    <a:lnTo>
                      <a:pt x="7063" y="14719"/>
                    </a:lnTo>
                    <a:lnTo>
                      <a:pt x="7720" y="14391"/>
                    </a:lnTo>
                    <a:lnTo>
                      <a:pt x="8377" y="13901"/>
                    </a:lnTo>
                    <a:lnTo>
                      <a:pt x="8870" y="13246"/>
                    </a:lnTo>
                    <a:lnTo>
                      <a:pt x="9198" y="12593"/>
                    </a:lnTo>
                    <a:lnTo>
                      <a:pt x="9362" y="11775"/>
                    </a:lnTo>
                    <a:lnTo>
                      <a:pt x="9527" y="11121"/>
                    </a:lnTo>
                    <a:lnTo>
                      <a:pt x="9362" y="10303"/>
                    </a:lnTo>
                    <a:lnTo>
                      <a:pt x="9198" y="9485"/>
                    </a:lnTo>
                    <a:lnTo>
                      <a:pt x="8870" y="8831"/>
                    </a:lnTo>
                    <a:lnTo>
                      <a:pt x="8377" y="8177"/>
                    </a:lnTo>
                    <a:lnTo>
                      <a:pt x="7720" y="7686"/>
                    </a:lnTo>
                    <a:lnTo>
                      <a:pt x="7063" y="7359"/>
                    </a:lnTo>
                    <a:lnTo>
                      <a:pt x="6241" y="7196"/>
                    </a:lnTo>
                    <a:lnTo>
                      <a:pt x="5421" y="703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65" name="Freeform 29"/>
              <p:cNvSpPr>
                <a:spLocks noEditPoints="1"/>
              </p:cNvSpPr>
              <p:nvPr/>
            </p:nvSpPr>
            <p:spPr bwMode="gray">
              <a:xfrm>
                <a:off x="2073275" y="5057775"/>
                <a:ext cx="336550" cy="334962"/>
              </a:xfrm>
              <a:custGeom>
                <a:avLst/>
                <a:gdLst/>
                <a:ahLst/>
                <a:cxnLst>
                  <a:cxn ang="0">
                    <a:pos x="3286" y="6541"/>
                  </a:cxn>
                  <a:cxn ang="0">
                    <a:pos x="2629" y="6378"/>
                  </a:cxn>
                  <a:cxn ang="0">
                    <a:pos x="2136" y="6215"/>
                  </a:cxn>
                  <a:cxn ang="0">
                    <a:pos x="1479" y="5887"/>
                  </a:cxn>
                  <a:cxn ang="0">
                    <a:pos x="986" y="5561"/>
                  </a:cxn>
                  <a:cxn ang="0">
                    <a:pos x="658" y="5070"/>
                  </a:cxn>
                  <a:cxn ang="0">
                    <a:pos x="329" y="4416"/>
                  </a:cxn>
                  <a:cxn ang="0">
                    <a:pos x="165" y="3925"/>
                  </a:cxn>
                  <a:cxn ang="0">
                    <a:pos x="0" y="3271"/>
                  </a:cxn>
                  <a:cxn ang="0">
                    <a:pos x="165" y="2617"/>
                  </a:cxn>
                  <a:cxn ang="0">
                    <a:pos x="329" y="1963"/>
                  </a:cxn>
                  <a:cxn ang="0">
                    <a:pos x="658" y="1308"/>
                  </a:cxn>
                  <a:cxn ang="0">
                    <a:pos x="986" y="818"/>
                  </a:cxn>
                  <a:cxn ang="0">
                    <a:pos x="1479" y="491"/>
                  </a:cxn>
                  <a:cxn ang="0">
                    <a:pos x="2136" y="164"/>
                  </a:cxn>
                  <a:cxn ang="0">
                    <a:pos x="2629" y="0"/>
                  </a:cxn>
                  <a:cxn ang="0">
                    <a:pos x="3286" y="0"/>
                  </a:cxn>
                  <a:cxn ang="0">
                    <a:pos x="3942" y="0"/>
                  </a:cxn>
                  <a:cxn ang="0">
                    <a:pos x="4599" y="164"/>
                  </a:cxn>
                  <a:cxn ang="0">
                    <a:pos x="5256" y="491"/>
                  </a:cxn>
                  <a:cxn ang="0">
                    <a:pos x="5749" y="818"/>
                  </a:cxn>
                  <a:cxn ang="0">
                    <a:pos x="6077" y="1308"/>
                  </a:cxn>
                  <a:cxn ang="0">
                    <a:pos x="6406" y="1963"/>
                  </a:cxn>
                  <a:cxn ang="0">
                    <a:pos x="6570" y="2617"/>
                  </a:cxn>
                  <a:cxn ang="0">
                    <a:pos x="6570" y="3271"/>
                  </a:cxn>
                  <a:cxn ang="0">
                    <a:pos x="6570" y="3925"/>
                  </a:cxn>
                  <a:cxn ang="0">
                    <a:pos x="6406" y="4416"/>
                  </a:cxn>
                  <a:cxn ang="0">
                    <a:pos x="6077" y="5070"/>
                  </a:cxn>
                  <a:cxn ang="0">
                    <a:pos x="5749" y="5561"/>
                  </a:cxn>
                  <a:cxn ang="0">
                    <a:pos x="5256" y="5887"/>
                  </a:cxn>
                  <a:cxn ang="0">
                    <a:pos x="4599" y="6215"/>
                  </a:cxn>
                  <a:cxn ang="0">
                    <a:pos x="3942" y="6378"/>
                  </a:cxn>
                  <a:cxn ang="0">
                    <a:pos x="3286" y="6541"/>
                  </a:cxn>
                  <a:cxn ang="0">
                    <a:pos x="5585" y="3271"/>
                  </a:cxn>
                  <a:cxn ang="0">
                    <a:pos x="5420" y="4088"/>
                  </a:cxn>
                  <a:cxn ang="0">
                    <a:pos x="4928" y="4743"/>
                  </a:cxn>
                  <a:cxn ang="0">
                    <a:pos x="4271" y="5233"/>
                  </a:cxn>
                  <a:cxn ang="0">
                    <a:pos x="3286" y="5561"/>
                  </a:cxn>
                  <a:cxn ang="0">
                    <a:pos x="2465" y="5233"/>
                  </a:cxn>
                  <a:cxn ang="0">
                    <a:pos x="1643" y="4743"/>
                  </a:cxn>
                  <a:cxn ang="0">
                    <a:pos x="1150" y="4088"/>
                  </a:cxn>
                  <a:cxn ang="0">
                    <a:pos x="986" y="3271"/>
                  </a:cxn>
                  <a:cxn ang="0">
                    <a:pos x="1150" y="2289"/>
                  </a:cxn>
                  <a:cxn ang="0">
                    <a:pos x="1643" y="1635"/>
                  </a:cxn>
                  <a:cxn ang="0">
                    <a:pos x="2465" y="1145"/>
                  </a:cxn>
                  <a:cxn ang="0">
                    <a:pos x="3286" y="981"/>
                  </a:cxn>
                  <a:cxn ang="0">
                    <a:pos x="4271" y="1145"/>
                  </a:cxn>
                  <a:cxn ang="0">
                    <a:pos x="4928" y="1635"/>
                  </a:cxn>
                  <a:cxn ang="0">
                    <a:pos x="5420" y="2289"/>
                  </a:cxn>
                  <a:cxn ang="0">
                    <a:pos x="5585" y="3271"/>
                  </a:cxn>
                </a:cxnLst>
                <a:rect l="0" t="0" r="r" b="b"/>
                <a:pathLst>
                  <a:path w="6570" h="6541">
                    <a:moveTo>
                      <a:pt x="3286" y="6541"/>
                    </a:moveTo>
                    <a:lnTo>
                      <a:pt x="2629" y="6378"/>
                    </a:lnTo>
                    <a:lnTo>
                      <a:pt x="2136" y="6215"/>
                    </a:lnTo>
                    <a:lnTo>
                      <a:pt x="1479" y="5887"/>
                    </a:lnTo>
                    <a:lnTo>
                      <a:pt x="986" y="5561"/>
                    </a:lnTo>
                    <a:lnTo>
                      <a:pt x="658" y="5070"/>
                    </a:lnTo>
                    <a:lnTo>
                      <a:pt x="329" y="4416"/>
                    </a:lnTo>
                    <a:lnTo>
                      <a:pt x="165" y="3925"/>
                    </a:lnTo>
                    <a:lnTo>
                      <a:pt x="0" y="3271"/>
                    </a:lnTo>
                    <a:lnTo>
                      <a:pt x="165" y="2617"/>
                    </a:lnTo>
                    <a:lnTo>
                      <a:pt x="329" y="1963"/>
                    </a:lnTo>
                    <a:lnTo>
                      <a:pt x="658" y="1308"/>
                    </a:lnTo>
                    <a:lnTo>
                      <a:pt x="986" y="818"/>
                    </a:lnTo>
                    <a:lnTo>
                      <a:pt x="1479" y="491"/>
                    </a:lnTo>
                    <a:lnTo>
                      <a:pt x="2136" y="164"/>
                    </a:lnTo>
                    <a:lnTo>
                      <a:pt x="2629" y="0"/>
                    </a:lnTo>
                    <a:lnTo>
                      <a:pt x="3286" y="0"/>
                    </a:lnTo>
                    <a:lnTo>
                      <a:pt x="3942" y="0"/>
                    </a:lnTo>
                    <a:lnTo>
                      <a:pt x="4599" y="164"/>
                    </a:lnTo>
                    <a:lnTo>
                      <a:pt x="5256" y="491"/>
                    </a:lnTo>
                    <a:lnTo>
                      <a:pt x="5749" y="818"/>
                    </a:lnTo>
                    <a:lnTo>
                      <a:pt x="6077" y="1308"/>
                    </a:lnTo>
                    <a:lnTo>
                      <a:pt x="6406" y="1963"/>
                    </a:lnTo>
                    <a:lnTo>
                      <a:pt x="6570" y="2617"/>
                    </a:lnTo>
                    <a:lnTo>
                      <a:pt x="6570" y="3271"/>
                    </a:lnTo>
                    <a:lnTo>
                      <a:pt x="6570" y="3925"/>
                    </a:lnTo>
                    <a:lnTo>
                      <a:pt x="6406" y="4416"/>
                    </a:lnTo>
                    <a:lnTo>
                      <a:pt x="6077" y="5070"/>
                    </a:lnTo>
                    <a:lnTo>
                      <a:pt x="5749" y="5561"/>
                    </a:lnTo>
                    <a:lnTo>
                      <a:pt x="5256" y="5887"/>
                    </a:lnTo>
                    <a:lnTo>
                      <a:pt x="4599" y="6215"/>
                    </a:lnTo>
                    <a:lnTo>
                      <a:pt x="3942" y="6378"/>
                    </a:lnTo>
                    <a:lnTo>
                      <a:pt x="3286" y="6541"/>
                    </a:lnTo>
                    <a:close/>
                    <a:moveTo>
                      <a:pt x="5585" y="3271"/>
                    </a:moveTo>
                    <a:lnTo>
                      <a:pt x="5420" y="4088"/>
                    </a:lnTo>
                    <a:lnTo>
                      <a:pt x="4928" y="4743"/>
                    </a:lnTo>
                    <a:lnTo>
                      <a:pt x="4271" y="5233"/>
                    </a:lnTo>
                    <a:lnTo>
                      <a:pt x="3286" y="5561"/>
                    </a:lnTo>
                    <a:lnTo>
                      <a:pt x="2465" y="5233"/>
                    </a:lnTo>
                    <a:lnTo>
                      <a:pt x="1643" y="4743"/>
                    </a:lnTo>
                    <a:lnTo>
                      <a:pt x="1150" y="4088"/>
                    </a:lnTo>
                    <a:lnTo>
                      <a:pt x="986" y="3271"/>
                    </a:lnTo>
                    <a:lnTo>
                      <a:pt x="1150" y="2289"/>
                    </a:lnTo>
                    <a:lnTo>
                      <a:pt x="1643" y="1635"/>
                    </a:lnTo>
                    <a:lnTo>
                      <a:pt x="2465" y="1145"/>
                    </a:lnTo>
                    <a:lnTo>
                      <a:pt x="3286" y="981"/>
                    </a:lnTo>
                    <a:lnTo>
                      <a:pt x="4271" y="1145"/>
                    </a:lnTo>
                    <a:lnTo>
                      <a:pt x="4928" y="1635"/>
                    </a:lnTo>
                    <a:lnTo>
                      <a:pt x="5420" y="2289"/>
                    </a:lnTo>
                    <a:lnTo>
                      <a:pt x="5585" y="327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66" name="Freeform 30"/>
              <p:cNvSpPr>
                <a:spLocks noEditPoints="1"/>
              </p:cNvSpPr>
              <p:nvPr/>
            </p:nvSpPr>
            <p:spPr bwMode="gray">
              <a:xfrm>
                <a:off x="2173288" y="4832350"/>
                <a:ext cx="134937" cy="133350"/>
              </a:xfrm>
              <a:custGeom>
                <a:avLst/>
                <a:gdLst/>
                <a:ahLst/>
                <a:cxnLst>
                  <a:cxn ang="0">
                    <a:pos x="1314" y="2616"/>
                  </a:cxn>
                  <a:cxn ang="0">
                    <a:pos x="821" y="2453"/>
                  </a:cxn>
                  <a:cxn ang="0">
                    <a:pos x="493" y="2289"/>
                  </a:cxn>
                  <a:cxn ang="0">
                    <a:pos x="164" y="1798"/>
                  </a:cxn>
                  <a:cxn ang="0">
                    <a:pos x="0" y="1308"/>
                  </a:cxn>
                  <a:cxn ang="0">
                    <a:pos x="164" y="817"/>
                  </a:cxn>
                  <a:cxn ang="0">
                    <a:pos x="493" y="326"/>
                  </a:cxn>
                  <a:cxn ang="0">
                    <a:pos x="821" y="163"/>
                  </a:cxn>
                  <a:cxn ang="0">
                    <a:pos x="1314" y="0"/>
                  </a:cxn>
                  <a:cxn ang="0">
                    <a:pos x="1806" y="163"/>
                  </a:cxn>
                  <a:cxn ang="0">
                    <a:pos x="2299" y="326"/>
                  </a:cxn>
                  <a:cxn ang="0">
                    <a:pos x="2627" y="817"/>
                  </a:cxn>
                  <a:cxn ang="0">
                    <a:pos x="2627" y="1308"/>
                  </a:cxn>
                  <a:cxn ang="0">
                    <a:pos x="2627" y="1798"/>
                  </a:cxn>
                  <a:cxn ang="0">
                    <a:pos x="2299" y="2289"/>
                  </a:cxn>
                  <a:cxn ang="0">
                    <a:pos x="1806" y="2453"/>
                  </a:cxn>
                  <a:cxn ang="0">
                    <a:pos x="1314" y="2616"/>
                  </a:cxn>
                  <a:cxn ang="0">
                    <a:pos x="2134" y="1308"/>
                  </a:cxn>
                  <a:cxn ang="0">
                    <a:pos x="2134" y="1635"/>
                  </a:cxn>
                  <a:cxn ang="0">
                    <a:pos x="1970" y="1798"/>
                  </a:cxn>
                  <a:cxn ang="0">
                    <a:pos x="1641" y="1962"/>
                  </a:cxn>
                  <a:cxn ang="0">
                    <a:pos x="1314" y="2125"/>
                  </a:cxn>
                  <a:cxn ang="0">
                    <a:pos x="985" y="1962"/>
                  </a:cxn>
                  <a:cxn ang="0">
                    <a:pos x="821" y="1798"/>
                  </a:cxn>
                  <a:cxn ang="0">
                    <a:pos x="657" y="1635"/>
                  </a:cxn>
                  <a:cxn ang="0">
                    <a:pos x="493" y="1308"/>
                  </a:cxn>
                  <a:cxn ang="0">
                    <a:pos x="657" y="980"/>
                  </a:cxn>
                  <a:cxn ang="0">
                    <a:pos x="821" y="654"/>
                  </a:cxn>
                  <a:cxn ang="0">
                    <a:pos x="985" y="490"/>
                  </a:cxn>
                  <a:cxn ang="0">
                    <a:pos x="1314" y="490"/>
                  </a:cxn>
                  <a:cxn ang="0">
                    <a:pos x="1641" y="490"/>
                  </a:cxn>
                  <a:cxn ang="0">
                    <a:pos x="1970" y="654"/>
                  </a:cxn>
                  <a:cxn ang="0">
                    <a:pos x="2134" y="980"/>
                  </a:cxn>
                  <a:cxn ang="0">
                    <a:pos x="2134" y="1308"/>
                  </a:cxn>
                </a:cxnLst>
                <a:rect l="0" t="0" r="r" b="b"/>
                <a:pathLst>
                  <a:path w="2627" h="2616">
                    <a:moveTo>
                      <a:pt x="1314" y="2616"/>
                    </a:moveTo>
                    <a:lnTo>
                      <a:pt x="821" y="2453"/>
                    </a:lnTo>
                    <a:lnTo>
                      <a:pt x="493" y="2289"/>
                    </a:lnTo>
                    <a:lnTo>
                      <a:pt x="164" y="1798"/>
                    </a:lnTo>
                    <a:lnTo>
                      <a:pt x="0" y="1308"/>
                    </a:lnTo>
                    <a:lnTo>
                      <a:pt x="164" y="817"/>
                    </a:lnTo>
                    <a:lnTo>
                      <a:pt x="493" y="326"/>
                    </a:lnTo>
                    <a:lnTo>
                      <a:pt x="821" y="163"/>
                    </a:lnTo>
                    <a:lnTo>
                      <a:pt x="1314" y="0"/>
                    </a:lnTo>
                    <a:lnTo>
                      <a:pt x="1806" y="163"/>
                    </a:lnTo>
                    <a:lnTo>
                      <a:pt x="2299" y="326"/>
                    </a:lnTo>
                    <a:lnTo>
                      <a:pt x="2627" y="817"/>
                    </a:lnTo>
                    <a:lnTo>
                      <a:pt x="2627" y="1308"/>
                    </a:lnTo>
                    <a:lnTo>
                      <a:pt x="2627" y="1798"/>
                    </a:lnTo>
                    <a:lnTo>
                      <a:pt x="2299" y="2289"/>
                    </a:lnTo>
                    <a:lnTo>
                      <a:pt x="1806" y="2453"/>
                    </a:lnTo>
                    <a:lnTo>
                      <a:pt x="1314" y="2616"/>
                    </a:lnTo>
                    <a:close/>
                    <a:moveTo>
                      <a:pt x="2134" y="1308"/>
                    </a:moveTo>
                    <a:lnTo>
                      <a:pt x="2134" y="1635"/>
                    </a:lnTo>
                    <a:lnTo>
                      <a:pt x="1970" y="1798"/>
                    </a:lnTo>
                    <a:lnTo>
                      <a:pt x="1641" y="1962"/>
                    </a:lnTo>
                    <a:lnTo>
                      <a:pt x="1314" y="2125"/>
                    </a:lnTo>
                    <a:lnTo>
                      <a:pt x="985" y="1962"/>
                    </a:lnTo>
                    <a:lnTo>
                      <a:pt x="821" y="1798"/>
                    </a:lnTo>
                    <a:lnTo>
                      <a:pt x="657" y="1635"/>
                    </a:lnTo>
                    <a:lnTo>
                      <a:pt x="493" y="1308"/>
                    </a:lnTo>
                    <a:lnTo>
                      <a:pt x="657" y="980"/>
                    </a:lnTo>
                    <a:lnTo>
                      <a:pt x="821" y="654"/>
                    </a:lnTo>
                    <a:lnTo>
                      <a:pt x="985" y="490"/>
                    </a:lnTo>
                    <a:lnTo>
                      <a:pt x="1314" y="490"/>
                    </a:lnTo>
                    <a:lnTo>
                      <a:pt x="1641" y="490"/>
                    </a:lnTo>
                    <a:lnTo>
                      <a:pt x="1970" y="654"/>
                    </a:lnTo>
                    <a:lnTo>
                      <a:pt x="2134" y="980"/>
                    </a:lnTo>
                    <a:lnTo>
                      <a:pt x="2134" y="1308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prstClr val="black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767" name="矩形 721"/>
          <p:cNvSpPr/>
          <p:nvPr/>
        </p:nvSpPr>
        <p:spPr bwMode="gray">
          <a:xfrm>
            <a:off x="519771" y="4881703"/>
            <a:ext cx="11444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WAMS</a:t>
            </a:r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68" name="矩形 61"/>
          <p:cNvSpPr/>
          <p:nvPr/>
        </p:nvSpPr>
        <p:spPr bwMode="gray">
          <a:xfrm>
            <a:off x="667533" y="4019975"/>
            <a:ext cx="1400299" cy="1988276"/>
          </a:xfrm>
          <a:prstGeom prst="rect">
            <a:avLst/>
          </a:prstGeom>
          <a:noFill/>
          <a:ln w="9525" algn="ctr">
            <a:solidFill>
              <a:srgbClr val="808080"/>
            </a:solidFill>
            <a:prstDash val="dash"/>
            <a:round/>
            <a:headEnd/>
            <a:tailEnd/>
          </a:ln>
        </p:spPr>
        <p:txBody>
          <a:bodyPr lIns="182767" tIns="182767" rIns="182767" bIns="182767" rtlCol="0" anchor="ctr"/>
          <a:lstStyle/>
          <a:p>
            <a:pPr indent="-215771" algn="ctr" defTabSz="913851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EEECE1"/>
              </a:buClr>
              <a:buSzPct val="80000"/>
            </a:pPr>
            <a:endParaRPr lang="en-US" sz="1999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69" name="矩形 724"/>
          <p:cNvSpPr/>
          <p:nvPr/>
        </p:nvSpPr>
        <p:spPr bwMode="gray">
          <a:xfrm>
            <a:off x="591857" y="3064557"/>
            <a:ext cx="10957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办公电话</a:t>
            </a:r>
          </a:p>
        </p:txBody>
      </p:sp>
      <p:sp>
        <p:nvSpPr>
          <p:cNvPr id="770" name="矩形 731"/>
          <p:cNvSpPr/>
          <p:nvPr/>
        </p:nvSpPr>
        <p:spPr bwMode="gray">
          <a:xfrm>
            <a:off x="438846" y="1971117"/>
            <a:ext cx="1248796" cy="2192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3851" fontAlgn="base">
              <a:lnSpc>
                <a:spcPts val="9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200" kern="1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园区监控</a:t>
            </a:r>
            <a:endParaRPr lang="zh-CN" altLang="zh-CN" sz="1200" kern="1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71" name="矩形 738"/>
          <p:cNvSpPr/>
          <p:nvPr/>
        </p:nvSpPr>
        <p:spPr bwMode="gray">
          <a:xfrm>
            <a:off x="863960" y="1587380"/>
            <a:ext cx="8236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kern="1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数据中心</a:t>
            </a:r>
            <a:endParaRPr lang="zh-CN" altLang="zh-CN" sz="1200" kern="1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772" name="矩形 742"/>
          <p:cNvSpPr/>
          <p:nvPr/>
        </p:nvSpPr>
        <p:spPr bwMode="gray">
          <a:xfrm>
            <a:off x="605203" y="2297082"/>
            <a:ext cx="108243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办公自动化</a:t>
            </a:r>
          </a:p>
        </p:txBody>
      </p:sp>
      <p:sp>
        <p:nvSpPr>
          <p:cNvPr id="773" name="矩形 749"/>
          <p:cNvSpPr/>
          <p:nvPr/>
        </p:nvSpPr>
        <p:spPr bwMode="gray">
          <a:xfrm>
            <a:off x="540913" y="2680819"/>
            <a:ext cx="114672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客户服务</a:t>
            </a:r>
          </a:p>
        </p:txBody>
      </p:sp>
      <p:grpSp>
        <p:nvGrpSpPr>
          <p:cNvPr id="774" name="组合 646"/>
          <p:cNvGrpSpPr/>
          <p:nvPr/>
        </p:nvGrpSpPr>
        <p:grpSpPr bwMode="gray">
          <a:xfrm>
            <a:off x="1624207" y="3013319"/>
            <a:ext cx="334225" cy="334224"/>
            <a:chOff x="954534" y="2001431"/>
            <a:chExt cx="442913" cy="442912"/>
          </a:xfrm>
        </p:grpSpPr>
        <p:sp>
          <p:nvSpPr>
            <p:cNvPr id="775" name="椭圆 726"/>
            <p:cNvSpPr/>
            <p:nvPr/>
          </p:nvSpPr>
          <p:spPr bwMode="gray">
            <a:xfrm>
              <a:off x="954534" y="2001431"/>
              <a:ext cx="442913" cy="442912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2799" kern="0" dirty="0">
                <a:solidFill>
                  <a:srgbClr val="4BACC6">
                    <a:lumMod val="7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grpSp>
          <p:nvGrpSpPr>
            <p:cNvPr id="776" name="组合 605"/>
            <p:cNvGrpSpPr/>
            <p:nvPr/>
          </p:nvGrpSpPr>
          <p:grpSpPr bwMode="gray">
            <a:xfrm>
              <a:off x="1036409" y="2124178"/>
              <a:ext cx="279162" cy="183993"/>
              <a:chOff x="18738472" y="-1743155"/>
              <a:chExt cx="835403" cy="550606"/>
            </a:xfrm>
            <a:solidFill>
              <a:sysClr val="window" lastClr="FFFFFF"/>
            </a:solidFill>
          </p:grpSpPr>
          <p:sp>
            <p:nvSpPr>
              <p:cNvPr id="777" name="Freeform 64"/>
              <p:cNvSpPr>
                <a:spLocks/>
              </p:cNvSpPr>
              <p:nvPr/>
            </p:nvSpPr>
            <p:spPr bwMode="gray">
              <a:xfrm>
                <a:off x="18738472" y="-1743155"/>
                <a:ext cx="835403" cy="297454"/>
              </a:xfrm>
              <a:custGeom>
                <a:avLst/>
                <a:gdLst/>
                <a:ahLst/>
                <a:cxnLst>
                  <a:cxn ang="0">
                    <a:pos x="132" y="0"/>
                  </a:cxn>
                  <a:cxn ang="0">
                    <a:pos x="132" y="0"/>
                  </a:cxn>
                  <a:cxn ang="0">
                    <a:pos x="106" y="0"/>
                  </a:cxn>
                  <a:cxn ang="0">
                    <a:pos x="80" y="6"/>
                  </a:cxn>
                  <a:cxn ang="0">
                    <a:pos x="58" y="12"/>
                  </a:cxn>
                  <a:cxn ang="0">
                    <a:pos x="38" y="22"/>
                  </a:cxn>
                  <a:cxn ang="0">
                    <a:pos x="22" y="32"/>
                  </a:cxn>
                  <a:cxn ang="0">
                    <a:pos x="10" y="44"/>
                  </a:cxn>
                  <a:cxn ang="0">
                    <a:pos x="2" y="58"/>
                  </a:cxn>
                  <a:cxn ang="0">
                    <a:pos x="0" y="66"/>
                  </a:cxn>
                  <a:cxn ang="0">
                    <a:pos x="0" y="74"/>
                  </a:cxn>
                  <a:cxn ang="0">
                    <a:pos x="0" y="74"/>
                  </a:cxn>
                  <a:cxn ang="0">
                    <a:pos x="0" y="80"/>
                  </a:cxn>
                  <a:cxn ang="0">
                    <a:pos x="2" y="84"/>
                  </a:cxn>
                  <a:cxn ang="0">
                    <a:pos x="4" y="88"/>
                  </a:cxn>
                  <a:cxn ang="0">
                    <a:pos x="8" y="92"/>
                  </a:cxn>
                  <a:cxn ang="0">
                    <a:pos x="18" y="94"/>
                  </a:cxn>
                  <a:cxn ang="0">
                    <a:pos x="32" y="92"/>
                  </a:cxn>
                  <a:cxn ang="0">
                    <a:pos x="32" y="92"/>
                  </a:cxn>
                  <a:cxn ang="0">
                    <a:pos x="36" y="82"/>
                  </a:cxn>
                  <a:cxn ang="0">
                    <a:pos x="42" y="74"/>
                  </a:cxn>
                  <a:cxn ang="0">
                    <a:pos x="50" y="64"/>
                  </a:cxn>
                  <a:cxn ang="0">
                    <a:pos x="58" y="56"/>
                  </a:cxn>
                  <a:cxn ang="0">
                    <a:pos x="58" y="56"/>
                  </a:cxn>
                  <a:cxn ang="0">
                    <a:pos x="74" y="46"/>
                  </a:cxn>
                  <a:cxn ang="0">
                    <a:pos x="92" y="36"/>
                  </a:cxn>
                  <a:cxn ang="0">
                    <a:pos x="112" y="32"/>
                  </a:cxn>
                  <a:cxn ang="0">
                    <a:pos x="132" y="30"/>
                  </a:cxn>
                  <a:cxn ang="0">
                    <a:pos x="132" y="30"/>
                  </a:cxn>
                  <a:cxn ang="0">
                    <a:pos x="154" y="32"/>
                  </a:cxn>
                  <a:cxn ang="0">
                    <a:pos x="174" y="36"/>
                  </a:cxn>
                  <a:cxn ang="0">
                    <a:pos x="192" y="46"/>
                  </a:cxn>
                  <a:cxn ang="0">
                    <a:pos x="206" y="56"/>
                  </a:cxn>
                  <a:cxn ang="0">
                    <a:pos x="206" y="56"/>
                  </a:cxn>
                  <a:cxn ang="0">
                    <a:pos x="214" y="64"/>
                  </a:cxn>
                  <a:cxn ang="0">
                    <a:pos x="222" y="74"/>
                  </a:cxn>
                  <a:cxn ang="0">
                    <a:pos x="228" y="82"/>
                  </a:cxn>
                  <a:cxn ang="0">
                    <a:pos x="232" y="92"/>
                  </a:cxn>
                  <a:cxn ang="0">
                    <a:pos x="232" y="92"/>
                  </a:cxn>
                  <a:cxn ang="0">
                    <a:pos x="246" y="94"/>
                  </a:cxn>
                  <a:cxn ang="0">
                    <a:pos x="256" y="92"/>
                  </a:cxn>
                  <a:cxn ang="0">
                    <a:pos x="260" y="88"/>
                  </a:cxn>
                  <a:cxn ang="0">
                    <a:pos x="262" y="84"/>
                  </a:cxn>
                  <a:cxn ang="0">
                    <a:pos x="264" y="80"/>
                  </a:cxn>
                  <a:cxn ang="0">
                    <a:pos x="264" y="74"/>
                  </a:cxn>
                  <a:cxn ang="0">
                    <a:pos x="264" y="74"/>
                  </a:cxn>
                  <a:cxn ang="0">
                    <a:pos x="264" y="66"/>
                  </a:cxn>
                  <a:cxn ang="0">
                    <a:pos x="262" y="58"/>
                  </a:cxn>
                  <a:cxn ang="0">
                    <a:pos x="254" y="44"/>
                  </a:cxn>
                  <a:cxn ang="0">
                    <a:pos x="242" y="32"/>
                  </a:cxn>
                  <a:cxn ang="0">
                    <a:pos x="226" y="22"/>
                  </a:cxn>
                  <a:cxn ang="0">
                    <a:pos x="206" y="12"/>
                  </a:cxn>
                  <a:cxn ang="0">
                    <a:pos x="184" y="6"/>
                  </a:cxn>
                  <a:cxn ang="0">
                    <a:pos x="160" y="0"/>
                  </a:cxn>
                  <a:cxn ang="0">
                    <a:pos x="132" y="0"/>
                  </a:cxn>
                  <a:cxn ang="0">
                    <a:pos x="132" y="0"/>
                  </a:cxn>
                </a:cxnLst>
                <a:rect l="0" t="0" r="r" b="b"/>
                <a:pathLst>
                  <a:path w="264" h="94">
                    <a:moveTo>
                      <a:pt x="132" y="0"/>
                    </a:moveTo>
                    <a:lnTo>
                      <a:pt x="132" y="0"/>
                    </a:lnTo>
                    <a:lnTo>
                      <a:pt x="106" y="0"/>
                    </a:lnTo>
                    <a:lnTo>
                      <a:pt x="80" y="6"/>
                    </a:lnTo>
                    <a:lnTo>
                      <a:pt x="58" y="12"/>
                    </a:lnTo>
                    <a:lnTo>
                      <a:pt x="38" y="22"/>
                    </a:lnTo>
                    <a:lnTo>
                      <a:pt x="22" y="32"/>
                    </a:lnTo>
                    <a:lnTo>
                      <a:pt x="10" y="44"/>
                    </a:lnTo>
                    <a:lnTo>
                      <a:pt x="2" y="58"/>
                    </a:lnTo>
                    <a:lnTo>
                      <a:pt x="0" y="66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80"/>
                    </a:lnTo>
                    <a:lnTo>
                      <a:pt x="2" y="84"/>
                    </a:lnTo>
                    <a:lnTo>
                      <a:pt x="4" y="88"/>
                    </a:lnTo>
                    <a:lnTo>
                      <a:pt x="8" y="92"/>
                    </a:lnTo>
                    <a:lnTo>
                      <a:pt x="18" y="94"/>
                    </a:lnTo>
                    <a:lnTo>
                      <a:pt x="32" y="92"/>
                    </a:lnTo>
                    <a:lnTo>
                      <a:pt x="32" y="92"/>
                    </a:lnTo>
                    <a:lnTo>
                      <a:pt x="36" y="82"/>
                    </a:lnTo>
                    <a:lnTo>
                      <a:pt x="42" y="74"/>
                    </a:lnTo>
                    <a:lnTo>
                      <a:pt x="50" y="64"/>
                    </a:lnTo>
                    <a:lnTo>
                      <a:pt x="58" y="56"/>
                    </a:lnTo>
                    <a:lnTo>
                      <a:pt x="58" y="56"/>
                    </a:lnTo>
                    <a:lnTo>
                      <a:pt x="74" y="46"/>
                    </a:lnTo>
                    <a:lnTo>
                      <a:pt x="92" y="36"/>
                    </a:lnTo>
                    <a:lnTo>
                      <a:pt x="112" y="32"/>
                    </a:lnTo>
                    <a:lnTo>
                      <a:pt x="132" y="30"/>
                    </a:lnTo>
                    <a:lnTo>
                      <a:pt x="132" y="30"/>
                    </a:lnTo>
                    <a:lnTo>
                      <a:pt x="154" y="32"/>
                    </a:lnTo>
                    <a:lnTo>
                      <a:pt x="174" y="36"/>
                    </a:lnTo>
                    <a:lnTo>
                      <a:pt x="192" y="46"/>
                    </a:lnTo>
                    <a:lnTo>
                      <a:pt x="206" y="56"/>
                    </a:lnTo>
                    <a:lnTo>
                      <a:pt x="206" y="56"/>
                    </a:lnTo>
                    <a:lnTo>
                      <a:pt x="214" y="64"/>
                    </a:lnTo>
                    <a:lnTo>
                      <a:pt x="222" y="74"/>
                    </a:lnTo>
                    <a:lnTo>
                      <a:pt x="228" y="82"/>
                    </a:lnTo>
                    <a:lnTo>
                      <a:pt x="232" y="92"/>
                    </a:lnTo>
                    <a:lnTo>
                      <a:pt x="232" y="92"/>
                    </a:lnTo>
                    <a:lnTo>
                      <a:pt x="246" y="94"/>
                    </a:lnTo>
                    <a:lnTo>
                      <a:pt x="256" y="92"/>
                    </a:lnTo>
                    <a:lnTo>
                      <a:pt x="260" y="88"/>
                    </a:lnTo>
                    <a:lnTo>
                      <a:pt x="262" y="84"/>
                    </a:lnTo>
                    <a:lnTo>
                      <a:pt x="264" y="80"/>
                    </a:lnTo>
                    <a:lnTo>
                      <a:pt x="264" y="74"/>
                    </a:lnTo>
                    <a:lnTo>
                      <a:pt x="264" y="74"/>
                    </a:lnTo>
                    <a:lnTo>
                      <a:pt x="264" y="66"/>
                    </a:lnTo>
                    <a:lnTo>
                      <a:pt x="262" y="58"/>
                    </a:lnTo>
                    <a:lnTo>
                      <a:pt x="254" y="44"/>
                    </a:lnTo>
                    <a:lnTo>
                      <a:pt x="242" y="32"/>
                    </a:lnTo>
                    <a:lnTo>
                      <a:pt x="226" y="22"/>
                    </a:lnTo>
                    <a:lnTo>
                      <a:pt x="206" y="12"/>
                    </a:lnTo>
                    <a:lnTo>
                      <a:pt x="184" y="6"/>
                    </a:lnTo>
                    <a:lnTo>
                      <a:pt x="160" y="0"/>
                    </a:lnTo>
                    <a:lnTo>
                      <a:pt x="132" y="0"/>
                    </a:lnTo>
                    <a:lnTo>
                      <a:pt x="13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srgbClr val="4BACC6">
                      <a:lumMod val="75000"/>
                    </a:srgb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  <p:sp>
            <p:nvSpPr>
              <p:cNvPr id="778" name="Freeform 65"/>
              <p:cNvSpPr>
                <a:spLocks noEditPoints="1"/>
              </p:cNvSpPr>
              <p:nvPr/>
            </p:nvSpPr>
            <p:spPr bwMode="gray">
              <a:xfrm>
                <a:off x="18852391" y="-1616579"/>
                <a:ext cx="607566" cy="424030"/>
              </a:xfrm>
              <a:custGeom>
                <a:avLst/>
                <a:gdLst/>
                <a:ahLst/>
                <a:cxnLst>
                  <a:cxn ang="0">
                    <a:pos x="96" y="0"/>
                  </a:cxn>
                  <a:cxn ang="0">
                    <a:pos x="58" y="6"/>
                  </a:cxn>
                  <a:cxn ang="0">
                    <a:pos x="28" y="24"/>
                  </a:cxn>
                  <a:cxn ang="0">
                    <a:pos x="8" y="52"/>
                  </a:cxn>
                  <a:cxn ang="0">
                    <a:pos x="0" y="84"/>
                  </a:cxn>
                  <a:cxn ang="0">
                    <a:pos x="2" y="100"/>
                  </a:cxn>
                  <a:cxn ang="0">
                    <a:pos x="16" y="120"/>
                  </a:cxn>
                  <a:cxn ang="0">
                    <a:pos x="42" y="130"/>
                  </a:cxn>
                  <a:cxn ang="0">
                    <a:pos x="96" y="134"/>
                  </a:cxn>
                  <a:cxn ang="0">
                    <a:pos x="134" y="132"/>
                  </a:cxn>
                  <a:cxn ang="0">
                    <a:pos x="164" y="126"/>
                  </a:cxn>
                  <a:cxn ang="0">
                    <a:pos x="186" y="112"/>
                  </a:cxn>
                  <a:cxn ang="0">
                    <a:pos x="192" y="84"/>
                  </a:cxn>
                  <a:cxn ang="0">
                    <a:pos x="192" y="68"/>
                  </a:cxn>
                  <a:cxn ang="0">
                    <a:pos x="176" y="38"/>
                  </a:cxn>
                  <a:cxn ang="0">
                    <a:pos x="150" y="14"/>
                  </a:cxn>
                  <a:cxn ang="0">
                    <a:pos x="116" y="2"/>
                  </a:cxn>
                  <a:cxn ang="0">
                    <a:pos x="96" y="0"/>
                  </a:cxn>
                  <a:cxn ang="0">
                    <a:pos x="96" y="92"/>
                  </a:cxn>
                  <a:cxn ang="0">
                    <a:pos x="80" y="88"/>
                  </a:cxn>
                  <a:cxn ang="0">
                    <a:pos x="66" y="82"/>
                  </a:cxn>
                  <a:cxn ang="0">
                    <a:pos x="58" y="70"/>
                  </a:cxn>
                  <a:cxn ang="0">
                    <a:pos x="54" y="56"/>
                  </a:cxn>
                  <a:cxn ang="0">
                    <a:pos x="54" y="50"/>
                  </a:cxn>
                  <a:cxn ang="0">
                    <a:pos x="62" y="36"/>
                  </a:cxn>
                  <a:cxn ang="0">
                    <a:pos x="72" y="28"/>
                  </a:cxn>
                  <a:cxn ang="0">
                    <a:pos x="88" y="22"/>
                  </a:cxn>
                  <a:cxn ang="0">
                    <a:pos x="96" y="22"/>
                  </a:cxn>
                  <a:cxn ang="0">
                    <a:pos x="112" y="24"/>
                  </a:cxn>
                  <a:cxn ang="0">
                    <a:pos x="126" y="32"/>
                  </a:cxn>
                  <a:cxn ang="0">
                    <a:pos x="136" y="42"/>
                  </a:cxn>
                  <a:cxn ang="0">
                    <a:pos x="138" y="56"/>
                  </a:cxn>
                  <a:cxn ang="0">
                    <a:pos x="138" y="64"/>
                  </a:cxn>
                  <a:cxn ang="0">
                    <a:pos x="132" y="76"/>
                  </a:cxn>
                  <a:cxn ang="0">
                    <a:pos x="120" y="86"/>
                  </a:cxn>
                  <a:cxn ang="0">
                    <a:pos x="104" y="90"/>
                  </a:cxn>
                  <a:cxn ang="0">
                    <a:pos x="96" y="92"/>
                  </a:cxn>
                </a:cxnLst>
                <a:rect l="0" t="0" r="r" b="b"/>
                <a:pathLst>
                  <a:path w="192" h="134">
                    <a:moveTo>
                      <a:pt x="96" y="0"/>
                    </a:moveTo>
                    <a:lnTo>
                      <a:pt x="96" y="0"/>
                    </a:lnTo>
                    <a:lnTo>
                      <a:pt x="76" y="2"/>
                    </a:lnTo>
                    <a:lnTo>
                      <a:pt x="58" y="6"/>
                    </a:lnTo>
                    <a:lnTo>
                      <a:pt x="42" y="14"/>
                    </a:lnTo>
                    <a:lnTo>
                      <a:pt x="28" y="24"/>
                    </a:lnTo>
                    <a:lnTo>
                      <a:pt x="16" y="38"/>
                    </a:lnTo>
                    <a:lnTo>
                      <a:pt x="8" y="52"/>
                    </a:lnTo>
                    <a:lnTo>
                      <a:pt x="2" y="68"/>
                    </a:lnTo>
                    <a:lnTo>
                      <a:pt x="0" y="84"/>
                    </a:lnTo>
                    <a:lnTo>
                      <a:pt x="0" y="84"/>
                    </a:lnTo>
                    <a:lnTo>
                      <a:pt x="2" y="100"/>
                    </a:lnTo>
                    <a:lnTo>
                      <a:pt x="8" y="112"/>
                    </a:lnTo>
                    <a:lnTo>
                      <a:pt x="16" y="120"/>
                    </a:lnTo>
                    <a:lnTo>
                      <a:pt x="28" y="126"/>
                    </a:lnTo>
                    <a:lnTo>
                      <a:pt x="42" y="130"/>
                    </a:lnTo>
                    <a:lnTo>
                      <a:pt x="58" y="132"/>
                    </a:lnTo>
                    <a:lnTo>
                      <a:pt x="96" y="134"/>
                    </a:lnTo>
                    <a:lnTo>
                      <a:pt x="96" y="134"/>
                    </a:lnTo>
                    <a:lnTo>
                      <a:pt x="134" y="132"/>
                    </a:lnTo>
                    <a:lnTo>
                      <a:pt x="150" y="130"/>
                    </a:lnTo>
                    <a:lnTo>
                      <a:pt x="164" y="126"/>
                    </a:lnTo>
                    <a:lnTo>
                      <a:pt x="176" y="120"/>
                    </a:lnTo>
                    <a:lnTo>
                      <a:pt x="186" y="112"/>
                    </a:lnTo>
                    <a:lnTo>
                      <a:pt x="192" y="100"/>
                    </a:lnTo>
                    <a:lnTo>
                      <a:pt x="192" y="84"/>
                    </a:lnTo>
                    <a:lnTo>
                      <a:pt x="192" y="84"/>
                    </a:lnTo>
                    <a:lnTo>
                      <a:pt x="192" y="68"/>
                    </a:lnTo>
                    <a:lnTo>
                      <a:pt x="186" y="52"/>
                    </a:lnTo>
                    <a:lnTo>
                      <a:pt x="176" y="38"/>
                    </a:lnTo>
                    <a:lnTo>
                      <a:pt x="164" y="24"/>
                    </a:lnTo>
                    <a:lnTo>
                      <a:pt x="150" y="14"/>
                    </a:lnTo>
                    <a:lnTo>
                      <a:pt x="134" y="6"/>
                    </a:lnTo>
                    <a:lnTo>
                      <a:pt x="116" y="2"/>
                    </a:lnTo>
                    <a:lnTo>
                      <a:pt x="96" y="0"/>
                    </a:lnTo>
                    <a:lnTo>
                      <a:pt x="96" y="0"/>
                    </a:lnTo>
                    <a:close/>
                    <a:moveTo>
                      <a:pt x="96" y="92"/>
                    </a:moveTo>
                    <a:lnTo>
                      <a:pt x="96" y="92"/>
                    </a:lnTo>
                    <a:lnTo>
                      <a:pt x="88" y="90"/>
                    </a:lnTo>
                    <a:lnTo>
                      <a:pt x="80" y="88"/>
                    </a:lnTo>
                    <a:lnTo>
                      <a:pt x="72" y="86"/>
                    </a:lnTo>
                    <a:lnTo>
                      <a:pt x="66" y="82"/>
                    </a:lnTo>
                    <a:lnTo>
                      <a:pt x="62" y="76"/>
                    </a:lnTo>
                    <a:lnTo>
                      <a:pt x="58" y="70"/>
                    </a:lnTo>
                    <a:lnTo>
                      <a:pt x="54" y="64"/>
                    </a:lnTo>
                    <a:lnTo>
                      <a:pt x="54" y="56"/>
                    </a:lnTo>
                    <a:lnTo>
                      <a:pt x="54" y="56"/>
                    </a:lnTo>
                    <a:lnTo>
                      <a:pt x="54" y="50"/>
                    </a:lnTo>
                    <a:lnTo>
                      <a:pt x="58" y="42"/>
                    </a:lnTo>
                    <a:lnTo>
                      <a:pt x="62" y="36"/>
                    </a:lnTo>
                    <a:lnTo>
                      <a:pt x="66" y="32"/>
                    </a:lnTo>
                    <a:lnTo>
                      <a:pt x="72" y="28"/>
                    </a:lnTo>
                    <a:lnTo>
                      <a:pt x="80" y="24"/>
                    </a:lnTo>
                    <a:lnTo>
                      <a:pt x="88" y="22"/>
                    </a:lnTo>
                    <a:lnTo>
                      <a:pt x="96" y="22"/>
                    </a:lnTo>
                    <a:lnTo>
                      <a:pt x="96" y="22"/>
                    </a:lnTo>
                    <a:lnTo>
                      <a:pt x="104" y="22"/>
                    </a:lnTo>
                    <a:lnTo>
                      <a:pt x="112" y="24"/>
                    </a:lnTo>
                    <a:lnTo>
                      <a:pt x="120" y="28"/>
                    </a:lnTo>
                    <a:lnTo>
                      <a:pt x="126" y="32"/>
                    </a:lnTo>
                    <a:lnTo>
                      <a:pt x="132" y="36"/>
                    </a:lnTo>
                    <a:lnTo>
                      <a:pt x="136" y="42"/>
                    </a:lnTo>
                    <a:lnTo>
                      <a:pt x="138" y="50"/>
                    </a:lnTo>
                    <a:lnTo>
                      <a:pt x="138" y="56"/>
                    </a:lnTo>
                    <a:lnTo>
                      <a:pt x="138" y="56"/>
                    </a:lnTo>
                    <a:lnTo>
                      <a:pt x="138" y="64"/>
                    </a:lnTo>
                    <a:lnTo>
                      <a:pt x="136" y="70"/>
                    </a:lnTo>
                    <a:lnTo>
                      <a:pt x="132" y="76"/>
                    </a:lnTo>
                    <a:lnTo>
                      <a:pt x="126" y="82"/>
                    </a:lnTo>
                    <a:lnTo>
                      <a:pt x="120" y="86"/>
                    </a:lnTo>
                    <a:lnTo>
                      <a:pt x="112" y="88"/>
                    </a:lnTo>
                    <a:lnTo>
                      <a:pt x="104" y="90"/>
                    </a:lnTo>
                    <a:lnTo>
                      <a:pt x="96" y="92"/>
                    </a:lnTo>
                    <a:lnTo>
                      <a:pt x="96" y="9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defTabSz="913851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799" kern="0">
                  <a:solidFill>
                    <a:srgbClr val="4BACC6">
                      <a:lumMod val="75000"/>
                    </a:srgb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cs typeface="+mn-ea"/>
                  <a:sym typeface="Huawei Sans" panose="020C0503030203020204" pitchFamily="34" charset="0"/>
                </a:endParaRPr>
              </a:p>
            </p:txBody>
          </p:sp>
        </p:grpSp>
      </p:grpSp>
      <p:grpSp>
        <p:nvGrpSpPr>
          <p:cNvPr id="779" name="组合 389"/>
          <p:cNvGrpSpPr>
            <a:grpSpLocks noChangeAspect="1"/>
          </p:cNvGrpSpPr>
          <p:nvPr/>
        </p:nvGrpSpPr>
        <p:grpSpPr bwMode="gray">
          <a:xfrm>
            <a:off x="1624207" y="2271871"/>
            <a:ext cx="333027" cy="333027"/>
            <a:chOff x="-814907" y="987574"/>
            <a:chExt cx="582749" cy="582749"/>
          </a:xfrm>
        </p:grpSpPr>
        <p:sp>
          <p:nvSpPr>
            <p:cNvPr id="780" name="椭圆 733"/>
            <p:cNvSpPr/>
            <p:nvPr/>
          </p:nvSpPr>
          <p:spPr bwMode="gray">
            <a:xfrm>
              <a:off x="-814907" y="987574"/>
              <a:ext cx="582749" cy="5827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1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81" name="Freeform 173"/>
            <p:cNvSpPr>
              <a:spLocks noEditPoints="1"/>
            </p:cNvSpPr>
            <p:nvPr/>
          </p:nvSpPr>
          <p:spPr bwMode="gray">
            <a:xfrm>
              <a:off x="-720578" y="1117540"/>
              <a:ext cx="394089" cy="322818"/>
            </a:xfrm>
            <a:custGeom>
              <a:avLst/>
              <a:gdLst/>
              <a:ahLst/>
              <a:cxnLst>
                <a:cxn ang="0">
                  <a:pos x="8976" y="5808"/>
                </a:cxn>
                <a:cxn ang="0">
                  <a:pos x="6336" y="7920"/>
                </a:cxn>
                <a:cxn ang="0">
                  <a:pos x="7788" y="13376"/>
                </a:cxn>
                <a:cxn ang="0">
                  <a:pos x="8008" y="9636"/>
                </a:cxn>
                <a:cxn ang="0">
                  <a:pos x="5720" y="10780"/>
                </a:cxn>
                <a:cxn ang="0">
                  <a:pos x="3916" y="12276"/>
                </a:cxn>
                <a:cxn ang="0">
                  <a:pos x="4532" y="13376"/>
                </a:cxn>
                <a:cxn ang="0">
                  <a:pos x="1804" y="12276"/>
                </a:cxn>
                <a:cxn ang="0">
                  <a:pos x="2376" y="10780"/>
                </a:cxn>
                <a:cxn ang="0">
                  <a:pos x="0" y="5368"/>
                </a:cxn>
                <a:cxn ang="0">
                  <a:pos x="2288" y="9592"/>
                </a:cxn>
                <a:cxn ang="0">
                  <a:pos x="3740" y="4268"/>
                </a:cxn>
                <a:cxn ang="0">
                  <a:pos x="8712" y="4840"/>
                </a:cxn>
                <a:cxn ang="0">
                  <a:pos x="10340" y="5368"/>
                </a:cxn>
                <a:cxn ang="0">
                  <a:pos x="12496" y="5808"/>
                </a:cxn>
                <a:cxn ang="0">
                  <a:pos x="13640" y="5368"/>
                </a:cxn>
                <a:cxn ang="0">
                  <a:pos x="14256" y="3916"/>
                </a:cxn>
                <a:cxn ang="0">
                  <a:pos x="13860" y="4972"/>
                </a:cxn>
                <a:cxn ang="0">
                  <a:pos x="14124" y="616"/>
                </a:cxn>
                <a:cxn ang="0">
                  <a:pos x="14608" y="2376"/>
                </a:cxn>
                <a:cxn ang="0">
                  <a:pos x="14960" y="2420"/>
                </a:cxn>
                <a:cxn ang="0">
                  <a:pos x="15224" y="2596"/>
                </a:cxn>
                <a:cxn ang="0">
                  <a:pos x="15400" y="2860"/>
                </a:cxn>
                <a:cxn ang="0">
                  <a:pos x="15444" y="3168"/>
                </a:cxn>
                <a:cxn ang="0">
                  <a:pos x="15356" y="3564"/>
                </a:cxn>
                <a:cxn ang="0">
                  <a:pos x="15136" y="3828"/>
                </a:cxn>
                <a:cxn ang="0">
                  <a:pos x="15840" y="5368"/>
                </a:cxn>
                <a:cxn ang="0">
                  <a:pos x="16368" y="5808"/>
                </a:cxn>
                <a:cxn ang="0">
                  <a:pos x="16368" y="7216"/>
                </a:cxn>
                <a:cxn ang="0">
                  <a:pos x="13860" y="12276"/>
                </a:cxn>
                <a:cxn ang="0">
                  <a:pos x="15224" y="13376"/>
                </a:cxn>
                <a:cxn ang="0">
                  <a:pos x="10032" y="12276"/>
                </a:cxn>
                <a:cxn ang="0">
                  <a:pos x="14476" y="7216"/>
                </a:cxn>
                <a:cxn ang="0">
                  <a:pos x="8624" y="5808"/>
                </a:cxn>
                <a:cxn ang="0">
                  <a:pos x="5104" y="44"/>
                </a:cxn>
                <a:cxn ang="0">
                  <a:pos x="4532" y="264"/>
                </a:cxn>
                <a:cxn ang="0">
                  <a:pos x="4092" y="704"/>
                </a:cxn>
                <a:cxn ang="0">
                  <a:pos x="3872" y="1276"/>
                </a:cxn>
                <a:cxn ang="0">
                  <a:pos x="3872" y="1936"/>
                </a:cxn>
                <a:cxn ang="0">
                  <a:pos x="4092" y="2508"/>
                </a:cxn>
                <a:cxn ang="0">
                  <a:pos x="4532" y="2904"/>
                </a:cxn>
                <a:cxn ang="0">
                  <a:pos x="5104" y="3168"/>
                </a:cxn>
                <a:cxn ang="0">
                  <a:pos x="5764" y="3168"/>
                </a:cxn>
                <a:cxn ang="0">
                  <a:pos x="6336" y="2904"/>
                </a:cxn>
                <a:cxn ang="0">
                  <a:pos x="6776" y="2508"/>
                </a:cxn>
                <a:cxn ang="0">
                  <a:pos x="6996" y="1936"/>
                </a:cxn>
                <a:cxn ang="0">
                  <a:pos x="6996" y="1276"/>
                </a:cxn>
                <a:cxn ang="0">
                  <a:pos x="6776" y="704"/>
                </a:cxn>
                <a:cxn ang="0">
                  <a:pos x="6336" y="264"/>
                </a:cxn>
                <a:cxn ang="0">
                  <a:pos x="5764" y="44"/>
                </a:cxn>
              </a:cxnLst>
              <a:rect l="0" t="0" r="r" b="b"/>
              <a:pathLst>
                <a:path w="16368" h="13376">
                  <a:moveTo>
                    <a:pt x="8624" y="5808"/>
                  </a:moveTo>
                  <a:lnTo>
                    <a:pt x="8976" y="5808"/>
                  </a:lnTo>
                  <a:lnTo>
                    <a:pt x="6556" y="5764"/>
                  </a:lnTo>
                  <a:lnTo>
                    <a:pt x="6336" y="7920"/>
                  </a:lnTo>
                  <a:lnTo>
                    <a:pt x="9856" y="9064"/>
                  </a:lnTo>
                  <a:lnTo>
                    <a:pt x="7788" y="13376"/>
                  </a:lnTo>
                  <a:lnTo>
                    <a:pt x="6644" y="13376"/>
                  </a:lnTo>
                  <a:lnTo>
                    <a:pt x="8008" y="9636"/>
                  </a:lnTo>
                  <a:lnTo>
                    <a:pt x="5720" y="9592"/>
                  </a:lnTo>
                  <a:lnTo>
                    <a:pt x="5720" y="10780"/>
                  </a:lnTo>
                  <a:lnTo>
                    <a:pt x="3916" y="10780"/>
                  </a:lnTo>
                  <a:lnTo>
                    <a:pt x="3916" y="12276"/>
                  </a:lnTo>
                  <a:lnTo>
                    <a:pt x="4532" y="12276"/>
                  </a:lnTo>
                  <a:lnTo>
                    <a:pt x="4532" y="13376"/>
                  </a:lnTo>
                  <a:lnTo>
                    <a:pt x="1804" y="13376"/>
                  </a:lnTo>
                  <a:lnTo>
                    <a:pt x="1804" y="12276"/>
                  </a:lnTo>
                  <a:lnTo>
                    <a:pt x="2376" y="12276"/>
                  </a:lnTo>
                  <a:lnTo>
                    <a:pt x="2376" y="10780"/>
                  </a:lnTo>
                  <a:lnTo>
                    <a:pt x="792" y="10780"/>
                  </a:lnTo>
                  <a:lnTo>
                    <a:pt x="0" y="5368"/>
                  </a:lnTo>
                  <a:lnTo>
                    <a:pt x="1672" y="5368"/>
                  </a:lnTo>
                  <a:lnTo>
                    <a:pt x="2288" y="9592"/>
                  </a:lnTo>
                  <a:lnTo>
                    <a:pt x="3740" y="9592"/>
                  </a:lnTo>
                  <a:lnTo>
                    <a:pt x="3740" y="4268"/>
                  </a:lnTo>
                  <a:lnTo>
                    <a:pt x="3740" y="3608"/>
                  </a:lnTo>
                  <a:lnTo>
                    <a:pt x="8712" y="4840"/>
                  </a:lnTo>
                  <a:lnTo>
                    <a:pt x="10295" y="4972"/>
                  </a:lnTo>
                  <a:lnTo>
                    <a:pt x="10340" y="5368"/>
                  </a:lnTo>
                  <a:lnTo>
                    <a:pt x="12496" y="5148"/>
                  </a:lnTo>
                  <a:lnTo>
                    <a:pt x="12496" y="5808"/>
                  </a:lnTo>
                  <a:lnTo>
                    <a:pt x="13640" y="5808"/>
                  </a:lnTo>
                  <a:lnTo>
                    <a:pt x="13640" y="5368"/>
                  </a:lnTo>
                  <a:lnTo>
                    <a:pt x="14256" y="5368"/>
                  </a:lnTo>
                  <a:lnTo>
                    <a:pt x="14256" y="3916"/>
                  </a:lnTo>
                  <a:lnTo>
                    <a:pt x="14168" y="3872"/>
                  </a:lnTo>
                  <a:lnTo>
                    <a:pt x="13860" y="4972"/>
                  </a:lnTo>
                  <a:lnTo>
                    <a:pt x="13024" y="4752"/>
                  </a:lnTo>
                  <a:lnTo>
                    <a:pt x="14124" y="616"/>
                  </a:lnTo>
                  <a:lnTo>
                    <a:pt x="15004" y="880"/>
                  </a:lnTo>
                  <a:lnTo>
                    <a:pt x="14608" y="2376"/>
                  </a:lnTo>
                  <a:lnTo>
                    <a:pt x="14784" y="2376"/>
                  </a:lnTo>
                  <a:lnTo>
                    <a:pt x="14960" y="2420"/>
                  </a:lnTo>
                  <a:lnTo>
                    <a:pt x="15092" y="2508"/>
                  </a:lnTo>
                  <a:lnTo>
                    <a:pt x="15224" y="2596"/>
                  </a:lnTo>
                  <a:lnTo>
                    <a:pt x="15312" y="2728"/>
                  </a:lnTo>
                  <a:lnTo>
                    <a:pt x="15400" y="2860"/>
                  </a:lnTo>
                  <a:lnTo>
                    <a:pt x="15444" y="2992"/>
                  </a:lnTo>
                  <a:lnTo>
                    <a:pt x="15444" y="3168"/>
                  </a:lnTo>
                  <a:lnTo>
                    <a:pt x="15444" y="3388"/>
                  </a:lnTo>
                  <a:lnTo>
                    <a:pt x="15356" y="3564"/>
                  </a:lnTo>
                  <a:lnTo>
                    <a:pt x="15268" y="3696"/>
                  </a:lnTo>
                  <a:lnTo>
                    <a:pt x="15136" y="3828"/>
                  </a:lnTo>
                  <a:lnTo>
                    <a:pt x="15136" y="5368"/>
                  </a:lnTo>
                  <a:lnTo>
                    <a:pt x="15840" y="5368"/>
                  </a:lnTo>
                  <a:lnTo>
                    <a:pt x="15840" y="5808"/>
                  </a:lnTo>
                  <a:lnTo>
                    <a:pt x="16368" y="5808"/>
                  </a:lnTo>
                  <a:lnTo>
                    <a:pt x="16368" y="6687"/>
                  </a:lnTo>
                  <a:lnTo>
                    <a:pt x="16368" y="7216"/>
                  </a:lnTo>
                  <a:lnTo>
                    <a:pt x="16148" y="7216"/>
                  </a:lnTo>
                  <a:lnTo>
                    <a:pt x="13860" y="12276"/>
                  </a:lnTo>
                  <a:lnTo>
                    <a:pt x="15224" y="12276"/>
                  </a:lnTo>
                  <a:lnTo>
                    <a:pt x="15224" y="13376"/>
                  </a:lnTo>
                  <a:lnTo>
                    <a:pt x="10032" y="13376"/>
                  </a:lnTo>
                  <a:lnTo>
                    <a:pt x="10032" y="12276"/>
                  </a:lnTo>
                  <a:lnTo>
                    <a:pt x="12188" y="12276"/>
                  </a:lnTo>
                  <a:lnTo>
                    <a:pt x="14476" y="7216"/>
                  </a:lnTo>
                  <a:lnTo>
                    <a:pt x="8624" y="7216"/>
                  </a:lnTo>
                  <a:lnTo>
                    <a:pt x="8624" y="5808"/>
                  </a:lnTo>
                  <a:close/>
                  <a:moveTo>
                    <a:pt x="5412" y="0"/>
                  </a:moveTo>
                  <a:lnTo>
                    <a:pt x="5104" y="44"/>
                  </a:lnTo>
                  <a:lnTo>
                    <a:pt x="4796" y="132"/>
                  </a:lnTo>
                  <a:lnTo>
                    <a:pt x="4532" y="264"/>
                  </a:lnTo>
                  <a:lnTo>
                    <a:pt x="4312" y="484"/>
                  </a:lnTo>
                  <a:lnTo>
                    <a:pt x="4092" y="704"/>
                  </a:lnTo>
                  <a:lnTo>
                    <a:pt x="3960" y="968"/>
                  </a:lnTo>
                  <a:lnTo>
                    <a:pt x="3872" y="1276"/>
                  </a:lnTo>
                  <a:lnTo>
                    <a:pt x="3828" y="1584"/>
                  </a:lnTo>
                  <a:lnTo>
                    <a:pt x="3872" y="1936"/>
                  </a:lnTo>
                  <a:lnTo>
                    <a:pt x="3960" y="2199"/>
                  </a:lnTo>
                  <a:lnTo>
                    <a:pt x="4092" y="2508"/>
                  </a:lnTo>
                  <a:lnTo>
                    <a:pt x="4312" y="2728"/>
                  </a:lnTo>
                  <a:lnTo>
                    <a:pt x="4532" y="2904"/>
                  </a:lnTo>
                  <a:lnTo>
                    <a:pt x="4796" y="3080"/>
                  </a:lnTo>
                  <a:lnTo>
                    <a:pt x="5104" y="3168"/>
                  </a:lnTo>
                  <a:lnTo>
                    <a:pt x="5412" y="3212"/>
                  </a:lnTo>
                  <a:lnTo>
                    <a:pt x="5764" y="3168"/>
                  </a:lnTo>
                  <a:lnTo>
                    <a:pt x="6073" y="3080"/>
                  </a:lnTo>
                  <a:lnTo>
                    <a:pt x="6336" y="2904"/>
                  </a:lnTo>
                  <a:lnTo>
                    <a:pt x="6556" y="2728"/>
                  </a:lnTo>
                  <a:lnTo>
                    <a:pt x="6776" y="2508"/>
                  </a:lnTo>
                  <a:lnTo>
                    <a:pt x="6908" y="2199"/>
                  </a:lnTo>
                  <a:lnTo>
                    <a:pt x="6996" y="1936"/>
                  </a:lnTo>
                  <a:lnTo>
                    <a:pt x="7040" y="1584"/>
                  </a:lnTo>
                  <a:lnTo>
                    <a:pt x="6996" y="1276"/>
                  </a:lnTo>
                  <a:lnTo>
                    <a:pt x="6908" y="968"/>
                  </a:lnTo>
                  <a:lnTo>
                    <a:pt x="6776" y="704"/>
                  </a:lnTo>
                  <a:lnTo>
                    <a:pt x="6556" y="484"/>
                  </a:lnTo>
                  <a:lnTo>
                    <a:pt x="6336" y="264"/>
                  </a:lnTo>
                  <a:lnTo>
                    <a:pt x="6073" y="132"/>
                  </a:lnTo>
                  <a:lnTo>
                    <a:pt x="5764" y="44"/>
                  </a:lnTo>
                  <a:lnTo>
                    <a:pt x="5412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00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782" name="组合 528"/>
          <p:cNvGrpSpPr>
            <a:grpSpLocks noChangeAspect="1"/>
          </p:cNvGrpSpPr>
          <p:nvPr/>
        </p:nvGrpSpPr>
        <p:grpSpPr bwMode="gray">
          <a:xfrm>
            <a:off x="1624207" y="1905546"/>
            <a:ext cx="333027" cy="333027"/>
            <a:chOff x="-1410841" y="3435113"/>
            <a:chExt cx="788399" cy="788400"/>
          </a:xfrm>
        </p:grpSpPr>
        <p:sp>
          <p:nvSpPr>
            <p:cNvPr id="783" name="椭圆 736"/>
            <p:cNvSpPr/>
            <p:nvPr/>
          </p:nvSpPr>
          <p:spPr bwMode="gray">
            <a:xfrm>
              <a:off x="-1410841" y="3435113"/>
              <a:ext cx="788399" cy="78840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100" kern="0">
                <a:solidFill>
                  <a:prstClr val="black">
                    <a:lumMod val="75000"/>
                    <a:lumOff val="25000"/>
                  </a:prst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84" name="Freeform 5"/>
            <p:cNvSpPr>
              <a:spLocks noEditPoints="1"/>
            </p:cNvSpPr>
            <p:nvPr/>
          </p:nvSpPr>
          <p:spPr bwMode="gray">
            <a:xfrm>
              <a:off x="-1268411" y="3606800"/>
              <a:ext cx="478082" cy="414338"/>
            </a:xfrm>
            <a:custGeom>
              <a:avLst/>
              <a:gdLst>
                <a:gd name="T0" fmla="*/ 2147483647 w 16170"/>
                <a:gd name="T1" fmla="*/ 2147483647 h 14014"/>
                <a:gd name="T2" fmla="*/ 2147483647 w 16170"/>
                <a:gd name="T3" fmla="*/ 2147483647 h 14014"/>
                <a:gd name="T4" fmla="*/ 2147483647 w 16170"/>
                <a:gd name="T5" fmla="*/ 2147483647 h 14014"/>
                <a:gd name="T6" fmla="*/ 2147483647 w 16170"/>
                <a:gd name="T7" fmla="*/ 2147483647 h 14014"/>
                <a:gd name="T8" fmla="*/ 2147483647 w 16170"/>
                <a:gd name="T9" fmla="*/ 2147483647 h 14014"/>
                <a:gd name="T10" fmla="*/ 2147483647 w 16170"/>
                <a:gd name="T11" fmla="*/ 2147483647 h 14014"/>
                <a:gd name="T12" fmla="*/ 2147483647 w 16170"/>
                <a:gd name="T13" fmla="*/ 2147483647 h 14014"/>
                <a:gd name="T14" fmla="*/ 2147483647 w 16170"/>
                <a:gd name="T15" fmla="*/ 2147483647 h 14014"/>
                <a:gd name="T16" fmla="*/ 2147483647 w 16170"/>
                <a:gd name="T17" fmla="*/ 2147483647 h 14014"/>
                <a:gd name="T18" fmla="*/ 2147483647 w 16170"/>
                <a:gd name="T19" fmla="*/ 2147483647 h 14014"/>
                <a:gd name="T20" fmla="*/ 2147483647 w 16170"/>
                <a:gd name="T21" fmla="*/ 2147483647 h 14014"/>
                <a:gd name="T22" fmla="*/ 2147483647 w 16170"/>
                <a:gd name="T23" fmla="*/ 2147483647 h 14014"/>
                <a:gd name="T24" fmla="*/ 2147483647 w 16170"/>
                <a:gd name="T25" fmla="*/ 2147483647 h 14014"/>
                <a:gd name="T26" fmla="*/ 2147483647 w 16170"/>
                <a:gd name="T27" fmla="*/ 2147483647 h 14014"/>
                <a:gd name="T28" fmla="*/ 2147483647 w 16170"/>
                <a:gd name="T29" fmla="*/ 2147483647 h 14014"/>
                <a:gd name="T30" fmla="*/ 2147483647 w 16170"/>
                <a:gd name="T31" fmla="*/ 2147483647 h 14014"/>
                <a:gd name="T32" fmla="*/ 2147483647 w 16170"/>
                <a:gd name="T33" fmla="*/ 2147483647 h 14014"/>
                <a:gd name="T34" fmla="*/ 2147483647 w 16170"/>
                <a:gd name="T35" fmla="*/ 2147483647 h 14014"/>
                <a:gd name="T36" fmla="*/ 2147483647 w 16170"/>
                <a:gd name="T37" fmla="*/ 2147483647 h 14014"/>
                <a:gd name="T38" fmla="*/ 2147483647 w 16170"/>
                <a:gd name="T39" fmla="*/ 2147483647 h 14014"/>
                <a:gd name="T40" fmla="*/ 2147483647 w 16170"/>
                <a:gd name="T41" fmla="*/ 2147483647 h 14014"/>
                <a:gd name="T42" fmla="*/ 2147483647 w 16170"/>
                <a:gd name="T43" fmla="*/ 2147483647 h 14014"/>
                <a:gd name="T44" fmla="*/ 2147483647 w 16170"/>
                <a:gd name="T45" fmla="*/ 2147483647 h 14014"/>
                <a:gd name="T46" fmla="*/ 2147483647 w 16170"/>
                <a:gd name="T47" fmla="*/ 2147483647 h 14014"/>
                <a:gd name="T48" fmla="*/ 2147483647 w 16170"/>
                <a:gd name="T49" fmla="*/ 2147483647 h 14014"/>
                <a:gd name="T50" fmla="*/ 2147483647 w 16170"/>
                <a:gd name="T51" fmla="*/ 2147483647 h 14014"/>
                <a:gd name="T52" fmla="*/ 2147483647 w 16170"/>
                <a:gd name="T53" fmla="*/ 2147483647 h 14014"/>
                <a:gd name="T54" fmla="*/ 2147483647 w 16170"/>
                <a:gd name="T55" fmla="*/ 2147483647 h 14014"/>
                <a:gd name="T56" fmla="*/ 2147483647 w 16170"/>
                <a:gd name="T57" fmla="*/ 2147483647 h 14014"/>
                <a:gd name="T58" fmla="*/ 2147483647 w 16170"/>
                <a:gd name="T59" fmla="*/ 2147483647 h 14014"/>
                <a:gd name="T60" fmla="*/ 2147483647 w 16170"/>
                <a:gd name="T61" fmla="*/ 2147483647 h 14014"/>
                <a:gd name="T62" fmla="*/ 0 w 16170"/>
                <a:gd name="T63" fmla="*/ 2147483647 h 14014"/>
                <a:gd name="T64" fmla="*/ 2147483647 w 16170"/>
                <a:gd name="T65" fmla="*/ 2147483647 h 14014"/>
                <a:gd name="T66" fmla="*/ 2147483647 w 16170"/>
                <a:gd name="T67" fmla="*/ 2147483647 h 14014"/>
                <a:gd name="T68" fmla="*/ 2147483647 w 16170"/>
                <a:gd name="T69" fmla="*/ 2147483647 h 14014"/>
                <a:gd name="T70" fmla="*/ 2147483647 w 16170"/>
                <a:gd name="T71" fmla="*/ 2147483647 h 14014"/>
                <a:gd name="T72" fmla="*/ 2147483647 w 16170"/>
                <a:gd name="T73" fmla="*/ 2147483647 h 14014"/>
                <a:gd name="T74" fmla="*/ 2147483647 w 16170"/>
                <a:gd name="T75" fmla="*/ 2147483647 h 14014"/>
                <a:gd name="T76" fmla="*/ 2147483647 w 16170"/>
                <a:gd name="T77" fmla="*/ 2147483647 h 14014"/>
                <a:gd name="T78" fmla="*/ 2147483647 w 16170"/>
                <a:gd name="T79" fmla="*/ 2147483647 h 14014"/>
                <a:gd name="T80" fmla="*/ 2147483647 w 16170"/>
                <a:gd name="T81" fmla="*/ 2147483647 h 14014"/>
                <a:gd name="T82" fmla="*/ 2147483647 w 16170"/>
                <a:gd name="T83" fmla="*/ 2147483647 h 14014"/>
                <a:gd name="T84" fmla="*/ 2147483647 w 16170"/>
                <a:gd name="T85" fmla="*/ 2147483647 h 14014"/>
                <a:gd name="T86" fmla="*/ 2147483647 w 16170"/>
                <a:gd name="T87" fmla="*/ 2147483647 h 14014"/>
                <a:gd name="T88" fmla="*/ 2147483647 w 16170"/>
                <a:gd name="T89" fmla="*/ 2147483647 h 14014"/>
                <a:gd name="T90" fmla="*/ 2147483647 w 16170"/>
                <a:gd name="T91" fmla="*/ 2147483647 h 14014"/>
                <a:gd name="T92" fmla="*/ 2147483647 w 16170"/>
                <a:gd name="T93" fmla="*/ 2147483647 h 14014"/>
                <a:gd name="T94" fmla="*/ 2147483647 w 16170"/>
                <a:gd name="T95" fmla="*/ 2147483647 h 14014"/>
                <a:gd name="T96" fmla="*/ 2147483647 w 16170"/>
                <a:gd name="T97" fmla="*/ 2147483647 h 14014"/>
                <a:gd name="T98" fmla="*/ 2147483647 w 16170"/>
                <a:gd name="T99" fmla="*/ 2147483647 h 14014"/>
                <a:gd name="T100" fmla="*/ 2147483647 w 16170"/>
                <a:gd name="T101" fmla="*/ 2147483647 h 14014"/>
                <a:gd name="T102" fmla="*/ 2147483647 w 16170"/>
                <a:gd name="T103" fmla="*/ 2147483647 h 14014"/>
                <a:gd name="T104" fmla="*/ 2147483647 w 16170"/>
                <a:gd name="T105" fmla="*/ 2147483647 h 14014"/>
                <a:gd name="T106" fmla="*/ 2147483647 w 16170"/>
                <a:gd name="T107" fmla="*/ 2147483647 h 14014"/>
                <a:gd name="T108" fmla="*/ 2147483647 w 16170"/>
                <a:gd name="T109" fmla="*/ 2147483647 h 14014"/>
                <a:gd name="T110" fmla="*/ 2147483647 w 16170"/>
                <a:gd name="T111" fmla="*/ 2147483647 h 14014"/>
                <a:gd name="T112" fmla="*/ 2147483647 w 16170"/>
                <a:gd name="T113" fmla="*/ 2147483647 h 14014"/>
                <a:gd name="T114" fmla="*/ 2147483647 w 16170"/>
                <a:gd name="T115" fmla="*/ 2147483647 h 14014"/>
                <a:gd name="T116" fmla="*/ 2147483647 w 16170"/>
                <a:gd name="T117" fmla="*/ 2147483647 h 14014"/>
                <a:gd name="T118" fmla="*/ 2147483647 w 16170"/>
                <a:gd name="T119" fmla="*/ 2147483647 h 14014"/>
                <a:gd name="T120" fmla="*/ 2147483647 w 16170"/>
                <a:gd name="T121" fmla="*/ 2147483647 h 1401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6170"/>
                <a:gd name="T184" fmla="*/ 0 h 14014"/>
                <a:gd name="T185" fmla="*/ 16170 w 16170"/>
                <a:gd name="T186" fmla="*/ 14014 h 1401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6170" h="14014">
                  <a:moveTo>
                    <a:pt x="11178" y="2724"/>
                  </a:moveTo>
                  <a:lnTo>
                    <a:pt x="14087" y="2724"/>
                  </a:lnTo>
                  <a:lnTo>
                    <a:pt x="14087" y="6276"/>
                  </a:lnTo>
                  <a:lnTo>
                    <a:pt x="14080" y="6265"/>
                  </a:lnTo>
                  <a:lnTo>
                    <a:pt x="14060" y="6231"/>
                  </a:lnTo>
                  <a:lnTo>
                    <a:pt x="14025" y="6177"/>
                  </a:lnTo>
                  <a:lnTo>
                    <a:pt x="13979" y="6106"/>
                  </a:lnTo>
                  <a:lnTo>
                    <a:pt x="13920" y="6022"/>
                  </a:lnTo>
                  <a:lnTo>
                    <a:pt x="13852" y="5923"/>
                  </a:lnTo>
                  <a:lnTo>
                    <a:pt x="13812" y="5870"/>
                  </a:lnTo>
                  <a:lnTo>
                    <a:pt x="13771" y="5815"/>
                  </a:lnTo>
                  <a:lnTo>
                    <a:pt x="13727" y="5758"/>
                  </a:lnTo>
                  <a:lnTo>
                    <a:pt x="13682" y="5698"/>
                  </a:lnTo>
                  <a:lnTo>
                    <a:pt x="13632" y="5639"/>
                  </a:lnTo>
                  <a:lnTo>
                    <a:pt x="13582" y="5577"/>
                  </a:lnTo>
                  <a:lnTo>
                    <a:pt x="13529" y="5515"/>
                  </a:lnTo>
                  <a:lnTo>
                    <a:pt x="13474" y="5453"/>
                  </a:lnTo>
                  <a:lnTo>
                    <a:pt x="13417" y="5390"/>
                  </a:lnTo>
                  <a:lnTo>
                    <a:pt x="13357" y="5328"/>
                  </a:lnTo>
                  <a:lnTo>
                    <a:pt x="13297" y="5266"/>
                  </a:lnTo>
                  <a:lnTo>
                    <a:pt x="13234" y="5204"/>
                  </a:lnTo>
                  <a:lnTo>
                    <a:pt x="13169" y="5145"/>
                  </a:lnTo>
                  <a:lnTo>
                    <a:pt x="13104" y="5085"/>
                  </a:lnTo>
                  <a:lnTo>
                    <a:pt x="13036" y="5029"/>
                  </a:lnTo>
                  <a:lnTo>
                    <a:pt x="12967" y="4973"/>
                  </a:lnTo>
                  <a:lnTo>
                    <a:pt x="12897" y="4919"/>
                  </a:lnTo>
                  <a:lnTo>
                    <a:pt x="12825" y="4869"/>
                  </a:lnTo>
                  <a:lnTo>
                    <a:pt x="12752" y="4822"/>
                  </a:lnTo>
                  <a:lnTo>
                    <a:pt x="12678" y="4776"/>
                  </a:lnTo>
                  <a:lnTo>
                    <a:pt x="12604" y="4735"/>
                  </a:lnTo>
                  <a:lnTo>
                    <a:pt x="12531" y="4697"/>
                  </a:lnTo>
                  <a:lnTo>
                    <a:pt x="12458" y="4662"/>
                  </a:lnTo>
                  <a:lnTo>
                    <a:pt x="12387" y="4630"/>
                  </a:lnTo>
                  <a:lnTo>
                    <a:pt x="12317" y="4601"/>
                  </a:lnTo>
                  <a:lnTo>
                    <a:pt x="12250" y="4575"/>
                  </a:lnTo>
                  <a:lnTo>
                    <a:pt x="12182" y="4551"/>
                  </a:lnTo>
                  <a:lnTo>
                    <a:pt x="12117" y="4530"/>
                  </a:lnTo>
                  <a:lnTo>
                    <a:pt x="12054" y="4511"/>
                  </a:lnTo>
                  <a:lnTo>
                    <a:pt x="11991" y="4495"/>
                  </a:lnTo>
                  <a:lnTo>
                    <a:pt x="11930" y="4480"/>
                  </a:lnTo>
                  <a:lnTo>
                    <a:pt x="11873" y="4468"/>
                  </a:lnTo>
                  <a:lnTo>
                    <a:pt x="11816" y="4458"/>
                  </a:lnTo>
                  <a:lnTo>
                    <a:pt x="11762" y="4449"/>
                  </a:lnTo>
                  <a:lnTo>
                    <a:pt x="11709" y="4442"/>
                  </a:lnTo>
                  <a:lnTo>
                    <a:pt x="11660" y="4436"/>
                  </a:lnTo>
                  <a:lnTo>
                    <a:pt x="11612" y="4432"/>
                  </a:lnTo>
                  <a:lnTo>
                    <a:pt x="11567" y="4429"/>
                  </a:lnTo>
                  <a:lnTo>
                    <a:pt x="11524" y="4427"/>
                  </a:lnTo>
                  <a:lnTo>
                    <a:pt x="11484" y="4425"/>
                  </a:lnTo>
                  <a:lnTo>
                    <a:pt x="11446" y="4425"/>
                  </a:lnTo>
                  <a:lnTo>
                    <a:pt x="11412" y="4426"/>
                  </a:lnTo>
                  <a:lnTo>
                    <a:pt x="11380" y="4427"/>
                  </a:lnTo>
                  <a:lnTo>
                    <a:pt x="11351" y="4428"/>
                  </a:lnTo>
                  <a:lnTo>
                    <a:pt x="11303" y="4432"/>
                  </a:lnTo>
                  <a:lnTo>
                    <a:pt x="11267" y="4435"/>
                  </a:lnTo>
                  <a:lnTo>
                    <a:pt x="11246" y="4439"/>
                  </a:lnTo>
                  <a:lnTo>
                    <a:pt x="11239" y="4440"/>
                  </a:lnTo>
                  <a:lnTo>
                    <a:pt x="11178" y="2724"/>
                  </a:lnTo>
                  <a:close/>
                  <a:moveTo>
                    <a:pt x="9156" y="0"/>
                  </a:moveTo>
                  <a:lnTo>
                    <a:pt x="16170" y="0"/>
                  </a:lnTo>
                  <a:lnTo>
                    <a:pt x="16170" y="1256"/>
                  </a:lnTo>
                  <a:lnTo>
                    <a:pt x="13383" y="1256"/>
                  </a:lnTo>
                  <a:lnTo>
                    <a:pt x="13383" y="2174"/>
                  </a:lnTo>
                  <a:lnTo>
                    <a:pt x="11820" y="2174"/>
                  </a:lnTo>
                  <a:lnTo>
                    <a:pt x="11820" y="1256"/>
                  </a:lnTo>
                  <a:lnTo>
                    <a:pt x="9156" y="1256"/>
                  </a:lnTo>
                  <a:lnTo>
                    <a:pt x="9156" y="0"/>
                  </a:lnTo>
                  <a:close/>
                  <a:moveTo>
                    <a:pt x="4848" y="9576"/>
                  </a:moveTo>
                  <a:lnTo>
                    <a:pt x="4855" y="9581"/>
                  </a:lnTo>
                  <a:lnTo>
                    <a:pt x="4877" y="9595"/>
                  </a:lnTo>
                  <a:lnTo>
                    <a:pt x="4912" y="9615"/>
                  </a:lnTo>
                  <a:lnTo>
                    <a:pt x="4958" y="9642"/>
                  </a:lnTo>
                  <a:lnTo>
                    <a:pt x="5013" y="9675"/>
                  </a:lnTo>
                  <a:lnTo>
                    <a:pt x="5075" y="9713"/>
                  </a:lnTo>
                  <a:lnTo>
                    <a:pt x="5143" y="9754"/>
                  </a:lnTo>
                  <a:lnTo>
                    <a:pt x="5216" y="9798"/>
                  </a:lnTo>
                  <a:lnTo>
                    <a:pt x="5291" y="9843"/>
                  </a:lnTo>
                  <a:lnTo>
                    <a:pt x="5366" y="9890"/>
                  </a:lnTo>
                  <a:lnTo>
                    <a:pt x="5441" y="9936"/>
                  </a:lnTo>
                  <a:lnTo>
                    <a:pt x="5514" y="9981"/>
                  </a:lnTo>
                  <a:lnTo>
                    <a:pt x="5583" y="10025"/>
                  </a:lnTo>
                  <a:lnTo>
                    <a:pt x="5644" y="10064"/>
                  </a:lnTo>
                  <a:lnTo>
                    <a:pt x="5699" y="10101"/>
                  </a:lnTo>
                  <a:lnTo>
                    <a:pt x="5744" y="10131"/>
                  </a:lnTo>
                  <a:lnTo>
                    <a:pt x="5783" y="10159"/>
                  </a:lnTo>
                  <a:lnTo>
                    <a:pt x="5817" y="10186"/>
                  </a:lnTo>
                  <a:lnTo>
                    <a:pt x="5849" y="10214"/>
                  </a:lnTo>
                  <a:lnTo>
                    <a:pt x="5878" y="10241"/>
                  </a:lnTo>
                  <a:lnTo>
                    <a:pt x="5903" y="10266"/>
                  </a:lnTo>
                  <a:lnTo>
                    <a:pt x="5926" y="10292"/>
                  </a:lnTo>
                  <a:lnTo>
                    <a:pt x="5946" y="10315"/>
                  </a:lnTo>
                  <a:lnTo>
                    <a:pt x="5963" y="10336"/>
                  </a:lnTo>
                  <a:lnTo>
                    <a:pt x="5978" y="10356"/>
                  </a:lnTo>
                  <a:lnTo>
                    <a:pt x="5990" y="10374"/>
                  </a:lnTo>
                  <a:lnTo>
                    <a:pt x="6000" y="10391"/>
                  </a:lnTo>
                  <a:lnTo>
                    <a:pt x="6008" y="10404"/>
                  </a:lnTo>
                  <a:lnTo>
                    <a:pt x="6018" y="10423"/>
                  </a:lnTo>
                  <a:lnTo>
                    <a:pt x="6021" y="10430"/>
                  </a:lnTo>
                  <a:lnTo>
                    <a:pt x="6022" y="10441"/>
                  </a:lnTo>
                  <a:lnTo>
                    <a:pt x="6024" y="10472"/>
                  </a:lnTo>
                  <a:lnTo>
                    <a:pt x="6027" y="10522"/>
                  </a:lnTo>
                  <a:lnTo>
                    <a:pt x="6029" y="10586"/>
                  </a:lnTo>
                  <a:lnTo>
                    <a:pt x="6029" y="10662"/>
                  </a:lnTo>
                  <a:lnTo>
                    <a:pt x="6028" y="10749"/>
                  </a:lnTo>
                  <a:lnTo>
                    <a:pt x="6026" y="10796"/>
                  </a:lnTo>
                  <a:lnTo>
                    <a:pt x="6024" y="10843"/>
                  </a:lnTo>
                  <a:lnTo>
                    <a:pt x="6021" y="10893"/>
                  </a:lnTo>
                  <a:lnTo>
                    <a:pt x="6016" y="10942"/>
                  </a:lnTo>
                  <a:lnTo>
                    <a:pt x="6011" y="10992"/>
                  </a:lnTo>
                  <a:lnTo>
                    <a:pt x="6004" y="11042"/>
                  </a:lnTo>
                  <a:lnTo>
                    <a:pt x="5996" y="11093"/>
                  </a:lnTo>
                  <a:lnTo>
                    <a:pt x="5986" y="11142"/>
                  </a:lnTo>
                  <a:lnTo>
                    <a:pt x="5975" y="11192"/>
                  </a:lnTo>
                  <a:lnTo>
                    <a:pt x="5963" y="11239"/>
                  </a:lnTo>
                  <a:lnTo>
                    <a:pt x="5948" y="11286"/>
                  </a:lnTo>
                  <a:lnTo>
                    <a:pt x="5931" y="11330"/>
                  </a:lnTo>
                  <a:lnTo>
                    <a:pt x="5913" y="11372"/>
                  </a:lnTo>
                  <a:lnTo>
                    <a:pt x="5893" y="11412"/>
                  </a:lnTo>
                  <a:lnTo>
                    <a:pt x="5871" y="11449"/>
                  </a:lnTo>
                  <a:lnTo>
                    <a:pt x="5846" y="11484"/>
                  </a:lnTo>
                  <a:lnTo>
                    <a:pt x="5819" y="11514"/>
                  </a:lnTo>
                  <a:lnTo>
                    <a:pt x="5790" y="11541"/>
                  </a:lnTo>
                  <a:lnTo>
                    <a:pt x="5758" y="11563"/>
                  </a:lnTo>
                  <a:lnTo>
                    <a:pt x="5723" y="11582"/>
                  </a:lnTo>
                  <a:lnTo>
                    <a:pt x="5687" y="11596"/>
                  </a:lnTo>
                  <a:lnTo>
                    <a:pt x="5649" y="11603"/>
                  </a:lnTo>
                  <a:lnTo>
                    <a:pt x="5612" y="11606"/>
                  </a:lnTo>
                  <a:lnTo>
                    <a:pt x="5574" y="11604"/>
                  </a:lnTo>
                  <a:lnTo>
                    <a:pt x="5535" y="11598"/>
                  </a:lnTo>
                  <a:lnTo>
                    <a:pt x="5497" y="11587"/>
                  </a:lnTo>
                  <a:lnTo>
                    <a:pt x="5458" y="11571"/>
                  </a:lnTo>
                  <a:lnTo>
                    <a:pt x="5420" y="11552"/>
                  </a:lnTo>
                  <a:lnTo>
                    <a:pt x="5382" y="11529"/>
                  </a:lnTo>
                  <a:lnTo>
                    <a:pt x="5344" y="11503"/>
                  </a:lnTo>
                  <a:lnTo>
                    <a:pt x="5306" y="11473"/>
                  </a:lnTo>
                  <a:lnTo>
                    <a:pt x="5269" y="11440"/>
                  </a:lnTo>
                  <a:lnTo>
                    <a:pt x="5233" y="11404"/>
                  </a:lnTo>
                  <a:lnTo>
                    <a:pt x="5197" y="11365"/>
                  </a:lnTo>
                  <a:lnTo>
                    <a:pt x="5162" y="11324"/>
                  </a:lnTo>
                  <a:lnTo>
                    <a:pt x="5128" y="11280"/>
                  </a:lnTo>
                  <a:lnTo>
                    <a:pt x="5095" y="11235"/>
                  </a:lnTo>
                  <a:lnTo>
                    <a:pt x="5063" y="11188"/>
                  </a:lnTo>
                  <a:lnTo>
                    <a:pt x="5033" y="11139"/>
                  </a:lnTo>
                  <a:lnTo>
                    <a:pt x="5004" y="11089"/>
                  </a:lnTo>
                  <a:lnTo>
                    <a:pt x="4975" y="11037"/>
                  </a:lnTo>
                  <a:lnTo>
                    <a:pt x="4950" y="10985"/>
                  </a:lnTo>
                  <a:lnTo>
                    <a:pt x="4926" y="10931"/>
                  </a:lnTo>
                  <a:lnTo>
                    <a:pt x="4904" y="10876"/>
                  </a:lnTo>
                  <a:lnTo>
                    <a:pt x="4883" y="10823"/>
                  </a:lnTo>
                  <a:lnTo>
                    <a:pt x="4865" y="10768"/>
                  </a:lnTo>
                  <a:lnTo>
                    <a:pt x="4849" y="10714"/>
                  </a:lnTo>
                  <a:lnTo>
                    <a:pt x="4835" y="10660"/>
                  </a:lnTo>
                  <a:lnTo>
                    <a:pt x="4824" y="10607"/>
                  </a:lnTo>
                  <a:lnTo>
                    <a:pt x="4815" y="10553"/>
                  </a:lnTo>
                  <a:lnTo>
                    <a:pt x="4809" y="10502"/>
                  </a:lnTo>
                  <a:lnTo>
                    <a:pt x="4806" y="10451"/>
                  </a:lnTo>
                  <a:lnTo>
                    <a:pt x="4804" y="10402"/>
                  </a:lnTo>
                  <a:lnTo>
                    <a:pt x="4801" y="10353"/>
                  </a:lnTo>
                  <a:lnTo>
                    <a:pt x="4801" y="10307"/>
                  </a:lnTo>
                  <a:lnTo>
                    <a:pt x="4800" y="10260"/>
                  </a:lnTo>
                  <a:lnTo>
                    <a:pt x="4801" y="10172"/>
                  </a:lnTo>
                  <a:lnTo>
                    <a:pt x="4802" y="10090"/>
                  </a:lnTo>
                  <a:lnTo>
                    <a:pt x="4806" y="10012"/>
                  </a:lnTo>
                  <a:lnTo>
                    <a:pt x="4810" y="9940"/>
                  </a:lnTo>
                  <a:lnTo>
                    <a:pt x="4814" y="9874"/>
                  </a:lnTo>
                  <a:lnTo>
                    <a:pt x="4819" y="9814"/>
                  </a:lnTo>
                  <a:lnTo>
                    <a:pt x="4824" y="9760"/>
                  </a:lnTo>
                  <a:lnTo>
                    <a:pt x="4829" y="9713"/>
                  </a:lnTo>
                  <a:lnTo>
                    <a:pt x="4834" y="9672"/>
                  </a:lnTo>
                  <a:lnTo>
                    <a:pt x="4838" y="9638"/>
                  </a:lnTo>
                  <a:lnTo>
                    <a:pt x="4842" y="9612"/>
                  </a:lnTo>
                  <a:lnTo>
                    <a:pt x="4845" y="9593"/>
                  </a:lnTo>
                  <a:lnTo>
                    <a:pt x="4847" y="9580"/>
                  </a:lnTo>
                  <a:lnTo>
                    <a:pt x="4848" y="9576"/>
                  </a:lnTo>
                  <a:close/>
                  <a:moveTo>
                    <a:pt x="2906" y="8446"/>
                  </a:moveTo>
                  <a:lnTo>
                    <a:pt x="2912" y="8449"/>
                  </a:lnTo>
                  <a:lnTo>
                    <a:pt x="2930" y="8458"/>
                  </a:lnTo>
                  <a:lnTo>
                    <a:pt x="2959" y="8472"/>
                  </a:lnTo>
                  <a:lnTo>
                    <a:pt x="2999" y="8491"/>
                  </a:lnTo>
                  <a:lnTo>
                    <a:pt x="3046" y="8515"/>
                  </a:lnTo>
                  <a:lnTo>
                    <a:pt x="3102" y="8542"/>
                  </a:lnTo>
                  <a:lnTo>
                    <a:pt x="3163" y="8572"/>
                  </a:lnTo>
                  <a:lnTo>
                    <a:pt x="3231" y="8606"/>
                  </a:lnTo>
                  <a:lnTo>
                    <a:pt x="3303" y="8641"/>
                  </a:lnTo>
                  <a:lnTo>
                    <a:pt x="3379" y="8677"/>
                  </a:lnTo>
                  <a:lnTo>
                    <a:pt x="3456" y="8714"/>
                  </a:lnTo>
                  <a:lnTo>
                    <a:pt x="3536" y="8751"/>
                  </a:lnTo>
                  <a:lnTo>
                    <a:pt x="3615" y="8789"/>
                  </a:lnTo>
                  <a:lnTo>
                    <a:pt x="3694" y="8826"/>
                  </a:lnTo>
                  <a:lnTo>
                    <a:pt x="3771" y="8860"/>
                  </a:lnTo>
                  <a:lnTo>
                    <a:pt x="3844" y="8893"/>
                  </a:lnTo>
                  <a:lnTo>
                    <a:pt x="3880" y="8910"/>
                  </a:lnTo>
                  <a:lnTo>
                    <a:pt x="3913" y="8926"/>
                  </a:lnTo>
                  <a:lnTo>
                    <a:pt x="3944" y="8941"/>
                  </a:lnTo>
                  <a:lnTo>
                    <a:pt x="3975" y="8956"/>
                  </a:lnTo>
                  <a:lnTo>
                    <a:pt x="4030" y="8986"/>
                  </a:lnTo>
                  <a:lnTo>
                    <a:pt x="4080" y="9016"/>
                  </a:lnTo>
                  <a:lnTo>
                    <a:pt x="4123" y="9044"/>
                  </a:lnTo>
                  <a:lnTo>
                    <a:pt x="4162" y="9070"/>
                  </a:lnTo>
                  <a:lnTo>
                    <a:pt x="4195" y="9095"/>
                  </a:lnTo>
                  <a:lnTo>
                    <a:pt x="4223" y="9118"/>
                  </a:lnTo>
                  <a:lnTo>
                    <a:pt x="4248" y="9139"/>
                  </a:lnTo>
                  <a:lnTo>
                    <a:pt x="4267" y="9157"/>
                  </a:lnTo>
                  <a:lnTo>
                    <a:pt x="4283" y="9174"/>
                  </a:lnTo>
                  <a:lnTo>
                    <a:pt x="4295" y="9187"/>
                  </a:lnTo>
                  <a:lnTo>
                    <a:pt x="4309" y="9207"/>
                  </a:lnTo>
                  <a:lnTo>
                    <a:pt x="4314" y="9214"/>
                  </a:lnTo>
                  <a:lnTo>
                    <a:pt x="4308" y="9226"/>
                  </a:lnTo>
                  <a:lnTo>
                    <a:pt x="4292" y="9261"/>
                  </a:lnTo>
                  <a:lnTo>
                    <a:pt x="4281" y="9288"/>
                  </a:lnTo>
                  <a:lnTo>
                    <a:pt x="4269" y="9320"/>
                  </a:lnTo>
                  <a:lnTo>
                    <a:pt x="4256" y="9356"/>
                  </a:lnTo>
                  <a:lnTo>
                    <a:pt x="4241" y="9398"/>
                  </a:lnTo>
                  <a:lnTo>
                    <a:pt x="4225" y="9444"/>
                  </a:lnTo>
                  <a:lnTo>
                    <a:pt x="4210" y="9495"/>
                  </a:lnTo>
                  <a:lnTo>
                    <a:pt x="4194" y="9549"/>
                  </a:lnTo>
                  <a:lnTo>
                    <a:pt x="4179" y="9609"/>
                  </a:lnTo>
                  <a:lnTo>
                    <a:pt x="4165" y="9672"/>
                  </a:lnTo>
                  <a:lnTo>
                    <a:pt x="4151" y="9739"/>
                  </a:lnTo>
                  <a:lnTo>
                    <a:pt x="4139" y="9810"/>
                  </a:lnTo>
                  <a:lnTo>
                    <a:pt x="4127" y="9883"/>
                  </a:lnTo>
                  <a:lnTo>
                    <a:pt x="4118" y="9960"/>
                  </a:lnTo>
                  <a:lnTo>
                    <a:pt x="4111" y="10040"/>
                  </a:lnTo>
                  <a:lnTo>
                    <a:pt x="4107" y="10123"/>
                  </a:lnTo>
                  <a:lnTo>
                    <a:pt x="4106" y="10209"/>
                  </a:lnTo>
                  <a:lnTo>
                    <a:pt x="4107" y="10297"/>
                  </a:lnTo>
                  <a:lnTo>
                    <a:pt x="4112" y="10387"/>
                  </a:lnTo>
                  <a:lnTo>
                    <a:pt x="4121" y="10478"/>
                  </a:lnTo>
                  <a:lnTo>
                    <a:pt x="4134" y="10572"/>
                  </a:lnTo>
                  <a:lnTo>
                    <a:pt x="4152" y="10668"/>
                  </a:lnTo>
                  <a:lnTo>
                    <a:pt x="4173" y="10765"/>
                  </a:lnTo>
                  <a:lnTo>
                    <a:pt x="4200" y="10864"/>
                  </a:lnTo>
                  <a:lnTo>
                    <a:pt x="4232" y="10963"/>
                  </a:lnTo>
                  <a:lnTo>
                    <a:pt x="4270" y="11064"/>
                  </a:lnTo>
                  <a:lnTo>
                    <a:pt x="4314" y="11165"/>
                  </a:lnTo>
                  <a:lnTo>
                    <a:pt x="4364" y="11266"/>
                  </a:lnTo>
                  <a:lnTo>
                    <a:pt x="4420" y="11368"/>
                  </a:lnTo>
                  <a:lnTo>
                    <a:pt x="4481" y="11467"/>
                  </a:lnTo>
                  <a:lnTo>
                    <a:pt x="4544" y="11559"/>
                  </a:lnTo>
                  <a:lnTo>
                    <a:pt x="4605" y="11645"/>
                  </a:lnTo>
                  <a:lnTo>
                    <a:pt x="4669" y="11724"/>
                  </a:lnTo>
                  <a:lnTo>
                    <a:pt x="4734" y="11798"/>
                  </a:lnTo>
                  <a:lnTo>
                    <a:pt x="4798" y="11864"/>
                  </a:lnTo>
                  <a:lnTo>
                    <a:pt x="4864" y="11926"/>
                  </a:lnTo>
                  <a:lnTo>
                    <a:pt x="4930" y="11982"/>
                  </a:lnTo>
                  <a:lnTo>
                    <a:pt x="4996" y="12031"/>
                  </a:lnTo>
                  <a:lnTo>
                    <a:pt x="5061" y="12075"/>
                  </a:lnTo>
                  <a:lnTo>
                    <a:pt x="5127" y="12115"/>
                  </a:lnTo>
                  <a:lnTo>
                    <a:pt x="5192" y="12149"/>
                  </a:lnTo>
                  <a:lnTo>
                    <a:pt x="5256" y="12179"/>
                  </a:lnTo>
                  <a:lnTo>
                    <a:pt x="5321" y="12203"/>
                  </a:lnTo>
                  <a:lnTo>
                    <a:pt x="5385" y="12223"/>
                  </a:lnTo>
                  <a:lnTo>
                    <a:pt x="5448" y="12238"/>
                  </a:lnTo>
                  <a:lnTo>
                    <a:pt x="5510" y="12249"/>
                  </a:lnTo>
                  <a:lnTo>
                    <a:pt x="5571" y="12255"/>
                  </a:lnTo>
                  <a:lnTo>
                    <a:pt x="5630" y="12258"/>
                  </a:lnTo>
                  <a:lnTo>
                    <a:pt x="5689" y="12256"/>
                  </a:lnTo>
                  <a:lnTo>
                    <a:pt x="5746" y="12251"/>
                  </a:lnTo>
                  <a:lnTo>
                    <a:pt x="5801" y="12242"/>
                  </a:lnTo>
                  <a:lnTo>
                    <a:pt x="5855" y="12230"/>
                  </a:lnTo>
                  <a:lnTo>
                    <a:pt x="5907" y="12215"/>
                  </a:lnTo>
                  <a:lnTo>
                    <a:pt x="5957" y="12196"/>
                  </a:lnTo>
                  <a:lnTo>
                    <a:pt x="6004" y="12173"/>
                  </a:lnTo>
                  <a:lnTo>
                    <a:pt x="6049" y="12149"/>
                  </a:lnTo>
                  <a:lnTo>
                    <a:pt x="6091" y="12122"/>
                  </a:lnTo>
                  <a:lnTo>
                    <a:pt x="6131" y="12092"/>
                  </a:lnTo>
                  <a:lnTo>
                    <a:pt x="6169" y="12059"/>
                  </a:lnTo>
                  <a:lnTo>
                    <a:pt x="6203" y="12024"/>
                  </a:lnTo>
                  <a:lnTo>
                    <a:pt x="6236" y="11988"/>
                  </a:lnTo>
                  <a:lnTo>
                    <a:pt x="6292" y="11913"/>
                  </a:lnTo>
                  <a:lnTo>
                    <a:pt x="6346" y="11843"/>
                  </a:lnTo>
                  <a:lnTo>
                    <a:pt x="6393" y="11776"/>
                  </a:lnTo>
                  <a:lnTo>
                    <a:pt x="6437" y="11714"/>
                  </a:lnTo>
                  <a:lnTo>
                    <a:pt x="6456" y="11684"/>
                  </a:lnTo>
                  <a:lnTo>
                    <a:pt x="6475" y="11654"/>
                  </a:lnTo>
                  <a:lnTo>
                    <a:pt x="6492" y="11626"/>
                  </a:lnTo>
                  <a:lnTo>
                    <a:pt x="6508" y="11599"/>
                  </a:lnTo>
                  <a:lnTo>
                    <a:pt x="6524" y="11572"/>
                  </a:lnTo>
                  <a:lnTo>
                    <a:pt x="6538" y="11546"/>
                  </a:lnTo>
                  <a:lnTo>
                    <a:pt x="6551" y="11521"/>
                  </a:lnTo>
                  <a:lnTo>
                    <a:pt x="6563" y="11497"/>
                  </a:lnTo>
                  <a:lnTo>
                    <a:pt x="6574" y="11473"/>
                  </a:lnTo>
                  <a:lnTo>
                    <a:pt x="6584" y="11450"/>
                  </a:lnTo>
                  <a:lnTo>
                    <a:pt x="6593" y="11428"/>
                  </a:lnTo>
                  <a:lnTo>
                    <a:pt x="6600" y="11407"/>
                  </a:lnTo>
                  <a:lnTo>
                    <a:pt x="6607" y="11386"/>
                  </a:lnTo>
                  <a:lnTo>
                    <a:pt x="6614" y="11365"/>
                  </a:lnTo>
                  <a:lnTo>
                    <a:pt x="6619" y="11346"/>
                  </a:lnTo>
                  <a:lnTo>
                    <a:pt x="6623" y="11327"/>
                  </a:lnTo>
                  <a:lnTo>
                    <a:pt x="6625" y="11309"/>
                  </a:lnTo>
                  <a:lnTo>
                    <a:pt x="6627" y="11292"/>
                  </a:lnTo>
                  <a:lnTo>
                    <a:pt x="6628" y="11274"/>
                  </a:lnTo>
                  <a:lnTo>
                    <a:pt x="6629" y="11258"/>
                  </a:lnTo>
                  <a:lnTo>
                    <a:pt x="6628" y="11242"/>
                  </a:lnTo>
                  <a:lnTo>
                    <a:pt x="6626" y="11227"/>
                  </a:lnTo>
                  <a:lnTo>
                    <a:pt x="6623" y="11212"/>
                  </a:lnTo>
                  <a:lnTo>
                    <a:pt x="6620" y="11198"/>
                  </a:lnTo>
                  <a:lnTo>
                    <a:pt x="6613" y="11170"/>
                  </a:lnTo>
                  <a:lnTo>
                    <a:pt x="6606" y="11142"/>
                  </a:lnTo>
                  <a:lnTo>
                    <a:pt x="6601" y="11115"/>
                  </a:lnTo>
                  <a:lnTo>
                    <a:pt x="6598" y="11089"/>
                  </a:lnTo>
                  <a:lnTo>
                    <a:pt x="6595" y="11062"/>
                  </a:lnTo>
                  <a:lnTo>
                    <a:pt x="6594" y="11038"/>
                  </a:lnTo>
                  <a:lnTo>
                    <a:pt x="6593" y="11015"/>
                  </a:lnTo>
                  <a:lnTo>
                    <a:pt x="6592" y="10993"/>
                  </a:lnTo>
                  <a:lnTo>
                    <a:pt x="6593" y="10954"/>
                  </a:lnTo>
                  <a:lnTo>
                    <a:pt x="6595" y="10925"/>
                  </a:lnTo>
                  <a:lnTo>
                    <a:pt x="6597" y="10906"/>
                  </a:lnTo>
                  <a:lnTo>
                    <a:pt x="6598" y="10899"/>
                  </a:lnTo>
                  <a:lnTo>
                    <a:pt x="7004" y="11176"/>
                  </a:lnTo>
                  <a:lnTo>
                    <a:pt x="7005" y="11190"/>
                  </a:lnTo>
                  <a:lnTo>
                    <a:pt x="7008" y="11226"/>
                  </a:lnTo>
                  <a:lnTo>
                    <a:pt x="7011" y="11286"/>
                  </a:lnTo>
                  <a:lnTo>
                    <a:pt x="7015" y="11363"/>
                  </a:lnTo>
                  <a:lnTo>
                    <a:pt x="7018" y="11457"/>
                  </a:lnTo>
                  <a:lnTo>
                    <a:pt x="7020" y="11567"/>
                  </a:lnTo>
                  <a:lnTo>
                    <a:pt x="7019" y="11626"/>
                  </a:lnTo>
                  <a:lnTo>
                    <a:pt x="7018" y="11689"/>
                  </a:lnTo>
                  <a:lnTo>
                    <a:pt x="7017" y="11753"/>
                  </a:lnTo>
                  <a:lnTo>
                    <a:pt x="7015" y="11819"/>
                  </a:lnTo>
                  <a:lnTo>
                    <a:pt x="7011" y="11888"/>
                  </a:lnTo>
                  <a:lnTo>
                    <a:pt x="7006" y="11957"/>
                  </a:lnTo>
                  <a:lnTo>
                    <a:pt x="7001" y="12029"/>
                  </a:lnTo>
                  <a:lnTo>
                    <a:pt x="6994" y="12101"/>
                  </a:lnTo>
                  <a:lnTo>
                    <a:pt x="6984" y="12173"/>
                  </a:lnTo>
                  <a:lnTo>
                    <a:pt x="6974" y="12246"/>
                  </a:lnTo>
                  <a:lnTo>
                    <a:pt x="6963" y="12319"/>
                  </a:lnTo>
                  <a:lnTo>
                    <a:pt x="6949" y="12392"/>
                  </a:lnTo>
                  <a:lnTo>
                    <a:pt x="6934" y="12463"/>
                  </a:lnTo>
                  <a:lnTo>
                    <a:pt x="6917" y="12535"/>
                  </a:lnTo>
                  <a:lnTo>
                    <a:pt x="6898" y="12605"/>
                  </a:lnTo>
                  <a:lnTo>
                    <a:pt x="6877" y="12674"/>
                  </a:lnTo>
                  <a:lnTo>
                    <a:pt x="6853" y="12740"/>
                  </a:lnTo>
                  <a:lnTo>
                    <a:pt x="6828" y="12805"/>
                  </a:lnTo>
                  <a:lnTo>
                    <a:pt x="6799" y="12866"/>
                  </a:lnTo>
                  <a:lnTo>
                    <a:pt x="6769" y="12926"/>
                  </a:lnTo>
                  <a:lnTo>
                    <a:pt x="6735" y="12985"/>
                  </a:lnTo>
                  <a:lnTo>
                    <a:pt x="6695" y="13042"/>
                  </a:lnTo>
                  <a:lnTo>
                    <a:pt x="6653" y="13100"/>
                  </a:lnTo>
                  <a:lnTo>
                    <a:pt x="6605" y="13157"/>
                  </a:lnTo>
                  <a:lnTo>
                    <a:pt x="6555" y="13215"/>
                  </a:lnTo>
                  <a:lnTo>
                    <a:pt x="6500" y="13271"/>
                  </a:lnTo>
                  <a:lnTo>
                    <a:pt x="6443" y="13325"/>
                  </a:lnTo>
                  <a:lnTo>
                    <a:pt x="6381" y="13379"/>
                  </a:lnTo>
                  <a:lnTo>
                    <a:pt x="6317" y="13431"/>
                  </a:lnTo>
                  <a:lnTo>
                    <a:pt x="6251" y="13481"/>
                  </a:lnTo>
                  <a:lnTo>
                    <a:pt x="6181" y="13529"/>
                  </a:lnTo>
                  <a:lnTo>
                    <a:pt x="6109" y="13575"/>
                  </a:lnTo>
                  <a:lnTo>
                    <a:pt x="6034" y="13618"/>
                  </a:lnTo>
                  <a:lnTo>
                    <a:pt x="5959" y="13659"/>
                  </a:lnTo>
                  <a:lnTo>
                    <a:pt x="5880" y="13697"/>
                  </a:lnTo>
                  <a:lnTo>
                    <a:pt x="5800" y="13731"/>
                  </a:lnTo>
                  <a:lnTo>
                    <a:pt x="5719" y="13762"/>
                  </a:lnTo>
                  <a:lnTo>
                    <a:pt x="5636" y="13791"/>
                  </a:lnTo>
                  <a:lnTo>
                    <a:pt x="5552" y="13814"/>
                  </a:lnTo>
                  <a:lnTo>
                    <a:pt x="5468" y="13834"/>
                  </a:lnTo>
                  <a:lnTo>
                    <a:pt x="5384" y="13849"/>
                  </a:lnTo>
                  <a:lnTo>
                    <a:pt x="5299" y="13860"/>
                  </a:lnTo>
                  <a:lnTo>
                    <a:pt x="5213" y="13867"/>
                  </a:lnTo>
                  <a:lnTo>
                    <a:pt x="5127" y="13869"/>
                  </a:lnTo>
                  <a:lnTo>
                    <a:pt x="5041" y="13864"/>
                  </a:lnTo>
                  <a:lnTo>
                    <a:pt x="4956" y="13855"/>
                  </a:lnTo>
                  <a:lnTo>
                    <a:pt x="4871" y="13840"/>
                  </a:lnTo>
                  <a:lnTo>
                    <a:pt x="4787" y="13819"/>
                  </a:lnTo>
                  <a:lnTo>
                    <a:pt x="4704" y="13793"/>
                  </a:lnTo>
                  <a:lnTo>
                    <a:pt x="4623" y="13759"/>
                  </a:lnTo>
                  <a:lnTo>
                    <a:pt x="4543" y="13719"/>
                  </a:lnTo>
                  <a:lnTo>
                    <a:pt x="4464" y="13673"/>
                  </a:lnTo>
                  <a:lnTo>
                    <a:pt x="4386" y="13621"/>
                  </a:lnTo>
                  <a:lnTo>
                    <a:pt x="4308" y="13566"/>
                  </a:lnTo>
                  <a:lnTo>
                    <a:pt x="4231" y="13508"/>
                  </a:lnTo>
                  <a:lnTo>
                    <a:pt x="4156" y="13447"/>
                  </a:lnTo>
                  <a:lnTo>
                    <a:pt x="4080" y="13383"/>
                  </a:lnTo>
                  <a:lnTo>
                    <a:pt x="4005" y="13316"/>
                  </a:lnTo>
                  <a:lnTo>
                    <a:pt x="3932" y="13247"/>
                  </a:lnTo>
                  <a:lnTo>
                    <a:pt x="3860" y="13175"/>
                  </a:lnTo>
                  <a:lnTo>
                    <a:pt x="3788" y="13101"/>
                  </a:lnTo>
                  <a:lnTo>
                    <a:pt x="3718" y="13024"/>
                  </a:lnTo>
                  <a:lnTo>
                    <a:pt x="3649" y="12945"/>
                  </a:lnTo>
                  <a:lnTo>
                    <a:pt x="3582" y="12864"/>
                  </a:lnTo>
                  <a:lnTo>
                    <a:pt x="3516" y="12782"/>
                  </a:lnTo>
                  <a:lnTo>
                    <a:pt x="3452" y="12698"/>
                  </a:lnTo>
                  <a:lnTo>
                    <a:pt x="3390" y="12611"/>
                  </a:lnTo>
                  <a:lnTo>
                    <a:pt x="3330" y="12523"/>
                  </a:lnTo>
                  <a:lnTo>
                    <a:pt x="3271" y="12434"/>
                  </a:lnTo>
                  <a:lnTo>
                    <a:pt x="3215" y="12343"/>
                  </a:lnTo>
                  <a:lnTo>
                    <a:pt x="3160" y="12252"/>
                  </a:lnTo>
                  <a:lnTo>
                    <a:pt x="3108" y="12159"/>
                  </a:lnTo>
                  <a:lnTo>
                    <a:pt x="3058" y="12065"/>
                  </a:lnTo>
                  <a:lnTo>
                    <a:pt x="3011" y="11970"/>
                  </a:lnTo>
                  <a:lnTo>
                    <a:pt x="2966" y="11875"/>
                  </a:lnTo>
                  <a:lnTo>
                    <a:pt x="2924" y="11780"/>
                  </a:lnTo>
                  <a:lnTo>
                    <a:pt x="2884" y="11684"/>
                  </a:lnTo>
                  <a:lnTo>
                    <a:pt x="2848" y="11587"/>
                  </a:lnTo>
                  <a:lnTo>
                    <a:pt x="2814" y="11490"/>
                  </a:lnTo>
                  <a:lnTo>
                    <a:pt x="2783" y="11393"/>
                  </a:lnTo>
                  <a:lnTo>
                    <a:pt x="2755" y="11296"/>
                  </a:lnTo>
                  <a:lnTo>
                    <a:pt x="2731" y="11199"/>
                  </a:lnTo>
                  <a:lnTo>
                    <a:pt x="2709" y="11102"/>
                  </a:lnTo>
                  <a:lnTo>
                    <a:pt x="2692" y="11006"/>
                  </a:lnTo>
                  <a:lnTo>
                    <a:pt x="2677" y="10910"/>
                  </a:lnTo>
                  <a:lnTo>
                    <a:pt x="2663" y="10815"/>
                  </a:lnTo>
                  <a:lnTo>
                    <a:pt x="2651" y="10721"/>
                  </a:lnTo>
                  <a:lnTo>
                    <a:pt x="2641" y="10627"/>
                  </a:lnTo>
                  <a:lnTo>
                    <a:pt x="2631" y="10535"/>
                  </a:lnTo>
                  <a:lnTo>
                    <a:pt x="2624" y="10443"/>
                  </a:lnTo>
                  <a:lnTo>
                    <a:pt x="2617" y="10353"/>
                  </a:lnTo>
                  <a:lnTo>
                    <a:pt x="2611" y="10263"/>
                  </a:lnTo>
                  <a:lnTo>
                    <a:pt x="2607" y="10176"/>
                  </a:lnTo>
                  <a:lnTo>
                    <a:pt x="2604" y="10091"/>
                  </a:lnTo>
                  <a:lnTo>
                    <a:pt x="2602" y="10006"/>
                  </a:lnTo>
                  <a:lnTo>
                    <a:pt x="2601" y="9924"/>
                  </a:lnTo>
                  <a:lnTo>
                    <a:pt x="2601" y="9843"/>
                  </a:lnTo>
                  <a:lnTo>
                    <a:pt x="2602" y="9764"/>
                  </a:lnTo>
                  <a:lnTo>
                    <a:pt x="2604" y="9687"/>
                  </a:lnTo>
                  <a:lnTo>
                    <a:pt x="2606" y="9614"/>
                  </a:lnTo>
                  <a:lnTo>
                    <a:pt x="2609" y="9542"/>
                  </a:lnTo>
                  <a:lnTo>
                    <a:pt x="2613" y="9472"/>
                  </a:lnTo>
                  <a:lnTo>
                    <a:pt x="2619" y="9406"/>
                  </a:lnTo>
                  <a:lnTo>
                    <a:pt x="2624" y="9342"/>
                  </a:lnTo>
                  <a:lnTo>
                    <a:pt x="2630" y="9280"/>
                  </a:lnTo>
                  <a:lnTo>
                    <a:pt x="2636" y="9223"/>
                  </a:lnTo>
                  <a:lnTo>
                    <a:pt x="2643" y="9167"/>
                  </a:lnTo>
                  <a:lnTo>
                    <a:pt x="2650" y="9116"/>
                  </a:lnTo>
                  <a:lnTo>
                    <a:pt x="2657" y="9067"/>
                  </a:lnTo>
                  <a:lnTo>
                    <a:pt x="2665" y="9022"/>
                  </a:lnTo>
                  <a:lnTo>
                    <a:pt x="2673" y="8980"/>
                  </a:lnTo>
                  <a:lnTo>
                    <a:pt x="2681" y="8942"/>
                  </a:lnTo>
                  <a:lnTo>
                    <a:pt x="2689" y="8909"/>
                  </a:lnTo>
                  <a:lnTo>
                    <a:pt x="2697" y="8878"/>
                  </a:lnTo>
                  <a:lnTo>
                    <a:pt x="2705" y="8852"/>
                  </a:lnTo>
                  <a:lnTo>
                    <a:pt x="2714" y="8830"/>
                  </a:lnTo>
                  <a:lnTo>
                    <a:pt x="2730" y="8790"/>
                  </a:lnTo>
                  <a:lnTo>
                    <a:pt x="2746" y="8752"/>
                  </a:lnTo>
                  <a:lnTo>
                    <a:pt x="2763" y="8715"/>
                  </a:lnTo>
                  <a:lnTo>
                    <a:pt x="2779" y="8679"/>
                  </a:lnTo>
                  <a:lnTo>
                    <a:pt x="2812" y="8615"/>
                  </a:lnTo>
                  <a:lnTo>
                    <a:pt x="2842" y="8557"/>
                  </a:lnTo>
                  <a:lnTo>
                    <a:pt x="2867" y="8511"/>
                  </a:lnTo>
                  <a:lnTo>
                    <a:pt x="2887" y="8475"/>
                  </a:lnTo>
                  <a:lnTo>
                    <a:pt x="2900" y="8453"/>
                  </a:lnTo>
                  <a:lnTo>
                    <a:pt x="2906" y="8446"/>
                  </a:lnTo>
                  <a:close/>
                  <a:moveTo>
                    <a:pt x="2372" y="8211"/>
                  </a:moveTo>
                  <a:lnTo>
                    <a:pt x="2368" y="8217"/>
                  </a:lnTo>
                  <a:lnTo>
                    <a:pt x="2356" y="8233"/>
                  </a:lnTo>
                  <a:lnTo>
                    <a:pt x="2338" y="8260"/>
                  </a:lnTo>
                  <a:lnTo>
                    <a:pt x="2314" y="8298"/>
                  </a:lnTo>
                  <a:lnTo>
                    <a:pt x="2300" y="8322"/>
                  </a:lnTo>
                  <a:lnTo>
                    <a:pt x="2286" y="8348"/>
                  </a:lnTo>
                  <a:lnTo>
                    <a:pt x="2270" y="8376"/>
                  </a:lnTo>
                  <a:lnTo>
                    <a:pt x="2254" y="8408"/>
                  </a:lnTo>
                  <a:lnTo>
                    <a:pt x="2237" y="8442"/>
                  </a:lnTo>
                  <a:lnTo>
                    <a:pt x="2219" y="8478"/>
                  </a:lnTo>
                  <a:lnTo>
                    <a:pt x="2201" y="8519"/>
                  </a:lnTo>
                  <a:lnTo>
                    <a:pt x="2183" y="8560"/>
                  </a:lnTo>
                  <a:lnTo>
                    <a:pt x="2164" y="8606"/>
                  </a:lnTo>
                  <a:lnTo>
                    <a:pt x="2146" y="8653"/>
                  </a:lnTo>
                  <a:lnTo>
                    <a:pt x="2126" y="8703"/>
                  </a:lnTo>
                  <a:lnTo>
                    <a:pt x="2108" y="8756"/>
                  </a:lnTo>
                  <a:lnTo>
                    <a:pt x="2090" y="8812"/>
                  </a:lnTo>
                  <a:lnTo>
                    <a:pt x="2072" y="8869"/>
                  </a:lnTo>
                  <a:lnTo>
                    <a:pt x="2055" y="8931"/>
                  </a:lnTo>
                  <a:lnTo>
                    <a:pt x="2038" y="8993"/>
                  </a:lnTo>
                  <a:lnTo>
                    <a:pt x="2023" y="9060"/>
                  </a:lnTo>
                  <a:lnTo>
                    <a:pt x="2008" y="9129"/>
                  </a:lnTo>
                  <a:lnTo>
                    <a:pt x="1994" y="9201"/>
                  </a:lnTo>
                  <a:lnTo>
                    <a:pt x="1982" y="9274"/>
                  </a:lnTo>
                  <a:lnTo>
                    <a:pt x="1970" y="9352"/>
                  </a:lnTo>
                  <a:lnTo>
                    <a:pt x="1961" y="9431"/>
                  </a:lnTo>
                  <a:lnTo>
                    <a:pt x="1952" y="9513"/>
                  </a:lnTo>
                  <a:lnTo>
                    <a:pt x="1945" y="9598"/>
                  </a:lnTo>
                  <a:lnTo>
                    <a:pt x="1940" y="9684"/>
                  </a:lnTo>
                  <a:lnTo>
                    <a:pt x="1939" y="9772"/>
                  </a:lnTo>
                  <a:lnTo>
                    <a:pt x="1940" y="9862"/>
                  </a:lnTo>
                  <a:lnTo>
                    <a:pt x="1944" y="9952"/>
                  </a:lnTo>
                  <a:lnTo>
                    <a:pt x="1951" y="10042"/>
                  </a:lnTo>
                  <a:lnTo>
                    <a:pt x="1959" y="10133"/>
                  </a:lnTo>
                  <a:lnTo>
                    <a:pt x="1969" y="10224"/>
                  </a:lnTo>
                  <a:lnTo>
                    <a:pt x="1981" y="10315"/>
                  </a:lnTo>
                  <a:lnTo>
                    <a:pt x="1995" y="10405"/>
                  </a:lnTo>
                  <a:lnTo>
                    <a:pt x="2010" y="10495"/>
                  </a:lnTo>
                  <a:lnTo>
                    <a:pt x="2027" y="10582"/>
                  </a:lnTo>
                  <a:lnTo>
                    <a:pt x="2046" y="10669"/>
                  </a:lnTo>
                  <a:lnTo>
                    <a:pt x="2064" y="10754"/>
                  </a:lnTo>
                  <a:lnTo>
                    <a:pt x="2083" y="10838"/>
                  </a:lnTo>
                  <a:lnTo>
                    <a:pt x="2103" y="10919"/>
                  </a:lnTo>
                  <a:lnTo>
                    <a:pt x="2123" y="10998"/>
                  </a:lnTo>
                  <a:lnTo>
                    <a:pt x="2145" y="11074"/>
                  </a:lnTo>
                  <a:lnTo>
                    <a:pt x="2165" y="11147"/>
                  </a:lnTo>
                  <a:lnTo>
                    <a:pt x="2185" y="11217"/>
                  </a:lnTo>
                  <a:lnTo>
                    <a:pt x="2205" y="11284"/>
                  </a:lnTo>
                  <a:lnTo>
                    <a:pt x="2224" y="11346"/>
                  </a:lnTo>
                  <a:lnTo>
                    <a:pt x="2244" y="11405"/>
                  </a:lnTo>
                  <a:lnTo>
                    <a:pt x="2261" y="11459"/>
                  </a:lnTo>
                  <a:lnTo>
                    <a:pt x="2278" y="11509"/>
                  </a:lnTo>
                  <a:lnTo>
                    <a:pt x="2307" y="11594"/>
                  </a:lnTo>
                  <a:lnTo>
                    <a:pt x="2331" y="11656"/>
                  </a:lnTo>
                  <a:lnTo>
                    <a:pt x="2346" y="11697"/>
                  </a:lnTo>
                  <a:lnTo>
                    <a:pt x="2351" y="11710"/>
                  </a:lnTo>
                  <a:lnTo>
                    <a:pt x="2335" y="11704"/>
                  </a:lnTo>
                  <a:lnTo>
                    <a:pt x="2288" y="11686"/>
                  </a:lnTo>
                  <a:lnTo>
                    <a:pt x="2255" y="11672"/>
                  </a:lnTo>
                  <a:lnTo>
                    <a:pt x="2215" y="11656"/>
                  </a:lnTo>
                  <a:lnTo>
                    <a:pt x="2170" y="11637"/>
                  </a:lnTo>
                  <a:lnTo>
                    <a:pt x="2119" y="11615"/>
                  </a:lnTo>
                  <a:lnTo>
                    <a:pt x="2064" y="11591"/>
                  </a:lnTo>
                  <a:lnTo>
                    <a:pt x="2003" y="11562"/>
                  </a:lnTo>
                  <a:lnTo>
                    <a:pt x="1938" y="11532"/>
                  </a:lnTo>
                  <a:lnTo>
                    <a:pt x="1871" y="11499"/>
                  </a:lnTo>
                  <a:lnTo>
                    <a:pt x="1800" y="11462"/>
                  </a:lnTo>
                  <a:lnTo>
                    <a:pt x="1726" y="11423"/>
                  </a:lnTo>
                  <a:lnTo>
                    <a:pt x="1649" y="11382"/>
                  </a:lnTo>
                  <a:lnTo>
                    <a:pt x="1572" y="11336"/>
                  </a:lnTo>
                  <a:lnTo>
                    <a:pt x="1492" y="11290"/>
                  </a:lnTo>
                  <a:lnTo>
                    <a:pt x="1411" y="11239"/>
                  </a:lnTo>
                  <a:lnTo>
                    <a:pt x="1329" y="11187"/>
                  </a:lnTo>
                  <a:lnTo>
                    <a:pt x="1248" y="11131"/>
                  </a:lnTo>
                  <a:lnTo>
                    <a:pt x="1166" y="11072"/>
                  </a:lnTo>
                  <a:lnTo>
                    <a:pt x="1085" y="11012"/>
                  </a:lnTo>
                  <a:lnTo>
                    <a:pt x="1006" y="10948"/>
                  </a:lnTo>
                  <a:lnTo>
                    <a:pt x="928" y="10881"/>
                  </a:lnTo>
                  <a:lnTo>
                    <a:pt x="851" y="10813"/>
                  </a:lnTo>
                  <a:lnTo>
                    <a:pt x="777" y="10742"/>
                  </a:lnTo>
                  <a:lnTo>
                    <a:pt x="706" y="10667"/>
                  </a:lnTo>
                  <a:lnTo>
                    <a:pt x="639" y="10591"/>
                  </a:lnTo>
                  <a:lnTo>
                    <a:pt x="574" y="10512"/>
                  </a:lnTo>
                  <a:lnTo>
                    <a:pt x="514" y="10430"/>
                  </a:lnTo>
                  <a:lnTo>
                    <a:pt x="459" y="10346"/>
                  </a:lnTo>
                  <a:lnTo>
                    <a:pt x="408" y="10259"/>
                  </a:lnTo>
                  <a:lnTo>
                    <a:pt x="361" y="10171"/>
                  </a:lnTo>
                  <a:lnTo>
                    <a:pt x="316" y="10082"/>
                  </a:lnTo>
                  <a:lnTo>
                    <a:pt x="273" y="9994"/>
                  </a:lnTo>
                  <a:lnTo>
                    <a:pt x="232" y="9905"/>
                  </a:lnTo>
                  <a:lnTo>
                    <a:pt x="195" y="9817"/>
                  </a:lnTo>
                  <a:lnTo>
                    <a:pt x="160" y="9728"/>
                  </a:lnTo>
                  <a:lnTo>
                    <a:pt x="128" y="9641"/>
                  </a:lnTo>
                  <a:lnTo>
                    <a:pt x="99" y="9554"/>
                  </a:lnTo>
                  <a:lnTo>
                    <a:pt x="74" y="9468"/>
                  </a:lnTo>
                  <a:lnTo>
                    <a:pt x="52" y="9383"/>
                  </a:lnTo>
                  <a:lnTo>
                    <a:pt x="33" y="9300"/>
                  </a:lnTo>
                  <a:lnTo>
                    <a:pt x="18" y="9218"/>
                  </a:lnTo>
                  <a:lnTo>
                    <a:pt x="8" y="9137"/>
                  </a:lnTo>
                  <a:lnTo>
                    <a:pt x="2" y="9058"/>
                  </a:lnTo>
                  <a:lnTo>
                    <a:pt x="0" y="8981"/>
                  </a:lnTo>
                  <a:lnTo>
                    <a:pt x="3" y="8907"/>
                  </a:lnTo>
                  <a:lnTo>
                    <a:pt x="10" y="8835"/>
                  </a:lnTo>
                  <a:lnTo>
                    <a:pt x="22" y="8765"/>
                  </a:lnTo>
                  <a:lnTo>
                    <a:pt x="39" y="8698"/>
                  </a:lnTo>
                  <a:lnTo>
                    <a:pt x="63" y="8633"/>
                  </a:lnTo>
                  <a:lnTo>
                    <a:pt x="91" y="8572"/>
                  </a:lnTo>
                  <a:lnTo>
                    <a:pt x="124" y="8514"/>
                  </a:lnTo>
                  <a:lnTo>
                    <a:pt x="165" y="8459"/>
                  </a:lnTo>
                  <a:lnTo>
                    <a:pt x="210" y="8408"/>
                  </a:lnTo>
                  <a:lnTo>
                    <a:pt x="262" y="8360"/>
                  </a:lnTo>
                  <a:lnTo>
                    <a:pt x="320" y="8317"/>
                  </a:lnTo>
                  <a:lnTo>
                    <a:pt x="385" y="8277"/>
                  </a:lnTo>
                  <a:lnTo>
                    <a:pt x="457" y="8242"/>
                  </a:lnTo>
                  <a:lnTo>
                    <a:pt x="535" y="8212"/>
                  </a:lnTo>
                  <a:lnTo>
                    <a:pt x="621" y="8185"/>
                  </a:lnTo>
                  <a:lnTo>
                    <a:pt x="714" y="8163"/>
                  </a:lnTo>
                  <a:lnTo>
                    <a:pt x="814" y="8147"/>
                  </a:lnTo>
                  <a:lnTo>
                    <a:pt x="916" y="8134"/>
                  </a:lnTo>
                  <a:lnTo>
                    <a:pt x="1014" y="8123"/>
                  </a:lnTo>
                  <a:lnTo>
                    <a:pt x="1109" y="8114"/>
                  </a:lnTo>
                  <a:lnTo>
                    <a:pt x="1200" y="8107"/>
                  </a:lnTo>
                  <a:lnTo>
                    <a:pt x="1287" y="8102"/>
                  </a:lnTo>
                  <a:lnTo>
                    <a:pt x="1369" y="8097"/>
                  </a:lnTo>
                  <a:lnTo>
                    <a:pt x="1449" y="8095"/>
                  </a:lnTo>
                  <a:lnTo>
                    <a:pt x="1525" y="8093"/>
                  </a:lnTo>
                  <a:lnTo>
                    <a:pt x="1598" y="8094"/>
                  </a:lnTo>
                  <a:lnTo>
                    <a:pt x="1667" y="8095"/>
                  </a:lnTo>
                  <a:lnTo>
                    <a:pt x="1732" y="8098"/>
                  </a:lnTo>
                  <a:lnTo>
                    <a:pt x="1795" y="8102"/>
                  </a:lnTo>
                  <a:lnTo>
                    <a:pt x="1852" y="8106"/>
                  </a:lnTo>
                  <a:lnTo>
                    <a:pt x="1908" y="8111"/>
                  </a:lnTo>
                  <a:lnTo>
                    <a:pt x="1961" y="8117"/>
                  </a:lnTo>
                  <a:lnTo>
                    <a:pt x="2009" y="8123"/>
                  </a:lnTo>
                  <a:lnTo>
                    <a:pt x="2055" y="8130"/>
                  </a:lnTo>
                  <a:lnTo>
                    <a:pt x="2096" y="8137"/>
                  </a:lnTo>
                  <a:lnTo>
                    <a:pt x="2135" y="8144"/>
                  </a:lnTo>
                  <a:lnTo>
                    <a:pt x="2172" y="8151"/>
                  </a:lnTo>
                  <a:lnTo>
                    <a:pt x="2204" y="8159"/>
                  </a:lnTo>
                  <a:lnTo>
                    <a:pt x="2233" y="8166"/>
                  </a:lnTo>
                  <a:lnTo>
                    <a:pt x="2261" y="8173"/>
                  </a:lnTo>
                  <a:lnTo>
                    <a:pt x="2284" y="8180"/>
                  </a:lnTo>
                  <a:lnTo>
                    <a:pt x="2323" y="8192"/>
                  </a:lnTo>
                  <a:lnTo>
                    <a:pt x="2351" y="8203"/>
                  </a:lnTo>
                  <a:lnTo>
                    <a:pt x="2367" y="8209"/>
                  </a:lnTo>
                  <a:lnTo>
                    <a:pt x="2372" y="8211"/>
                  </a:lnTo>
                  <a:close/>
                  <a:moveTo>
                    <a:pt x="11913" y="11560"/>
                  </a:moveTo>
                  <a:lnTo>
                    <a:pt x="13685" y="11069"/>
                  </a:lnTo>
                  <a:lnTo>
                    <a:pt x="13682" y="11077"/>
                  </a:lnTo>
                  <a:lnTo>
                    <a:pt x="13676" y="11099"/>
                  </a:lnTo>
                  <a:lnTo>
                    <a:pt x="13666" y="11133"/>
                  </a:lnTo>
                  <a:lnTo>
                    <a:pt x="13652" y="11178"/>
                  </a:lnTo>
                  <a:lnTo>
                    <a:pt x="13632" y="11234"/>
                  </a:lnTo>
                  <a:lnTo>
                    <a:pt x="13609" y="11297"/>
                  </a:lnTo>
                  <a:lnTo>
                    <a:pt x="13596" y="11332"/>
                  </a:lnTo>
                  <a:lnTo>
                    <a:pt x="13581" y="11367"/>
                  </a:lnTo>
                  <a:lnTo>
                    <a:pt x="13566" y="11405"/>
                  </a:lnTo>
                  <a:lnTo>
                    <a:pt x="13548" y="11443"/>
                  </a:lnTo>
                  <a:lnTo>
                    <a:pt x="13530" y="11483"/>
                  </a:lnTo>
                  <a:lnTo>
                    <a:pt x="13511" y="11523"/>
                  </a:lnTo>
                  <a:lnTo>
                    <a:pt x="13490" y="11564"/>
                  </a:lnTo>
                  <a:lnTo>
                    <a:pt x="13469" y="11606"/>
                  </a:lnTo>
                  <a:lnTo>
                    <a:pt x="13445" y="11647"/>
                  </a:lnTo>
                  <a:lnTo>
                    <a:pt x="13421" y="11689"/>
                  </a:lnTo>
                  <a:lnTo>
                    <a:pt x="13396" y="11730"/>
                  </a:lnTo>
                  <a:lnTo>
                    <a:pt x="13370" y="11771"/>
                  </a:lnTo>
                  <a:lnTo>
                    <a:pt x="13341" y="11813"/>
                  </a:lnTo>
                  <a:lnTo>
                    <a:pt x="13312" y="11853"/>
                  </a:lnTo>
                  <a:lnTo>
                    <a:pt x="13281" y="11893"/>
                  </a:lnTo>
                  <a:lnTo>
                    <a:pt x="13249" y="11932"/>
                  </a:lnTo>
                  <a:lnTo>
                    <a:pt x="13216" y="11969"/>
                  </a:lnTo>
                  <a:lnTo>
                    <a:pt x="13182" y="12005"/>
                  </a:lnTo>
                  <a:lnTo>
                    <a:pt x="13145" y="12040"/>
                  </a:lnTo>
                  <a:lnTo>
                    <a:pt x="13108" y="12072"/>
                  </a:lnTo>
                  <a:lnTo>
                    <a:pt x="13070" y="12104"/>
                  </a:lnTo>
                  <a:lnTo>
                    <a:pt x="13032" y="12134"/>
                  </a:lnTo>
                  <a:lnTo>
                    <a:pt x="12995" y="12163"/>
                  </a:lnTo>
                  <a:lnTo>
                    <a:pt x="12957" y="12191"/>
                  </a:lnTo>
                  <a:lnTo>
                    <a:pt x="12921" y="12218"/>
                  </a:lnTo>
                  <a:lnTo>
                    <a:pt x="12884" y="12243"/>
                  </a:lnTo>
                  <a:lnTo>
                    <a:pt x="12849" y="12267"/>
                  </a:lnTo>
                  <a:lnTo>
                    <a:pt x="12814" y="12290"/>
                  </a:lnTo>
                  <a:lnTo>
                    <a:pt x="12779" y="12312"/>
                  </a:lnTo>
                  <a:lnTo>
                    <a:pt x="12745" y="12333"/>
                  </a:lnTo>
                  <a:lnTo>
                    <a:pt x="12712" y="12352"/>
                  </a:lnTo>
                  <a:lnTo>
                    <a:pt x="12680" y="12371"/>
                  </a:lnTo>
                  <a:lnTo>
                    <a:pt x="12619" y="12405"/>
                  </a:lnTo>
                  <a:lnTo>
                    <a:pt x="12561" y="12435"/>
                  </a:lnTo>
                  <a:lnTo>
                    <a:pt x="12509" y="12461"/>
                  </a:lnTo>
                  <a:lnTo>
                    <a:pt x="12461" y="12484"/>
                  </a:lnTo>
                  <a:lnTo>
                    <a:pt x="12420" y="12502"/>
                  </a:lnTo>
                  <a:lnTo>
                    <a:pt x="12384" y="12517"/>
                  </a:lnTo>
                  <a:lnTo>
                    <a:pt x="12356" y="12528"/>
                  </a:lnTo>
                  <a:lnTo>
                    <a:pt x="12336" y="12536"/>
                  </a:lnTo>
                  <a:lnTo>
                    <a:pt x="12323" y="12540"/>
                  </a:lnTo>
                  <a:lnTo>
                    <a:pt x="12319" y="12542"/>
                  </a:lnTo>
                  <a:lnTo>
                    <a:pt x="11422" y="12734"/>
                  </a:lnTo>
                  <a:lnTo>
                    <a:pt x="11425" y="12728"/>
                  </a:lnTo>
                  <a:lnTo>
                    <a:pt x="11435" y="12710"/>
                  </a:lnTo>
                  <a:lnTo>
                    <a:pt x="11451" y="12682"/>
                  </a:lnTo>
                  <a:lnTo>
                    <a:pt x="11473" y="12644"/>
                  </a:lnTo>
                  <a:lnTo>
                    <a:pt x="11498" y="12599"/>
                  </a:lnTo>
                  <a:lnTo>
                    <a:pt x="11525" y="12547"/>
                  </a:lnTo>
                  <a:lnTo>
                    <a:pt x="11555" y="12491"/>
                  </a:lnTo>
                  <a:lnTo>
                    <a:pt x="11588" y="12430"/>
                  </a:lnTo>
                  <a:lnTo>
                    <a:pt x="11619" y="12367"/>
                  </a:lnTo>
                  <a:lnTo>
                    <a:pt x="11651" y="12303"/>
                  </a:lnTo>
                  <a:lnTo>
                    <a:pt x="11682" y="12239"/>
                  </a:lnTo>
                  <a:lnTo>
                    <a:pt x="11710" y="12176"/>
                  </a:lnTo>
                  <a:lnTo>
                    <a:pt x="11723" y="12145"/>
                  </a:lnTo>
                  <a:lnTo>
                    <a:pt x="11735" y="12116"/>
                  </a:lnTo>
                  <a:lnTo>
                    <a:pt x="11746" y="12088"/>
                  </a:lnTo>
                  <a:lnTo>
                    <a:pt x="11757" y="12060"/>
                  </a:lnTo>
                  <a:lnTo>
                    <a:pt x="11766" y="12034"/>
                  </a:lnTo>
                  <a:lnTo>
                    <a:pt x="11774" y="12010"/>
                  </a:lnTo>
                  <a:lnTo>
                    <a:pt x="11780" y="11987"/>
                  </a:lnTo>
                  <a:lnTo>
                    <a:pt x="11785" y="11965"/>
                  </a:lnTo>
                  <a:lnTo>
                    <a:pt x="11793" y="11926"/>
                  </a:lnTo>
                  <a:lnTo>
                    <a:pt x="11802" y="11888"/>
                  </a:lnTo>
                  <a:lnTo>
                    <a:pt x="11812" y="11849"/>
                  </a:lnTo>
                  <a:lnTo>
                    <a:pt x="11822" y="11813"/>
                  </a:lnTo>
                  <a:lnTo>
                    <a:pt x="11833" y="11777"/>
                  </a:lnTo>
                  <a:lnTo>
                    <a:pt x="11844" y="11744"/>
                  </a:lnTo>
                  <a:lnTo>
                    <a:pt x="11855" y="11713"/>
                  </a:lnTo>
                  <a:lnTo>
                    <a:pt x="11865" y="11684"/>
                  </a:lnTo>
                  <a:lnTo>
                    <a:pt x="11884" y="11633"/>
                  </a:lnTo>
                  <a:lnTo>
                    <a:pt x="11899" y="11594"/>
                  </a:lnTo>
                  <a:lnTo>
                    <a:pt x="11909" y="11569"/>
                  </a:lnTo>
                  <a:lnTo>
                    <a:pt x="11913" y="11560"/>
                  </a:lnTo>
                  <a:close/>
                  <a:moveTo>
                    <a:pt x="7622" y="11497"/>
                  </a:moveTo>
                  <a:lnTo>
                    <a:pt x="7633" y="11503"/>
                  </a:lnTo>
                  <a:lnTo>
                    <a:pt x="7663" y="11521"/>
                  </a:lnTo>
                  <a:lnTo>
                    <a:pt x="7710" y="11549"/>
                  </a:lnTo>
                  <a:lnTo>
                    <a:pt x="7775" y="11586"/>
                  </a:lnTo>
                  <a:lnTo>
                    <a:pt x="7812" y="11607"/>
                  </a:lnTo>
                  <a:lnTo>
                    <a:pt x="7854" y="11629"/>
                  </a:lnTo>
                  <a:lnTo>
                    <a:pt x="7899" y="11652"/>
                  </a:lnTo>
                  <a:lnTo>
                    <a:pt x="7947" y="11676"/>
                  </a:lnTo>
                  <a:lnTo>
                    <a:pt x="7998" y="11702"/>
                  </a:lnTo>
                  <a:lnTo>
                    <a:pt x="8052" y="11727"/>
                  </a:lnTo>
                  <a:lnTo>
                    <a:pt x="8108" y="11753"/>
                  </a:lnTo>
                  <a:lnTo>
                    <a:pt x="8167" y="11780"/>
                  </a:lnTo>
                  <a:lnTo>
                    <a:pt x="8227" y="11805"/>
                  </a:lnTo>
                  <a:lnTo>
                    <a:pt x="8291" y="11831"/>
                  </a:lnTo>
                  <a:lnTo>
                    <a:pt x="8356" y="11855"/>
                  </a:lnTo>
                  <a:lnTo>
                    <a:pt x="8423" y="11880"/>
                  </a:lnTo>
                  <a:lnTo>
                    <a:pt x="8491" y="11903"/>
                  </a:lnTo>
                  <a:lnTo>
                    <a:pt x="8561" y="11925"/>
                  </a:lnTo>
                  <a:lnTo>
                    <a:pt x="8632" y="11946"/>
                  </a:lnTo>
                  <a:lnTo>
                    <a:pt x="8704" y="11964"/>
                  </a:lnTo>
                  <a:lnTo>
                    <a:pt x="8775" y="11982"/>
                  </a:lnTo>
                  <a:lnTo>
                    <a:pt x="8848" y="11997"/>
                  </a:lnTo>
                  <a:lnTo>
                    <a:pt x="8922" y="12009"/>
                  </a:lnTo>
                  <a:lnTo>
                    <a:pt x="8996" y="12019"/>
                  </a:lnTo>
                  <a:lnTo>
                    <a:pt x="9068" y="12027"/>
                  </a:lnTo>
                  <a:lnTo>
                    <a:pt x="9142" y="12031"/>
                  </a:lnTo>
                  <a:lnTo>
                    <a:pt x="9215" y="12032"/>
                  </a:lnTo>
                  <a:lnTo>
                    <a:pt x="9288" y="12030"/>
                  </a:lnTo>
                  <a:lnTo>
                    <a:pt x="9360" y="12025"/>
                  </a:lnTo>
                  <a:lnTo>
                    <a:pt x="9434" y="12020"/>
                  </a:lnTo>
                  <a:lnTo>
                    <a:pt x="9510" y="12014"/>
                  </a:lnTo>
                  <a:lnTo>
                    <a:pt x="9586" y="12008"/>
                  </a:lnTo>
                  <a:lnTo>
                    <a:pt x="9663" y="12001"/>
                  </a:lnTo>
                  <a:lnTo>
                    <a:pt x="9740" y="11993"/>
                  </a:lnTo>
                  <a:lnTo>
                    <a:pt x="9817" y="11985"/>
                  </a:lnTo>
                  <a:lnTo>
                    <a:pt x="9895" y="11975"/>
                  </a:lnTo>
                  <a:lnTo>
                    <a:pt x="10049" y="11956"/>
                  </a:lnTo>
                  <a:lnTo>
                    <a:pt x="10199" y="11937"/>
                  </a:lnTo>
                  <a:lnTo>
                    <a:pt x="10345" y="11917"/>
                  </a:lnTo>
                  <a:lnTo>
                    <a:pt x="10483" y="11897"/>
                  </a:lnTo>
                  <a:lnTo>
                    <a:pt x="10612" y="11876"/>
                  </a:lnTo>
                  <a:lnTo>
                    <a:pt x="10730" y="11858"/>
                  </a:lnTo>
                  <a:lnTo>
                    <a:pt x="10836" y="11841"/>
                  </a:lnTo>
                  <a:lnTo>
                    <a:pt x="10926" y="11826"/>
                  </a:lnTo>
                  <a:lnTo>
                    <a:pt x="11000" y="11813"/>
                  </a:lnTo>
                  <a:lnTo>
                    <a:pt x="11055" y="11804"/>
                  </a:lnTo>
                  <a:lnTo>
                    <a:pt x="11090" y="11798"/>
                  </a:lnTo>
                  <a:lnTo>
                    <a:pt x="11102" y="11795"/>
                  </a:lnTo>
                  <a:lnTo>
                    <a:pt x="11100" y="11803"/>
                  </a:lnTo>
                  <a:lnTo>
                    <a:pt x="11093" y="11823"/>
                  </a:lnTo>
                  <a:lnTo>
                    <a:pt x="11082" y="11856"/>
                  </a:lnTo>
                  <a:lnTo>
                    <a:pt x="11066" y="11899"/>
                  </a:lnTo>
                  <a:lnTo>
                    <a:pt x="11048" y="11951"/>
                  </a:lnTo>
                  <a:lnTo>
                    <a:pt x="11027" y="12010"/>
                  </a:lnTo>
                  <a:lnTo>
                    <a:pt x="11004" y="12075"/>
                  </a:lnTo>
                  <a:lnTo>
                    <a:pt x="10979" y="12144"/>
                  </a:lnTo>
                  <a:lnTo>
                    <a:pt x="10952" y="12217"/>
                  </a:lnTo>
                  <a:lnTo>
                    <a:pt x="10925" y="12290"/>
                  </a:lnTo>
                  <a:lnTo>
                    <a:pt x="10897" y="12363"/>
                  </a:lnTo>
                  <a:lnTo>
                    <a:pt x="10867" y="12434"/>
                  </a:lnTo>
                  <a:lnTo>
                    <a:pt x="10839" y="12502"/>
                  </a:lnTo>
                  <a:lnTo>
                    <a:pt x="10812" y="12565"/>
                  </a:lnTo>
                  <a:lnTo>
                    <a:pt x="10799" y="12595"/>
                  </a:lnTo>
                  <a:lnTo>
                    <a:pt x="10785" y="12621"/>
                  </a:lnTo>
                  <a:lnTo>
                    <a:pt x="10772" y="12647"/>
                  </a:lnTo>
                  <a:lnTo>
                    <a:pt x="10760" y="12669"/>
                  </a:lnTo>
                  <a:lnTo>
                    <a:pt x="10747" y="12692"/>
                  </a:lnTo>
                  <a:lnTo>
                    <a:pt x="10733" y="12713"/>
                  </a:lnTo>
                  <a:lnTo>
                    <a:pt x="10716" y="12734"/>
                  </a:lnTo>
                  <a:lnTo>
                    <a:pt x="10697" y="12755"/>
                  </a:lnTo>
                  <a:lnTo>
                    <a:pt x="10678" y="12776"/>
                  </a:lnTo>
                  <a:lnTo>
                    <a:pt x="10657" y="12796"/>
                  </a:lnTo>
                  <a:lnTo>
                    <a:pt x="10635" y="12815"/>
                  </a:lnTo>
                  <a:lnTo>
                    <a:pt x="10611" y="12834"/>
                  </a:lnTo>
                  <a:lnTo>
                    <a:pt x="10585" y="12853"/>
                  </a:lnTo>
                  <a:lnTo>
                    <a:pt x="10559" y="12872"/>
                  </a:lnTo>
                  <a:lnTo>
                    <a:pt x="10531" y="12890"/>
                  </a:lnTo>
                  <a:lnTo>
                    <a:pt x="10502" y="12907"/>
                  </a:lnTo>
                  <a:lnTo>
                    <a:pt x="10473" y="12924"/>
                  </a:lnTo>
                  <a:lnTo>
                    <a:pt x="10442" y="12941"/>
                  </a:lnTo>
                  <a:lnTo>
                    <a:pt x="10410" y="12957"/>
                  </a:lnTo>
                  <a:lnTo>
                    <a:pt x="10379" y="12974"/>
                  </a:lnTo>
                  <a:lnTo>
                    <a:pt x="10346" y="12990"/>
                  </a:lnTo>
                  <a:lnTo>
                    <a:pt x="10312" y="13005"/>
                  </a:lnTo>
                  <a:lnTo>
                    <a:pt x="10278" y="13020"/>
                  </a:lnTo>
                  <a:lnTo>
                    <a:pt x="10244" y="13035"/>
                  </a:lnTo>
                  <a:lnTo>
                    <a:pt x="10174" y="13063"/>
                  </a:lnTo>
                  <a:lnTo>
                    <a:pt x="10103" y="13090"/>
                  </a:lnTo>
                  <a:lnTo>
                    <a:pt x="10031" y="13115"/>
                  </a:lnTo>
                  <a:lnTo>
                    <a:pt x="9961" y="13139"/>
                  </a:lnTo>
                  <a:lnTo>
                    <a:pt x="9890" y="13161"/>
                  </a:lnTo>
                  <a:lnTo>
                    <a:pt x="9821" y="13182"/>
                  </a:lnTo>
                  <a:lnTo>
                    <a:pt x="9725" y="13209"/>
                  </a:lnTo>
                  <a:lnTo>
                    <a:pt x="9580" y="13248"/>
                  </a:lnTo>
                  <a:lnTo>
                    <a:pt x="9393" y="13299"/>
                  </a:lnTo>
                  <a:lnTo>
                    <a:pt x="9171" y="13357"/>
                  </a:lnTo>
                  <a:lnTo>
                    <a:pt x="8923" y="13422"/>
                  </a:lnTo>
                  <a:lnTo>
                    <a:pt x="8655" y="13492"/>
                  </a:lnTo>
                  <a:lnTo>
                    <a:pt x="8377" y="13564"/>
                  </a:lnTo>
                  <a:lnTo>
                    <a:pt x="8095" y="13638"/>
                  </a:lnTo>
                  <a:lnTo>
                    <a:pt x="7817" y="13710"/>
                  </a:lnTo>
                  <a:lnTo>
                    <a:pt x="7551" y="13779"/>
                  </a:lnTo>
                  <a:lnTo>
                    <a:pt x="7305" y="13842"/>
                  </a:lnTo>
                  <a:lnTo>
                    <a:pt x="7087" y="13899"/>
                  </a:lnTo>
                  <a:lnTo>
                    <a:pt x="6903" y="13946"/>
                  </a:lnTo>
                  <a:lnTo>
                    <a:pt x="6762" y="13983"/>
                  </a:lnTo>
                  <a:lnTo>
                    <a:pt x="6672" y="14006"/>
                  </a:lnTo>
                  <a:lnTo>
                    <a:pt x="6641" y="14014"/>
                  </a:lnTo>
                  <a:lnTo>
                    <a:pt x="6649" y="14004"/>
                  </a:lnTo>
                  <a:lnTo>
                    <a:pt x="6673" y="13976"/>
                  </a:lnTo>
                  <a:lnTo>
                    <a:pt x="6711" y="13930"/>
                  </a:lnTo>
                  <a:lnTo>
                    <a:pt x="6760" y="13869"/>
                  </a:lnTo>
                  <a:lnTo>
                    <a:pt x="6820" y="13795"/>
                  </a:lnTo>
                  <a:lnTo>
                    <a:pt x="6887" y="13709"/>
                  </a:lnTo>
                  <a:lnTo>
                    <a:pt x="6960" y="13614"/>
                  </a:lnTo>
                  <a:lnTo>
                    <a:pt x="7038" y="13510"/>
                  </a:lnTo>
                  <a:lnTo>
                    <a:pt x="7078" y="13455"/>
                  </a:lnTo>
                  <a:lnTo>
                    <a:pt x="7118" y="13400"/>
                  </a:lnTo>
                  <a:lnTo>
                    <a:pt x="7158" y="13343"/>
                  </a:lnTo>
                  <a:lnTo>
                    <a:pt x="7199" y="13286"/>
                  </a:lnTo>
                  <a:lnTo>
                    <a:pt x="7238" y="13228"/>
                  </a:lnTo>
                  <a:lnTo>
                    <a:pt x="7277" y="13168"/>
                  </a:lnTo>
                  <a:lnTo>
                    <a:pt x="7315" y="13110"/>
                  </a:lnTo>
                  <a:lnTo>
                    <a:pt x="7352" y="13051"/>
                  </a:lnTo>
                  <a:lnTo>
                    <a:pt x="7388" y="12993"/>
                  </a:lnTo>
                  <a:lnTo>
                    <a:pt x="7422" y="12934"/>
                  </a:lnTo>
                  <a:lnTo>
                    <a:pt x="7454" y="12877"/>
                  </a:lnTo>
                  <a:lnTo>
                    <a:pt x="7485" y="12820"/>
                  </a:lnTo>
                  <a:lnTo>
                    <a:pt x="7512" y="12764"/>
                  </a:lnTo>
                  <a:lnTo>
                    <a:pt x="7537" y="12710"/>
                  </a:lnTo>
                  <a:lnTo>
                    <a:pt x="7560" y="12657"/>
                  </a:lnTo>
                  <a:lnTo>
                    <a:pt x="7580" y="12606"/>
                  </a:lnTo>
                  <a:lnTo>
                    <a:pt x="7597" y="12556"/>
                  </a:lnTo>
                  <a:lnTo>
                    <a:pt x="7612" y="12506"/>
                  </a:lnTo>
                  <a:lnTo>
                    <a:pt x="7625" y="12455"/>
                  </a:lnTo>
                  <a:lnTo>
                    <a:pt x="7637" y="12405"/>
                  </a:lnTo>
                  <a:lnTo>
                    <a:pt x="7646" y="12355"/>
                  </a:lnTo>
                  <a:lnTo>
                    <a:pt x="7654" y="12306"/>
                  </a:lnTo>
                  <a:lnTo>
                    <a:pt x="7662" y="12256"/>
                  </a:lnTo>
                  <a:lnTo>
                    <a:pt x="7668" y="12208"/>
                  </a:lnTo>
                  <a:lnTo>
                    <a:pt x="7672" y="12159"/>
                  </a:lnTo>
                  <a:lnTo>
                    <a:pt x="7675" y="12113"/>
                  </a:lnTo>
                  <a:lnTo>
                    <a:pt x="7677" y="12066"/>
                  </a:lnTo>
                  <a:lnTo>
                    <a:pt x="7678" y="12021"/>
                  </a:lnTo>
                  <a:lnTo>
                    <a:pt x="7678" y="11976"/>
                  </a:lnTo>
                  <a:lnTo>
                    <a:pt x="7677" y="11933"/>
                  </a:lnTo>
                  <a:lnTo>
                    <a:pt x="7676" y="11892"/>
                  </a:lnTo>
                  <a:lnTo>
                    <a:pt x="7674" y="11851"/>
                  </a:lnTo>
                  <a:lnTo>
                    <a:pt x="7671" y="11813"/>
                  </a:lnTo>
                  <a:lnTo>
                    <a:pt x="7668" y="11775"/>
                  </a:lnTo>
                  <a:lnTo>
                    <a:pt x="7664" y="11740"/>
                  </a:lnTo>
                  <a:lnTo>
                    <a:pt x="7660" y="11707"/>
                  </a:lnTo>
                  <a:lnTo>
                    <a:pt x="7651" y="11646"/>
                  </a:lnTo>
                  <a:lnTo>
                    <a:pt x="7643" y="11595"/>
                  </a:lnTo>
                  <a:lnTo>
                    <a:pt x="7635" y="11553"/>
                  </a:lnTo>
                  <a:lnTo>
                    <a:pt x="7628" y="11522"/>
                  </a:lnTo>
                  <a:lnTo>
                    <a:pt x="7624" y="11503"/>
                  </a:lnTo>
                  <a:lnTo>
                    <a:pt x="7622" y="11497"/>
                  </a:lnTo>
                  <a:close/>
                  <a:moveTo>
                    <a:pt x="14393" y="10247"/>
                  </a:moveTo>
                  <a:lnTo>
                    <a:pt x="14396" y="10218"/>
                  </a:lnTo>
                  <a:lnTo>
                    <a:pt x="14405" y="10135"/>
                  </a:lnTo>
                  <a:lnTo>
                    <a:pt x="14412" y="10074"/>
                  </a:lnTo>
                  <a:lnTo>
                    <a:pt x="14418" y="10003"/>
                  </a:lnTo>
                  <a:lnTo>
                    <a:pt x="14423" y="9921"/>
                  </a:lnTo>
                  <a:lnTo>
                    <a:pt x="14429" y="9828"/>
                  </a:lnTo>
                  <a:lnTo>
                    <a:pt x="14433" y="9727"/>
                  </a:lnTo>
                  <a:lnTo>
                    <a:pt x="14436" y="9616"/>
                  </a:lnTo>
                  <a:lnTo>
                    <a:pt x="14438" y="9498"/>
                  </a:lnTo>
                  <a:lnTo>
                    <a:pt x="14437" y="9372"/>
                  </a:lnTo>
                  <a:lnTo>
                    <a:pt x="14435" y="9240"/>
                  </a:lnTo>
                  <a:lnTo>
                    <a:pt x="14429" y="9103"/>
                  </a:lnTo>
                  <a:lnTo>
                    <a:pt x="14421" y="8960"/>
                  </a:lnTo>
                  <a:lnTo>
                    <a:pt x="14408" y="8812"/>
                  </a:lnTo>
                  <a:lnTo>
                    <a:pt x="14393" y="8661"/>
                  </a:lnTo>
                  <a:lnTo>
                    <a:pt x="14373" y="8508"/>
                  </a:lnTo>
                  <a:lnTo>
                    <a:pt x="14349" y="8351"/>
                  </a:lnTo>
                  <a:lnTo>
                    <a:pt x="14321" y="8192"/>
                  </a:lnTo>
                  <a:lnTo>
                    <a:pt x="14286" y="8034"/>
                  </a:lnTo>
                  <a:lnTo>
                    <a:pt x="14246" y="7875"/>
                  </a:lnTo>
                  <a:lnTo>
                    <a:pt x="14200" y="7717"/>
                  </a:lnTo>
                  <a:lnTo>
                    <a:pt x="14148" y="7559"/>
                  </a:lnTo>
                  <a:lnTo>
                    <a:pt x="14089" y="7404"/>
                  </a:lnTo>
                  <a:lnTo>
                    <a:pt x="14022" y="7251"/>
                  </a:lnTo>
                  <a:lnTo>
                    <a:pt x="13949" y="7101"/>
                  </a:lnTo>
                  <a:lnTo>
                    <a:pt x="13868" y="6956"/>
                  </a:lnTo>
                  <a:lnTo>
                    <a:pt x="13779" y="6816"/>
                  </a:lnTo>
                  <a:lnTo>
                    <a:pt x="13681" y="6680"/>
                  </a:lnTo>
                  <a:lnTo>
                    <a:pt x="13574" y="6552"/>
                  </a:lnTo>
                  <a:lnTo>
                    <a:pt x="13457" y="6429"/>
                  </a:lnTo>
                  <a:lnTo>
                    <a:pt x="13339" y="6315"/>
                  </a:lnTo>
                  <a:lnTo>
                    <a:pt x="13226" y="6207"/>
                  </a:lnTo>
                  <a:lnTo>
                    <a:pt x="13119" y="6107"/>
                  </a:lnTo>
                  <a:lnTo>
                    <a:pt x="13016" y="6014"/>
                  </a:lnTo>
                  <a:lnTo>
                    <a:pt x="12918" y="5928"/>
                  </a:lnTo>
                  <a:lnTo>
                    <a:pt x="12825" y="5847"/>
                  </a:lnTo>
                  <a:lnTo>
                    <a:pt x="12735" y="5773"/>
                  </a:lnTo>
                  <a:lnTo>
                    <a:pt x="12650" y="5704"/>
                  </a:lnTo>
                  <a:lnTo>
                    <a:pt x="12568" y="5642"/>
                  </a:lnTo>
                  <a:lnTo>
                    <a:pt x="12490" y="5585"/>
                  </a:lnTo>
                  <a:lnTo>
                    <a:pt x="12416" y="5533"/>
                  </a:lnTo>
                  <a:lnTo>
                    <a:pt x="12344" y="5484"/>
                  </a:lnTo>
                  <a:lnTo>
                    <a:pt x="12274" y="5442"/>
                  </a:lnTo>
                  <a:lnTo>
                    <a:pt x="12208" y="5402"/>
                  </a:lnTo>
                  <a:lnTo>
                    <a:pt x="12144" y="5367"/>
                  </a:lnTo>
                  <a:lnTo>
                    <a:pt x="12082" y="5336"/>
                  </a:lnTo>
                  <a:lnTo>
                    <a:pt x="12021" y="5308"/>
                  </a:lnTo>
                  <a:lnTo>
                    <a:pt x="11963" y="5283"/>
                  </a:lnTo>
                  <a:lnTo>
                    <a:pt x="11906" y="5261"/>
                  </a:lnTo>
                  <a:lnTo>
                    <a:pt x="11850" y="5242"/>
                  </a:lnTo>
                  <a:lnTo>
                    <a:pt x="11795" y="5225"/>
                  </a:lnTo>
                  <a:lnTo>
                    <a:pt x="11740" y="5209"/>
                  </a:lnTo>
                  <a:lnTo>
                    <a:pt x="11687" y="5196"/>
                  </a:lnTo>
                  <a:lnTo>
                    <a:pt x="11632" y="5185"/>
                  </a:lnTo>
                  <a:lnTo>
                    <a:pt x="11579" y="5175"/>
                  </a:lnTo>
                  <a:lnTo>
                    <a:pt x="11524" y="5165"/>
                  </a:lnTo>
                  <a:lnTo>
                    <a:pt x="11470" y="5157"/>
                  </a:lnTo>
                  <a:lnTo>
                    <a:pt x="11415" y="5149"/>
                  </a:lnTo>
                  <a:lnTo>
                    <a:pt x="11301" y="5133"/>
                  </a:lnTo>
                  <a:lnTo>
                    <a:pt x="11182" y="5114"/>
                  </a:lnTo>
                  <a:lnTo>
                    <a:pt x="11119" y="5105"/>
                  </a:lnTo>
                  <a:lnTo>
                    <a:pt x="11057" y="5098"/>
                  </a:lnTo>
                  <a:lnTo>
                    <a:pt x="10995" y="5092"/>
                  </a:lnTo>
                  <a:lnTo>
                    <a:pt x="10933" y="5087"/>
                  </a:lnTo>
                  <a:lnTo>
                    <a:pt x="10870" y="5083"/>
                  </a:lnTo>
                  <a:lnTo>
                    <a:pt x="10808" y="5080"/>
                  </a:lnTo>
                  <a:lnTo>
                    <a:pt x="10746" y="5078"/>
                  </a:lnTo>
                  <a:lnTo>
                    <a:pt x="10684" y="5077"/>
                  </a:lnTo>
                  <a:lnTo>
                    <a:pt x="10623" y="5077"/>
                  </a:lnTo>
                  <a:lnTo>
                    <a:pt x="10561" y="5077"/>
                  </a:lnTo>
                  <a:lnTo>
                    <a:pt x="10500" y="5079"/>
                  </a:lnTo>
                  <a:lnTo>
                    <a:pt x="10440" y="5081"/>
                  </a:lnTo>
                  <a:lnTo>
                    <a:pt x="10380" y="5084"/>
                  </a:lnTo>
                  <a:lnTo>
                    <a:pt x="10321" y="5087"/>
                  </a:lnTo>
                  <a:lnTo>
                    <a:pt x="10262" y="5091"/>
                  </a:lnTo>
                  <a:lnTo>
                    <a:pt x="10204" y="5095"/>
                  </a:lnTo>
                  <a:lnTo>
                    <a:pt x="10090" y="5106"/>
                  </a:lnTo>
                  <a:lnTo>
                    <a:pt x="9981" y="5117"/>
                  </a:lnTo>
                  <a:lnTo>
                    <a:pt x="9876" y="5131"/>
                  </a:lnTo>
                  <a:lnTo>
                    <a:pt x="9776" y="5143"/>
                  </a:lnTo>
                  <a:lnTo>
                    <a:pt x="9681" y="5156"/>
                  </a:lnTo>
                  <a:lnTo>
                    <a:pt x="9593" y="5169"/>
                  </a:lnTo>
                  <a:lnTo>
                    <a:pt x="9511" y="5180"/>
                  </a:lnTo>
                  <a:lnTo>
                    <a:pt x="9436" y="5190"/>
                  </a:lnTo>
                  <a:lnTo>
                    <a:pt x="9379" y="5201"/>
                  </a:lnTo>
                  <a:lnTo>
                    <a:pt x="9280" y="5224"/>
                  </a:lnTo>
                  <a:lnTo>
                    <a:pt x="9143" y="5257"/>
                  </a:lnTo>
                  <a:lnTo>
                    <a:pt x="8970" y="5299"/>
                  </a:lnTo>
                  <a:lnTo>
                    <a:pt x="8764" y="5352"/>
                  </a:lnTo>
                  <a:lnTo>
                    <a:pt x="8529" y="5412"/>
                  </a:lnTo>
                  <a:lnTo>
                    <a:pt x="8266" y="5480"/>
                  </a:lnTo>
                  <a:lnTo>
                    <a:pt x="7980" y="5556"/>
                  </a:lnTo>
                  <a:lnTo>
                    <a:pt x="7343" y="5724"/>
                  </a:lnTo>
                  <a:lnTo>
                    <a:pt x="6644" y="5908"/>
                  </a:lnTo>
                  <a:lnTo>
                    <a:pt x="5904" y="6106"/>
                  </a:lnTo>
                  <a:lnTo>
                    <a:pt x="5145" y="6309"/>
                  </a:lnTo>
                  <a:lnTo>
                    <a:pt x="4391" y="6512"/>
                  </a:lnTo>
                  <a:lnTo>
                    <a:pt x="3665" y="6707"/>
                  </a:lnTo>
                  <a:lnTo>
                    <a:pt x="2987" y="6890"/>
                  </a:lnTo>
                  <a:lnTo>
                    <a:pt x="2382" y="7053"/>
                  </a:lnTo>
                  <a:lnTo>
                    <a:pt x="1873" y="7191"/>
                  </a:lnTo>
                  <a:lnTo>
                    <a:pt x="1481" y="7297"/>
                  </a:lnTo>
                  <a:lnTo>
                    <a:pt x="1229" y="7366"/>
                  </a:lnTo>
                  <a:lnTo>
                    <a:pt x="1140" y="7390"/>
                  </a:lnTo>
                  <a:lnTo>
                    <a:pt x="1167" y="7393"/>
                  </a:lnTo>
                  <a:lnTo>
                    <a:pt x="1246" y="7406"/>
                  </a:lnTo>
                  <a:lnTo>
                    <a:pt x="1303" y="7415"/>
                  </a:lnTo>
                  <a:lnTo>
                    <a:pt x="1371" y="7427"/>
                  </a:lnTo>
                  <a:lnTo>
                    <a:pt x="1451" y="7441"/>
                  </a:lnTo>
                  <a:lnTo>
                    <a:pt x="1540" y="7458"/>
                  </a:lnTo>
                  <a:lnTo>
                    <a:pt x="1638" y="7477"/>
                  </a:lnTo>
                  <a:lnTo>
                    <a:pt x="1745" y="7499"/>
                  </a:lnTo>
                  <a:lnTo>
                    <a:pt x="1861" y="7526"/>
                  </a:lnTo>
                  <a:lnTo>
                    <a:pt x="1984" y="7554"/>
                  </a:lnTo>
                  <a:lnTo>
                    <a:pt x="2113" y="7586"/>
                  </a:lnTo>
                  <a:lnTo>
                    <a:pt x="2251" y="7622"/>
                  </a:lnTo>
                  <a:lnTo>
                    <a:pt x="2392" y="7660"/>
                  </a:lnTo>
                  <a:lnTo>
                    <a:pt x="2540" y="7702"/>
                  </a:lnTo>
                  <a:lnTo>
                    <a:pt x="2692" y="7749"/>
                  </a:lnTo>
                  <a:lnTo>
                    <a:pt x="2849" y="7799"/>
                  </a:lnTo>
                  <a:lnTo>
                    <a:pt x="3009" y="7854"/>
                  </a:lnTo>
                  <a:lnTo>
                    <a:pt x="3171" y="7913"/>
                  </a:lnTo>
                  <a:lnTo>
                    <a:pt x="3336" y="7975"/>
                  </a:lnTo>
                  <a:lnTo>
                    <a:pt x="3503" y="8042"/>
                  </a:lnTo>
                  <a:lnTo>
                    <a:pt x="3671" y="8114"/>
                  </a:lnTo>
                  <a:lnTo>
                    <a:pt x="3839" y="8190"/>
                  </a:lnTo>
                  <a:lnTo>
                    <a:pt x="4007" y="8271"/>
                  </a:lnTo>
                  <a:lnTo>
                    <a:pt x="4175" y="8357"/>
                  </a:lnTo>
                  <a:lnTo>
                    <a:pt x="4342" y="8448"/>
                  </a:lnTo>
                  <a:lnTo>
                    <a:pt x="4506" y="8544"/>
                  </a:lnTo>
                  <a:lnTo>
                    <a:pt x="4669" y="8646"/>
                  </a:lnTo>
                  <a:lnTo>
                    <a:pt x="4829" y="8752"/>
                  </a:lnTo>
                  <a:lnTo>
                    <a:pt x="4984" y="8865"/>
                  </a:lnTo>
                  <a:lnTo>
                    <a:pt x="5136" y="8982"/>
                  </a:lnTo>
                  <a:lnTo>
                    <a:pt x="5285" y="9103"/>
                  </a:lnTo>
                  <a:lnTo>
                    <a:pt x="5433" y="9222"/>
                  </a:lnTo>
                  <a:lnTo>
                    <a:pt x="5581" y="9338"/>
                  </a:lnTo>
                  <a:lnTo>
                    <a:pt x="5727" y="9453"/>
                  </a:lnTo>
                  <a:lnTo>
                    <a:pt x="5873" y="9566"/>
                  </a:lnTo>
                  <a:lnTo>
                    <a:pt x="6017" y="9676"/>
                  </a:lnTo>
                  <a:lnTo>
                    <a:pt x="6160" y="9784"/>
                  </a:lnTo>
                  <a:lnTo>
                    <a:pt x="6302" y="9891"/>
                  </a:lnTo>
                  <a:lnTo>
                    <a:pt x="6442" y="9994"/>
                  </a:lnTo>
                  <a:lnTo>
                    <a:pt x="6581" y="10095"/>
                  </a:lnTo>
                  <a:lnTo>
                    <a:pt x="6718" y="10193"/>
                  </a:lnTo>
                  <a:lnTo>
                    <a:pt x="6852" y="10286"/>
                  </a:lnTo>
                  <a:lnTo>
                    <a:pt x="6985" y="10378"/>
                  </a:lnTo>
                  <a:lnTo>
                    <a:pt x="7116" y="10466"/>
                  </a:lnTo>
                  <a:lnTo>
                    <a:pt x="7245" y="10551"/>
                  </a:lnTo>
                  <a:lnTo>
                    <a:pt x="7371" y="10632"/>
                  </a:lnTo>
                  <a:lnTo>
                    <a:pt x="7495" y="10710"/>
                  </a:lnTo>
                  <a:lnTo>
                    <a:pt x="7616" y="10783"/>
                  </a:lnTo>
                  <a:lnTo>
                    <a:pt x="7734" y="10853"/>
                  </a:lnTo>
                  <a:lnTo>
                    <a:pt x="7851" y="10919"/>
                  </a:lnTo>
                  <a:lnTo>
                    <a:pt x="7964" y="10980"/>
                  </a:lnTo>
                  <a:lnTo>
                    <a:pt x="8073" y="11037"/>
                  </a:lnTo>
                  <a:lnTo>
                    <a:pt x="8180" y="11090"/>
                  </a:lnTo>
                  <a:lnTo>
                    <a:pt x="8284" y="11137"/>
                  </a:lnTo>
                  <a:lnTo>
                    <a:pt x="8384" y="11180"/>
                  </a:lnTo>
                  <a:lnTo>
                    <a:pt x="8480" y="11218"/>
                  </a:lnTo>
                  <a:lnTo>
                    <a:pt x="8573" y="11251"/>
                  </a:lnTo>
                  <a:lnTo>
                    <a:pt x="8663" y="11278"/>
                  </a:lnTo>
                  <a:lnTo>
                    <a:pt x="8748" y="11301"/>
                  </a:lnTo>
                  <a:lnTo>
                    <a:pt x="8830" y="11318"/>
                  </a:lnTo>
                  <a:lnTo>
                    <a:pt x="8907" y="11329"/>
                  </a:lnTo>
                  <a:lnTo>
                    <a:pt x="8980" y="11334"/>
                  </a:lnTo>
                  <a:lnTo>
                    <a:pt x="9120" y="11338"/>
                  </a:lnTo>
                  <a:lnTo>
                    <a:pt x="9254" y="11341"/>
                  </a:lnTo>
                  <a:lnTo>
                    <a:pt x="9384" y="11342"/>
                  </a:lnTo>
                  <a:lnTo>
                    <a:pt x="9510" y="11342"/>
                  </a:lnTo>
                  <a:lnTo>
                    <a:pt x="9572" y="11341"/>
                  </a:lnTo>
                  <a:lnTo>
                    <a:pt x="9633" y="11340"/>
                  </a:lnTo>
                  <a:lnTo>
                    <a:pt x="9694" y="11338"/>
                  </a:lnTo>
                  <a:lnTo>
                    <a:pt x="9754" y="11336"/>
                  </a:lnTo>
                  <a:lnTo>
                    <a:pt x="9814" y="11333"/>
                  </a:lnTo>
                  <a:lnTo>
                    <a:pt x="9873" y="11330"/>
                  </a:lnTo>
                  <a:lnTo>
                    <a:pt x="9932" y="11326"/>
                  </a:lnTo>
                  <a:lnTo>
                    <a:pt x="9992" y="11321"/>
                  </a:lnTo>
                  <a:lnTo>
                    <a:pt x="10052" y="11317"/>
                  </a:lnTo>
                  <a:lnTo>
                    <a:pt x="10110" y="11311"/>
                  </a:lnTo>
                  <a:lnTo>
                    <a:pt x="10170" y="11305"/>
                  </a:lnTo>
                  <a:lnTo>
                    <a:pt x="10231" y="11298"/>
                  </a:lnTo>
                  <a:lnTo>
                    <a:pt x="10290" y="11290"/>
                  </a:lnTo>
                  <a:lnTo>
                    <a:pt x="10351" y="11282"/>
                  </a:lnTo>
                  <a:lnTo>
                    <a:pt x="10412" y="11272"/>
                  </a:lnTo>
                  <a:lnTo>
                    <a:pt x="10474" y="11263"/>
                  </a:lnTo>
                  <a:lnTo>
                    <a:pt x="10537" y="11252"/>
                  </a:lnTo>
                  <a:lnTo>
                    <a:pt x="10600" y="11241"/>
                  </a:lnTo>
                  <a:lnTo>
                    <a:pt x="10665" y="11229"/>
                  </a:lnTo>
                  <a:lnTo>
                    <a:pt x="10730" y="11217"/>
                  </a:lnTo>
                  <a:lnTo>
                    <a:pt x="10797" y="11203"/>
                  </a:lnTo>
                  <a:lnTo>
                    <a:pt x="10864" y="11189"/>
                  </a:lnTo>
                  <a:lnTo>
                    <a:pt x="10934" y="11173"/>
                  </a:lnTo>
                  <a:lnTo>
                    <a:pt x="11004" y="11157"/>
                  </a:lnTo>
                  <a:lnTo>
                    <a:pt x="11167" y="11118"/>
                  </a:lnTo>
                  <a:lnTo>
                    <a:pt x="11368" y="11067"/>
                  </a:lnTo>
                  <a:lnTo>
                    <a:pt x="11598" y="11008"/>
                  </a:lnTo>
                  <a:lnTo>
                    <a:pt x="11854" y="10940"/>
                  </a:lnTo>
                  <a:lnTo>
                    <a:pt x="12126" y="10867"/>
                  </a:lnTo>
                  <a:lnTo>
                    <a:pt x="12409" y="10792"/>
                  </a:lnTo>
                  <a:lnTo>
                    <a:pt x="12697" y="10714"/>
                  </a:lnTo>
                  <a:lnTo>
                    <a:pt x="12983" y="10636"/>
                  </a:lnTo>
                  <a:lnTo>
                    <a:pt x="13259" y="10560"/>
                  </a:lnTo>
                  <a:lnTo>
                    <a:pt x="13521" y="10489"/>
                  </a:lnTo>
                  <a:lnTo>
                    <a:pt x="13760" y="10423"/>
                  </a:lnTo>
                  <a:lnTo>
                    <a:pt x="13970" y="10364"/>
                  </a:lnTo>
                  <a:lnTo>
                    <a:pt x="14146" y="10316"/>
                  </a:lnTo>
                  <a:lnTo>
                    <a:pt x="14279" y="10278"/>
                  </a:lnTo>
                  <a:lnTo>
                    <a:pt x="14363" y="10255"/>
                  </a:lnTo>
                  <a:lnTo>
                    <a:pt x="14393" y="10247"/>
                  </a:lnTo>
                  <a:close/>
                </a:path>
              </a:pathLst>
            </a:custGeom>
            <a:solidFill>
              <a:sysClr val="window" lastClr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00" ker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785" name="组合 389"/>
          <p:cNvGrpSpPr>
            <a:grpSpLocks noChangeAspect="1"/>
          </p:cNvGrpSpPr>
          <p:nvPr/>
        </p:nvGrpSpPr>
        <p:grpSpPr bwMode="gray">
          <a:xfrm>
            <a:off x="1624207" y="1544630"/>
            <a:ext cx="333027" cy="333027"/>
            <a:chOff x="-814907" y="987574"/>
            <a:chExt cx="582749" cy="582749"/>
          </a:xfrm>
        </p:grpSpPr>
        <p:sp>
          <p:nvSpPr>
            <p:cNvPr id="786" name="椭圆 740"/>
            <p:cNvSpPr/>
            <p:nvPr/>
          </p:nvSpPr>
          <p:spPr bwMode="gray">
            <a:xfrm>
              <a:off x="-814907" y="987574"/>
              <a:ext cx="582749" cy="5827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2799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87" name="Freeform 173"/>
            <p:cNvSpPr>
              <a:spLocks noEditPoints="1"/>
            </p:cNvSpPr>
            <p:nvPr/>
          </p:nvSpPr>
          <p:spPr bwMode="gray">
            <a:xfrm>
              <a:off x="-720578" y="1117540"/>
              <a:ext cx="394089" cy="322818"/>
            </a:xfrm>
            <a:custGeom>
              <a:avLst/>
              <a:gdLst/>
              <a:ahLst/>
              <a:cxnLst>
                <a:cxn ang="0">
                  <a:pos x="8976" y="5808"/>
                </a:cxn>
                <a:cxn ang="0">
                  <a:pos x="6336" y="7920"/>
                </a:cxn>
                <a:cxn ang="0">
                  <a:pos x="7788" y="13376"/>
                </a:cxn>
                <a:cxn ang="0">
                  <a:pos x="8008" y="9636"/>
                </a:cxn>
                <a:cxn ang="0">
                  <a:pos x="5720" y="10780"/>
                </a:cxn>
                <a:cxn ang="0">
                  <a:pos x="3916" y="12276"/>
                </a:cxn>
                <a:cxn ang="0">
                  <a:pos x="4532" y="13376"/>
                </a:cxn>
                <a:cxn ang="0">
                  <a:pos x="1804" y="12276"/>
                </a:cxn>
                <a:cxn ang="0">
                  <a:pos x="2376" y="10780"/>
                </a:cxn>
                <a:cxn ang="0">
                  <a:pos x="0" y="5368"/>
                </a:cxn>
                <a:cxn ang="0">
                  <a:pos x="2288" y="9592"/>
                </a:cxn>
                <a:cxn ang="0">
                  <a:pos x="3740" y="4268"/>
                </a:cxn>
                <a:cxn ang="0">
                  <a:pos x="8712" y="4840"/>
                </a:cxn>
                <a:cxn ang="0">
                  <a:pos x="10340" y="5368"/>
                </a:cxn>
                <a:cxn ang="0">
                  <a:pos x="12496" y="5808"/>
                </a:cxn>
                <a:cxn ang="0">
                  <a:pos x="13640" y="5368"/>
                </a:cxn>
                <a:cxn ang="0">
                  <a:pos x="14256" y="3916"/>
                </a:cxn>
                <a:cxn ang="0">
                  <a:pos x="13860" y="4972"/>
                </a:cxn>
                <a:cxn ang="0">
                  <a:pos x="14124" y="616"/>
                </a:cxn>
                <a:cxn ang="0">
                  <a:pos x="14608" y="2376"/>
                </a:cxn>
                <a:cxn ang="0">
                  <a:pos x="14960" y="2420"/>
                </a:cxn>
                <a:cxn ang="0">
                  <a:pos x="15224" y="2596"/>
                </a:cxn>
                <a:cxn ang="0">
                  <a:pos x="15400" y="2860"/>
                </a:cxn>
                <a:cxn ang="0">
                  <a:pos x="15444" y="3168"/>
                </a:cxn>
                <a:cxn ang="0">
                  <a:pos x="15356" y="3564"/>
                </a:cxn>
                <a:cxn ang="0">
                  <a:pos x="15136" y="3828"/>
                </a:cxn>
                <a:cxn ang="0">
                  <a:pos x="15840" y="5368"/>
                </a:cxn>
                <a:cxn ang="0">
                  <a:pos x="16368" y="5808"/>
                </a:cxn>
                <a:cxn ang="0">
                  <a:pos x="16368" y="7216"/>
                </a:cxn>
                <a:cxn ang="0">
                  <a:pos x="13860" y="12276"/>
                </a:cxn>
                <a:cxn ang="0">
                  <a:pos x="15224" y="13376"/>
                </a:cxn>
                <a:cxn ang="0">
                  <a:pos x="10032" y="12276"/>
                </a:cxn>
                <a:cxn ang="0">
                  <a:pos x="14476" y="7216"/>
                </a:cxn>
                <a:cxn ang="0">
                  <a:pos x="8624" y="5808"/>
                </a:cxn>
                <a:cxn ang="0">
                  <a:pos x="5104" y="44"/>
                </a:cxn>
                <a:cxn ang="0">
                  <a:pos x="4532" y="264"/>
                </a:cxn>
                <a:cxn ang="0">
                  <a:pos x="4092" y="704"/>
                </a:cxn>
                <a:cxn ang="0">
                  <a:pos x="3872" y="1276"/>
                </a:cxn>
                <a:cxn ang="0">
                  <a:pos x="3872" y="1936"/>
                </a:cxn>
                <a:cxn ang="0">
                  <a:pos x="4092" y="2508"/>
                </a:cxn>
                <a:cxn ang="0">
                  <a:pos x="4532" y="2904"/>
                </a:cxn>
                <a:cxn ang="0">
                  <a:pos x="5104" y="3168"/>
                </a:cxn>
                <a:cxn ang="0">
                  <a:pos x="5764" y="3168"/>
                </a:cxn>
                <a:cxn ang="0">
                  <a:pos x="6336" y="2904"/>
                </a:cxn>
                <a:cxn ang="0">
                  <a:pos x="6776" y="2508"/>
                </a:cxn>
                <a:cxn ang="0">
                  <a:pos x="6996" y="1936"/>
                </a:cxn>
                <a:cxn ang="0">
                  <a:pos x="6996" y="1276"/>
                </a:cxn>
                <a:cxn ang="0">
                  <a:pos x="6776" y="704"/>
                </a:cxn>
                <a:cxn ang="0">
                  <a:pos x="6336" y="264"/>
                </a:cxn>
                <a:cxn ang="0">
                  <a:pos x="5764" y="44"/>
                </a:cxn>
              </a:cxnLst>
              <a:rect l="0" t="0" r="r" b="b"/>
              <a:pathLst>
                <a:path w="16368" h="13376">
                  <a:moveTo>
                    <a:pt x="8624" y="5808"/>
                  </a:moveTo>
                  <a:lnTo>
                    <a:pt x="8976" y="5808"/>
                  </a:lnTo>
                  <a:lnTo>
                    <a:pt x="6556" y="5764"/>
                  </a:lnTo>
                  <a:lnTo>
                    <a:pt x="6336" y="7920"/>
                  </a:lnTo>
                  <a:lnTo>
                    <a:pt x="9856" y="9064"/>
                  </a:lnTo>
                  <a:lnTo>
                    <a:pt x="7788" y="13376"/>
                  </a:lnTo>
                  <a:lnTo>
                    <a:pt x="6644" y="13376"/>
                  </a:lnTo>
                  <a:lnTo>
                    <a:pt x="8008" y="9636"/>
                  </a:lnTo>
                  <a:lnTo>
                    <a:pt x="5720" y="9592"/>
                  </a:lnTo>
                  <a:lnTo>
                    <a:pt x="5720" y="10780"/>
                  </a:lnTo>
                  <a:lnTo>
                    <a:pt x="3916" y="10780"/>
                  </a:lnTo>
                  <a:lnTo>
                    <a:pt x="3916" y="12276"/>
                  </a:lnTo>
                  <a:lnTo>
                    <a:pt x="4532" y="12276"/>
                  </a:lnTo>
                  <a:lnTo>
                    <a:pt x="4532" y="13376"/>
                  </a:lnTo>
                  <a:lnTo>
                    <a:pt x="1804" y="13376"/>
                  </a:lnTo>
                  <a:lnTo>
                    <a:pt x="1804" y="12276"/>
                  </a:lnTo>
                  <a:lnTo>
                    <a:pt x="2376" y="12276"/>
                  </a:lnTo>
                  <a:lnTo>
                    <a:pt x="2376" y="10780"/>
                  </a:lnTo>
                  <a:lnTo>
                    <a:pt x="792" y="10780"/>
                  </a:lnTo>
                  <a:lnTo>
                    <a:pt x="0" y="5368"/>
                  </a:lnTo>
                  <a:lnTo>
                    <a:pt x="1672" y="5368"/>
                  </a:lnTo>
                  <a:lnTo>
                    <a:pt x="2288" y="9592"/>
                  </a:lnTo>
                  <a:lnTo>
                    <a:pt x="3740" y="9592"/>
                  </a:lnTo>
                  <a:lnTo>
                    <a:pt x="3740" y="4268"/>
                  </a:lnTo>
                  <a:lnTo>
                    <a:pt x="3740" y="3608"/>
                  </a:lnTo>
                  <a:lnTo>
                    <a:pt x="8712" y="4840"/>
                  </a:lnTo>
                  <a:lnTo>
                    <a:pt x="10295" y="4972"/>
                  </a:lnTo>
                  <a:lnTo>
                    <a:pt x="10340" y="5368"/>
                  </a:lnTo>
                  <a:lnTo>
                    <a:pt x="12496" y="5148"/>
                  </a:lnTo>
                  <a:lnTo>
                    <a:pt x="12496" y="5808"/>
                  </a:lnTo>
                  <a:lnTo>
                    <a:pt x="13640" y="5808"/>
                  </a:lnTo>
                  <a:lnTo>
                    <a:pt x="13640" y="5368"/>
                  </a:lnTo>
                  <a:lnTo>
                    <a:pt x="14256" y="5368"/>
                  </a:lnTo>
                  <a:lnTo>
                    <a:pt x="14256" y="3916"/>
                  </a:lnTo>
                  <a:lnTo>
                    <a:pt x="14168" y="3872"/>
                  </a:lnTo>
                  <a:lnTo>
                    <a:pt x="13860" y="4972"/>
                  </a:lnTo>
                  <a:lnTo>
                    <a:pt x="13024" y="4752"/>
                  </a:lnTo>
                  <a:lnTo>
                    <a:pt x="14124" y="616"/>
                  </a:lnTo>
                  <a:lnTo>
                    <a:pt x="15004" y="880"/>
                  </a:lnTo>
                  <a:lnTo>
                    <a:pt x="14608" y="2376"/>
                  </a:lnTo>
                  <a:lnTo>
                    <a:pt x="14784" y="2376"/>
                  </a:lnTo>
                  <a:lnTo>
                    <a:pt x="14960" y="2420"/>
                  </a:lnTo>
                  <a:lnTo>
                    <a:pt x="15092" y="2508"/>
                  </a:lnTo>
                  <a:lnTo>
                    <a:pt x="15224" y="2596"/>
                  </a:lnTo>
                  <a:lnTo>
                    <a:pt x="15312" y="2728"/>
                  </a:lnTo>
                  <a:lnTo>
                    <a:pt x="15400" y="2860"/>
                  </a:lnTo>
                  <a:lnTo>
                    <a:pt x="15444" y="2992"/>
                  </a:lnTo>
                  <a:lnTo>
                    <a:pt x="15444" y="3168"/>
                  </a:lnTo>
                  <a:lnTo>
                    <a:pt x="15444" y="3388"/>
                  </a:lnTo>
                  <a:lnTo>
                    <a:pt x="15356" y="3564"/>
                  </a:lnTo>
                  <a:lnTo>
                    <a:pt x="15268" y="3696"/>
                  </a:lnTo>
                  <a:lnTo>
                    <a:pt x="15136" y="3828"/>
                  </a:lnTo>
                  <a:lnTo>
                    <a:pt x="15136" y="5368"/>
                  </a:lnTo>
                  <a:lnTo>
                    <a:pt x="15840" y="5368"/>
                  </a:lnTo>
                  <a:lnTo>
                    <a:pt x="15840" y="5808"/>
                  </a:lnTo>
                  <a:lnTo>
                    <a:pt x="16368" y="5808"/>
                  </a:lnTo>
                  <a:lnTo>
                    <a:pt x="16368" y="6687"/>
                  </a:lnTo>
                  <a:lnTo>
                    <a:pt x="16368" y="7216"/>
                  </a:lnTo>
                  <a:lnTo>
                    <a:pt x="16148" y="7216"/>
                  </a:lnTo>
                  <a:lnTo>
                    <a:pt x="13860" y="12276"/>
                  </a:lnTo>
                  <a:lnTo>
                    <a:pt x="15224" y="12276"/>
                  </a:lnTo>
                  <a:lnTo>
                    <a:pt x="15224" y="13376"/>
                  </a:lnTo>
                  <a:lnTo>
                    <a:pt x="10032" y="13376"/>
                  </a:lnTo>
                  <a:lnTo>
                    <a:pt x="10032" y="12276"/>
                  </a:lnTo>
                  <a:lnTo>
                    <a:pt x="12188" y="12276"/>
                  </a:lnTo>
                  <a:lnTo>
                    <a:pt x="14476" y="7216"/>
                  </a:lnTo>
                  <a:lnTo>
                    <a:pt x="8624" y="7216"/>
                  </a:lnTo>
                  <a:lnTo>
                    <a:pt x="8624" y="5808"/>
                  </a:lnTo>
                  <a:close/>
                  <a:moveTo>
                    <a:pt x="5412" y="0"/>
                  </a:moveTo>
                  <a:lnTo>
                    <a:pt x="5104" y="44"/>
                  </a:lnTo>
                  <a:lnTo>
                    <a:pt x="4796" y="132"/>
                  </a:lnTo>
                  <a:lnTo>
                    <a:pt x="4532" y="264"/>
                  </a:lnTo>
                  <a:lnTo>
                    <a:pt x="4312" y="484"/>
                  </a:lnTo>
                  <a:lnTo>
                    <a:pt x="4092" y="704"/>
                  </a:lnTo>
                  <a:lnTo>
                    <a:pt x="3960" y="968"/>
                  </a:lnTo>
                  <a:lnTo>
                    <a:pt x="3872" y="1276"/>
                  </a:lnTo>
                  <a:lnTo>
                    <a:pt x="3828" y="1584"/>
                  </a:lnTo>
                  <a:lnTo>
                    <a:pt x="3872" y="1936"/>
                  </a:lnTo>
                  <a:lnTo>
                    <a:pt x="3960" y="2199"/>
                  </a:lnTo>
                  <a:lnTo>
                    <a:pt x="4092" y="2508"/>
                  </a:lnTo>
                  <a:lnTo>
                    <a:pt x="4312" y="2728"/>
                  </a:lnTo>
                  <a:lnTo>
                    <a:pt x="4532" y="2904"/>
                  </a:lnTo>
                  <a:lnTo>
                    <a:pt x="4796" y="3080"/>
                  </a:lnTo>
                  <a:lnTo>
                    <a:pt x="5104" y="3168"/>
                  </a:lnTo>
                  <a:lnTo>
                    <a:pt x="5412" y="3212"/>
                  </a:lnTo>
                  <a:lnTo>
                    <a:pt x="5764" y="3168"/>
                  </a:lnTo>
                  <a:lnTo>
                    <a:pt x="6073" y="3080"/>
                  </a:lnTo>
                  <a:lnTo>
                    <a:pt x="6336" y="2904"/>
                  </a:lnTo>
                  <a:lnTo>
                    <a:pt x="6556" y="2728"/>
                  </a:lnTo>
                  <a:lnTo>
                    <a:pt x="6776" y="2508"/>
                  </a:lnTo>
                  <a:lnTo>
                    <a:pt x="6908" y="2199"/>
                  </a:lnTo>
                  <a:lnTo>
                    <a:pt x="6996" y="1936"/>
                  </a:lnTo>
                  <a:lnTo>
                    <a:pt x="7040" y="1584"/>
                  </a:lnTo>
                  <a:lnTo>
                    <a:pt x="6996" y="1276"/>
                  </a:lnTo>
                  <a:lnTo>
                    <a:pt x="6908" y="968"/>
                  </a:lnTo>
                  <a:lnTo>
                    <a:pt x="6776" y="704"/>
                  </a:lnTo>
                  <a:lnTo>
                    <a:pt x="6556" y="484"/>
                  </a:lnTo>
                  <a:lnTo>
                    <a:pt x="6336" y="264"/>
                  </a:lnTo>
                  <a:lnTo>
                    <a:pt x="6073" y="132"/>
                  </a:lnTo>
                  <a:lnTo>
                    <a:pt x="5764" y="44"/>
                  </a:lnTo>
                  <a:lnTo>
                    <a:pt x="5412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799" kern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788" name="组合 389"/>
          <p:cNvGrpSpPr>
            <a:grpSpLocks noChangeAspect="1"/>
          </p:cNvGrpSpPr>
          <p:nvPr/>
        </p:nvGrpSpPr>
        <p:grpSpPr bwMode="gray">
          <a:xfrm>
            <a:off x="1624207" y="2643332"/>
            <a:ext cx="333027" cy="333027"/>
            <a:chOff x="-814907" y="987574"/>
            <a:chExt cx="582749" cy="582749"/>
          </a:xfrm>
        </p:grpSpPr>
        <p:sp>
          <p:nvSpPr>
            <p:cNvPr id="789" name="椭圆 751"/>
            <p:cNvSpPr/>
            <p:nvPr/>
          </p:nvSpPr>
          <p:spPr bwMode="gray">
            <a:xfrm>
              <a:off x="-814907" y="987574"/>
              <a:ext cx="582749" cy="582749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ffectLst/>
            <a:extLst/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buFont typeface="Wingdings" pitchFamily="2" charset="2"/>
                <a:buChar char="n"/>
                <a:defRPr/>
              </a:pPr>
              <a:endParaRPr lang="zh-CN" altLang="en-US" sz="1100" kern="0">
                <a:solidFill>
                  <a:srgbClr val="4BACC6">
                    <a:lumMod val="7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90" name="Freeform 173"/>
            <p:cNvSpPr>
              <a:spLocks noEditPoints="1"/>
            </p:cNvSpPr>
            <p:nvPr/>
          </p:nvSpPr>
          <p:spPr bwMode="gray">
            <a:xfrm>
              <a:off x="-720578" y="1117540"/>
              <a:ext cx="394089" cy="322818"/>
            </a:xfrm>
            <a:custGeom>
              <a:avLst/>
              <a:gdLst/>
              <a:ahLst/>
              <a:cxnLst>
                <a:cxn ang="0">
                  <a:pos x="8976" y="5808"/>
                </a:cxn>
                <a:cxn ang="0">
                  <a:pos x="6336" y="7920"/>
                </a:cxn>
                <a:cxn ang="0">
                  <a:pos x="7788" y="13376"/>
                </a:cxn>
                <a:cxn ang="0">
                  <a:pos x="8008" y="9636"/>
                </a:cxn>
                <a:cxn ang="0">
                  <a:pos x="5720" y="10780"/>
                </a:cxn>
                <a:cxn ang="0">
                  <a:pos x="3916" y="12276"/>
                </a:cxn>
                <a:cxn ang="0">
                  <a:pos x="4532" y="13376"/>
                </a:cxn>
                <a:cxn ang="0">
                  <a:pos x="1804" y="12276"/>
                </a:cxn>
                <a:cxn ang="0">
                  <a:pos x="2376" y="10780"/>
                </a:cxn>
                <a:cxn ang="0">
                  <a:pos x="0" y="5368"/>
                </a:cxn>
                <a:cxn ang="0">
                  <a:pos x="2288" y="9592"/>
                </a:cxn>
                <a:cxn ang="0">
                  <a:pos x="3740" y="4268"/>
                </a:cxn>
                <a:cxn ang="0">
                  <a:pos x="8712" y="4840"/>
                </a:cxn>
                <a:cxn ang="0">
                  <a:pos x="10340" y="5368"/>
                </a:cxn>
                <a:cxn ang="0">
                  <a:pos x="12496" y="5808"/>
                </a:cxn>
                <a:cxn ang="0">
                  <a:pos x="13640" y="5368"/>
                </a:cxn>
                <a:cxn ang="0">
                  <a:pos x="14256" y="3916"/>
                </a:cxn>
                <a:cxn ang="0">
                  <a:pos x="13860" y="4972"/>
                </a:cxn>
                <a:cxn ang="0">
                  <a:pos x="14124" y="616"/>
                </a:cxn>
                <a:cxn ang="0">
                  <a:pos x="14608" y="2376"/>
                </a:cxn>
                <a:cxn ang="0">
                  <a:pos x="14960" y="2420"/>
                </a:cxn>
                <a:cxn ang="0">
                  <a:pos x="15224" y="2596"/>
                </a:cxn>
                <a:cxn ang="0">
                  <a:pos x="15400" y="2860"/>
                </a:cxn>
                <a:cxn ang="0">
                  <a:pos x="15444" y="3168"/>
                </a:cxn>
                <a:cxn ang="0">
                  <a:pos x="15356" y="3564"/>
                </a:cxn>
                <a:cxn ang="0">
                  <a:pos x="15136" y="3828"/>
                </a:cxn>
                <a:cxn ang="0">
                  <a:pos x="15840" y="5368"/>
                </a:cxn>
                <a:cxn ang="0">
                  <a:pos x="16368" y="5808"/>
                </a:cxn>
                <a:cxn ang="0">
                  <a:pos x="16368" y="7216"/>
                </a:cxn>
                <a:cxn ang="0">
                  <a:pos x="13860" y="12276"/>
                </a:cxn>
                <a:cxn ang="0">
                  <a:pos x="15224" y="13376"/>
                </a:cxn>
                <a:cxn ang="0">
                  <a:pos x="10032" y="12276"/>
                </a:cxn>
                <a:cxn ang="0">
                  <a:pos x="14476" y="7216"/>
                </a:cxn>
                <a:cxn ang="0">
                  <a:pos x="8624" y="5808"/>
                </a:cxn>
                <a:cxn ang="0">
                  <a:pos x="5104" y="44"/>
                </a:cxn>
                <a:cxn ang="0">
                  <a:pos x="4532" y="264"/>
                </a:cxn>
                <a:cxn ang="0">
                  <a:pos x="4092" y="704"/>
                </a:cxn>
                <a:cxn ang="0">
                  <a:pos x="3872" y="1276"/>
                </a:cxn>
                <a:cxn ang="0">
                  <a:pos x="3872" y="1936"/>
                </a:cxn>
                <a:cxn ang="0">
                  <a:pos x="4092" y="2508"/>
                </a:cxn>
                <a:cxn ang="0">
                  <a:pos x="4532" y="2904"/>
                </a:cxn>
                <a:cxn ang="0">
                  <a:pos x="5104" y="3168"/>
                </a:cxn>
                <a:cxn ang="0">
                  <a:pos x="5764" y="3168"/>
                </a:cxn>
                <a:cxn ang="0">
                  <a:pos x="6336" y="2904"/>
                </a:cxn>
                <a:cxn ang="0">
                  <a:pos x="6776" y="2508"/>
                </a:cxn>
                <a:cxn ang="0">
                  <a:pos x="6996" y="1936"/>
                </a:cxn>
                <a:cxn ang="0">
                  <a:pos x="6996" y="1276"/>
                </a:cxn>
                <a:cxn ang="0">
                  <a:pos x="6776" y="704"/>
                </a:cxn>
                <a:cxn ang="0">
                  <a:pos x="6336" y="264"/>
                </a:cxn>
                <a:cxn ang="0">
                  <a:pos x="5764" y="44"/>
                </a:cxn>
              </a:cxnLst>
              <a:rect l="0" t="0" r="r" b="b"/>
              <a:pathLst>
                <a:path w="16368" h="13376">
                  <a:moveTo>
                    <a:pt x="8624" y="5808"/>
                  </a:moveTo>
                  <a:lnTo>
                    <a:pt x="8976" y="5808"/>
                  </a:lnTo>
                  <a:lnTo>
                    <a:pt x="6556" y="5764"/>
                  </a:lnTo>
                  <a:lnTo>
                    <a:pt x="6336" y="7920"/>
                  </a:lnTo>
                  <a:lnTo>
                    <a:pt x="9856" y="9064"/>
                  </a:lnTo>
                  <a:lnTo>
                    <a:pt x="7788" y="13376"/>
                  </a:lnTo>
                  <a:lnTo>
                    <a:pt x="6644" y="13376"/>
                  </a:lnTo>
                  <a:lnTo>
                    <a:pt x="8008" y="9636"/>
                  </a:lnTo>
                  <a:lnTo>
                    <a:pt x="5720" y="9592"/>
                  </a:lnTo>
                  <a:lnTo>
                    <a:pt x="5720" y="10780"/>
                  </a:lnTo>
                  <a:lnTo>
                    <a:pt x="3916" y="10780"/>
                  </a:lnTo>
                  <a:lnTo>
                    <a:pt x="3916" y="12276"/>
                  </a:lnTo>
                  <a:lnTo>
                    <a:pt x="4532" y="12276"/>
                  </a:lnTo>
                  <a:lnTo>
                    <a:pt x="4532" y="13376"/>
                  </a:lnTo>
                  <a:lnTo>
                    <a:pt x="1804" y="13376"/>
                  </a:lnTo>
                  <a:lnTo>
                    <a:pt x="1804" y="12276"/>
                  </a:lnTo>
                  <a:lnTo>
                    <a:pt x="2376" y="12276"/>
                  </a:lnTo>
                  <a:lnTo>
                    <a:pt x="2376" y="10780"/>
                  </a:lnTo>
                  <a:lnTo>
                    <a:pt x="792" y="10780"/>
                  </a:lnTo>
                  <a:lnTo>
                    <a:pt x="0" y="5368"/>
                  </a:lnTo>
                  <a:lnTo>
                    <a:pt x="1672" y="5368"/>
                  </a:lnTo>
                  <a:lnTo>
                    <a:pt x="2288" y="9592"/>
                  </a:lnTo>
                  <a:lnTo>
                    <a:pt x="3740" y="9592"/>
                  </a:lnTo>
                  <a:lnTo>
                    <a:pt x="3740" y="4268"/>
                  </a:lnTo>
                  <a:lnTo>
                    <a:pt x="3740" y="3608"/>
                  </a:lnTo>
                  <a:lnTo>
                    <a:pt x="8712" y="4840"/>
                  </a:lnTo>
                  <a:lnTo>
                    <a:pt x="10295" y="4972"/>
                  </a:lnTo>
                  <a:lnTo>
                    <a:pt x="10340" y="5368"/>
                  </a:lnTo>
                  <a:lnTo>
                    <a:pt x="12496" y="5148"/>
                  </a:lnTo>
                  <a:lnTo>
                    <a:pt x="12496" y="5808"/>
                  </a:lnTo>
                  <a:lnTo>
                    <a:pt x="13640" y="5808"/>
                  </a:lnTo>
                  <a:lnTo>
                    <a:pt x="13640" y="5368"/>
                  </a:lnTo>
                  <a:lnTo>
                    <a:pt x="14256" y="5368"/>
                  </a:lnTo>
                  <a:lnTo>
                    <a:pt x="14256" y="3916"/>
                  </a:lnTo>
                  <a:lnTo>
                    <a:pt x="14168" y="3872"/>
                  </a:lnTo>
                  <a:lnTo>
                    <a:pt x="13860" y="4972"/>
                  </a:lnTo>
                  <a:lnTo>
                    <a:pt x="13024" y="4752"/>
                  </a:lnTo>
                  <a:lnTo>
                    <a:pt x="14124" y="616"/>
                  </a:lnTo>
                  <a:lnTo>
                    <a:pt x="15004" y="880"/>
                  </a:lnTo>
                  <a:lnTo>
                    <a:pt x="14608" y="2376"/>
                  </a:lnTo>
                  <a:lnTo>
                    <a:pt x="14784" y="2376"/>
                  </a:lnTo>
                  <a:lnTo>
                    <a:pt x="14960" y="2420"/>
                  </a:lnTo>
                  <a:lnTo>
                    <a:pt x="15092" y="2508"/>
                  </a:lnTo>
                  <a:lnTo>
                    <a:pt x="15224" y="2596"/>
                  </a:lnTo>
                  <a:lnTo>
                    <a:pt x="15312" y="2728"/>
                  </a:lnTo>
                  <a:lnTo>
                    <a:pt x="15400" y="2860"/>
                  </a:lnTo>
                  <a:lnTo>
                    <a:pt x="15444" y="2992"/>
                  </a:lnTo>
                  <a:lnTo>
                    <a:pt x="15444" y="3168"/>
                  </a:lnTo>
                  <a:lnTo>
                    <a:pt x="15444" y="3388"/>
                  </a:lnTo>
                  <a:lnTo>
                    <a:pt x="15356" y="3564"/>
                  </a:lnTo>
                  <a:lnTo>
                    <a:pt x="15268" y="3696"/>
                  </a:lnTo>
                  <a:lnTo>
                    <a:pt x="15136" y="3828"/>
                  </a:lnTo>
                  <a:lnTo>
                    <a:pt x="15136" y="5368"/>
                  </a:lnTo>
                  <a:lnTo>
                    <a:pt x="15840" y="5368"/>
                  </a:lnTo>
                  <a:lnTo>
                    <a:pt x="15840" y="5808"/>
                  </a:lnTo>
                  <a:lnTo>
                    <a:pt x="16368" y="5808"/>
                  </a:lnTo>
                  <a:lnTo>
                    <a:pt x="16368" y="6687"/>
                  </a:lnTo>
                  <a:lnTo>
                    <a:pt x="16368" y="7216"/>
                  </a:lnTo>
                  <a:lnTo>
                    <a:pt x="16148" y="7216"/>
                  </a:lnTo>
                  <a:lnTo>
                    <a:pt x="13860" y="12276"/>
                  </a:lnTo>
                  <a:lnTo>
                    <a:pt x="15224" y="12276"/>
                  </a:lnTo>
                  <a:lnTo>
                    <a:pt x="15224" y="13376"/>
                  </a:lnTo>
                  <a:lnTo>
                    <a:pt x="10032" y="13376"/>
                  </a:lnTo>
                  <a:lnTo>
                    <a:pt x="10032" y="12276"/>
                  </a:lnTo>
                  <a:lnTo>
                    <a:pt x="12188" y="12276"/>
                  </a:lnTo>
                  <a:lnTo>
                    <a:pt x="14476" y="7216"/>
                  </a:lnTo>
                  <a:lnTo>
                    <a:pt x="8624" y="7216"/>
                  </a:lnTo>
                  <a:lnTo>
                    <a:pt x="8624" y="5808"/>
                  </a:lnTo>
                  <a:close/>
                  <a:moveTo>
                    <a:pt x="5412" y="0"/>
                  </a:moveTo>
                  <a:lnTo>
                    <a:pt x="5104" y="44"/>
                  </a:lnTo>
                  <a:lnTo>
                    <a:pt x="4796" y="132"/>
                  </a:lnTo>
                  <a:lnTo>
                    <a:pt x="4532" y="264"/>
                  </a:lnTo>
                  <a:lnTo>
                    <a:pt x="4312" y="484"/>
                  </a:lnTo>
                  <a:lnTo>
                    <a:pt x="4092" y="704"/>
                  </a:lnTo>
                  <a:lnTo>
                    <a:pt x="3960" y="968"/>
                  </a:lnTo>
                  <a:lnTo>
                    <a:pt x="3872" y="1276"/>
                  </a:lnTo>
                  <a:lnTo>
                    <a:pt x="3828" y="1584"/>
                  </a:lnTo>
                  <a:lnTo>
                    <a:pt x="3872" y="1936"/>
                  </a:lnTo>
                  <a:lnTo>
                    <a:pt x="3960" y="2199"/>
                  </a:lnTo>
                  <a:lnTo>
                    <a:pt x="4092" y="2508"/>
                  </a:lnTo>
                  <a:lnTo>
                    <a:pt x="4312" y="2728"/>
                  </a:lnTo>
                  <a:lnTo>
                    <a:pt x="4532" y="2904"/>
                  </a:lnTo>
                  <a:lnTo>
                    <a:pt x="4796" y="3080"/>
                  </a:lnTo>
                  <a:lnTo>
                    <a:pt x="5104" y="3168"/>
                  </a:lnTo>
                  <a:lnTo>
                    <a:pt x="5412" y="3212"/>
                  </a:lnTo>
                  <a:lnTo>
                    <a:pt x="5764" y="3168"/>
                  </a:lnTo>
                  <a:lnTo>
                    <a:pt x="6073" y="3080"/>
                  </a:lnTo>
                  <a:lnTo>
                    <a:pt x="6336" y="2904"/>
                  </a:lnTo>
                  <a:lnTo>
                    <a:pt x="6556" y="2728"/>
                  </a:lnTo>
                  <a:lnTo>
                    <a:pt x="6776" y="2508"/>
                  </a:lnTo>
                  <a:lnTo>
                    <a:pt x="6908" y="2199"/>
                  </a:lnTo>
                  <a:lnTo>
                    <a:pt x="6996" y="1936"/>
                  </a:lnTo>
                  <a:lnTo>
                    <a:pt x="7040" y="1584"/>
                  </a:lnTo>
                  <a:lnTo>
                    <a:pt x="6996" y="1276"/>
                  </a:lnTo>
                  <a:lnTo>
                    <a:pt x="6908" y="968"/>
                  </a:lnTo>
                  <a:lnTo>
                    <a:pt x="6776" y="704"/>
                  </a:lnTo>
                  <a:lnTo>
                    <a:pt x="6556" y="484"/>
                  </a:lnTo>
                  <a:lnTo>
                    <a:pt x="6336" y="264"/>
                  </a:lnTo>
                  <a:lnTo>
                    <a:pt x="6073" y="132"/>
                  </a:lnTo>
                  <a:lnTo>
                    <a:pt x="5764" y="44"/>
                  </a:lnTo>
                  <a:lnTo>
                    <a:pt x="5412" y="0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defTabSz="913851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100" kern="0">
                <a:solidFill>
                  <a:srgbClr val="4BACC6">
                    <a:lumMod val="75000"/>
                  </a:srgb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sp>
        <p:nvSpPr>
          <p:cNvPr id="791" name="矩形 753"/>
          <p:cNvSpPr/>
          <p:nvPr/>
        </p:nvSpPr>
        <p:spPr bwMode="gray">
          <a:xfrm>
            <a:off x="694892" y="1483291"/>
            <a:ext cx="1400299" cy="1992895"/>
          </a:xfrm>
          <a:prstGeom prst="rect">
            <a:avLst/>
          </a:prstGeom>
          <a:noFill/>
          <a:ln w="9525" algn="ctr">
            <a:solidFill>
              <a:srgbClr val="808080"/>
            </a:solidFill>
            <a:prstDash val="dash"/>
            <a:round/>
            <a:headEnd/>
            <a:tailEnd/>
          </a:ln>
        </p:spPr>
        <p:txBody>
          <a:bodyPr lIns="182767" tIns="182767" rIns="182767" bIns="182767" rtlCol="0" anchor="ctr"/>
          <a:lstStyle/>
          <a:p>
            <a:pPr indent="-215771" algn="ctr" defTabSz="913851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EEECE1"/>
              </a:buClr>
              <a:buSzPct val="80000"/>
            </a:pPr>
            <a:endParaRPr lang="en-US" sz="1999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cxnSp>
        <p:nvCxnSpPr>
          <p:cNvPr id="792" name="直接连接符 755"/>
          <p:cNvCxnSpPr>
            <a:stCxn id="317" idx="1"/>
            <a:endCxn id="786" idx="6"/>
          </p:cNvCxnSpPr>
          <p:nvPr/>
        </p:nvCxnSpPr>
        <p:spPr bwMode="gray">
          <a:xfrm flipH="1">
            <a:off x="1957234" y="1667061"/>
            <a:ext cx="1942741" cy="44084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793" name="直接连接符 757"/>
          <p:cNvCxnSpPr>
            <a:stCxn id="317" idx="1"/>
            <a:endCxn id="783" idx="6"/>
          </p:cNvCxnSpPr>
          <p:nvPr/>
        </p:nvCxnSpPr>
        <p:spPr bwMode="gray">
          <a:xfrm flipH="1">
            <a:off x="1957234" y="1667060"/>
            <a:ext cx="1942741" cy="405000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794" name="直接连接符 758"/>
          <p:cNvCxnSpPr>
            <a:stCxn id="317" idx="1"/>
            <a:endCxn id="780" idx="6"/>
          </p:cNvCxnSpPr>
          <p:nvPr/>
        </p:nvCxnSpPr>
        <p:spPr bwMode="gray">
          <a:xfrm flipH="1">
            <a:off x="1957234" y="1667060"/>
            <a:ext cx="1942741" cy="771325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795" name="直接连接符 759"/>
          <p:cNvCxnSpPr>
            <a:stCxn id="317" idx="1"/>
            <a:endCxn id="789" idx="6"/>
          </p:cNvCxnSpPr>
          <p:nvPr/>
        </p:nvCxnSpPr>
        <p:spPr bwMode="gray">
          <a:xfrm flipH="1">
            <a:off x="1957234" y="1667060"/>
            <a:ext cx="1942741" cy="1142786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796" name="直接连接符 760"/>
          <p:cNvCxnSpPr>
            <a:stCxn id="317" idx="1"/>
            <a:endCxn id="775" idx="6"/>
          </p:cNvCxnSpPr>
          <p:nvPr/>
        </p:nvCxnSpPr>
        <p:spPr bwMode="gray">
          <a:xfrm flipH="1">
            <a:off x="1958433" y="1667060"/>
            <a:ext cx="1941543" cy="1513371"/>
          </a:xfrm>
          <a:prstGeom prst="line">
            <a:avLst/>
          </a:prstGeom>
          <a:noFill/>
          <a:ln w="9525" cap="flat" cmpd="sng" algn="ctr">
            <a:solidFill>
              <a:srgbClr val="0070C0"/>
            </a:solidFill>
            <a:prstDash val="solid"/>
          </a:ln>
          <a:effectLst/>
        </p:spPr>
      </p:cxnSp>
      <p:cxnSp>
        <p:nvCxnSpPr>
          <p:cNvPr id="797" name="直接连接符 761"/>
          <p:cNvCxnSpPr>
            <a:stCxn id="314" idx="1"/>
            <a:endCxn id="323" idx="6"/>
          </p:cNvCxnSpPr>
          <p:nvPr/>
        </p:nvCxnSpPr>
        <p:spPr bwMode="gray">
          <a:xfrm flipH="1">
            <a:off x="1942079" y="4548410"/>
            <a:ext cx="2110469" cy="1183020"/>
          </a:xfrm>
          <a:prstGeom prst="line">
            <a:avLst/>
          </a:prstGeom>
          <a:noFill/>
          <a:ln w="9525" cap="flat" cmpd="sng" algn="ctr">
            <a:solidFill>
              <a:srgbClr val="C7000A"/>
            </a:solidFill>
            <a:prstDash val="solid"/>
          </a:ln>
          <a:effectLst/>
        </p:spPr>
      </p:cxnSp>
      <p:cxnSp>
        <p:nvCxnSpPr>
          <p:cNvPr id="798" name="直接连接符 762"/>
          <p:cNvCxnSpPr>
            <a:stCxn id="315" idx="1"/>
            <a:endCxn id="329" idx="6"/>
          </p:cNvCxnSpPr>
          <p:nvPr/>
        </p:nvCxnSpPr>
        <p:spPr bwMode="gray">
          <a:xfrm flipH="1">
            <a:off x="1942078" y="3831390"/>
            <a:ext cx="2099924" cy="1179880"/>
          </a:xfrm>
          <a:prstGeom prst="line">
            <a:avLst/>
          </a:prstGeom>
          <a:noFill/>
          <a:ln w="9525" cap="flat" cmpd="sng" algn="ctr">
            <a:solidFill>
              <a:srgbClr val="F4A9A3"/>
            </a:solidFill>
            <a:prstDash val="solid"/>
          </a:ln>
          <a:effectLst/>
        </p:spPr>
      </p:cxnSp>
      <p:cxnSp>
        <p:nvCxnSpPr>
          <p:cNvPr id="799" name="直接连接符 764"/>
          <p:cNvCxnSpPr>
            <a:stCxn id="315" idx="1"/>
            <a:endCxn id="754" idx="6"/>
          </p:cNvCxnSpPr>
          <p:nvPr/>
        </p:nvCxnSpPr>
        <p:spPr bwMode="gray">
          <a:xfrm flipH="1">
            <a:off x="1942079" y="3831390"/>
            <a:ext cx="2099924" cy="1529956"/>
          </a:xfrm>
          <a:prstGeom prst="line">
            <a:avLst/>
          </a:prstGeom>
          <a:noFill/>
          <a:ln w="9525" cap="flat" cmpd="sng" algn="ctr">
            <a:solidFill>
              <a:srgbClr val="F4A9A3"/>
            </a:solidFill>
            <a:prstDash val="solid"/>
          </a:ln>
          <a:effectLst/>
        </p:spPr>
      </p:cxnSp>
      <p:cxnSp>
        <p:nvCxnSpPr>
          <p:cNvPr id="800" name="直接连接符 765"/>
          <p:cNvCxnSpPr>
            <a:stCxn id="316" idx="1"/>
            <a:endCxn id="757" idx="6"/>
          </p:cNvCxnSpPr>
          <p:nvPr/>
        </p:nvCxnSpPr>
        <p:spPr bwMode="gray">
          <a:xfrm flipH="1">
            <a:off x="1943268" y="3064557"/>
            <a:ext cx="2130368" cy="1205953"/>
          </a:xfrm>
          <a:prstGeom prst="line">
            <a:avLst/>
          </a:prstGeom>
          <a:noFill/>
          <a:ln w="9525" cap="flat" cmpd="sng" algn="ctr">
            <a:solidFill>
              <a:srgbClr val="EB5C01"/>
            </a:solidFill>
            <a:prstDash val="solid"/>
          </a:ln>
          <a:effectLst/>
        </p:spPr>
      </p:cxnSp>
      <p:cxnSp>
        <p:nvCxnSpPr>
          <p:cNvPr id="801" name="直接连接符 766"/>
          <p:cNvCxnSpPr>
            <a:stCxn id="316" idx="1"/>
            <a:endCxn id="762" idx="6"/>
          </p:cNvCxnSpPr>
          <p:nvPr/>
        </p:nvCxnSpPr>
        <p:spPr bwMode="gray">
          <a:xfrm flipH="1">
            <a:off x="1942079" y="3064557"/>
            <a:ext cx="2131557" cy="1576630"/>
          </a:xfrm>
          <a:prstGeom prst="line">
            <a:avLst/>
          </a:prstGeom>
          <a:noFill/>
          <a:ln w="9525" cap="flat" cmpd="sng" algn="ctr">
            <a:solidFill>
              <a:srgbClr val="EB5C01"/>
            </a:solidFill>
            <a:prstDash val="solid"/>
          </a:ln>
          <a:effectLst/>
        </p:spPr>
      </p:cxnSp>
      <p:sp>
        <p:nvSpPr>
          <p:cNvPr id="802" name="矩形 775"/>
          <p:cNvSpPr/>
          <p:nvPr/>
        </p:nvSpPr>
        <p:spPr bwMode="gray">
          <a:xfrm>
            <a:off x="4536673" y="1904422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kern="10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各类办公业务</a:t>
            </a:r>
            <a:endParaRPr lang="en-AU" altLang="zh-CN" sz="1200" kern="10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03" name="矩形 777"/>
          <p:cNvSpPr/>
          <p:nvPr/>
        </p:nvSpPr>
        <p:spPr bwMode="gray">
          <a:xfrm>
            <a:off x="4528387" y="3527997"/>
            <a:ext cx="15684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 smtClean="0">
                <a:solidFill>
                  <a:srgbClr val="EA5A4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调度</a:t>
            </a:r>
            <a:r>
              <a:rPr lang="zh-CN" altLang="en-US" sz="1200" dirty="0">
                <a:solidFill>
                  <a:srgbClr val="EA5A4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电话</a:t>
            </a:r>
          </a:p>
        </p:txBody>
      </p:sp>
      <p:sp>
        <p:nvSpPr>
          <p:cNvPr id="804" name="矩形 780"/>
          <p:cNvSpPr/>
          <p:nvPr/>
        </p:nvSpPr>
        <p:spPr bwMode="gray">
          <a:xfrm>
            <a:off x="4559101" y="2855624"/>
            <a:ext cx="1537726" cy="4962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851" fontAlgn="base">
              <a:lnSpc>
                <a:spcPct val="150000"/>
              </a:lnSpc>
            </a:pPr>
            <a:r>
              <a:rPr lang="zh-CN" altLang="en-US" sz="1200" kern="100" dirty="0">
                <a:solidFill>
                  <a:srgbClr val="EB5C0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视频监控</a:t>
            </a:r>
            <a:endParaRPr lang="en-US" altLang="zh-CN" sz="1200" kern="100" dirty="0">
              <a:solidFill>
                <a:srgbClr val="EB5C0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defTabSz="913851" fontAlgn="base">
              <a:lnSpc>
                <a:spcPts val="900"/>
              </a:lnSpc>
            </a:pPr>
            <a:r>
              <a:rPr lang="zh-CN" altLang="en-US" sz="1200" kern="100" dirty="0">
                <a:solidFill>
                  <a:srgbClr val="EB5C0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生产运维</a:t>
            </a:r>
            <a:endParaRPr lang="zh-CN" altLang="zh-CN" sz="1200" kern="100" dirty="0">
              <a:solidFill>
                <a:srgbClr val="EB5C0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05" name="矩形 781"/>
          <p:cNvSpPr/>
          <p:nvPr/>
        </p:nvSpPr>
        <p:spPr bwMode="gray">
          <a:xfrm>
            <a:off x="4534635" y="4324047"/>
            <a:ext cx="114614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85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继电保护</a:t>
            </a:r>
          </a:p>
        </p:txBody>
      </p:sp>
      <p:sp>
        <p:nvSpPr>
          <p:cNvPr id="806" name="矩形 547"/>
          <p:cNvSpPr/>
          <p:nvPr/>
        </p:nvSpPr>
        <p:spPr bwMode="gray">
          <a:xfrm>
            <a:off x="6995087" y="2095796"/>
            <a:ext cx="1282991" cy="268569"/>
          </a:xfrm>
          <a:prstGeom prst="rect">
            <a:avLst/>
          </a:prstGeom>
        </p:spPr>
        <p:txBody>
          <a:bodyPr wrap="square" lIns="83093" tIns="41546" rIns="83093" bIns="41546">
            <a:spAutoFit/>
          </a:bodyPr>
          <a:lstStyle/>
          <a:p>
            <a:pPr algn="ctr" defTabSz="83092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 smtClean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分片</a:t>
            </a:r>
            <a:r>
              <a:rPr lang="en-US" altLang="zh-CN" sz="1200" b="1" kern="0" dirty="0">
                <a:solidFill>
                  <a:srgbClr val="0070C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endParaRPr lang="zh-CN" altLang="en-US" sz="1200" b="1" kern="0" dirty="0">
              <a:solidFill>
                <a:srgbClr val="0070C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07" name="矩形 547"/>
          <p:cNvSpPr/>
          <p:nvPr/>
        </p:nvSpPr>
        <p:spPr bwMode="gray">
          <a:xfrm>
            <a:off x="6995087" y="2749549"/>
            <a:ext cx="1282991" cy="268569"/>
          </a:xfrm>
          <a:prstGeom prst="rect">
            <a:avLst/>
          </a:prstGeom>
        </p:spPr>
        <p:txBody>
          <a:bodyPr wrap="square" lIns="83093" tIns="41546" rIns="83093" bIns="41546">
            <a:spAutoFit/>
          </a:bodyPr>
          <a:lstStyle/>
          <a:p>
            <a:pPr algn="ctr" defTabSz="83092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 smtClean="0">
                <a:solidFill>
                  <a:srgbClr val="EB5C0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分片</a:t>
            </a:r>
            <a:r>
              <a:rPr lang="en-US" altLang="zh-CN" sz="1200" b="1" kern="0" dirty="0">
                <a:solidFill>
                  <a:srgbClr val="EB5C0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</a:t>
            </a:r>
            <a:endParaRPr lang="zh-CN" altLang="en-US" sz="1200" b="1" kern="0" dirty="0">
              <a:solidFill>
                <a:srgbClr val="EB5C0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08" name="矩形 547"/>
          <p:cNvSpPr/>
          <p:nvPr/>
        </p:nvSpPr>
        <p:spPr bwMode="gray">
          <a:xfrm>
            <a:off x="6995087" y="3430487"/>
            <a:ext cx="1282991" cy="268569"/>
          </a:xfrm>
          <a:prstGeom prst="rect">
            <a:avLst/>
          </a:prstGeom>
        </p:spPr>
        <p:txBody>
          <a:bodyPr wrap="square" lIns="83093" tIns="41546" rIns="83093" bIns="41546">
            <a:spAutoFit/>
          </a:bodyPr>
          <a:lstStyle/>
          <a:p>
            <a:pPr algn="ctr" defTabSz="83092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 smtClean="0">
                <a:solidFill>
                  <a:srgbClr val="EA5A4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分片</a:t>
            </a:r>
            <a:r>
              <a:rPr lang="en-US" altLang="zh-CN" sz="1200" b="1" kern="0" dirty="0">
                <a:solidFill>
                  <a:srgbClr val="EA5A4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</a:t>
            </a:r>
            <a:endParaRPr lang="zh-CN" altLang="en-US" sz="1200" b="1" kern="0" dirty="0">
              <a:solidFill>
                <a:srgbClr val="EA5A4F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09" name="矩形 547"/>
          <p:cNvSpPr/>
          <p:nvPr/>
        </p:nvSpPr>
        <p:spPr bwMode="gray">
          <a:xfrm>
            <a:off x="6995087" y="4179140"/>
            <a:ext cx="1282991" cy="268569"/>
          </a:xfrm>
          <a:prstGeom prst="rect">
            <a:avLst/>
          </a:prstGeom>
        </p:spPr>
        <p:txBody>
          <a:bodyPr wrap="square" lIns="83093" tIns="41546" rIns="83093" bIns="41546">
            <a:spAutoFit/>
          </a:bodyPr>
          <a:lstStyle/>
          <a:p>
            <a:pPr algn="ctr" defTabSz="83092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200" b="1" kern="0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分片</a:t>
            </a:r>
            <a:r>
              <a:rPr lang="en-US" altLang="zh-CN" sz="1200" b="1" kern="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4</a:t>
            </a:r>
            <a:endParaRPr lang="zh-CN" altLang="en-US" sz="1200" b="1" kern="0" dirty="0">
              <a:solidFill>
                <a:srgbClr val="C7000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pic>
        <p:nvPicPr>
          <p:cNvPr id="81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gray">
          <a:xfrm>
            <a:off x="9166898" y="5273052"/>
            <a:ext cx="749274" cy="439507"/>
          </a:xfrm>
          <a:prstGeom prst="roundRect">
            <a:avLst>
              <a:gd name="adj" fmla="val 9173"/>
            </a:avLst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1" name="图片 791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524817" y="5796657"/>
            <a:ext cx="1562813" cy="302924"/>
          </a:xfrm>
          <a:prstGeom prst="rect">
            <a:avLst/>
          </a:prstGeom>
        </p:spPr>
      </p:pic>
      <p:cxnSp>
        <p:nvCxnSpPr>
          <p:cNvPr id="812" name="直接连接符 242"/>
          <p:cNvCxnSpPr/>
          <p:nvPr/>
        </p:nvCxnSpPr>
        <p:spPr bwMode="gray">
          <a:xfrm>
            <a:off x="7319239" y="5571769"/>
            <a:ext cx="959542" cy="0"/>
          </a:xfrm>
          <a:prstGeom prst="line">
            <a:avLst/>
          </a:prstGeom>
          <a:noFill/>
          <a:ln w="12700" cap="flat" cmpd="sng" algn="ctr">
            <a:solidFill>
              <a:srgbClr val="0F6FC6"/>
            </a:solidFill>
            <a:prstDash val="dash"/>
            <a:round/>
            <a:headEnd type="stealth" w="lg" len="lg"/>
            <a:tailEnd type="stealth" w="lg" len="lg"/>
          </a:ln>
          <a:effectLst/>
          <a:extLst/>
        </p:spPr>
      </p:cxnSp>
      <p:sp>
        <p:nvSpPr>
          <p:cNvPr id="813" name="矩形 793"/>
          <p:cNvSpPr/>
          <p:nvPr/>
        </p:nvSpPr>
        <p:spPr bwMode="gray">
          <a:xfrm>
            <a:off x="8513097" y="2662968"/>
            <a:ext cx="2655875" cy="239119"/>
          </a:xfrm>
          <a:prstGeom prst="rect">
            <a:avLst/>
          </a:prstGeom>
        </p:spPr>
        <p:txBody>
          <a:bodyPr wrap="square" lIns="26963" tIns="26963" rIns="26963" bIns="26963">
            <a:spAutoFit/>
          </a:bodyPr>
          <a:lstStyle/>
          <a:p>
            <a:pPr defTabSz="913485" font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业务部署</a:t>
            </a:r>
            <a:r>
              <a:rPr lang="zh-CN" altLang="en-US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灵活</a:t>
            </a:r>
            <a:r>
              <a:rPr lang="zh-CN" altLang="en-US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便捷</a:t>
            </a:r>
            <a:r>
              <a:rPr lang="zh-CN" altLang="en-US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。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14" name="矩形 803"/>
          <p:cNvSpPr/>
          <p:nvPr/>
        </p:nvSpPr>
        <p:spPr bwMode="gray">
          <a:xfrm>
            <a:off x="8513097" y="4353180"/>
            <a:ext cx="2895285" cy="733968"/>
          </a:xfrm>
          <a:prstGeom prst="rect">
            <a:avLst/>
          </a:prstGeom>
        </p:spPr>
        <p:txBody>
          <a:bodyPr wrap="square" lIns="68500" tIns="34251" rIns="68500" bIns="34251">
            <a:spAutoFit/>
          </a:bodyPr>
          <a:lstStyle/>
          <a:p>
            <a:pPr defTabSz="913851" font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支撑未来</a:t>
            </a:r>
            <a:r>
              <a:rPr lang="en-US" altLang="zh-CN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10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年网络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演进。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defTabSz="913851" font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平滑升级到</a:t>
            </a:r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100 G/200 G</a:t>
            </a:r>
            <a:r>
              <a:rPr lang="zh-CN" altLang="en-US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。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defTabSz="913851" font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平滑演进到</a:t>
            </a:r>
            <a:r>
              <a:rPr lang="en-US" altLang="zh-CN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SRv6 + EVPN</a:t>
            </a:r>
            <a:r>
              <a:rPr lang="zh-CN" altLang="en-US" sz="1200" b="1" dirty="0" smtClean="0"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。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15" name="矩形 810"/>
          <p:cNvSpPr/>
          <p:nvPr/>
        </p:nvSpPr>
        <p:spPr bwMode="gray">
          <a:xfrm>
            <a:off x="8525783" y="3352876"/>
            <a:ext cx="2674533" cy="497663"/>
          </a:xfrm>
          <a:prstGeom prst="rect">
            <a:avLst/>
          </a:prstGeom>
        </p:spPr>
        <p:txBody>
          <a:bodyPr wrap="square" lIns="26969" tIns="26969" rIns="26969" bIns="26969">
            <a:spAutoFit/>
          </a:bodyPr>
          <a:lstStyle/>
          <a:p>
            <a:pPr defTabSz="913851" font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统一承载</a:t>
            </a:r>
            <a:r>
              <a:rPr lang="zh-CN" altLang="en-US" sz="1200" dirty="0" smtClean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控制器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统一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部署网络资源，承载电力业务，实现智能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优化。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16" name="矩形 815"/>
          <p:cNvSpPr/>
          <p:nvPr/>
        </p:nvSpPr>
        <p:spPr bwMode="gray">
          <a:xfrm>
            <a:off x="8527529" y="1571137"/>
            <a:ext cx="2658916" cy="719262"/>
          </a:xfrm>
          <a:prstGeom prst="rect">
            <a:avLst/>
          </a:prstGeom>
        </p:spPr>
        <p:txBody>
          <a:bodyPr wrap="square" lIns="26969" tIns="26969" rIns="26969" bIns="26969">
            <a:spAutoFit/>
          </a:bodyPr>
          <a:lstStyle/>
          <a:p>
            <a:pPr defTabSz="913851" font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物理网络分片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：基于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时分复用的灵活以太技术，将物理网络按需分成多个分片，隔离不同业务，保证业务</a:t>
            </a:r>
            <a:r>
              <a:rPr lang="en-US" altLang="zh-CN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SLA</a:t>
            </a:r>
            <a:r>
              <a:rPr lang="zh-CN" altLang="en-US" sz="1200" dirty="0" smtClean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。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  <p:sp>
        <p:nvSpPr>
          <p:cNvPr id="817" name="TextBox 329"/>
          <p:cNvSpPr txBox="1"/>
          <p:nvPr/>
        </p:nvSpPr>
        <p:spPr bwMode="gray">
          <a:xfrm>
            <a:off x="857035" y="1144870"/>
            <a:ext cx="1149057" cy="30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712"/>
            <a:r>
              <a:rPr lang="zh-CN" altLang="en-US" sz="1399" b="1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办公业务</a:t>
            </a:r>
          </a:p>
        </p:txBody>
      </p:sp>
      <p:sp>
        <p:nvSpPr>
          <p:cNvPr id="818" name="TextBox 330"/>
          <p:cNvSpPr txBox="1"/>
          <p:nvPr/>
        </p:nvSpPr>
        <p:spPr bwMode="gray">
          <a:xfrm>
            <a:off x="831863" y="3638585"/>
            <a:ext cx="1149057" cy="307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1219200">
              <a:defRPr sz="1600" b="1">
                <a:cs typeface="+mn-ea"/>
              </a:defRPr>
            </a:lvl1pPr>
          </a:lstStyle>
          <a:p>
            <a:r>
              <a:rPr lang="zh-CN" altLang="en-US" sz="1399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生产业务</a:t>
            </a:r>
          </a:p>
        </p:txBody>
      </p:sp>
      <p:pic>
        <p:nvPicPr>
          <p:cNvPr id="81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gray">
          <a:xfrm>
            <a:off x="4185882" y="5486785"/>
            <a:ext cx="368089" cy="301163"/>
          </a:xfrm>
          <a:prstGeom prst="rect">
            <a:avLst/>
          </a:prstGeom>
          <a:noFill/>
        </p:spPr>
      </p:pic>
      <p:pic>
        <p:nvPicPr>
          <p:cNvPr id="82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gray">
          <a:xfrm>
            <a:off x="6936980" y="5486785"/>
            <a:ext cx="368089" cy="301163"/>
          </a:xfrm>
          <a:prstGeom prst="rect">
            <a:avLst/>
          </a:prstGeom>
          <a:noFill/>
        </p:spPr>
      </p:pic>
      <p:pic>
        <p:nvPicPr>
          <p:cNvPr id="82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gray">
          <a:xfrm>
            <a:off x="5378696" y="5199124"/>
            <a:ext cx="368089" cy="301163"/>
          </a:xfrm>
          <a:prstGeom prst="rect">
            <a:avLst/>
          </a:prstGeom>
          <a:noFill/>
        </p:spPr>
      </p:pic>
      <p:pic>
        <p:nvPicPr>
          <p:cNvPr id="82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/>
          <a:stretch>
            <a:fillRect/>
          </a:stretch>
        </p:blipFill>
        <p:spPr bwMode="gray">
          <a:xfrm>
            <a:off x="5899362" y="5659780"/>
            <a:ext cx="368089" cy="301163"/>
          </a:xfrm>
          <a:prstGeom prst="rect">
            <a:avLst/>
          </a:prstGeom>
          <a:noFill/>
        </p:spPr>
      </p:pic>
      <p:pic>
        <p:nvPicPr>
          <p:cNvPr id="82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 bwMode="gray">
          <a:xfrm>
            <a:off x="4214700" y="4392416"/>
            <a:ext cx="300443" cy="245816"/>
          </a:xfrm>
          <a:prstGeom prst="rect">
            <a:avLst/>
          </a:prstGeom>
          <a:noFill/>
        </p:spPr>
      </p:pic>
      <p:pic>
        <p:nvPicPr>
          <p:cNvPr id="82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 bwMode="gray">
          <a:xfrm>
            <a:off x="5407876" y="4154667"/>
            <a:ext cx="300443" cy="245816"/>
          </a:xfrm>
          <a:prstGeom prst="rect">
            <a:avLst/>
          </a:prstGeom>
          <a:noFill/>
        </p:spPr>
      </p:pic>
      <p:pic>
        <p:nvPicPr>
          <p:cNvPr id="82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 bwMode="gray">
          <a:xfrm>
            <a:off x="5943775" y="4678319"/>
            <a:ext cx="300443" cy="245816"/>
          </a:xfrm>
          <a:prstGeom prst="rect">
            <a:avLst/>
          </a:prstGeom>
          <a:noFill/>
        </p:spPr>
      </p:pic>
      <p:pic>
        <p:nvPicPr>
          <p:cNvPr id="82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 bwMode="gray">
          <a:xfrm>
            <a:off x="6965237" y="4392416"/>
            <a:ext cx="300443" cy="245816"/>
          </a:xfrm>
          <a:prstGeom prst="rect">
            <a:avLst/>
          </a:prstGeom>
          <a:noFill/>
        </p:spPr>
      </p:pic>
      <p:pic>
        <p:nvPicPr>
          <p:cNvPr id="82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4214700" y="3621431"/>
            <a:ext cx="300443" cy="245816"/>
          </a:xfrm>
          <a:prstGeom prst="rect">
            <a:avLst/>
          </a:prstGeom>
          <a:noFill/>
        </p:spPr>
      </p:pic>
      <p:pic>
        <p:nvPicPr>
          <p:cNvPr id="82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407876" y="3383682"/>
            <a:ext cx="300443" cy="245816"/>
          </a:xfrm>
          <a:prstGeom prst="rect">
            <a:avLst/>
          </a:prstGeom>
          <a:noFill/>
        </p:spPr>
      </p:pic>
      <p:pic>
        <p:nvPicPr>
          <p:cNvPr id="82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943775" y="3907334"/>
            <a:ext cx="300443" cy="245816"/>
          </a:xfrm>
          <a:prstGeom prst="rect">
            <a:avLst/>
          </a:prstGeom>
          <a:noFill/>
        </p:spPr>
      </p:pic>
      <p:pic>
        <p:nvPicPr>
          <p:cNvPr id="83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6965237" y="3621431"/>
            <a:ext cx="300443" cy="245816"/>
          </a:xfrm>
          <a:prstGeom prst="rect">
            <a:avLst/>
          </a:prstGeom>
          <a:noFill/>
        </p:spPr>
      </p:pic>
      <p:pic>
        <p:nvPicPr>
          <p:cNvPr id="83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4214700" y="2802217"/>
            <a:ext cx="300443" cy="245816"/>
          </a:xfrm>
          <a:prstGeom prst="rect">
            <a:avLst/>
          </a:prstGeom>
          <a:noFill/>
        </p:spPr>
      </p:pic>
      <p:pic>
        <p:nvPicPr>
          <p:cNvPr id="83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407876" y="2564468"/>
            <a:ext cx="300443" cy="245816"/>
          </a:xfrm>
          <a:prstGeom prst="rect">
            <a:avLst/>
          </a:prstGeom>
          <a:noFill/>
        </p:spPr>
      </p:pic>
      <p:pic>
        <p:nvPicPr>
          <p:cNvPr id="83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943775" y="3088120"/>
            <a:ext cx="300443" cy="245816"/>
          </a:xfrm>
          <a:prstGeom prst="rect">
            <a:avLst/>
          </a:prstGeom>
          <a:noFill/>
        </p:spPr>
      </p:pic>
      <p:pic>
        <p:nvPicPr>
          <p:cNvPr id="83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6965237" y="2802217"/>
            <a:ext cx="300443" cy="245816"/>
          </a:xfrm>
          <a:prstGeom prst="rect">
            <a:avLst/>
          </a:prstGeom>
          <a:noFill/>
        </p:spPr>
      </p:pic>
      <p:pic>
        <p:nvPicPr>
          <p:cNvPr id="83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4214700" y="1955873"/>
            <a:ext cx="300443" cy="245816"/>
          </a:xfrm>
          <a:prstGeom prst="rect">
            <a:avLst/>
          </a:prstGeom>
          <a:noFill/>
        </p:spPr>
      </p:pic>
      <p:pic>
        <p:nvPicPr>
          <p:cNvPr id="83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407876" y="1621077"/>
            <a:ext cx="300443" cy="245816"/>
          </a:xfrm>
          <a:prstGeom prst="rect">
            <a:avLst/>
          </a:prstGeom>
          <a:noFill/>
        </p:spPr>
      </p:pic>
      <p:pic>
        <p:nvPicPr>
          <p:cNvPr id="83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5943775" y="2088776"/>
            <a:ext cx="300443" cy="245816"/>
          </a:xfrm>
          <a:prstGeom prst="rect">
            <a:avLst/>
          </a:prstGeom>
          <a:noFill/>
        </p:spPr>
      </p:pic>
      <p:pic>
        <p:nvPicPr>
          <p:cNvPr id="83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6965237" y="1878499"/>
            <a:ext cx="300443" cy="245816"/>
          </a:xfrm>
          <a:prstGeom prst="rect">
            <a:avLst/>
          </a:prstGeom>
          <a:noFill/>
        </p:spPr>
      </p:pic>
      <p:pic>
        <p:nvPicPr>
          <p:cNvPr id="839" name="图片 271" descr="组播服务器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8559895" y="5279378"/>
            <a:ext cx="540000" cy="44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5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ym typeface="Huawei Sans" panose="020C0503030203020204" pitchFamily="34" charset="0"/>
              </a:rPr>
              <a:t>(</a:t>
            </a:r>
            <a:r>
              <a:rPr lang="zh-CN" altLang="en-US" dirty="0" smtClean="0">
                <a:sym typeface="Huawei Sans" panose="020C0503030203020204" pitchFamily="34" charset="0"/>
              </a:rPr>
              <a:t>单选题</a:t>
            </a:r>
            <a:r>
              <a:rPr lang="en-US" altLang="zh-CN" dirty="0" smtClean="0">
                <a:sym typeface="Huawei Sans" panose="020C0503030203020204" pitchFamily="34" charset="0"/>
              </a:rPr>
              <a:t>)</a:t>
            </a:r>
            <a:r>
              <a:rPr lang="zh-CN" altLang="en-US" dirty="0" smtClean="0">
                <a:sym typeface="Huawei Sans" panose="020C0503030203020204" pitchFamily="34" charset="0"/>
              </a:rPr>
              <a:t>华为云广域网络解决方案中，能够绝对保障关键业务带宽的技术是</a:t>
            </a:r>
            <a:r>
              <a:rPr lang="zh-CN" altLang="en-US" dirty="0">
                <a:sym typeface="Huawei Sans" panose="020C0503030203020204" pitchFamily="34" charset="0"/>
              </a:rPr>
              <a:t>哪一项</a:t>
            </a:r>
            <a:r>
              <a:rPr lang="zh-CN" altLang="en-US" dirty="0" smtClean="0">
                <a:sym typeface="Huawei Sans" panose="020C0503030203020204" pitchFamily="34" charset="0"/>
              </a:rPr>
              <a:t>？</a:t>
            </a:r>
            <a:r>
              <a:rPr lang="en-US" altLang="zh-CN" dirty="0" smtClean="0">
                <a:sym typeface="Huawei Sans" panose="020C0503030203020204" pitchFamily="34" charset="0"/>
              </a:rPr>
              <a:t>(     )</a:t>
            </a: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SRv6 Policy</a:t>
            </a:r>
          </a:p>
          <a:p>
            <a:pPr lvl="1"/>
            <a:r>
              <a:rPr lang="en-US" altLang="zh-CN" dirty="0" err="1" smtClean="0">
                <a:sym typeface="Huawei Sans" panose="020C0503030203020204" pitchFamily="34" charset="0"/>
              </a:rPr>
              <a:t>FlexE</a:t>
            </a:r>
            <a:r>
              <a:rPr lang="zh-CN" altLang="en-US" dirty="0" smtClean="0">
                <a:sym typeface="Huawei Sans" panose="020C0503030203020204" pitchFamily="34" charset="0"/>
              </a:rPr>
              <a:t>网络切片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err="1" smtClean="0">
                <a:sym typeface="Huawei Sans" panose="020C0503030203020204" pitchFamily="34" charset="0"/>
              </a:rPr>
              <a:t>iFIT</a:t>
            </a:r>
            <a:endParaRPr lang="en-US" altLang="zh-CN" dirty="0" smtClean="0">
              <a:sym typeface="Huawei Sans" panose="020C0503030203020204" pitchFamily="34" charset="0"/>
            </a:endParaRPr>
          </a:p>
          <a:p>
            <a:pPr lvl="1"/>
            <a:r>
              <a:rPr lang="en-US" altLang="zh-CN" dirty="0" smtClean="0">
                <a:sym typeface="Huawei Sans" panose="020C0503030203020204" pitchFamily="34" charset="0"/>
              </a:rPr>
              <a:t>Telemetry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8707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 bwMode="gray"/>
        <p:txBody>
          <a:bodyPr/>
          <a:lstStyle/>
          <a:p>
            <a:pPr fontAlgn="base"/>
            <a:r>
              <a:rPr lang="zh-CN" altLang="en-US" sz="2000" dirty="0">
                <a:sym typeface="Huawei Sans" panose="020C0503030203020204" pitchFamily="34" charset="0"/>
              </a:rPr>
              <a:t>企业广域</a:t>
            </a:r>
            <a:r>
              <a:rPr lang="en-US" altLang="zh-CN" sz="2000" dirty="0">
                <a:sym typeface="Huawei Sans" panose="020C0503030203020204" pitchFamily="34" charset="0"/>
              </a:rPr>
              <a:t>IP</a:t>
            </a:r>
            <a:r>
              <a:rPr lang="zh-CN" altLang="en-US" sz="2000" dirty="0">
                <a:sym typeface="Huawei Sans" panose="020C0503030203020204" pitchFamily="34" charset="0"/>
              </a:rPr>
              <a:t>承载网络指的是用于实现企业之间跨地域互联互通的广域骨干网络，在企业网场景中，政府、金融、教育、电力等各行各业都在广泛使用广域</a:t>
            </a:r>
            <a:r>
              <a:rPr lang="en-US" altLang="zh-CN" sz="2000" dirty="0">
                <a:sym typeface="Huawei Sans" panose="020C0503030203020204" pitchFamily="34" charset="0"/>
              </a:rPr>
              <a:t>IP</a:t>
            </a:r>
            <a:r>
              <a:rPr lang="zh-CN" altLang="en-US" sz="2000" dirty="0">
                <a:sym typeface="Huawei Sans" panose="020C0503030203020204" pitchFamily="34" charset="0"/>
              </a:rPr>
              <a:t>承载网络实现位于不同地理位置的站点、云之间的连接，助力企业实现数字化。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pPr fontAlgn="base"/>
            <a:r>
              <a:rPr lang="zh-CN" altLang="en-US" sz="2000" dirty="0" smtClean="0">
                <a:sym typeface="Huawei Sans" panose="020C0503030203020204" pitchFamily="34" charset="0"/>
              </a:rPr>
              <a:t>广</a:t>
            </a:r>
            <a:r>
              <a:rPr lang="zh-CN" altLang="en-US" sz="2000" dirty="0">
                <a:sym typeface="Huawei Sans" panose="020C0503030203020204" pitchFamily="34" charset="0"/>
              </a:rPr>
              <a:t>域承载</a:t>
            </a:r>
            <a:r>
              <a:rPr lang="zh-CN" altLang="en-US" sz="2000" dirty="0" smtClean="0">
                <a:sym typeface="Huawei Sans" panose="020C0503030203020204" pitchFamily="34" charset="0"/>
              </a:rPr>
              <a:t>网络技术从</a:t>
            </a:r>
            <a:r>
              <a:rPr lang="en-US" altLang="zh-CN" sz="2000" dirty="0">
                <a:sym typeface="Huawei Sans" panose="020C0503030203020204" pitchFamily="34" charset="0"/>
              </a:rPr>
              <a:t>MPLS</a:t>
            </a:r>
            <a:r>
              <a:rPr lang="zh-CN" altLang="en-US" sz="2000" dirty="0">
                <a:sym typeface="Huawei Sans" panose="020C0503030203020204" pitchFamily="34" charset="0"/>
              </a:rPr>
              <a:t>向</a:t>
            </a:r>
            <a:r>
              <a:rPr lang="en-US" altLang="zh-CN" sz="2000" dirty="0">
                <a:sym typeface="Huawei Sans" panose="020C0503030203020204" pitchFamily="34" charset="0"/>
              </a:rPr>
              <a:t>SRv6</a:t>
            </a:r>
            <a:r>
              <a:rPr lang="zh-CN" altLang="en-US" sz="2000" dirty="0">
                <a:sym typeface="Huawei Sans" panose="020C0503030203020204" pitchFamily="34" charset="0"/>
              </a:rPr>
              <a:t>演进。网络可视、可感知、可调优、可</a:t>
            </a:r>
            <a:r>
              <a:rPr lang="zh-CN" altLang="en-US" sz="2000" dirty="0" smtClean="0">
                <a:sym typeface="Huawei Sans" panose="020C0503030203020204" pitchFamily="34" charset="0"/>
              </a:rPr>
              <a:t>确定性保证</a:t>
            </a:r>
            <a:r>
              <a:rPr lang="zh-CN" altLang="en-US" sz="2000" dirty="0">
                <a:sym typeface="Huawei Sans" panose="020C0503030203020204" pitchFamily="34" charset="0"/>
              </a:rPr>
              <a:t>业务时延以及开放可编程是云时代网络的要求。</a:t>
            </a:r>
            <a:endParaRPr lang="en-US" altLang="zh-CN" sz="2000" dirty="0">
              <a:sym typeface="Huawei Sans" panose="020C0503030203020204" pitchFamily="34" charset="0"/>
            </a:endParaRPr>
          </a:p>
          <a:p>
            <a:pPr fontAlgn="base"/>
            <a:r>
              <a:rPr lang="zh-CN" altLang="en-US" sz="2000" dirty="0">
                <a:sym typeface="Huawei Sans" panose="020C0503030203020204" pitchFamily="34" charset="0"/>
              </a:rPr>
              <a:t>华为</a:t>
            </a:r>
            <a:r>
              <a:rPr lang="en-US" altLang="zh-CN" sz="2000" dirty="0" err="1">
                <a:sym typeface="Huawei Sans" panose="020C0503030203020204" pitchFamily="34" charset="0"/>
              </a:rPr>
              <a:t>CloudWAN</a:t>
            </a:r>
            <a:r>
              <a:rPr lang="zh-CN" altLang="en-US" sz="2000" dirty="0">
                <a:sym typeface="Huawei Sans" panose="020C0503030203020204" pitchFamily="34" charset="0"/>
              </a:rPr>
              <a:t>解决方案满足以上诉求</a:t>
            </a:r>
            <a:r>
              <a:rPr lang="zh-CN" altLang="en-US" sz="2000" dirty="0" smtClean="0">
                <a:sym typeface="Huawei Sans" panose="020C0503030203020204" pitchFamily="34" charset="0"/>
              </a:rPr>
              <a:t>，将在</a:t>
            </a:r>
            <a:r>
              <a:rPr lang="zh-CN" altLang="en-US" sz="2000" dirty="0">
                <a:sym typeface="Huawei Sans" panose="020C0503030203020204" pitchFamily="34" charset="0"/>
              </a:rPr>
              <a:t>后续学习中逐渐展开！</a:t>
            </a:r>
          </a:p>
          <a:p>
            <a:pPr fontAlgn="base"/>
            <a:endParaRPr lang="zh-CN" altLang="en-US" sz="2000" dirty="0"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97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21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D71A03-4FBF-462F-A5CD-CE2E7A56E9FD}"/>
</file>

<file path=customXml/itemProps2.xml><?xml version="1.0" encoding="utf-8"?>
<ds:datastoreItem xmlns:ds="http://schemas.openxmlformats.org/officeDocument/2006/customXml" ds:itemID="{DA5960F2-6186-408B-A0DC-5CA5E58B604F}">
  <ds:schemaRefs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475f1e55-3009-46d8-9566-5d569a2b3a9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2621</TotalTime>
  <Words>5450</Words>
  <Application>Microsoft Office PowerPoint</Application>
  <PresentationFormat>Widescreen</PresentationFormat>
  <Paragraphs>651</Paragraphs>
  <Slides>31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 Unicode MS</vt:lpstr>
      <vt:lpstr>Microsoft YaHei</vt:lpstr>
      <vt:lpstr>Microsoft YaHei</vt:lpstr>
      <vt:lpstr>方正兰亭黑简体</vt:lpstr>
      <vt:lpstr>Arial</vt:lpstr>
      <vt:lpstr>Huawei Sans</vt:lpstr>
      <vt:lpstr>Huawei Sans Light</vt:lpstr>
      <vt:lpstr>Times New Roman</vt:lpstr>
      <vt:lpstr>Wingdings</vt:lpstr>
      <vt:lpstr>2_标题页模板</vt:lpstr>
      <vt:lpstr>3_功能页模板</vt:lpstr>
      <vt:lpstr>4_内容页模板</vt:lpstr>
      <vt:lpstr>5_感谢页模板</vt:lpstr>
      <vt:lpstr>PowerPoint Presentation</vt:lpstr>
      <vt:lpstr>企业广域IP承载网络概述</vt:lpstr>
      <vt:lpstr>PowerPoint Presentation</vt:lpstr>
      <vt:lpstr>PowerPoint Presentation</vt:lpstr>
      <vt:lpstr>PowerPoint Presentation</vt:lpstr>
      <vt:lpstr>企业广域网络简介</vt:lpstr>
      <vt:lpstr>企业广域IP承载网络</vt:lpstr>
      <vt:lpstr>运营商提供的三种广域连接方式</vt:lpstr>
      <vt:lpstr>企业广域IP承载网络的典型逻辑架构</vt:lpstr>
      <vt:lpstr>企业广域IP承载网络的典型承载技术</vt:lpstr>
      <vt:lpstr>企业广域IP承载网迈向IPv6+时代</vt:lpstr>
      <vt:lpstr>企业广域IP承载网技术向SRv6演进</vt:lpstr>
      <vt:lpstr>PowerPoint Presentation</vt:lpstr>
      <vt:lpstr>数字化转型带来的两大变化</vt:lpstr>
      <vt:lpstr>云时代广域网面临三大挑战</vt:lpstr>
      <vt:lpstr>CloudWAN 3.0：引领广域网络进入智能云网时代</vt:lpstr>
      <vt:lpstr>CloudWAN 3.0：管控析平台+面向云时代智能全业务路由器</vt:lpstr>
      <vt:lpstr>CloudWAN 3.0：管控析平台iMaster NCE-IP</vt:lpstr>
      <vt:lpstr>一跳入云：SRv6跨域极简实现业务快速发放</vt:lpstr>
      <vt:lpstr>一纤多用：层次化切片实现精细化、确定性的体验保障</vt:lpstr>
      <vt:lpstr>一网通达：提供更高精度的业务级SLA检测方案</vt:lpstr>
      <vt:lpstr>一键导航：云网一体调度，提升云网资源利用率</vt:lpstr>
      <vt:lpstr>iMaster NCE-IP架构及关键组件</vt:lpstr>
      <vt:lpstr>CloudWAN实现网络开放可编程</vt:lpstr>
      <vt:lpstr>PowerPoint Presentation</vt:lpstr>
      <vt:lpstr>某省电子政务外网：网随云动，业务一体发放，数据全云共享 </vt:lpstr>
      <vt:lpstr>某企业广域网流量智能调优</vt:lpstr>
      <vt:lpstr>某电力公司通过网络分片承载多种业务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Wuyuezjhw (Monk)</cp:lastModifiedBy>
  <cp:revision>176</cp:revision>
  <cp:lastPrinted>2020-07-31T09:33:18Z</cp:lastPrinted>
  <dcterms:created xsi:type="dcterms:W3CDTF">2018-11-29T10:16:29Z</dcterms:created>
  <dcterms:modified xsi:type="dcterms:W3CDTF">2021-10-14T06:47:52Z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(3)nv8CI6QKVZYSrYfWSbPeR+Wjs39CKAiIq1VyYVagVJM2AWEDgcSwi4z9bMNnBh7iQoNogylt
FSC7dCWea9pGPiWLVi5SB/YLdd46L6boOER5/rPu5EGf7Tq6x9NqgNmNrJAo1G1ZYI8P1pww
Ay6nsdcp/ncLVPoBKHBbbT0Ca5vsLiKvqz6aVvfrzBgwttKjMGRwtd/z6/V/0jkKcKE15EEB
aJtN5b6GCHVSv5w0/I</vt:lpwstr>
  </property>
  <property fmtid="{D5CDD505-2E9C-101B-9397-08002B2CF9AE}" pid="3" name="_2015_ms_pID_7253431">
    <vt:lpwstr>2hh7l57/N+xP4jf0enYxB48CkeuHpZaiqP/xqwC2d8cxj3QFurRmit
qRChLqKEQSzBjdI6NqG+LBOJTZXEhLYN9tzUiSzdTP7VtOnrwskRZI6eHQox4WS+UJACOGiI
p04kRRO+ndGWypTCsVQaA0YIczrhN4gemS6RuwgP6EygCsmw+0uWPnd620HVAvhMA3SP5mXa
HhhuN8L/AUXpC9wB0TlH5QKTUF9HcBywaLBZ</vt:lpwstr>
  </property>
  <property fmtid="{D5CDD505-2E9C-101B-9397-08002B2CF9AE}" pid="4" name="_2015_ms_pID_7253432">
    <vt:lpwstr>S3rc0noG8SOsvG5HOuALq8o=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1633313247</vt:lpwstr>
  </property>
</Properties>
</file>
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3.xml" ContentType="application/vnd.openxmlformats-officedocument.theme+xml"/>
  <Override PartName="/ppt/slideLayouts/slideLayout17.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872" r:id="rId4"/>
    <p:sldMasterId id="2147483874" r:id="rId5"/>
    <p:sldMasterId id="2147483885" r:id="rId6"/>
    <p:sldMasterId id="2147483891" r:id="rId7"/>
  </p:sldMasterIdLst>
  <p:notesMasterIdLst>
    <p:notesMasterId r:id="rId37"/>
  </p:notesMasterIdLst>
  <p:handoutMasterIdLst>
    <p:handoutMasterId r:id="rId38"/>
  </p:handoutMasterIdLst>
  <p:sldIdLst>
    <p:sldId id="257" r:id="rId8"/>
    <p:sldId id="258" r:id="rId9"/>
    <p:sldId id="260" r:id="rId10"/>
    <p:sldId id="261" r:id="rId11"/>
    <p:sldId id="305" r:id="rId12"/>
    <p:sldId id="263" r:id="rId13"/>
    <p:sldId id="264" r:id="rId14"/>
    <p:sldId id="265" r:id="rId15"/>
    <p:sldId id="266" r:id="rId16"/>
    <p:sldId id="267" r:id="rId17"/>
    <p:sldId id="268" r:id="rId18"/>
    <p:sldId id="304" r:id="rId19"/>
    <p:sldId id="271" r:id="rId20"/>
    <p:sldId id="272" r:id="rId21"/>
    <p:sldId id="273" r:id="rId22"/>
    <p:sldId id="303" r:id="rId23"/>
    <p:sldId id="279" r:id="rId24"/>
    <p:sldId id="280" r:id="rId25"/>
    <p:sldId id="281" r:id="rId26"/>
    <p:sldId id="285" r:id="rId27"/>
    <p:sldId id="290" r:id="rId28"/>
    <p:sldId id="292" r:id="rId29"/>
    <p:sldId id="295" r:id="rId30"/>
    <p:sldId id="296" r:id="rId31"/>
    <p:sldId id="297" r:id="rId32"/>
    <p:sldId id="298" r:id="rId33"/>
    <p:sldId id="301" r:id="rId34"/>
    <p:sldId id="302" r:id="rId35"/>
    <p:sldId id="284" r:id="rId36"/>
  </p:sldIdLst>
  <p:sldSz cx="12192000" cy="6858000"/>
  <p:notesSz cx="7010400" cy="9296400"/>
  <p:defaultTex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pos="5269" userDrawn="1">
          <p15:clr>
            <a:srgbClr val="A4A3A4"/>
          </p15:clr>
        </p15:guide>
        <p15:guide id="4" orient="horz" pos="2183" userDrawn="1">
          <p15:clr>
            <a:srgbClr val="A4A3A4"/>
          </p15:clr>
        </p15:guide>
      </p15:sldGuideLst>
    </p:ext>
    <p:ext uri="{2D200454-40CA-4A62-9FC3-DE9A4176ACB9}">
      <p15:notesGuideLst xmlns:p15="http://schemas.microsoft.com/office/powerpoint/2012/main">
        <p15:guide id="1" orient="horz" userDrawn="1">
          <p15:clr>
            <a:srgbClr val="A4A3A4"/>
          </p15:clr>
        </p15:guide>
        <p15:guide id="2" pos="2208"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ejunjianzjhw" initials="h" lastIdx="13" clrIdx="0">
    <p:extLst>
      <p:ext uri="{19B8F6BF-5375-455C-9EA6-DF929625EA0E}">
        <p15:presenceInfo xmlns:p15="http://schemas.microsoft.com/office/powerpoint/2012/main" userId="S-1-5-21-147214757-305610072-1517763936-5682676" providerId="AD"/>
      </p:ext>
    </p:extLst>
  </p:cmAuthor>
  <p:cmAuthor id="2" name="Wuyuezjhw (Monk)" initials="W(" lastIdx="4" clrIdx="1">
    <p:extLst>
      <p:ext uri="{19B8F6BF-5375-455C-9EA6-DF929625EA0E}">
        <p15:presenceInfo xmlns:p15="http://schemas.microsoft.com/office/powerpoint/2012/main" userId="S-1-5-21-147214757-305610072-1517763936-3193612" providerId="AD"/>
      </p:ext>
    </p:extLst>
  </p:cmAuthor>
  <p:cmAuthor id="3" name="Lixianzhi (Nick)" initials="L(" lastIdx="9" clrIdx="2">
    <p:extLst>
      <p:ext uri="{19B8F6BF-5375-455C-9EA6-DF929625EA0E}">
        <p15:presenceInfo xmlns:p15="http://schemas.microsoft.com/office/powerpoint/2012/main" userId="S-1-5-21-147214757-305610072-1517763936-331225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4DAE2"/>
    <a:srgbClr val="ED6D00"/>
    <a:srgbClr val="F6B78C"/>
    <a:srgbClr val="30B5C5"/>
    <a:srgbClr val="000000"/>
    <a:srgbClr val="56C4D2"/>
    <a:srgbClr val="D8B3B3"/>
    <a:srgbClr val="BEE9EE"/>
    <a:srgbClr val="D9D9D9"/>
    <a:srgbClr val="C7000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72833802-FEF1-4C79-8D5D-14CF1EAF98D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810" autoAdjust="0"/>
  </p:normalViewPr>
  <p:slideViewPr>
    <p:cSldViewPr snapToGrid="0" snapToObjects="1">
      <p:cViewPr varScale="1">
        <p:scale>
          <a:sx n="110" d="100"/>
          <a:sy n="110" d="100"/>
        </p:scale>
        <p:origin x="2262" y="102"/>
      </p:cViewPr>
      <p:guideLst>
        <p:guide pos="5269"/>
        <p:guide orient="horz" pos="2183"/>
      </p:guideLst>
    </p:cSldViewPr>
  </p:slideViewPr>
  <p:outlineViewPr>
    <p:cViewPr>
      <p:scale>
        <a:sx n="33" d="100"/>
        <a:sy n="33" d="100"/>
      </p:scale>
      <p:origin x="0" y="0"/>
    </p:cViewPr>
  </p:outlineViewPr>
  <p:notesTextViewPr>
    <p:cViewPr>
      <p:scale>
        <a:sx n="1" d="1"/>
        <a:sy n="1" d="1"/>
      </p:scale>
      <p:origin x="0" y="0"/>
    </p:cViewPr>
  </p:notesTextViewPr>
  <p:sorterViewPr>
    <p:cViewPr>
      <p:scale>
        <a:sx n="66" d="100"/>
        <a:sy n="66" d="100"/>
      </p:scale>
      <p:origin x="0" y="0"/>
    </p:cViewPr>
  </p:sorterViewPr>
  <p:notesViewPr>
    <p:cSldViewPr snapToGrid="0" snapToObjects="1">
      <p:cViewPr>
        <p:scale>
          <a:sx n="82" d="100"/>
          <a:sy n="82" d="100"/>
        </p:scale>
        <p:origin x="4248" y="240"/>
      </p:cViewPr>
      <p:guideLst>
        <p:guide orient="horz"/>
        <p:guide pos="2208"/>
      </p:guideLst>
    </p:cSldViewPr>
  </p:notesViewPr>
  <p:gridSpacing cx="72000" cy="72000"/>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commentAuthors" Target="commentAuthors.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theme" Target="theme/theme1.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slide" Target="slides/slide22.xml"/><Relationship Id="rId41"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notesMaster" Target="notesMasters/notesMaster1.xml"/><Relationship Id="rId40" Type="http://schemas.openxmlformats.org/officeDocument/2006/relationships/presProps" Target="presProps.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tableStyles" Target="tableStyles.xml"/><Relationship Id="rId8" Type="http://schemas.openxmlformats.org/officeDocument/2006/relationships/slide" Target="slides/slide1.xml"/><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xmlns="" id="{8CC198DB-AFBD-584A-8986-364FF2B03F46}"/>
              </a:ext>
            </a:extLst>
          </p:cNvPr>
          <p:cNvSpPr>
            <a:spLocks noGrp="1"/>
          </p:cNvSpPr>
          <p:nvPr>
            <p:ph type="hdr" sz="quarter"/>
          </p:nvPr>
        </p:nvSpPr>
        <p:spPr>
          <a:xfrm>
            <a:off x="0" y="0"/>
            <a:ext cx="3037840" cy="466435"/>
          </a:xfrm>
          <a:prstGeom prst="rect">
            <a:avLst/>
          </a:prstGeom>
        </p:spPr>
        <p:txBody>
          <a:bodyPr vert="horz" lIns="91440" tIns="45720" rIns="91440" bIns="45720" rtlCol="0"/>
          <a:lstStyle>
            <a:lvl1pPr algn="l">
              <a:defRPr sz="1200"/>
            </a:lvl1pPr>
          </a:lstStyle>
          <a:p>
            <a:endParaRPr lang="en-US" dirty="0">
              <a:latin typeface="Huawei Sans" panose="020C0503030203020204" pitchFamily="34" charset="0"/>
            </a:endParaRPr>
          </a:p>
        </p:txBody>
      </p:sp>
      <p:sp>
        <p:nvSpPr>
          <p:cNvPr id="3" name="Date Placeholder 2">
            <a:extLst>
              <a:ext uri="{FF2B5EF4-FFF2-40B4-BE49-F238E27FC236}">
                <a16:creationId xmlns:a16="http://schemas.microsoft.com/office/drawing/2014/main" xmlns="" id="{AD01315C-523F-A043-8029-B9921497126E}"/>
              </a:ext>
            </a:extLst>
          </p:cNvPr>
          <p:cNvSpPr>
            <a:spLocks noGrp="1"/>
          </p:cNvSpPr>
          <p:nvPr>
            <p:ph type="dt" sz="quarter" idx="1"/>
          </p:nvPr>
        </p:nvSpPr>
        <p:spPr>
          <a:xfrm>
            <a:off x="3970938" y="0"/>
            <a:ext cx="3037840" cy="466435"/>
          </a:xfrm>
          <a:prstGeom prst="rect">
            <a:avLst/>
          </a:prstGeom>
        </p:spPr>
        <p:txBody>
          <a:bodyPr vert="horz" lIns="91440" tIns="45720" rIns="91440" bIns="45720" rtlCol="0"/>
          <a:lstStyle>
            <a:lvl1pPr algn="r">
              <a:defRPr sz="1200"/>
            </a:lvl1pPr>
          </a:lstStyle>
          <a:p>
            <a:fld id="{E8CF71B8-DF2A-2E41-BE66-2E18A767DA8A}" type="datetimeFigureOut">
              <a:rPr lang="en-US" smtClean="0">
                <a:latin typeface="Huawei Sans" panose="020C0503030203020204" pitchFamily="34" charset="0"/>
              </a:rPr>
              <a:t>10/21/2021</a:t>
            </a:fld>
            <a:endParaRPr lang="en-US" dirty="0">
              <a:latin typeface="Huawei Sans" panose="020C0503030203020204" pitchFamily="34" charset="0"/>
            </a:endParaRPr>
          </a:p>
        </p:txBody>
      </p:sp>
      <p:sp>
        <p:nvSpPr>
          <p:cNvPr id="4" name="Footer Placeholder 3">
            <a:extLst>
              <a:ext uri="{FF2B5EF4-FFF2-40B4-BE49-F238E27FC236}">
                <a16:creationId xmlns:a16="http://schemas.microsoft.com/office/drawing/2014/main" xmlns="" id="{B9601424-70F4-1643-8E3A-557A0258D6B6}"/>
              </a:ext>
            </a:extLst>
          </p:cNvPr>
          <p:cNvSpPr>
            <a:spLocks noGrp="1"/>
          </p:cNvSpPr>
          <p:nvPr>
            <p:ph type="ftr" sz="quarter" idx="2"/>
          </p:nvPr>
        </p:nvSpPr>
        <p:spPr>
          <a:xfrm>
            <a:off x="0" y="8829968"/>
            <a:ext cx="3037840" cy="466434"/>
          </a:xfrm>
          <a:prstGeom prst="rect">
            <a:avLst/>
          </a:prstGeom>
        </p:spPr>
        <p:txBody>
          <a:bodyPr vert="horz" lIns="91440" tIns="45720" rIns="91440" bIns="45720" rtlCol="0" anchor="b"/>
          <a:lstStyle>
            <a:lvl1pPr algn="l">
              <a:defRPr sz="1200"/>
            </a:lvl1pPr>
          </a:lstStyle>
          <a:p>
            <a:endParaRPr lang="en-US" dirty="0">
              <a:latin typeface="Huawei Sans" panose="020C0503030203020204" pitchFamily="34" charset="0"/>
            </a:endParaRPr>
          </a:p>
        </p:txBody>
      </p:sp>
      <p:sp>
        <p:nvSpPr>
          <p:cNvPr id="5" name="Slide Number Placeholder 4">
            <a:extLst>
              <a:ext uri="{FF2B5EF4-FFF2-40B4-BE49-F238E27FC236}">
                <a16:creationId xmlns:a16="http://schemas.microsoft.com/office/drawing/2014/main" xmlns="" id="{E85BF48A-FF5C-8145-95A7-EE66A87C73DF}"/>
              </a:ext>
            </a:extLst>
          </p:cNvPr>
          <p:cNvSpPr>
            <a:spLocks noGrp="1"/>
          </p:cNvSpPr>
          <p:nvPr>
            <p:ph type="sldNum" sz="quarter" idx="3"/>
          </p:nvPr>
        </p:nvSpPr>
        <p:spPr>
          <a:xfrm>
            <a:off x="3970938" y="8829968"/>
            <a:ext cx="3037840" cy="466434"/>
          </a:xfrm>
          <a:prstGeom prst="rect">
            <a:avLst/>
          </a:prstGeom>
        </p:spPr>
        <p:txBody>
          <a:bodyPr vert="horz" lIns="91440" tIns="45720" rIns="91440" bIns="45720" rtlCol="0" anchor="b"/>
          <a:lstStyle>
            <a:lvl1pPr algn="r">
              <a:defRPr sz="1200"/>
            </a:lvl1pPr>
          </a:lstStyle>
          <a:p>
            <a:fld id="{A35F0CC5-85BE-A64A-BD47-54C66F7E93E3}" type="slidenum">
              <a:rPr lang="en-US" smtClean="0">
                <a:latin typeface="Huawei Sans" panose="020C0503030203020204" pitchFamily="34" charset="0"/>
              </a:rPr>
              <a:t>‹#›</a:t>
            </a:fld>
            <a:endParaRPr lang="en-US" dirty="0">
              <a:latin typeface="Huawei Sans" panose="020C0503030203020204" pitchFamily="34" charset="0"/>
            </a:endParaRPr>
          </a:p>
        </p:txBody>
      </p:sp>
    </p:spTree>
    <p:extLst>
      <p:ext uri="{BB962C8B-B14F-4D97-AF65-F5344CB8AC3E}">
        <p14:creationId xmlns:p14="http://schemas.microsoft.com/office/powerpoint/2010/main" val="401909529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731838" y="717550"/>
            <a:ext cx="5580062" cy="3125788"/>
          </a:xfrm>
          <a:prstGeom prst="rect">
            <a:avLst/>
          </a:prstGeom>
          <a:noFill/>
          <a:ln w="12700">
            <a:solidFill>
              <a:prstClr val="black"/>
            </a:solidFill>
          </a:ln>
        </p:spPr>
        <p:txBody>
          <a:bodyPr vert="horz" lIns="91440" tIns="45720" rIns="91440" bIns="45720" rtlCol="0" anchor="ctr"/>
          <a:lstStyle/>
          <a:p>
            <a:pPr marL="0" lvl="0"/>
            <a:endParaRPr lang="en-US"/>
          </a:p>
        </p:txBody>
      </p:sp>
      <p:sp>
        <p:nvSpPr>
          <p:cNvPr id="5" name="Notes Placeholder 4"/>
          <p:cNvSpPr>
            <a:spLocks noGrp="1"/>
          </p:cNvSpPr>
          <p:nvPr>
            <p:ph type="body" sz="quarter" idx="3"/>
          </p:nvPr>
        </p:nvSpPr>
        <p:spPr>
          <a:xfrm>
            <a:off x="731838" y="4310765"/>
            <a:ext cx="5580062" cy="4784070"/>
          </a:xfrm>
          <a:prstGeom prst="rect">
            <a:avLst/>
          </a:prstGeom>
        </p:spPr>
        <p:txBody>
          <a:bodyPr vert="horz" lIns="97200" tIns="45720" rIns="97200" bIns="4572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744632111"/>
      </p:ext>
    </p:extLst>
  </p:cSld>
  <p:clrMap bg1="lt1" tx1="dk1" bg2="lt2" tx2="dk2" accent1="accent1" accent2="accent2" accent3="accent3" accent4="accent4" accent5="accent5" accent6="accent6" hlink="hlink" folHlink="folHlink"/>
  <p:notesStyle>
    <a:lvl1pPr marL="180000" indent="-180000" algn="l" defTabSz="1219304" rtl="0" eaLnBrk="1" fontAlgn="ctr" latinLnBrk="0" hangingPunct="1">
      <a:lnSpc>
        <a:spcPct val="125000"/>
      </a:lnSpc>
      <a:spcAft>
        <a:spcPts val="600"/>
      </a:spcAft>
      <a:buFont typeface="Huawei Sans" panose="020C0503030203020204" pitchFamily="34" charset="0"/>
      <a:buChar char="•"/>
      <a:defRPr lang="en-US" sz="1100" kern="1200" baseline="0">
        <a:solidFill>
          <a:schemeClr val="tx1"/>
        </a:solidFill>
        <a:latin typeface="Huawei Sans" panose="020C0503030203020204" pitchFamily="34" charset="0"/>
        <a:ea typeface="方正兰亭黑简体" panose="02000000000000000000" pitchFamily="2" charset="-122"/>
        <a:cs typeface="+mn-cs"/>
      </a:defRPr>
    </a:lvl1pPr>
    <a:lvl2pPr marL="540000" indent="-180000" algn="l" defTabSz="1219304" rtl="0" eaLnBrk="1" fontAlgn="ctr" latinLnBrk="0" hangingPunct="1">
      <a:lnSpc>
        <a:spcPct val="125000"/>
      </a:lnSpc>
      <a:spcAft>
        <a:spcPts val="600"/>
      </a:spcAft>
      <a:buClrTx/>
      <a:buFont typeface="Huawei Sans" panose="020C0503030203020204" pitchFamily="34" charset="0"/>
      <a:buChar char="▫"/>
      <a:defRPr sz="1100" kern="1200" baseline="0">
        <a:solidFill>
          <a:schemeClr val="tx1"/>
        </a:solidFill>
        <a:latin typeface="Huawei Sans" panose="020C0503030203020204" pitchFamily="34" charset="0"/>
        <a:ea typeface="方正兰亭黑简体" panose="02000000000000000000" pitchFamily="2" charset="-122"/>
        <a:cs typeface="+mn-cs"/>
      </a:defRPr>
    </a:lvl2pPr>
    <a:lvl3pPr marL="900000" indent="-180000" algn="l" defTabSz="1219304" rtl="0" eaLnBrk="1" fontAlgn="ctr" latinLnBrk="0" hangingPunct="1">
      <a:lnSpc>
        <a:spcPct val="125000"/>
      </a:lnSpc>
      <a:spcAft>
        <a:spcPts val="600"/>
      </a:spcAft>
      <a:buFont typeface="微软雅黑" panose="020B0503020204020204" pitchFamily="34" charset="-122"/>
      <a:buChar char="▪"/>
      <a:defRPr sz="1100" kern="1200" baseline="0">
        <a:solidFill>
          <a:schemeClr val="tx1"/>
        </a:solidFill>
        <a:latin typeface="Huawei Sans" panose="020C0503030203020204" pitchFamily="34" charset="0"/>
        <a:ea typeface="方正兰亭黑简体" panose="02000000000000000000" pitchFamily="2" charset="-122"/>
        <a:cs typeface="+mn-cs"/>
      </a:defRPr>
    </a:lvl3pPr>
    <a:lvl4pPr marL="1260000" indent="-180000" algn="l" defTabSz="1219304" rtl="0" eaLnBrk="1" fontAlgn="ctr" latinLnBrk="0" hangingPunct="1">
      <a:lnSpc>
        <a:spcPct val="125000"/>
      </a:lnSpc>
      <a:spcAft>
        <a:spcPts val="600"/>
      </a:spcAft>
      <a:buFont typeface="Huawei Sans" panose="020C0503030203020204" pitchFamily="34" charset="0"/>
      <a:buChar char="−"/>
      <a:defRPr sz="1100" kern="1200" baseline="0">
        <a:solidFill>
          <a:schemeClr val="tx1"/>
        </a:solidFill>
        <a:latin typeface="Huawei Sans" panose="020C0503030203020204" pitchFamily="34" charset="0"/>
        <a:ea typeface="方正兰亭黑简体" panose="02000000000000000000" pitchFamily="2" charset="-122"/>
        <a:cs typeface="+mn-cs"/>
      </a:defRPr>
    </a:lvl4pPr>
    <a:lvl5pPr marL="1620000" indent="-180000" algn="l" defTabSz="1219304" rtl="0" eaLnBrk="1" fontAlgn="ctr" latinLnBrk="0" hangingPunct="1">
      <a:lnSpc>
        <a:spcPct val="125000"/>
      </a:lnSpc>
      <a:spcAft>
        <a:spcPts val="600"/>
      </a:spcAft>
      <a:buFont typeface="Huawei Sans" panose="020C0503030203020204" pitchFamily="34" charset="0"/>
      <a:buChar char="~"/>
      <a:defRPr sz="1100" kern="1200" baseline="0">
        <a:solidFill>
          <a:schemeClr val="tx1"/>
        </a:solidFill>
        <a:latin typeface="Huawei Sans" panose="020C0503030203020204" pitchFamily="34" charset="0"/>
        <a:ea typeface="方正兰亭黑简体" panose="02000000000000000000" pitchFamily="2" charset="-122"/>
        <a:cs typeface="+mn-cs"/>
      </a:defRPr>
    </a:lvl5pPr>
    <a:lvl6pPr marL="3048261" algn="l" defTabSz="1219304" rtl="0" eaLnBrk="1" latinLnBrk="0" hangingPunct="1">
      <a:defRPr sz="1600" kern="1200">
        <a:solidFill>
          <a:schemeClr val="tx1"/>
        </a:solidFill>
        <a:latin typeface="+mn-lt"/>
        <a:ea typeface="+mn-ea"/>
        <a:cs typeface="+mn-cs"/>
      </a:defRPr>
    </a:lvl6pPr>
    <a:lvl7pPr marL="3657913" algn="l" defTabSz="1219304" rtl="0" eaLnBrk="1" latinLnBrk="0" hangingPunct="1">
      <a:defRPr sz="1600" kern="1200">
        <a:solidFill>
          <a:schemeClr val="tx1"/>
        </a:solidFill>
        <a:latin typeface="+mn-lt"/>
        <a:ea typeface="+mn-ea"/>
        <a:cs typeface="+mn-cs"/>
      </a:defRPr>
    </a:lvl7pPr>
    <a:lvl8pPr marL="4267566" algn="l" defTabSz="1219304" rtl="0" eaLnBrk="1" latinLnBrk="0" hangingPunct="1">
      <a:defRPr sz="1600" kern="1200">
        <a:solidFill>
          <a:schemeClr val="tx1"/>
        </a:solidFill>
        <a:latin typeface="+mn-lt"/>
        <a:ea typeface="+mn-ea"/>
        <a:cs typeface="+mn-cs"/>
      </a:defRPr>
    </a:lvl8pPr>
    <a:lvl9pPr marL="4877219" algn="l" defTabSz="1219304" rtl="0" eaLnBrk="1" latinLnBrk="0" hangingPunct="1">
      <a:defRPr sz="1600" kern="1200">
        <a:solidFill>
          <a:schemeClr val="tx1"/>
        </a:solidFill>
        <a:latin typeface="+mn-lt"/>
        <a:ea typeface="+mn-ea"/>
        <a:cs typeface="+mn-cs"/>
      </a:defRPr>
    </a:lvl9pPr>
  </p:notesStyle>
  <p:extLst mod="1">
    <p:ext uri="{620B2872-D7B9-4A21-9093-7833F8D536E1}">
      <p15:sldGuideLst xmlns:p15="http://schemas.microsoft.com/office/powerpoint/2012/main">
        <p15:guide id="2" orient="horz" pos="2704" userDrawn="1">
          <p15:clr>
            <a:srgbClr val="F26B43"/>
          </p15:clr>
        </p15:guide>
        <p15:guide id="3" orient="horz" pos="459" userDrawn="1">
          <p15:clr>
            <a:srgbClr val="F26B43"/>
          </p15:clr>
        </p15:guide>
        <p15:guide id="4" orient="horz" pos="2432" userDrawn="1">
          <p15:clr>
            <a:srgbClr val="F26B43"/>
          </p15:clr>
        </p15:guide>
        <p15:guide id="7" pos="461" userDrawn="1">
          <p15:clr>
            <a:srgbClr val="F26B43"/>
          </p15:clr>
        </p15:guide>
        <p15:guide id="9" pos="2207" userDrawn="1">
          <p15:clr>
            <a:srgbClr val="F26B43"/>
          </p15:clr>
        </p15:guide>
        <p15:guide id="10" pos="3976"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4" name="备注占位符 3"/>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4979021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4484594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3538408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42086402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7477345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smtClean="0"/>
              <a:t>设备管理方式多种多样，例如</a:t>
            </a:r>
            <a:r>
              <a:rPr lang="en-US" altLang="zh-CN" smtClean="0"/>
              <a:t>SNMP/CLI/IPFIX/Web-UI</a:t>
            </a:r>
            <a:r>
              <a:rPr lang="zh-CN" altLang="en-US" smtClean="0"/>
              <a:t>等。</a:t>
            </a:r>
            <a:endParaRPr lang="zh-CN" altLang="en-US"/>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40121893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smtClean="0"/>
              <a:t>协同应用层：主要完成用户意图的各种上层应用，典型的协同层应用包括</a:t>
            </a:r>
            <a:r>
              <a:rPr lang="en-US" altLang="zh-CN" dirty="0" smtClean="0"/>
              <a:t>OSS</a:t>
            </a:r>
            <a:r>
              <a:rPr lang="zh-CN" altLang="en-US" dirty="0" smtClean="0"/>
              <a:t>（</a:t>
            </a:r>
            <a:r>
              <a:rPr lang="en-US" altLang="zh-CN" dirty="0" smtClean="0"/>
              <a:t>Operations Support System</a:t>
            </a:r>
            <a:r>
              <a:rPr lang="zh-CN" altLang="en-US" dirty="0" smtClean="0"/>
              <a:t>，运营支撑系统）、</a:t>
            </a:r>
            <a:r>
              <a:rPr lang="en-US" altLang="zh-CN" dirty="0" smtClean="0"/>
              <a:t>OpenStack</a:t>
            </a:r>
            <a:r>
              <a:rPr lang="zh-CN" altLang="en-US" dirty="0" smtClean="0"/>
              <a:t>等。</a:t>
            </a:r>
            <a:r>
              <a:rPr lang="en-US" altLang="zh-CN" dirty="0" smtClean="0"/>
              <a:t>OSS</a:t>
            </a:r>
            <a:r>
              <a:rPr lang="zh-CN" altLang="en-US" dirty="0" smtClean="0"/>
              <a:t>可以负责整网的业务协同，</a:t>
            </a:r>
            <a:r>
              <a:rPr lang="en-US" altLang="zh-CN" dirty="0" smtClean="0"/>
              <a:t>OpenStack</a:t>
            </a:r>
            <a:r>
              <a:rPr lang="zh-CN" altLang="en-US" dirty="0" smtClean="0"/>
              <a:t>云平台一般用于</a:t>
            </a:r>
            <a:r>
              <a:rPr lang="zh-CN" altLang="en-US" smtClean="0"/>
              <a:t>数据中心，负责</a:t>
            </a:r>
            <a:r>
              <a:rPr lang="zh-CN" altLang="en-US" dirty="0" smtClean="0"/>
              <a:t>网络、计算、存储的业务协同。还有其他的协同层应用，比如用户希望部署一个安全</a:t>
            </a:r>
            <a:r>
              <a:rPr lang="en-US" altLang="zh-CN" dirty="0" smtClean="0"/>
              <a:t>APP</a:t>
            </a:r>
            <a:r>
              <a:rPr lang="zh-CN" altLang="en-US" dirty="0" smtClean="0"/>
              <a:t>，这个安全</a:t>
            </a:r>
            <a:r>
              <a:rPr lang="en-US" altLang="zh-CN" dirty="0" smtClean="0"/>
              <a:t>APP</a:t>
            </a:r>
            <a:r>
              <a:rPr lang="zh-CN" altLang="en-US" dirty="0" smtClean="0"/>
              <a:t>不关心设备具体部署位置，只是调用了控制器的北向接口，例如</a:t>
            </a:r>
            <a:r>
              <a:rPr lang="en-US" altLang="zh-CN" dirty="0" smtClean="0"/>
              <a:t>Block</a:t>
            </a:r>
            <a:r>
              <a:rPr lang="zh-CN" altLang="en-US" dirty="0" smtClean="0"/>
              <a:t>（</a:t>
            </a:r>
            <a:r>
              <a:rPr lang="en-US" altLang="zh-CN" dirty="0" smtClean="0"/>
              <a:t>Source IP</a:t>
            </a:r>
            <a:r>
              <a:rPr lang="zh-CN" altLang="en-US" dirty="0" smtClean="0"/>
              <a:t>，</a:t>
            </a:r>
            <a:r>
              <a:rPr lang="en-US" altLang="zh-CN" dirty="0" err="1" smtClean="0"/>
              <a:t>DestIP</a:t>
            </a:r>
            <a:r>
              <a:rPr lang="zh-CN" altLang="en-US" dirty="0" smtClean="0"/>
              <a:t>），然后控制器会给各网络设备下发指令。这个指令根据南向协议不同而不同。</a:t>
            </a:r>
            <a:endParaRPr lang="en-US" altLang="zh-CN" dirty="0" smtClean="0"/>
          </a:p>
          <a:p>
            <a:r>
              <a:rPr lang="zh-CN" altLang="en-US" dirty="0" smtClean="0"/>
              <a:t>控制器层：控制器层的实体就是</a:t>
            </a:r>
            <a:r>
              <a:rPr lang="en-US" altLang="zh-CN" dirty="0" smtClean="0"/>
              <a:t>SDN</a:t>
            </a:r>
            <a:r>
              <a:rPr lang="zh-CN" altLang="en-US" dirty="0" smtClean="0"/>
              <a:t>控制器，是</a:t>
            </a:r>
            <a:r>
              <a:rPr lang="en-US" altLang="zh-CN" dirty="0" smtClean="0"/>
              <a:t>SDN</a:t>
            </a:r>
            <a:r>
              <a:rPr lang="zh-CN" altLang="en-US" dirty="0" smtClean="0"/>
              <a:t>网络架构下最核心的部分。控制层是</a:t>
            </a:r>
            <a:r>
              <a:rPr lang="en-US" altLang="zh-CN" dirty="0" smtClean="0"/>
              <a:t>SDN</a:t>
            </a:r>
            <a:r>
              <a:rPr lang="zh-CN" altLang="en-US" dirty="0" smtClean="0"/>
              <a:t>系统的大脑，其核心功能是实现网络业务编排。</a:t>
            </a:r>
            <a:endParaRPr lang="en-US" altLang="zh-CN" dirty="0" smtClean="0"/>
          </a:p>
          <a:p>
            <a:r>
              <a:rPr lang="zh-CN" altLang="en-US" dirty="0" smtClean="0"/>
              <a:t>设备层：网络设备接收控制器指令，执行设备转发。</a:t>
            </a:r>
            <a:endParaRPr lang="en-US" altLang="zh-CN" dirty="0" smtClean="0"/>
          </a:p>
          <a:p>
            <a:r>
              <a:rPr lang="en-US" altLang="zh-CN" dirty="0" smtClean="0"/>
              <a:t>NBI</a:t>
            </a:r>
            <a:r>
              <a:rPr lang="zh-CN" altLang="en-US" dirty="0" smtClean="0"/>
              <a:t>（</a:t>
            </a:r>
            <a:r>
              <a:rPr lang="en-US" altLang="zh-CN" dirty="0" smtClean="0"/>
              <a:t>Northbound Interface</a:t>
            </a:r>
            <a:r>
              <a:rPr lang="zh-CN" altLang="en-US" dirty="0" smtClean="0"/>
              <a:t>，北向接口）：北向接口为控制器对接协同应用层的接口，主要为</a:t>
            </a:r>
            <a:r>
              <a:rPr lang="en-US" altLang="zh-CN" dirty="0" smtClean="0"/>
              <a:t>RESTful</a:t>
            </a:r>
            <a:r>
              <a:rPr lang="zh-CN" altLang="en-US" dirty="0" smtClean="0"/>
              <a:t>。</a:t>
            </a:r>
            <a:endParaRPr lang="en-US" altLang="zh-CN" dirty="0" smtClean="0"/>
          </a:p>
          <a:p>
            <a:r>
              <a:rPr lang="en-US" altLang="zh-CN" dirty="0" smtClean="0"/>
              <a:t>SBI</a:t>
            </a:r>
            <a:r>
              <a:rPr lang="zh-CN" altLang="en-US" dirty="0" smtClean="0"/>
              <a:t>（</a:t>
            </a:r>
            <a:r>
              <a:rPr lang="en-US" altLang="zh-CN" dirty="0" smtClean="0"/>
              <a:t>Southbound Interface</a:t>
            </a:r>
            <a:r>
              <a:rPr lang="zh-CN" altLang="en-US" dirty="0" smtClean="0"/>
              <a:t>，南向接口）：南向接口为控制器与设备交互的协议，包括</a:t>
            </a:r>
            <a:r>
              <a:rPr lang="en-US" altLang="zh-CN" dirty="0" smtClean="0"/>
              <a:t>NETCONF</a:t>
            </a:r>
            <a:r>
              <a:rPr lang="zh-CN" altLang="en-US" dirty="0" smtClean="0"/>
              <a:t>、</a:t>
            </a:r>
            <a:r>
              <a:rPr lang="en-US" altLang="zh-CN" dirty="0" smtClean="0"/>
              <a:t>SNMP</a:t>
            </a:r>
            <a:r>
              <a:rPr lang="zh-CN" altLang="en-US" dirty="0" smtClean="0"/>
              <a:t>、</a:t>
            </a:r>
            <a:r>
              <a:rPr lang="en-US" altLang="zh-CN" dirty="0" err="1" smtClean="0"/>
              <a:t>OpenFlow</a:t>
            </a:r>
            <a:r>
              <a:rPr lang="zh-CN" altLang="en-US" dirty="0" smtClean="0"/>
              <a:t>、</a:t>
            </a:r>
            <a:r>
              <a:rPr lang="en-US" altLang="zh-CN" dirty="0" smtClean="0"/>
              <a:t>OVSDB</a:t>
            </a:r>
            <a:r>
              <a:rPr lang="zh-CN" altLang="en-US" dirty="0" smtClean="0"/>
              <a:t>等。</a:t>
            </a:r>
            <a:endParaRPr lang="en-US" altLang="zh-CN" dirty="0" smtClean="0"/>
          </a:p>
          <a:p>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27668786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6352884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smtClean="0"/>
              <a:t>非结构化数据方便于人的理解，但是不利于机器的理解，不利于自动化的数据采集。</a:t>
            </a:r>
            <a:endParaRPr lang="en-US" altLang="zh-CN"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23903662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3942394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ltLang="zh-CN" smtClean="0"/>
              <a:t>iMaster</a:t>
            </a:r>
            <a:r>
              <a:rPr lang="zh-CN" altLang="en-US" smtClean="0"/>
              <a:t> </a:t>
            </a:r>
            <a:r>
              <a:rPr lang="en-US" altLang="zh-CN" smtClean="0"/>
              <a:t>NCE</a:t>
            </a:r>
            <a:r>
              <a:rPr lang="zh-CN" altLang="en-US" smtClean="0"/>
              <a:t>不仅是控制器，还包含分析和网络管理等功能。</a:t>
            </a:r>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34246863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01698486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38816780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90271087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smtClean="0"/>
              <a:t>由于</a:t>
            </a:r>
            <a:r>
              <a:rPr lang="zh-CN" altLang="en-US" smtClean="0"/>
              <a:t>具体</a:t>
            </a:r>
            <a:r>
              <a:rPr lang="zh-CN" altLang="en-US" dirty="0" smtClean="0"/>
              <a:t>工作内容和场景的不同，网络自动化开发者可能需要具备更多的专业知识，例如数据库、算法、密码学、软件开发生命周期管理、开发框架、大数据、云计算和人工智能等知识。</a:t>
            </a:r>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378858548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8939473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232842098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84023434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r>
              <a:rPr lang="zh-CN" altLang="en-US" dirty="0" smtClean="0"/>
              <a:t>网元驱动包以设备</a:t>
            </a:r>
            <a:r>
              <a:rPr lang="en-US" altLang="zh-CN" dirty="0" smtClean="0"/>
              <a:t>YANG</a:t>
            </a:r>
            <a:r>
              <a:rPr lang="zh-CN" altLang="en-US" dirty="0" smtClean="0"/>
              <a:t>模型抽象设备能力。用户根据设备</a:t>
            </a:r>
            <a:r>
              <a:rPr lang="en-US" altLang="zh-CN" dirty="0" smtClean="0"/>
              <a:t>YANG</a:t>
            </a:r>
            <a:r>
              <a:rPr lang="zh-CN" altLang="en-US" dirty="0" smtClean="0"/>
              <a:t>文件和少量编写的</a:t>
            </a:r>
            <a:r>
              <a:rPr lang="en-US" altLang="zh-CN" dirty="0" smtClean="0"/>
              <a:t>Python</a:t>
            </a:r>
            <a:r>
              <a:rPr lang="zh-CN" altLang="en-US" dirty="0" smtClean="0"/>
              <a:t>代码生成网元驱动包。将此驱动包</a:t>
            </a:r>
            <a:r>
              <a:rPr lang="zh-CN" altLang="en-US" smtClean="0"/>
              <a:t>上传</a:t>
            </a:r>
            <a:r>
              <a:rPr lang="en-US" altLang="zh-CN" smtClean="0"/>
              <a:t>iMaster NCE</a:t>
            </a:r>
            <a:r>
              <a:rPr lang="zh-CN" altLang="en-US" dirty="0" smtClean="0"/>
              <a:t>后即可实现设备管理和设备业务发放。</a:t>
            </a:r>
            <a:r>
              <a:rPr lang="en-US" altLang="zh-CN" dirty="0" smtClean="0"/>
              <a:t>SND</a:t>
            </a:r>
            <a:r>
              <a:rPr lang="zh-CN" altLang="en-US" dirty="0" smtClean="0"/>
              <a:t>的类型包括</a:t>
            </a:r>
            <a:r>
              <a:rPr lang="en-US" altLang="zh-CN" dirty="0" smtClean="0"/>
              <a:t>NETCONF SND</a:t>
            </a:r>
            <a:r>
              <a:rPr lang="zh-CN" altLang="en-US" dirty="0" smtClean="0"/>
              <a:t>、</a:t>
            </a:r>
            <a:r>
              <a:rPr lang="en-US" altLang="zh-CN" dirty="0" smtClean="0"/>
              <a:t>CLI SND</a:t>
            </a:r>
            <a:r>
              <a:rPr lang="zh-CN" altLang="en-US" dirty="0" smtClean="0"/>
              <a:t>和</a:t>
            </a:r>
            <a:r>
              <a:rPr lang="en-US" altLang="zh-CN" dirty="0" smtClean="0"/>
              <a:t>Customized SND</a:t>
            </a:r>
            <a:r>
              <a:rPr lang="zh-CN" altLang="en-US" dirty="0" smtClean="0"/>
              <a:t>：</a:t>
            </a:r>
            <a:endParaRPr lang="en-US" altLang="zh-CN" dirty="0" smtClean="0"/>
          </a:p>
          <a:p>
            <a:pPr lvl="1"/>
            <a:r>
              <a:rPr lang="en-US" altLang="zh-CN" dirty="0" smtClean="0"/>
              <a:t>NETCONF SND </a:t>
            </a:r>
            <a:r>
              <a:rPr lang="zh-CN" altLang="en-US" dirty="0" smtClean="0"/>
              <a:t>提供</a:t>
            </a:r>
            <a:r>
              <a:rPr lang="en-US" altLang="zh-CN" dirty="0" smtClean="0"/>
              <a:t>YANG</a:t>
            </a:r>
            <a:r>
              <a:rPr lang="zh-CN" altLang="en-US" dirty="0" smtClean="0"/>
              <a:t>到</a:t>
            </a:r>
            <a:r>
              <a:rPr lang="en-US" altLang="zh-CN" dirty="0" smtClean="0"/>
              <a:t>NETCONF</a:t>
            </a:r>
            <a:r>
              <a:rPr lang="zh-CN" altLang="en-US" dirty="0" smtClean="0"/>
              <a:t>转换能力。</a:t>
            </a:r>
          </a:p>
          <a:p>
            <a:pPr lvl="1"/>
            <a:r>
              <a:rPr lang="en-US" altLang="zh-CN" dirty="0" smtClean="0"/>
              <a:t>CLI SND</a:t>
            </a:r>
            <a:r>
              <a:rPr lang="zh-CN" altLang="en-US" dirty="0" smtClean="0"/>
              <a:t>提供</a:t>
            </a:r>
            <a:r>
              <a:rPr lang="en-US" altLang="zh-CN" dirty="0" smtClean="0"/>
              <a:t>YANG</a:t>
            </a:r>
            <a:r>
              <a:rPr lang="zh-CN" altLang="en-US" dirty="0" smtClean="0"/>
              <a:t>到</a:t>
            </a:r>
            <a:r>
              <a:rPr lang="en-US" altLang="zh-CN" dirty="0" smtClean="0"/>
              <a:t>CLI</a:t>
            </a:r>
            <a:r>
              <a:rPr lang="zh-CN" altLang="en-US" dirty="0" smtClean="0"/>
              <a:t>的转换能力。</a:t>
            </a:r>
          </a:p>
          <a:p>
            <a:pPr lvl="1"/>
            <a:r>
              <a:rPr lang="en-US" altLang="zh-CN" dirty="0" smtClean="0"/>
              <a:t>Customized SND</a:t>
            </a:r>
            <a:r>
              <a:rPr lang="zh-CN" altLang="en-US" dirty="0" smtClean="0"/>
              <a:t>， 提供</a:t>
            </a:r>
            <a:r>
              <a:rPr lang="en-US" altLang="zh-CN" dirty="0" smtClean="0"/>
              <a:t>YANG</a:t>
            </a:r>
            <a:r>
              <a:rPr lang="zh-CN" altLang="en-US" dirty="0" smtClean="0"/>
              <a:t>到其它协议的转换能力，</a:t>
            </a:r>
            <a:r>
              <a:rPr lang="zh-CN" altLang="en-US" smtClean="0"/>
              <a:t>例如</a:t>
            </a:r>
            <a:r>
              <a:rPr lang="en-US" altLang="zh-CN" smtClean="0"/>
              <a:t>RESTCONF</a:t>
            </a:r>
            <a:r>
              <a:rPr lang="zh-CN" altLang="en-US" smtClean="0"/>
              <a:t>。</a:t>
            </a:r>
            <a:endParaRPr lang="en-US" altLang="zh-CN" dirty="0" smtClean="0"/>
          </a:p>
          <a:p>
            <a:pPr lvl="0"/>
            <a:r>
              <a:rPr lang="zh-CN" altLang="en-US" dirty="0" smtClean="0"/>
              <a:t>业务包支持用户自定义网络业务（</a:t>
            </a:r>
            <a:r>
              <a:rPr lang="en-US" altLang="zh-CN" dirty="0" smtClean="0"/>
              <a:t>APP</a:t>
            </a:r>
            <a:r>
              <a:rPr lang="zh-CN" altLang="en-US" dirty="0" smtClean="0"/>
              <a:t>），例如快速开通</a:t>
            </a:r>
            <a:r>
              <a:rPr lang="en-US" altLang="zh-CN" dirty="0" smtClean="0"/>
              <a:t>L3 VPN</a:t>
            </a:r>
            <a:r>
              <a:rPr lang="zh-CN" altLang="en-US" dirty="0" smtClean="0"/>
              <a:t>业务。此类型业务或应用涉及多设备、多协议配合，以业务包形式呈现。业务包的编写需要编写业务</a:t>
            </a:r>
            <a:r>
              <a:rPr lang="en-US" altLang="zh-CN" dirty="0" smtClean="0"/>
              <a:t>YANG</a:t>
            </a:r>
            <a:r>
              <a:rPr lang="zh-CN" altLang="en-US" dirty="0" smtClean="0"/>
              <a:t>文件、业务映射的</a:t>
            </a:r>
            <a:r>
              <a:rPr lang="en-US" altLang="zh-CN" dirty="0" smtClean="0"/>
              <a:t>Python</a:t>
            </a:r>
            <a:r>
              <a:rPr lang="zh-CN" altLang="en-US" dirty="0" smtClean="0"/>
              <a:t>脚本（业务回调逻辑）和</a:t>
            </a:r>
            <a:r>
              <a:rPr lang="en-US" altLang="zh-CN" dirty="0" smtClean="0"/>
              <a:t>jinja2</a:t>
            </a:r>
            <a:r>
              <a:rPr lang="zh-CN" altLang="en-US" dirty="0" smtClean="0"/>
              <a:t>模板。其基本原理是（从北到南）：</a:t>
            </a:r>
            <a:endParaRPr lang="en-US" altLang="zh-CN" dirty="0" smtClean="0"/>
          </a:p>
          <a:p>
            <a:pPr lvl="1"/>
            <a:r>
              <a:rPr lang="zh-CN" altLang="en-US" dirty="0" smtClean="0"/>
              <a:t>业务模型自动生成北向接口或者</a:t>
            </a:r>
            <a:r>
              <a:rPr lang="en-US" altLang="zh-CN" dirty="0" smtClean="0"/>
              <a:t>UI</a:t>
            </a:r>
            <a:r>
              <a:rPr lang="zh-CN" altLang="en-US" dirty="0" smtClean="0"/>
              <a:t>，被外部调用发起业务请求。</a:t>
            </a:r>
            <a:endParaRPr lang="en-US" altLang="zh-CN" dirty="0" smtClean="0"/>
          </a:p>
          <a:p>
            <a:pPr lvl="1"/>
            <a:r>
              <a:rPr lang="zh-CN" altLang="en-US" dirty="0" smtClean="0"/>
              <a:t>业务请求被用户编写的业务逻辑处理。处理包括两个部分，</a:t>
            </a:r>
            <a:r>
              <a:rPr lang="en-US" altLang="zh-CN" dirty="0" smtClean="0"/>
              <a:t>Python</a:t>
            </a:r>
            <a:r>
              <a:rPr lang="zh-CN" altLang="en-US" dirty="0" smtClean="0"/>
              <a:t>代码处理和</a:t>
            </a:r>
            <a:r>
              <a:rPr lang="en-US" altLang="zh-CN" dirty="0" err="1" smtClean="0"/>
              <a:t>jinja</a:t>
            </a:r>
            <a:r>
              <a:rPr lang="zh-CN" altLang="en-US" dirty="0" smtClean="0"/>
              <a:t>模板处理。</a:t>
            </a:r>
            <a:endParaRPr lang="en-US" altLang="zh-CN" dirty="0" smtClean="0"/>
          </a:p>
          <a:p>
            <a:pPr lvl="1"/>
            <a:r>
              <a:rPr lang="en-US" altLang="zh-CN" dirty="0" smtClean="0"/>
              <a:t>Python</a:t>
            </a:r>
            <a:r>
              <a:rPr lang="zh-CN" altLang="en-US" dirty="0" smtClean="0"/>
              <a:t>代码处理实现与厂家无关的业务逻辑。</a:t>
            </a:r>
            <a:endParaRPr lang="en-US" altLang="zh-CN" dirty="0" smtClean="0"/>
          </a:p>
          <a:p>
            <a:pPr lvl="1"/>
            <a:r>
              <a:rPr lang="zh-CN" altLang="en-US" dirty="0" smtClean="0"/>
              <a:t>模板处理实现与厂家相关的逻辑。模板就是给设备模型下发的数据，不同厂家有不同的模板。至此实现了自定义的业务模型向设备模型的转换。</a:t>
            </a:r>
            <a:endParaRPr lang="en-US" altLang="zh-CN" dirty="0" smtClean="0"/>
          </a:p>
          <a:p>
            <a:pPr lvl="1"/>
            <a:r>
              <a:rPr lang="zh-CN" altLang="en-US" dirty="0" smtClean="0"/>
              <a:t>最后由</a:t>
            </a:r>
            <a:r>
              <a:rPr lang="en-US" altLang="zh-CN" dirty="0" smtClean="0"/>
              <a:t>SND</a:t>
            </a:r>
            <a:r>
              <a:rPr lang="zh-CN" altLang="en-US" dirty="0" smtClean="0"/>
              <a:t>处理把设备模型转换为协议报文下发到设备，例如通过</a:t>
            </a:r>
            <a:r>
              <a:rPr lang="en-US" altLang="zh-CN" dirty="0" smtClean="0"/>
              <a:t>NETCONF</a:t>
            </a:r>
            <a:r>
              <a:rPr lang="zh-CN" altLang="en-US" dirty="0" smtClean="0"/>
              <a:t>下发到设备。</a:t>
            </a:r>
            <a:endParaRPr lang="en-US" altLang="zh-CN" dirty="0" smtClean="0"/>
          </a:p>
          <a:p>
            <a:endParaRPr lang="zh-CN" altLang="en-US" dirty="0"/>
          </a:p>
        </p:txBody>
      </p:sp>
      <p:sp>
        <p:nvSpPr>
          <p:cNvPr id="4" name="幻灯片图像占位符 3"/>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389700002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49075357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r>
              <a:rPr lang="zh-CN" altLang="en-US" smtClean="0"/>
              <a:t>通用目的技术</a:t>
            </a:r>
            <a:r>
              <a:rPr lang="zh-CN" altLang="en-US" dirty="0" smtClean="0"/>
              <a:t>（</a:t>
            </a:r>
            <a:r>
              <a:rPr lang="en-US" altLang="zh-CN" dirty="0" smtClean="0"/>
              <a:t>General Purpose Technology</a:t>
            </a:r>
            <a:r>
              <a:rPr lang="zh-CN" altLang="en-US" dirty="0" smtClean="0"/>
              <a:t>，</a:t>
            </a:r>
            <a:r>
              <a:rPr lang="en-US" altLang="zh-CN" dirty="0" smtClean="0"/>
              <a:t>GPT</a:t>
            </a:r>
            <a:r>
              <a:rPr lang="zh-CN" altLang="en-US" dirty="0" smtClean="0"/>
              <a:t>）是推进经济社会转型的主要动力。从农业社会到工业社会，从工业社会到信息社会，人类社会的生产方式、生活方式和管理方式发生了巨大的变革，经历了前所未有的经济社会转型。长期以来，人们一直在思索和探寻经济社会发展与转型的动因。从蒸汽机为代表的第一次产业技术革命到以电力技术为代表的第二次产业技术革命。纵观</a:t>
            </a:r>
            <a:r>
              <a:rPr lang="en-US" altLang="zh-CN" dirty="0" smtClean="0"/>
              <a:t>300</a:t>
            </a:r>
            <a:r>
              <a:rPr lang="zh-CN" altLang="en-US" dirty="0" smtClean="0"/>
              <a:t>年来的产业技术革命，可以看出，科学技术是推进经济持续增长的重要源泉。</a:t>
            </a:r>
            <a:r>
              <a:rPr lang="en-US" altLang="zh-CN" dirty="0" smtClean="0"/>
              <a:t>AI</a:t>
            </a:r>
            <a:r>
              <a:rPr lang="zh-CN" altLang="en-US" dirty="0" smtClean="0"/>
              <a:t>已成为新的通用目的技术。当前</a:t>
            </a:r>
            <a:r>
              <a:rPr lang="en-US" altLang="zh-CN" dirty="0" smtClean="0"/>
              <a:t>AI</a:t>
            </a:r>
            <a:r>
              <a:rPr lang="zh-CN" altLang="en-US" dirty="0" smtClean="0"/>
              <a:t>热门技术进入落地阶段</a:t>
            </a:r>
            <a:r>
              <a:rPr lang="zh-CN" altLang="en-US" smtClean="0"/>
              <a:t>，广泛地使</a:t>
            </a:r>
            <a:r>
              <a:rPr lang="zh-CN" altLang="en-US" dirty="0" smtClean="0"/>
              <a:t>能千行百业。</a:t>
            </a:r>
            <a:endParaRPr lang="en-US" altLang="zh-CN" dirty="0" smtClean="0"/>
          </a:p>
          <a:p>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30981739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68827876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smtClean="0"/>
              <a:t>从技术上来看，</a:t>
            </a:r>
            <a:r>
              <a:rPr lang="en-US" altLang="zh-CN" dirty="0" smtClean="0"/>
              <a:t>AI</a:t>
            </a:r>
            <a:r>
              <a:rPr lang="zh-CN" altLang="en-US" dirty="0" smtClean="0"/>
              <a:t>用例训练过程需要跨专业（数据、算法专家、专家经验）联合开发，模型优化需要不断迭代训练，有以下难点：</a:t>
            </a:r>
            <a:endParaRPr lang="en-US" altLang="zh-CN" dirty="0" smtClean="0"/>
          </a:p>
          <a:p>
            <a:pPr lvl="1"/>
            <a:r>
              <a:rPr lang="en-US" altLang="zh-CN" dirty="0" smtClean="0"/>
              <a:t>AI</a:t>
            </a:r>
            <a:r>
              <a:rPr lang="zh-CN" altLang="zh-CN" dirty="0" smtClean="0"/>
              <a:t>项目的成功需要业务专家与</a:t>
            </a:r>
            <a:r>
              <a:rPr lang="en-US" altLang="zh-CN" dirty="0" smtClean="0"/>
              <a:t>AI</a:t>
            </a:r>
            <a:r>
              <a:rPr lang="zh-CN" altLang="zh-CN" dirty="0" smtClean="0"/>
              <a:t>专家的配合</a:t>
            </a:r>
            <a:endParaRPr lang="x-none" altLang="zh-CN" dirty="0" smtClean="0"/>
          </a:p>
          <a:p>
            <a:pPr lvl="1"/>
            <a:r>
              <a:rPr lang="zh-CN" altLang="zh-CN" dirty="0" smtClean="0"/>
              <a:t>业务专家转型</a:t>
            </a:r>
            <a:r>
              <a:rPr lang="en-US" altLang="zh-CN" dirty="0" smtClean="0"/>
              <a:t>AI</a:t>
            </a:r>
            <a:r>
              <a:rPr lang="zh-CN" altLang="zh-CN" dirty="0" smtClean="0"/>
              <a:t>专家困难重重</a:t>
            </a:r>
            <a:endParaRPr lang="x-none" altLang="zh-CN" dirty="0" smtClean="0"/>
          </a:p>
          <a:p>
            <a:pPr lvl="1"/>
            <a:r>
              <a:rPr lang="zh-CN" altLang="zh-CN" dirty="0" smtClean="0"/>
              <a:t>数据问题，数据来源少，数据需要治理（劳动密集）</a:t>
            </a:r>
            <a:endParaRPr lang="x-none" altLang="zh-CN" dirty="0" smtClean="0"/>
          </a:p>
          <a:p>
            <a:pPr lvl="1"/>
            <a:r>
              <a:rPr lang="zh-CN" altLang="zh-CN" dirty="0" smtClean="0"/>
              <a:t>算法工程化问题（从</a:t>
            </a:r>
            <a:r>
              <a:rPr lang="en-US" altLang="zh-CN" dirty="0" smtClean="0"/>
              <a:t>paper</a:t>
            </a:r>
            <a:r>
              <a:rPr lang="zh-CN" altLang="zh-CN" dirty="0" smtClean="0"/>
              <a:t>转换到代码，开源算法的效率）</a:t>
            </a:r>
            <a:endParaRPr lang="x-none" altLang="zh-CN" dirty="0" smtClean="0"/>
          </a:p>
          <a:p>
            <a:pPr lvl="1"/>
            <a:r>
              <a:rPr lang="zh-CN" altLang="zh-CN" dirty="0" smtClean="0"/>
              <a:t>算力难获取，算力是峰值使用的（英伟达禁止使用</a:t>
            </a:r>
            <a:r>
              <a:rPr lang="en-US" altLang="zh-CN" dirty="0" smtClean="0"/>
              <a:t>G</a:t>
            </a:r>
            <a:r>
              <a:rPr lang="zh-CN" altLang="zh-CN" dirty="0" smtClean="0"/>
              <a:t>系列显卡用于数据中心）</a:t>
            </a:r>
            <a:endParaRPr lang="zh-CN" altLang="en-US" dirty="0" smtClean="0"/>
          </a:p>
          <a:p>
            <a:r>
              <a:rPr lang="en-US" altLang="zh-CN" dirty="0" smtClean="0"/>
              <a:t>AI</a:t>
            </a:r>
            <a:r>
              <a:rPr lang="zh-CN" altLang="en-US" dirty="0" smtClean="0"/>
              <a:t>本质上会带来的是组织转型，从人力走向人机共存的</a:t>
            </a:r>
            <a:r>
              <a:rPr lang="en-US" altLang="zh-CN" dirty="0" smtClean="0"/>
              <a:t>AI Ops</a:t>
            </a:r>
            <a:r>
              <a:rPr lang="zh-CN" altLang="en-US" dirty="0" smtClean="0"/>
              <a:t>阶段。</a:t>
            </a:r>
          </a:p>
          <a:p>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182433927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08549320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38778146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smtClean="0"/>
              <a:t>实验最终的目的是将训练好的模型部署到真实的环境中，因此我们希望训练好的模型能够在真实的数据上得到好的预测效果，即希望模型在真实数据上预测的结果和真实结果误差越小越好。最好的方式就是将真实数据区分为训练数据集和测试数据集。我们可以使用训练集的数据来训练模型，然后用测试集上的误差作为最终模型在应对现实场景中的误差。有了测试集，我们想要验证模型的最终效果，只需将训练好的模型在测试集上计算误差。误差越小，算法模型越优秀。</a:t>
            </a:r>
            <a:endParaRPr lang="en-US" altLang="zh-CN" dirty="0" smtClean="0"/>
          </a:p>
          <a:p>
            <a:r>
              <a:rPr lang="zh-CN" altLang="en-US" dirty="0" smtClean="0"/>
              <a:t>详细操作请参考：</a:t>
            </a:r>
            <a:r>
              <a:rPr lang="en-US" altLang="zh-CN" dirty="0" smtClean="0"/>
              <a:t>https://devstar.developer.huaweicloud.com/devstar/code-templates/e9078ee2d7024ffabbac3f8fd1bad806</a:t>
            </a:r>
          </a:p>
          <a:p>
            <a:r>
              <a:rPr lang="zh-CN" altLang="en-US" dirty="0" smtClean="0"/>
              <a:t>更多人工智能相关内容请参考华为人工智能认证。</a:t>
            </a:r>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327020272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marL="228600" indent="-228600">
              <a:buFont typeface="+mj-lt"/>
              <a:buAutoNum type="arabicPeriod"/>
            </a:pPr>
            <a:r>
              <a:rPr lang="en-US" altLang="zh-CN" dirty="0" smtClean="0"/>
              <a:t>ABC</a:t>
            </a:r>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151642637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99086535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9955523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2#总标题">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21"/>
            <a:ext cx="12192000" cy="5602224"/>
          </a:xfrm>
          <a:prstGeom prst="rect">
            <a:avLst/>
          </a:prstGeom>
          <a:ln>
            <a:noFill/>
            <a:prstDash val="dash"/>
          </a:ln>
        </p:spPr>
      </p:pic>
      <p:sp>
        <p:nvSpPr>
          <p:cNvPr id="8" name="L 形 7"/>
          <p:cNvSpPr/>
          <p:nvPr userDrawn="1"/>
        </p:nvSpPr>
        <p:spPr>
          <a:xfrm rot="16200000" flipH="1">
            <a:off x="6634196" y="2578036"/>
            <a:ext cx="701032" cy="717656"/>
          </a:xfrm>
          <a:prstGeom prst="corner">
            <a:avLst>
              <a:gd name="adj1" fmla="val 3243"/>
              <a:gd name="adj2" fmla="val 3048"/>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900" baseline="0">
              <a:latin typeface="Huawei Sans" panose="020C0503030203020204" pitchFamily="34" charset="0"/>
              <a:ea typeface="方正兰亭黑简体" panose="02000000000000000000" pitchFamily="2" charset="-122"/>
            </a:endParaRPr>
          </a:p>
        </p:txBody>
      </p:sp>
      <p:sp>
        <p:nvSpPr>
          <p:cNvPr id="9" name="Title 1">
            <a:extLst>
              <a:ext uri="{FF2B5EF4-FFF2-40B4-BE49-F238E27FC236}">
                <a16:creationId xmlns="" xmlns:a16="http://schemas.microsoft.com/office/drawing/2014/main" id="{8227DEE9-8BE9-0D49-BF96-9E83C5312E00}"/>
              </a:ext>
            </a:extLst>
          </p:cNvPr>
          <p:cNvSpPr>
            <a:spLocks noGrp="1"/>
          </p:cNvSpPr>
          <p:nvPr>
            <p:ph type="ctrTitle" hasCustomPrompt="1"/>
          </p:nvPr>
        </p:nvSpPr>
        <p:spPr>
          <a:xfrm>
            <a:off x="916560" y="907092"/>
            <a:ext cx="8125839" cy="690255"/>
          </a:xfrm>
          <a:prstGeom prst="rect">
            <a:avLst/>
          </a:prstGeom>
          <a:ln>
            <a:noFill/>
            <a:prstDash val="dash"/>
          </a:ln>
        </p:spPr>
        <p:txBody>
          <a:bodyPr lIns="0" tIns="0" rIns="0" bIns="0" anchor="t">
            <a:normAutofit/>
          </a:bodyPr>
          <a:lstStyle>
            <a:lvl1pPr>
              <a:defRPr lang="en-US" sz="3200" b="0" i="0" baseline="0" dirty="0">
                <a:latin typeface="Huawei Sans" panose="020C0503030203020204" pitchFamily="34" charset="0"/>
                <a:ea typeface="方正兰亭黑简体" panose="02000000000000000000" pitchFamily="2" charset="-122"/>
              </a:defRPr>
            </a:lvl1pPr>
          </a:lstStyle>
          <a:p>
            <a:pPr lvl="0" defTabSz="914034">
              <a:lnSpc>
                <a:spcPts val="3439"/>
              </a:lnSpc>
            </a:pPr>
            <a:r>
              <a:rPr lang="zh-CN" altLang="en-US" dirty="0"/>
              <a:t>单击此处添加标题</a:t>
            </a:r>
            <a:endParaRPr lang="en-US" dirty="0"/>
          </a:p>
        </p:txBody>
      </p:sp>
      <p:sp>
        <p:nvSpPr>
          <p:cNvPr id="10" name="Text Placeholder 5">
            <a:extLst>
              <a:ext uri="{FF2B5EF4-FFF2-40B4-BE49-F238E27FC236}">
                <a16:creationId xmlns="" xmlns:a16="http://schemas.microsoft.com/office/drawing/2014/main" id="{2F43DA98-D48D-6947-95EF-BA3B05E68822}"/>
              </a:ext>
            </a:extLst>
          </p:cNvPr>
          <p:cNvSpPr>
            <a:spLocks noGrp="1"/>
          </p:cNvSpPr>
          <p:nvPr>
            <p:ph type="body" sz="quarter" idx="10" hasCustomPrompt="1"/>
          </p:nvPr>
        </p:nvSpPr>
        <p:spPr>
          <a:xfrm>
            <a:off x="916561" y="1949372"/>
            <a:ext cx="8125840" cy="643926"/>
          </a:xfrm>
          <a:prstGeom prst="rect">
            <a:avLst/>
          </a:prstGeom>
        </p:spPr>
        <p:txBody>
          <a:bodyPr vert="horz" lIns="0" tIns="0" rIns="0" bIns="0" rtlCol="0">
            <a:noAutofit/>
          </a:bodyPr>
          <a:lstStyle>
            <a:lvl1pPr marL="228600" indent="-228600" fontAlgn="base">
              <a:buNone/>
              <a:defRPr lang="en-US" sz="1400" baseline="0" dirty="0">
                <a:latin typeface="Huawei Sans" panose="020C0503030203020204" pitchFamily="34" charset="0"/>
                <a:ea typeface="方正兰亭黑简体" panose="02000000000000000000" pitchFamily="2" charset="-122"/>
                <a:cs typeface="Huawei Sans" panose="020C0503030203020204" pitchFamily="34" charset="0"/>
              </a:defRPr>
            </a:lvl1pPr>
          </a:lstStyle>
          <a:p>
            <a:pPr marL="0" lvl="0" indent="0">
              <a:lnSpc>
                <a:spcPct val="100000"/>
              </a:lnSpc>
              <a:spcBef>
                <a:spcPts val="0"/>
              </a:spcBef>
            </a:pPr>
            <a:r>
              <a:rPr lang="zh-CN" altLang="en-US" dirty="0" smtClean="0"/>
              <a:t>单击此处添加文本</a:t>
            </a:r>
            <a:endParaRPr lang="en-US" dirty="0"/>
          </a:p>
        </p:txBody>
      </p:sp>
    </p:spTree>
    <p:extLst>
      <p:ext uri="{BB962C8B-B14F-4D97-AF65-F5344CB8AC3E}">
        <p14:creationId xmlns:p14="http://schemas.microsoft.com/office/powerpoint/2010/main" val="1391813821"/>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1#修订记录">
    <p:spTree>
      <p:nvGrpSpPr>
        <p:cNvPr id="1" name=""/>
        <p:cNvGrpSpPr/>
        <p:nvPr/>
      </p:nvGrpSpPr>
      <p:grpSpPr>
        <a:xfrm>
          <a:off x="0" y="0"/>
          <a:ext cx="0" cy="0"/>
          <a:chOff x="0" y="0"/>
          <a:chExt cx="0" cy="0"/>
        </a:xfrm>
      </p:grpSpPr>
      <p:graphicFrame>
        <p:nvGraphicFramePr>
          <p:cNvPr id="3" name="Group 3"/>
          <p:cNvGraphicFramePr>
            <a:graphicFrameLocks noGrp="1"/>
          </p:cNvGraphicFramePr>
          <p:nvPr userDrawn="1">
            <p:extLst/>
          </p:nvPr>
        </p:nvGraphicFramePr>
        <p:xfrm>
          <a:off x="1007140" y="1398424"/>
          <a:ext cx="10194260" cy="1082675"/>
        </p:xfrm>
        <a:graphic>
          <a:graphicData uri="http://schemas.openxmlformats.org/drawingml/2006/table">
            <a:tbl>
              <a:tblPr/>
              <a:tblGrid>
                <a:gridCol w="3119031">
                  <a:extLst>
                    <a:ext uri="{9D8B030D-6E8A-4147-A177-3AD203B41FA5}">
                      <a16:colId xmlns="" xmlns:a16="http://schemas.microsoft.com/office/drawing/2014/main" val="20000"/>
                    </a:ext>
                  </a:extLst>
                </a:gridCol>
                <a:gridCol w="1967450">
                  <a:extLst>
                    <a:ext uri="{9D8B030D-6E8A-4147-A177-3AD203B41FA5}">
                      <a16:colId xmlns="" xmlns:a16="http://schemas.microsoft.com/office/drawing/2014/main" val="20001"/>
                    </a:ext>
                  </a:extLst>
                </a:gridCol>
                <a:gridCol w="3023155">
                  <a:extLst>
                    <a:ext uri="{9D8B030D-6E8A-4147-A177-3AD203B41FA5}">
                      <a16:colId xmlns="" xmlns:a16="http://schemas.microsoft.com/office/drawing/2014/main" val="20002"/>
                    </a:ext>
                  </a:extLst>
                </a:gridCol>
                <a:gridCol w="2084624">
                  <a:extLst>
                    <a:ext uri="{9D8B030D-6E8A-4147-A177-3AD203B41FA5}">
                      <a16:colId xmlns="" xmlns:a16="http://schemas.microsoft.com/office/drawing/2014/main" val="20003"/>
                    </a:ext>
                  </a:extLst>
                </a:gridCol>
              </a:tblGrid>
              <a:tr h="5778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课程编码</a:t>
                      </a:r>
                    </a:p>
                  </a:txBody>
                  <a:tcPr marL="102659" marR="102659" marT="40053" marB="4005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适用产品</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产品版本</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课程版本</a:t>
                      </a:r>
                      <a:endParaRPr kumimoji="1" lang="en-US" altLang="zh-CN"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2659" marR="102659" marT="40053" marB="4005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0"/>
                  </a:ext>
                </a:extLst>
              </a:tr>
              <a:tr h="504825">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1"/>
                  </a:ext>
                </a:extLst>
              </a:tr>
            </a:tbl>
          </a:graphicData>
        </a:graphic>
      </p:graphicFrame>
      <p:graphicFrame>
        <p:nvGraphicFramePr>
          <p:cNvPr id="4" name="Group 21"/>
          <p:cNvGraphicFramePr>
            <a:graphicFrameLocks noGrp="1"/>
          </p:cNvGraphicFramePr>
          <p:nvPr userDrawn="1">
            <p:extLst/>
          </p:nvPr>
        </p:nvGraphicFramePr>
        <p:xfrm>
          <a:off x="1007140" y="2920836"/>
          <a:ext cx="10177327" cy="2549525"/>
        </p:xfrm>
        <a:graphic>
          <a:graphicData uri="http://schemas.openxmlformats.org/drawingml/2006/table">
            <a:tbl>
              <a:tblPr/>
              <a:tblGrid>
                <a:gridCol w="3119030">
                  <a:extLst>
                    <a:ext uri="{9D8B030D-6E8A-4147-A177-3AD203B41FA5}">
                      <a16:colId xmlns="" xmlns:a16="http://schemas.microsoft.com/office/drawing/2014/main" val="20000"/>
                    </a:ext>
                  </a:extLst>
                </a:gridCol>
                <a:gridCol w="1967450">
                  <a:extLst>
                    <a:ext uri="{9D8B030D-6E8A-4147-A177-3AD203B41FA5}">
                      <a16:colId xmlns="" xmlns:a16="http://schemas.microsoft.com/office/drawing/2014/main" val="20001"/>
                    </a:ext>
                  </a:extLst>
                </a:gridCol>
                <a:gridCol w="3023155">
                  <a:extLst>
                    <a:ext uri="{9D8B030D-6E8A-4147-A177-3AD203B41FA5}">
                      <a16:colId xmlns="" xmlns:a16="http://schemas.microsoft.com/office/drawing/2014/main" val="20002"/>
                    </a:ext>
                  </a:extLst>
                </a:gridCol>
                <a:gridCol w="2067692">
                  <a:extLst>
                    <a:ext uri="{9D8B030D-6E8A-4147-A177-3AD203B41FA5}">
                      <a16:colId xmlns="" xmlns:a16="http://schemas.microsoft.com/office/drawing/2014/main" val="20003"/>
                    </a:ext>
                  </a:extLst>
                </a:gridCol>
              </a:tblGrid>
              <a:tr h="5778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作者</a:t>
                      </a:r>
                      <a:r>
                        <a:rPr kumimoji="1" lang="en-US" altLang="zh-CN"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a:t>
                      </a: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工号</a:t>
                      </a:r>
                    </a:p>
                  </a:txBody>
                  <a:tcPr marL="102659" marR="102659" marT="40053" marB="4005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时间</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审核人</a:t>
                      </a:r>
                      <a:r>
                        <a:rPr kumimoji="1" lang="en-US" altLang="zh-CN"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a:t>
                      </a: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工号</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zh-CN"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新开发/优化</a:t>
                      </a:r>
                      <a:endPar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2659" marR="102659" marT="40053" marB="4005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0"/>
                  </a:ext>
                </a:extLst>
              </a:tr>
              <a:tr h="504825">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1"/>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2"/>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3"/>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4"/>
                  </a:ext>
                </a:extLst>
              </a:tr>
            </a:tbl>
          </a:graphicData>
        </a:graphic>
      </p:graphicFrame>
      <p:sp>
        <p:nvSpPr>
          <p:cNvPr id="5" name="文本占位符 7"/>
          <p:cNvSpPr>
            <a:spLocks noGrp="1"/>
          </p:cNvSpPr>
          <p:nvPr>
            <p:ph type="body" sz="quarter" idx="17" hasCustomPrompt="1"/>
          </p:nvPr>
        </p:nvSpPr>
        <p:spPr>
          <a:xfrm>
            <a:off x="1007139" y="1969626"/>
            <a:ext cx="3119030" cy="504887"/>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课程编码</a:t>
            </a:r>
          </a:p>
        </p:txBody>
      </p:sp>
      <p:sp>
        <p:nvSpPr>
          <p:cNvPr id="6" name="文本占位符 7"/>
          <p:cNvSpPr>
            <a:spLocks noGrp="1"/>
          </p:cNvSpPr>
          <p:nvPr>
            <p:ph type="body" sz="quarter" idx="18" hasCustomPrompt="1"/>
          </p:nvPr>
        </p:nvSpPr>
        <p:spPr>
          <a:xfrm>
            <a:off x="4126170" y="1969626"/>
            <a:ext cx="1967450" cy="504887"/>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适用的产品</a:t>
            </a:r>
          </a:p>
        </p:txBody>
      </p:sp>
      <p:sp>
        <p:nvSpPr>
          <p:cNvPr id="7" name="文本占位符 7"/>
          <p:cNvSpPr>
            <a:spLocks noGrp="1"/>
          </p:cNvSpPr>
          <p:nvPr>
            <p:ph type="body" sz="quarter" idx="19" hasCustomPrompt="1"/>
          </p:nvPr>
        </p:nvSpPr>
        <p:spPr>
          <a:xfrm>
            <a:off x="6093619" y="1969626"/>
            <a:ext cx="3023155" cy="504887"/>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V5R2</a:t>
            </a:r>
            <a:endParaRPr lang="zh-CN" altLang="en-US" dirty="0"/>
          </a:p>
        </p:txBody>
      </p:sp>
      <p:sp>
        <p:nvSpPr>
          <p:cNvPr id="8" name="文本占位符 7"/>
          <p:cNvSpPr>
            <a:spLocks noGrp="1"/>
          </p:cNvSpPr>
          <p:nvPr>
            <p:ph type="body" sz="quarter" idx="20" hasCustomPrompt="1"/>
          </p:nvPr>
        </p:nvSpPr>
        <p:spPr>
          <a:xfrm>
            <a:off x="9116775" y="1969626"/>
            <a:ext cx="2084625" cy="504887"/>
          </a:xfrm>
          <a:prstGeom prst="rect">
            <a:avLst/>
          </a:prstGeom>
        </p:spPr>
        <p:txBody>
          <a:bodyPr anchor="ctr"/>
          <a:lstStyle>
            <a:lvl1pPr algn="ctr">
              <a:lnSpc>
                <a:spcPct val="100000"/>
              </a:lnSpc>
              <a:buNone/>
              <a:defRPr lang="zh-CN" altLang="en-US" sz="1599" kern="1200" baseline="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smtClean="0"/>
              <a:t>V1.0</a:t>
            </a:r>
            <a:endParaRPr lang="zh-CN" altLang="en-US" dirty="0"/>
          </a:p>
        </p:txBody>
      </p:sp>
      <p:sp>
        <p:nvSpPr>
          <p:cNvPr id="9" name="文本占位符 7"/>
          <p:cNvSpPr>
            <a:spLocks noGrp="1"/>
          </p:cNvSpPr>
          <p:nvPr>
            <p:ph type="body" sz="quarter" idx="13" hasCustomPrompt="1"/>
          </p:nvPr>
        </p:nvSpPr>
        <p:spPr>
          <a:xfrm>
            <a:off x="1007042" y="3517796"/>
            <a:ext cx="3119128"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10" name="文本占位符 7"/>
          <p:cNvSpPr>
            <a:spLocks noGrp="1"/>
          </p:cNvSpPr>
          <p:nvPr>
            <p:ph type="body" sz="quarter" idx="14" hasCustomPrompt="1"/>
          </p:nvPr>
        </p:nvSpPr>
        <p:spPr>
          <a:xfrm>
            <a:off x="4126170" y="3517796"/>
            <a:ext cx="1967450"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smtClean="0"/>
              <a:t>2019.01.25</a:t>
            </a:r>
            <a:endParaRPr lang="zh-CN" altLang="en-US" dirty="0"/>
          </a:p>
        </p:txBody>
      </p:sp>
      <p:sp>
        <p:nvSpPr>
          <p:cNvPr id="11" name="文本占位符 7"/>
          <p:cNvSpPr>
            <a:spLocks noGrp="1"/>
          </p:cNvSpPr>
          <p:nvPr>
            <p:ph type="body" sz="quarter" idx="15" hasCustomPrompt="1"/>
          </p:nvPr>
        </p:nvSpPr>
        <p:spPr>
          <a:xfrm>
            <a:off x="6093619" y="3517796"/>
            <a:ext cx="3023155"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12" name="文本占位符 7"/>
          <p:cNvSpPr>
            <a:spLocks noGrp="1"/>
          </p:cNvSpPr>
          <p:nvPr>
            <p:ph type="body" sz="quarter" idx="16" hasCustomPrompt="1"/>
          </p:nvPr>
        </p:nvSpPr>
        <p:spPr>
          <a:xfrm>
            <a:off x="9116775" y="3481792"/>
            <a:ext cx="2056050" cy="504056"/>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新开发</a:t>
            </a:r>
          </a:p>
        </p:txBody>
      </p:sp>
      <p:sp>
        <p:nvSpPr>
          <p:cNvPr id="13" name="Rectangle 2"/>
          <p:cNvSpPr>
            <a:spLocks noChangeArrowheads="1"/>
          </p:cNvSpPr>
          <p:nvPr userDrawn="1"/>
        </p:nvSpPr>
        <p:spPr bwMode="auto">
          <a:xfrm>
            <a:off x="952130" y="368661"/>
            <a:ext cx="2802144" cy="479425"/>
          </a:xfrm>
          <a:prstGeom prst="rect">
            <a:avLst/>
          </a:prstGeom>
          <a:noFill/>
          <a:ln w="9525">
            <a:noFill/>
            <a:miter lim="800000"/>
            <a:headEnd/>
            <a:tailEnd/>
          </a:ln>
        </p:spPr>
        <p:txBody>
          <a:bodyPr lIns="78227" tIns="39112" rIns="78227" bIns="39112" anchor="ctr"/>
          <a:lstStyle/>
          <a:p>
            <a:pPr algn="l" defTabSz="1001223" rtl="0" eaLnBrk="0" fontAlgn="ctr" hangingPunct="0">
              <a:spcBef>
                <a:spcPct val="0"/>
              </a:spcBef>
              <a:spcAft>
                <a:spcPct val="0"/>
              </a:spcAft>
            </a:pPr>
            <a:r>
              <a:rPr lang="zh-CN" altLang="en-US" sz="3499" b="0" kern="1200" baseline="0"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rPr>
              <a:t>修订记录</a:t>
            </a:r>
          </a:p>
        </p:txBody>
      </p:sp>
      <p:sp>
        <p:nvSpPr>
          <p:cNvPr id="14" name="Text Box 58"/>
          <p:cNvSpPr txBox="1">
            <a:spLocks noChangeArrowheads="1"/>
          </p:cNvSpPr>
          <p:nvPr userDrawn="1"/>
        </p:nvSpPr>
        <p:spPr bwMode="auto">
          <a:xfrm>
            <a:off x="8900835" y="296652"/>
            <a:ext cx="2771225" cy="707886"/>
          </a:xfrm>
          <a:prstGeom prst="rect">
            <a:avLst/>
          </a:prstGeom>
          <a:noFill/>
          <a:ln w="9525" algn="ctr">
            <a:noFill/>
            <a:miter lim="800000"/>
            <a:headEnd/>
            <a:tailEnd/>
          </a:ln>
        </p:spPr>
        <p:txBody>
          <a:bodyPr wrap="square">
            <a:spAutoFit/>
          </a:bodyPr>
          <a:lstStyle/>
          <a:p>
            <a:pPr fontAlgn="ctr">
              <a:spcBef>
                <a:spcPct val="50000"/>
              </a:spcBef>
            </a:pPr>
            <a:r>
              <a:rPr lang="zh-CN" altLang="en-US" sz="3998" i="0" baseline="0" dirty="0">
                <a:solidFill>
                  <a:schemeClr val="bg2">
                    <a:lumMod val="50000"/>
                  </a:schemeClr>
                </a:solidFill>
                <a:latin typeface="Huawei Sans" panose="020C0503030203020204" pitchFamily="34" charset="0"/>
                <a:ea typeface="方正兰亭黑简体" panose="02000000000000000000" pitchFamily="2" charset="-122"/>
                <a:cs typeface="Huawei Sans" panose="020C0503030203020204" pitchFamily="34" charset="0"/>
              </a:rPr>
              <a:t>本页不打印</a:t>
            </a:r>
          </a:p>
        </p:txBody>
      </p:sp>
      <p:sp>
        <p:nvSpPr>
          <p:cNvPr id="15" name="文本占位符 7"/>
          <p:cNvSpPr>
            <a:spLocks noGrp="1"/>
          </p:cNvSpPr>
          <p:nvPr>
            <p:ph type="body" sz="quarter" idx="21" hasCustomPrompt="1"/>
          </p:nvPr>
        </p:nvSpPr>
        <p:spPr>
          <a:xfrm>
            <a:off x="1007042" y="4021852"/>
            <a:ext cx="3119128"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16" name="文本占位符 7"/>
          <p:cNvSpPr>
            <a:spLocks noGrp="1"/>
          </p:cNvSpPr>
          <p:nvPr>
            <p:ph type="body" sz="quarter" idx="22" hasCustomPrompt="1"/>
          </p:nvPr>
        </p:nvSpPr>
        <p:spPr>
          <a:xfrm>
            <a:off x="4126170" y="4021852"/>
            <a:ext cx="1967450"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smtClean="0"/>
              <a:t>2019.01.25</a:t>
            </a:r>
            <a:endParaRPr lang="zh-CN" altLang="en-US" dirty="0"/>
          </a:p>
        </p:txBody>
      </p:sp>
      <p:sp>
        <p:nvSpPr>
          <p:cNvPr id="17" name="文本占位符 7"/>
          <p:cNvSpPr>
            <a:spLocks noGrp="1"/>
          </p:cNvSpPr>
          <p:nvPr>
            <p:ph type="body" sz="quarter" idx="23" hasCustomPrompt="1"/>
          </p:nvPr>
        </p:nvSpPr>
        <p:spPr>
          <a:xfrm>
            <a:off x="6093619" y="4021852"/>
            <a:ext cx="3023155"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18" name="文本占位符 7"/>
          <p:cNvSpPr>
            <a:spLocks noGrp="1"/>
          </p:cNvSpPr>
          <p:nvPr>
            <p:ph type="body" sz="quarter" idx="24" hasCustomPrompt="1"/>
          </p:nvPr>
        </p:nvSpPr>
        <p:spPr>
          <a:xfrm>
            <a:off x="9116775" y="3985848"/>
            <a:ext cx="2084625" cy="504056"/>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优化</a:t>
            </a:r>
          </a:p>
        </p:txBody>
      </p:sp>
      <p:sp>
        <p:nvSpPr>
          <p:cNvPr id="19" name="文本占位符 7"/>
          <p:cNvSpPr>
            <a:spLocks noGrp="1"/>
          </p:cNvSpPr>
          <p:nvPr>
            <p:ph type="body" sz="quarter" idx="25" hasCustomPrompt="1"/>
          </p:nvPr>
        </p:nvSpPr>
        <p:spPr>
          <a:xfrm>
            <a:off x="1007042" y="4489904"/>
            <a:ext cx="3119128"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20" name="文本占位符 7"/>
          <p:cNvSpPr>
            <a:spLocks noGrp="1"/>
          </p:cNvSpPr>
          <p:nvPr>
            <p:ph type="body" sz="quarter" idx="26" hasCustomPrompt="1"/>
          </p:nvPr>
        </p:nvSpPr>
        <p:spPr>
          <a:xfrm>
            <a:off x="4126170" y="4489904"/>
            <a:ext cx="1967450"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smtClean="0"/>
              <a:t>2019.01.25</a:t>
            </a:r>
            <a:endParaRPr lang="zh-CN" altLang="en-US" dirty="0"/>
          </a:p>
        </p:txBody>
      </p:sp>
      <p:sp>
        <p:nvSpPr>
          <p:cNvPr id="21" name="文本占位符 7"/>
          <p:cNvSpPr>
            <a:spLocks noGrp="1"/>
          </p:cNvSpPr>
          <p:nvPr>
            <p:ph type="body" sz="quarter" idx="27" hasCustomPrompt="1"/>
          </p:nvPr>
        </p:nvSpPr>
        <p:spPr>
          <a:xfrm>
            <a:off x="6093619" y="4489904"/>
            <a:ext cx="3023155"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22" name="文本占位符 7"/>
          <p:cNvSpPr>
            <a:spLocks noGrp="1"/>
          </p:cNvSpPr>
          <p:nvPr>
            <p:ph type="body" sz="quarter" idx="28" hasCustomPrompt="1"/>
          </p:nvPr>
        </p:nvSpPr>
        <p:spPr>
          <a:xfrm>
            <a:off x="9116775" y="4489904"/>
            <a:ext cx="2056050"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优化</a:t>
            </a:r>
          </a:p>
        </p:txBody>
      </p:sp>
      <p:sp>
        <p:nvSpPr>
          <p:cNvPr id="23" name="文本占位符 7"/>
          <p:cNvSpPr>
            <a:spLocks noGrp="1"/>
          </p:cNvSpPr>
          <p:nvPr>
            <p:ph type="body" sz="quarter" idx="29" hasCustomPrompt="1"/>
          </p:nvPr>
        </p:nvSpPr>
        <p:spPr>
          <a:xfrm>
            <a:off x="1007042" y="4999074"/>
            <a:ext cx="3119128"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24" name="文本占位符 7"/>
          <p:cNvSpPr>
            <a:spLocks noGrp="1"/>
          </p:cNvSpPr>
          <p:nvPr>
            <p:ph type="body" sz="quarter" idx="30" hasCustomPrompt="1"/>
          </p:nvPr>
        </p:nvSpPr>
        <p:spPr>
          <a:xfrm>
            <a:off x="4126170" y="4999074"/>
            <a:ext cx="1967450" cy="468052"/>
          </a:xfrm>
          <a:prstGeom prst="rect">
            <a:avLst/>
          </a:prstGeom>
        </p:spPr>
        <p:txBody>
          <a:bodyPr anchor="ctr"/>
          <a:lstStyle>
            <a:lvl1pPr algn="ctr" fontAlgn="base">
              <a:lnSpc>
                <a:spcPct val="100000"/>
              </a:lnSpc>
              <a:buNone/>
              <a:defRPr lang="zh-CN" altLang="en-US" sz="1599" kern="1200" baseline="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smtClean="0"/>
              <a:t>2019.01.25</a:t>
            </a:r>
            <a:endParaRPr lang="zh-CN" altLang="en-US" dirty="0"/>
          </a:p>
        </p:txBody>
      </p:sp>
      <p:sp>
        <p:nvSpPr>
          <p:cNvPr id="25" name="文本占位符 7"/>
          <p:cNvSpPr>
            <a:spLocks noGrp="1"/>
          </p:cNvSpPr>
          <p:nvPr>
            <p:ph type="body" sz="quarter" idx="31" hasCustomPrompt="1"/>
          </p:nvPr>
        </p:nvSpPr>
        <p:spPr>
          <a:xfrm>
            <a:off x="6093619" y="4999074"/>
            <a:ext cx="3023155"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26" name="文本占位符 7"/>
          <p:cNvSpPr>
            <a:spLocks noGrp="1"/>
          </p:cNvSpPr>
          <p:nvPr>
            <p:ph type="body" sz="quarter" idx="32" hasCustomPrompt="1"/>
          </p:nvPr>
        </p:nvSpPr>
        <p:spPr>
          <a:xfrm>
            <a:off x="9116775" y="4999074"/>
            <a:ext cx="2084625"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优化</a:t>
            </a:r>
          </a:p>
        </p:txBody>
      </p:sp>
    </p:spTree>
    <p:extLst>
      <p:ext uri="{BB962C8B-B14F-4D97-AF65-F5344CB8AC3E}">
        <p14:creationId xmlns:p14="http://schemas.microsoft.com/office/powerpoint/2010/main" val="800252647"/>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3#前言">
    <p:bg bwMode="gray">
      <p:bgPr>
        <a:solidFill>
          <a:srgbClr val="EBEBEB"/>
        </a:solidFill>
        <a:effectLst/>
      </p:bgPr>
    </p:bg>
    <p:spTree>
      <p:nvGrpSpPr>
        <p:cNvPr id="1" name=""/>
        <p:cNvGrpSpPr/>
        <p:nvPr/>
      </p:nvGrpSpPr>
      <p:grpSpPr>
        <a:xfrm>
          <a:off x="0" y="0"/>
          <a:ext cx="0" cy="0"/>
          <a:chOff x="0" y="0"/>
          <a:chExt cx="0" cy="0"/>
        </a:xfrm>
      </p:grpSpPr>
      <p:sp>
        <p:nvSpPr>
          <p:cNvPr id="15" name="文本占位符 6"/>
          <p:cNvSpPr>
            <a:spLocks noGrp="1"/>
          </p:cNvSpPr>
          <p:nvPr>
            <p:ph type="body" sz="quarter" idx="10" hasCustomPrompt="1"/>
          </p:nvPr>
        </p:nvSpPr>
        <p:spPr>
          <a:xfrm>
            <a:off x="1019174" y="1844675"/>
            <a:ext cx="10153651" cy="4082668"/>
          </a:xfrm>
          <a:prstGeom prst="rect">
            <a:avLst/>
          </a:prstGeom>
        </p:spPr>
        <p:txBody>
          <a:bodyPr/>
          <a:lstStyle>
            <a:lvl1pPr marL="302279" indent="-302279" algn="just" fontAlgn="base">
              <a:buClrTx/>
              <a:buSzPct val="50000"/>
              <a:buFont typeface="Wingdings" panose="05000000000000000000" pitchFamily="2" charset="2"/>
              <a:buChar char="l"/>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marL="654938" indent="-251899" fontAlgn="base">
              <a:buClrTx/>
              <a:buSzPct val="50000"/>
              <a:buFont typeface="Wingdings" panose="05000000000000000000" pitchFamily="2" charset="2"/>
              <a:buChar char="p"/>
              <a:defRPr baseline="0">
                <a:solidFill>
                  <a:schemeClr val="tx1"/>
                </a:solidFill>
                <a:latin typeface="Huawei Sans" panose="020C0503030203020204" pitchFamily="34" charset="0"/>
                <a:ea typeface="方正兰亭黑简体" panose="02000000000000000000" pitchFamily="2" charset="-122"/>
              </a:defRPr>
            </a:lvl2pPr>
            <a:lvl3pPr marL="1003998" indent="-201519" fontAlgn="base">
              <a:buSzPct val="50000"/>
              <a:buFont typeface="Wingdings" panose="05000000000000000000" pitchFamily="2" charset="2"/>
              <a:buChar char="n"/>
              <a:defRPr lang="zh-CN" altLang="en-US" baseline="0" dirty="0" smtClean="0">
                <a:solidFill>
                  <a:schemeClr val="tx1"/>
                </a:solidFill>
                <a:latin typeface="Huawei Sans" panose="020C0503030203020204" pitchFamily="34" charset="0"/>
                <a:ea typeface="方正兰亭黑简体" panose="02000000000000000000" pitchFamily="2" charset="-122"/>
              </a:defRPr>
            </a:lvl3pPr>
            <a:lvl4pPr fontAlgn="base">
              <a:defRPr baseline="0">
                <a:latin typeface="Huawei Sans" panose="020C0503030203020204" pitchFamily="34" charset="0"/>
                <a:ea typeface="方正兰亭黑简体" panose="02000000000000000000" pitchFamily="2" charset="-122"/>
              </a:defRPr>
            </a:lvl4pPr>
            <a:lvl5pPr marL="1802879" indent="-201519" fontAlgn="base">
              <a:buClrTx/>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5pPr>
          </a:lstStyle>
          <a:p>
            <a:pPr eaLnBrk="1" hangingPunct="1"/>
            <a:r>
              <a:rPr lang="zh-CN" altLang="en-US" dirty="0"/>
              <a:t>本章主要讲述</a:t>
            </a:r>
            <a:r>
              <a:rPr lang="en-US" altLang="zh-CN" dirty="0"/>
              <a:t>...</a:t>
            </a:r>
          </a:p>
          <a:p>
            <a:pPr lvl="1"/>
            <a:r>
              <a:rPr lang="zh-CN" altLang="en-US" dirty="0"/>
              <a:t>第二</a:t>
            </a:r>
            <a:r>
              <a:rPr lang="zh-CN" altLang="en-US" dirty="0" smtClean="0"/>
              <a:t>级</a:t>
            </a:r>
            <a:endParaRPr lang="zh-CN" altLang="en-US" dirty="0"/>
          </a:p>
          <a:p>
            <a:pPr lvl="2"/>
            <a:r>
              <a:rPr lang="zh-CN" altLang="en-US" dirty="0"/>
              <a:t>第三级</a:t>
            </a:r>
          </a:p>
          <a:p>
            <a:pPr lvl="3"/>
            <a:r>
              <a:rPr lang="zh-CN" altLang="en-US" dirty="0"/>
              <a:t>第四级</a:t>
            </a:r>
          </a:p>
          <a:p>
            <a:pPr lvl="4"/>
            <a:r>
              <a:rPr lang="zh-CN" altLang="en-US" dirty="0"/>
              <a:t>第五级</a:t>
            </a:r>
          </a:p>
          <a:p>
            <a:pPr eaLnBrk="1" hangingPunct="1"/>
            <a:endParaRPr lang="en-US" altLang="zh-CN" dirty="0"/>
          </a:p>
        </p:txBody>
      </p:sp>
      <p:cxnSp>
        <p:nvCxnSpPr>
          <p:cNvPr id="14" name="直线连接符 14">
            <a:extLst>
              <a:ext uri="{FF2B5EF4-FFF2-40B4-BE49-F238E27FC236}">
                <a16:creationId xmlns="" xmlns:a16="http://schemas.microsoft.com/office/drawing/2014/main" id="{C79E9F57-49BC-DC4A-B843-36D48051C848}"/>
              </a:ext>
            </a:extLst>
          </p:cNvPr>
          <p:cNvCxnSpPr>
            <a:cxnSpLocks/>
          </p:cNvCxnSpPr>
          <p:nvPr userDrawn="1"/>
        </p:nvCxnSpPr>
        <p:spPr>
          <a:xfrm flipH="1">
            <a:off x="1029918" y="1349255"/>
            <a:ext cx="885967"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27" name="文本框 16">
            <a:extLst>
              <a:ext uri="{FF2B5EF4-FFF2-40B4-BE49-F238E27FC236}">
                <a16:creationId xmlns="" xmlns:a16="http://schemas.microsoft.com/office/drawing/2014/main" id="{568EC886-2612-1F43-AB51-21A76A078357}"/>
              </a:ext>
            </a:extLst>
          </p:cNvPr>
          <p:cNvSpPr txBox="1"/>
          <p:nvPr userDrawn="1"/>
        </p:nvSpPr>
        <p:spPr>
          <a:xfrm>
            <a:off x="918916" y="630373"/>
            <a:ext cx="1117614" cy="651845"/>
          </a:xfrm>
          <a:prstGeom prst="rect">
            <a:avLst/>
          </a:prstGeom>
          <a:noFill/>
        </p:spPr>
        <p:txBody>
          <a:bodyPr wrap="none" rtlCol="0">
            <a:spAutoFit/>
          </a:bodyPr>
          <a:lstStyle/>
          <a:p>
            <a:r>
              <a:rPr kumimoji="1" lang="zh-CN" altLang="en-US" sz="3636" baseline="0" dirty="0" smtClean="0">
                <a:solidFill>
                  <a:schemeClr val="tx1"/>
                </a:solidFill>
                <a:latin typeface="Huawei Sans" panose="020C0503030203020204" pitchFamily="34" charset="0"/>
                <a:ea typeface="方正兰亭黑简体" panose="02000000000000000000" pitchFamily="2" charset="-122"/>
                <a:cs typeface="Microsoft YaHei" charset="-122"/>
              </a:rPr>
              <a:t>前言</a:t>
            </a:r>
            <a:endParaRPr kumimoji="1" lang="zh-CN" altLang="en-US" sz="3636" baseline="0" dirty="0">
              <a:solidFill>
                <a:schemeClr val="tx1"/>
              </a:solidFill>
              <a:latin typeface="Huawei Sans" panose="020C0503030203020204" pitchFamily="34" charset="0"/>
              <a:ea typeface="方正兰亭黑简体" panose="02000000000000000000" pitchFamily="2" charset="-122"/>
              <a:cs typeface="Microsoft YaHei" charset="-122"/>
            </a:endParaRPr>
          </a:p>
        </p:txBody>
      </p:sp>
    </p:spTree>
    <p:extLst>
      <p:ext uri="{BB962C8B-B14F-4D97-AF65-F5344CB8AC3E}">
        <p14:creationId xmlns:p14="http://schemas.microsoft.com/office/powerpoint/2010/main" val="4191700454"/>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pos="642">
          <p15:clr>
            <a:srgbClr val="FBAE40"/>
          </p15:clr>
        </p15:guide>
        <p15:guide id="2" pos="7038">
          <p15:clr>
            <a:srgbClr val="FBAE40"/>
          </p15:clr>
        </p15:guide>
        <p15:guide id="3" orient="horz" pos="1162">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4#目标">
    <p:bg bwMode="gray">
      <p:bgPr>
        <a:solidFill>
          <a:srgbClr val="EBEBEB"/>
        </a:solidFill>
        <a:effectLst/>
      </p:bgPr>
    </p:bg>
    <p:spTree>
      <p:nvGrpSpPr>
        <p:cNvPr id="1" name=""/>
        <p:cNvGrpSpPr/>
        <p:nvPr/>
      </p:nvGrpSpPr>
      <p:grpSpPr>
        <a:xfrm>
          <a:off x="0" y="0"/>
          <a:ext cx="0" cy="0"/>
          <a:chOff x="0" y="0"/>
          <a:chExt cx="0" cy="0"/>
        </a:xfrm>
      </p:grpSpPr>
      <p:sp>
        <p:nvSpPr>
          <p:cNvPr id="15" name="文本占位符 6"/>
          <p:cNvSpPr>
            <a:spLocks noGrp="1"/>
          </p:cNvSpPr>
          <p:nvPr>
            <p:ph type="body" sz="quarter" idx="10" hasCustomPrompt="1"/>
          </p:nvPr>
        </p:nvSpPr>
        <p:spPr>
          <a:xfrm>
            <a:off x="1019174" y="1844675"/>
            <a:ext cx="10153651" cy="4082668"/>
          </a:xfrm>
          <a:prstGeom prst="rect">
            <a:avLst/>
          </a:prstGeom>
        </p:spPr>
        <p:txBody>
          <a:bodyPr/>
          <a:lstStyle>
            <a:lvl1pPr marL="302279" indent="-302279" algn="just" eaLnBrk="1" fontAlgn="base" hangingPunct="1">
              <a:buClrTx/>
              <a:buSzPct val="50000"/>
              <a:buFont typeface="Wingdings" panose="05000000000000000000" pitchFamily="2" charset="2"/>
              <a:buChar char="l"/>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marL="654938" indent="-251899" fontAlgn="base">
              <a:buClrTx/>
              <a:buSzPct val="50000"/>
              <a:buFont typeface="Wingdings" panose="05000000000000000000" pitchFamily="2" charset="2"/>
              <a:buChar char="p"/>
              <a:defRPr baseline="0">
                <a:solidFill>
                  <a:schemeClr val="tx1"/>
                </a:solidFill>
                <a:latin typeface="Huawei Sans" panose="020C0503030203020204" pitchFamily="34" charset="0"/>
                <a:ea typeface="方正兰亭黑简体" panose="02000000000000000000" pitchFamily="2" charset="-122"/>
              </a:defRPr>
            </a:lvl2pPr>
            <a:lvl3pPr marL="1003998" indent="-201519" fontAlgn="base">
              <a:buSzPct val="50000"/>
              <a:buFont typeface="Wingdings" panose="05000000000000000000" pitchFamily="2" charset="2"/>
              <a:buChar char="n"/>
              <a:defRPr lang="zh-CN" altLang="en-US" baseline="0" dirty="0" smtClean="0">
                <a:solidFill>
                  <a:schemeClr val="tx1"/>
                </a:solidFill>
                <a:latin typeface="Huawei Sans" panose="020C0503030203020204" pitchFamily="34" charset="0"/>
                <a:ea typeface="方正兰亭黑简体" panose="02000000000000000000" pitchFamily="2" charset="-122"/>
              </a:defRPr>
            </a:lvl3pPr>
            <a:lvl4pPr fontAlgn="base">
              <a:defRPr baseline="0">
                <a:latin typeface="Huawei Sans" panose="020C0503030203020204" pitchFamily="34" charset="0"/>
                <a:ea typeface="方正兰亭黑简体" panose="02000000000000000000" pitchFamily="2" charset="-122"/>
              </a:defRPr>
            </a:lvl4pPr>
            <a:lvl5pPr marL="1802879" indent="-201519" fontAlgn="base">
              <a:buClrTx/>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5pPr>
          </a:lstStyle>
          <a:p>
            <a:pPr eaLnBrk="1" hangingPunct="1"/>
            <a:r>
              <a:rPr lang="zh-CN" altLang="en-US" dirty="0" smtClean="0"/>
              <a:t>学完本课程后，您将能够：</a:t>
            </a:r>
            <a:endParaRPr lang="en-US" altLang="zh-CN" dirty="0" smtClean="0"/>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p>
          <a:p>
            <a:pPr eaLnBrk="1" hangingPunct="1"/>
            <a:endParaRPr lang="en-US" altLang="zh-CN" dirty="0"/>
          </a:p>
        </p:txBody>
      </p:sp>
      <p:cxnSp>
        <p:nvCxnSpPr>
          <p:cNvPr id="14" name="直线连接符 14">
            <a:extLst>
              <a:ext uri="{FF2B5EF4-FFF2-40B4-BE49-F238E27FC236}">
                <a16:creationId xmlns="" xmlns:a16="http://schemas.microsoft.com/office/drawing/2014/main" id="{C79E9F57-49BC-DC4A-B843-36D48051C848}"/>
              </a:ext>
            </a:extLst>
          </p:cNvPr>
          <p:cNvCxnSpPr>
            <a:cxnSpLocks/>
          </p:cNvCxnSpPr>
          <p:nvPr userDrawn="1"/>
        </p:nvCxnSpPr>
        <p:spPr>
          <a:xfrm flipH="1">
            <a:off x="1029918" y="1349255"/>
            <a:ext cx="885967"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27" name="文本框 16">
            <a:extLst>
              <a:ext uri="{FF2B5EF4-FFF2-40B4-BE49-F238E27FC236}">
                <a16:creationId xmlns="" xmlns:a16="http://schemas.microsoft.com/office/drawing/2014/main" id="{568EC886-2612-1F43-AB51-21A76A078357}"/>
              </a:ext>
            </a:extLst>
          </p:cNvPr>
          <p:cNvSpPr txBox="1"/>
          <p:nvPr userDrawn="1"/>
        </p:nvSpPr>
        <p:spPr>
          <a:xfrm>
            <a:off x="918916" y="630373"/>
            <a:ext cx="1120820" cy="652486"/>
          </a:xfrm>
          <a:prstGeom prst="rect">
            <a:avLst/>
          </a:prstGeom>
          <a:noFill/>
        </p:spPr>
        <p:txBody>
          <a:bodyPr wrap="none" rtlCol="0">
            <a:spAutoFit/>
          </a:bodyPr>
          <a:lstStyle/>
          <a:p>
            <a:pPr defTabSz="1001223" eaLnBrk="0" fontAlgn="ctr" hangingPunct="0"/>
            <a:r>
              <a:rPr lang="zh-CN" altLang="en-US" sz="3640" b="0" baseline="0" dirty="0" smtClean="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rPr>
              <a:t>目标</a:t>
            </a:r>
            <a:endParaRPr lang="en-US" altLang="zh-CN" sz="3640" b="0" baseline="0"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endParaRPr>
          </a:p>
        </p:txBody>
      </p:sp>
    </p:spTree>
    <p:extLst>
      <p:ext uri="{BB962C8B-B14F-4D97-AF65-F5344CB8AC3E}">
        <p14:creationId xmlns:p14="http://schemas.microsoft.com/office/powerpoint/2010/main" val="46285438"/>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pos="642">
          <p15:clr>
            <a:srgbClr val="FBAE40"/>
          </p15:clr>
        </p15:guide>
        <p15:guide id="2" pos="7038">
          <p15:clr>
            <a:srgbClr val="FBAE40"/>
          </p15:clr>
        </p15:guide>
        <p15:guide id="3" orient="horz" pos="1162">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5#目录">
    <p:bg bwMode="gray">
      <p:bgPr>
        <a:solidFill>
          <a:srgbClr val="EBEBEB"/>
        </a:solidFill>
        <a:effectLst/>
      </p:bgPr>
    </p:bg>
    <p:spTree>
      <p:nvGrpSpPr>
        <p:cNvPr id="1" name=""/>
        <p:cNvGrpSpPr/>
        <p:nvPr/>
      </p:nvGrpSpPr>
      <p:grpSpPr>
        <a:xfrm>
          <a:off x="0" y="0"/>
          <a:ext cx="0" cy="0"/>
          <a:chOff x="0" y="0"/>
          <a:chExt cx="0" cy="0"/>
        </a:xfrm>
      </p:grpSpPr>
      <p:sp>
        <p:nvSpPr>
          <p:cNvPr id="29" name="文本占位符 6"/>
          <p:cNvSpPr>
            <a:spLocks noGrp="1"/>
          </p:cNvSpPr>
          <p:nvPr>
            <p:ph type="body" sz="quarter" idx="10" hasCustomPrompt="1"/>
          </p:nvPr>
        </p:nvSpPr>
        <p:spPr>
          <a:xfrm>
            <a:off x="1019175" y="1844675"/>
            <a:ext cx="10153650" cy="4068811"/>
          </a:xfrm>
          <a:prstGeom prst="rect">
            <a:avLst/>
          </a:prstGeom>
        </p:spPr>
        <p:txBody>
          <a:bodyPr/>
          <a:lstStyle>
            <a:lvl1pPr marL="457017" marR="0" indent="-457017" algn="just" defTabSz="801367" rtl="0" eaLnBrk="1" fontAlgn="ctr" latinLnBrk="0" hangingPunct="1">
              <a:lnSpc>
                <a:spcPct val="140000"/>
              </a:lnSpc>
              <a:spcBef>
                <a:spcPct val="30000"/>
              </a:spcBef>
              <a:spcAft>
                <a:spcPct val="0"/>
              </a:spcAft>
              <a:buClrTx/>
              <a:buSzPct val="100000"/>
              <a:buFont typeface="+mj-lt"/>
              <a:buAutoNum type="arabicPeriod"/>
              <a:tabLst/>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fontAlgn="ctr">
              <a:buClrTx/>
              <a:buSzPct val="100000"/>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2pPr>
            <a:lvl3pPr>
              <a:defRPr/>
            </a:lvl3pPr>
            <a:lvl5pPr>
              <a:buNone/>
              <a:defRPr/>
            </a:lvl5pPr>
          </a:lstStyle>
          <a:p>
            <a:pPr marL="457200" indent="-457200">
              <a:buSzPct val="100000"/>
              <a:buFont typeface="+mj-lt"/>
              <a:buAutoNum type="arabicPeriod"/>
            </a:pPr>
            <a:r>
              <a:rPr lang="zh-CN" altLang="en-US" dirty="0"/>
              <a:t>一级目录一</a:t>
            </a:r>
            <a:endParaRPr lang="en-US" altLang="zh-CN" dirty="0"/>
          </a:p>
          <a:p>
            <a:pPr marL="653788" lvl="1" indent="-457017">
              <a:buSzPct val="100000"/>
              <a:buFont typeface="+mj-lt"/>
              <a:buAutoNum type="arabicPeriod"/>
            </a:pPr>
            <a:endParaRPr lang="en-US" altLang="zh-CN" dirty="0"/>
          </a:p>
          <a:p>
            <a:pPr marL="457200" indent="-457200">
              <a:buSzPct val="100000"/>
              <a:buFont typeface="+mj-lt"/>
              <a:buAutoNum type="arabicPeriod"/>
            </a:pPr>
            <a:r>
              <a:rPr lang="zh-CN" altLang="en-US" dirty="0"/>
              <a:t>一级目录二</a:t>
            </a:r>
            <a:endParaRPr lang="en-US" altLang="zh-CN" dirty="0"/>
          </a:p>
          <a:p>
            <a:pPr marL="457200" indent="-457200">
              <a:buSzPct val="100000"/>
              <a:buFont typeface="+mj-lt"/>
              <a:buAutoNum type="arabicPeriod"/>
            </a:pPr>
            <a:r>
              <a:rPr lang="zh-CN" altLang="en-US" dirty="0"/>
              <a:t>一级目录三</a:t>
            </a:r>
            <a:endParaRPr lang="en-US" altLang="zh-CN" dirty="0"/>
          </a:p>
          <a:p>
            <a:pPr marL="457200" indent="-457200">
              <a:buSzPct val="100000"/>
              <a:buFont typeface="+mj-lt"/>
              <a:buAutoNum type="arabicPeriod"/>
            </a:pPr>
            <a:r>
              <a:rPr lang="zh-CN" altLang="en-US" dirty="0"/>
              <a:t>一级目录四</a:t>
            </a:r>
            <a:endParaRPr lang="en-US" altLang="zh-CN" dirty="0"/>
          </a:p>
          <a:p>
            <a:endParaRPr lang="zh-CN" altLang="en-US" dirty="0"/>
          </a:p>
        </p:txBody>
      </p:sp>
      <p:cxnSp>
        <p:nvCxnSpPr>
          <p:cNvPr id="28" name="直线连接符 14">
            <a:extLst>
              <a:ext uri="{FF2B5EF4-FFF2-40B4-BE49-F238E27FC236}">
                <a16:creationId xmlns="" xmlns:a16="http://schemas.microsoft.com/office/drawing/2014/main" id="{C79E9F57-49BC-DC4A-B843-36D48051C848}"/>
              </a:ext>
            </a:extLst>
          </p:cNvPr>
          <p:cNvCxnSpPr>
            <a:cxnSpLocks/>
          </p:cNvCxnSpPr>
          <p:nvPr userDrawn="1"/>
        </p:nvCxnSpPr>
        <p:spPr>
          <a:xfrm flipH="1">
            <a:off x="1029918" y="1349255"/>
            <a:ext cx="885967"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30" name="文本框 16">
            <a:extLst>
              <a:ext uri="{FF2B5EF4-FFF2-40B4-BE49-F238E27FC236}">
                <a16:creationId xmlns="" xmlns:a16="http://schemas.microsoft.com/office/drawing/2014/main" id="{568EC886-2612-1F43-AB51-21A76A078357}"/>
              </a:ext>
            </a:extLst>
          </p:cNvPr>
          <p:cNvSpPr txBox="1"/>
          <p:nvPr userDrawn="1"/>
        </p:nvSpPr>
        <p:spPr>
          <a:xfrm>
            <a:off x="918916" y="630373"/>
            <a:ext cx="1147485" cy="653509"/>
          </a:xfrm>
          <a:prstGeom prst="rect">
            <a:avLst/>
          </a:prstGeom>
          <a:noFill/>
        </p:spPr>
        <p:txBody>
          <a:bodyPr wrap="none" rtlCol="0">
            <a:spAutoFit/>
          </a:bodyPr>
          <a:lstStyle>
            <a:defPPr>
              <a:defRPr lang="en-US"/>
            </a:defPPr>
            <a:lvl1pPr defTabSz="1001223" eaLnBrk="0" fontAlgn="ctr" hangingPunct="0">
              <a:defRPr sz="3640" b="0" baseline="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目录</a:t>
            </a:r>
          </a:p>
        </p:txBody>
      </p:sp>
    </p:spTree>
    <p:extLst>
      <p:ext uri="{BB962C8B-B14F-4D97-AF65-F5344CB8AC3E}">
        <p14:creationId xmlns:p14="http://schemas.microsoft.com/office/powerpoint/2010/main" val="3525239466"/>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pos="642">
          <p15:clr>
            <a:srgbClr val="FBAE40"/>
          </p15:clr>
        </p15:guide>
        <p15:guide id="2" pos="7038">
          <p15:clr>
            <a:srgbClr val="FBAE40"/>
          </p15:clr>
        </p15:guide>
        <p15:guide id="3" orient="horz" pos="1162">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6#本节概述和学习目标(可选)">
    <p:bg>
      <p:bgPr>
        <a:solidFill>
          <a:srgbClr val="EBEBEB"/>
        </a:solidFill>
        <a:effectLst/>
      </p:bgPr>
    </p:bg>
    <p:spTree>
      <p:nvGrpSpPr>
        <p:cNvPr id="1" name=""/>
        <p:cNvGrpSpPr/>
        <p:nvPr/>
      </p:nvGrpSpPr>
      <p:grpSpPr>
        <a:xfrm>
          <a:off x="0" y="0"/>
          <a:ext cx="0" cy="0"/>
          <a:chOff x="0" y="0"/>
          <a:chExt cx="0" cy="0"/>
        </a:xfrm>
      </p:grpSpPr>
      <p:sp>
        <p:nvSpPr>
          <p:cNvPr id="15" name="文本占位符 6"/>
          <p:cNvSpPr>
            <a:spLocks noGrp="1"/>
          </p:cNvSpPr>
          <p:nvPr>
            <p:ph type="body" sz="quarter" idx="10"/>
          </p:nvPr>
        </p:nvSpPr>
        <p:spPr>
          <a:xfrm>
            <a:off x="1019174" y="1844675"/>
            <a:ext cx="10153651" cy="4082668"/>
          </a:xfrm>
          <a:prstGeom prst="rect">
            <a:avLst/>
          </a:prstGeom>
        </p:spPr>
        <p:txBody>
          <a:bodyPr/>
          <a:lstStyle>
            <a:lvl1pPr marL="302279" indent="-302279" algn="just" fontAlgn="base">
              <a:buClrTx/>
              <a:buSzPct val="50000"/>
              <a:buFont typeface="Wingdings" panose="05000000000000000000" pitchFamily="2" charset="2"/>
              <a:buChar char="l"/>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marL="654938" indent="-251899" fontAlgn="base">
              <a:buClrTx/>
              <a:buSzPct val="50000"/>
              <a:buFont typeface="Wingdings" panose="05000000000000000000" pitchFamily="2" charset="2"/>
              <a:buChar char="p"/>
              <a:defRPr baseline="0">
                <a:solidFill>
                  <a:schemeClr val="tx1"/>
                </a:solidFill>
                <a:latin typeface="Huawei Sans" panose="020C0503030203020204" pitchFamily="34" charset="0"/>
                <a:ea typeface="方正兰亭黑简体" panose="02000000000000000000" pitchFamily="2" charset="-122"/>
              </a:defRPr>
            </a:lvl2pPr>
            <a:lvl3pPr marL="1003998" indent="-201519" fontAlgn="base">
              <a:buSzPct val="50000"/>
              <a:buFont typeface="Wingdings" panose="05000000000000000000" pitchFamily="2" charset="2"/>
              <a:buChar char="n"/>
              <a:defRPr lang="zh-CN" altLang="en-US" baseline="0" dirty="0" smtClean="0">
                <a:solidFill>
                  <a:schemeClr val="tx1"/>
                </a:solidFill>
                <a:latin typeface="Huawei Sans" panose="020C0503030203020204" pitchFamily="34" charset="0"/>
                <a:ea typeface="方正兰亭黑简体" panose="02000000000000000000" pitchFamily="2" charset="-122"/>
              </a:defRPr>
            </a:lvl3pPr>
            <a:lvl4pPr fontAlgn="base">
              <a:defRPr baseline="0">
                <a:latin typeface="Huawei Sans" panose="020C0503030203020204" pitchFamily="34" charset="0"/>
                <a:ea typeface="方正兰亭黑简体" panose="02000000000000000000" pitchFamily="2" charset="-122"/>
              </a:defRPr>
            </a:lvl4pPr>
            <a:lvl5pPr marL="1802879" indent="-201519" fontAlgn="base">
              <a:buClrTx/>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5p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p>
          <a:p>
            <a:pPr eaLnBrk="1" hangingPunct="1"/>
            <a:endParaRPr lang="en-US" altLang="zh-CN" dirty="0"/>
          </a:p>
        </p:txBody>
      </p:sp>
      <p:cxnSp>
        <p:nvCxnSpPr>
          <p:cNvPr id="14" name="直线连接符 14">
            <a:extLst>
              <a:ext uri="{FF2B5EF4-FFF2-40B4-BE49-F238E27FC236}">
                <a16:creationId xmlns="" xmlns:a16="http://schemas.microsoft.com/office/drawing/2014/main" id="{C79E9F57-49BC-DC4A-B843-36D48051C848}"/>
              </a:ext>
            </a:extLst>
          </p:cNvPr>
          <p:cNvCxnSpPr>
            <a:cxnSpLocks/>
          </p:cNvCxnSpPr>
          <p:nvPr userDrawn="1"/>
        </p:nvCxnSpPr>
        <p:spPr>
          <a:xfrm flipH="1">
            <a:off x="1029917" y="1349255"/>
            <a:ext cx="414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27" name="文本框 16">
            <a:extLst>
              <a:ext uri="{FF2B5EF4-FFF2-40B4-BE49-F238E27FC236}">
                <a16:creationId xmlns="" xmlns:a16="http://schemas.microsoft.com/office/drawing/2014/main" id="{568EC886-2612-1F43-AB51-21A76A078357}"/>
              </a:ext>
            </a:extLst>
          </p:cNvPr>
          <p:cNvSpPr txBox="1"/>
          <p:nvPr userDrawn="1"/>
        </p:nvSpPr>
        <p:spPr>
          <a:xfrm>
            <a:off x="918916" y="630373"/>
            <a:ext cx="4397358" cy="652486"/>
          </a:xfrm>
          <a:prstGeom prst="rect">
            <a:avLst/>
          </a:prstGeom>
          <a:noFill/>
        </p:spPr>
        <p:txBody>
          <a:bodyPr wrap="none" rtlCol="0">
            <a:spAutoFit/>
          </a:bodyPr>
          <a:lstStyle/>
          <a:p>
            <a:pPr defTabSz="1001223" eaLnBrk="0" fontAlgn="ctr" hangingPunct="0"/>
            <a:r>
              <a:rPr lang="zh-CN" altLang="en-US" sz="3640" b="0" baseline="0" dirty="0" smtClean="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rPr>
              <a:t>本节概述和学习目标</a:t>
            </a:r>
            <a:endParaRPr lang="zh-CN" altLang="en-US" sz="3640" b="0" baseline="0"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endParaRPr>
          </a:p>
        </p:txBody>
      </p:sp>
    </p:spTree>
    <p:extLst>
      <p:ext uri="{BB962C8B-B14F-4D97-AF65-F5344CB8AC3E}">
        <p14:creationId xmlns:p14="http://schemas.microsoft.com/office/powerpoint/2010/main" val="1036787055"/>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pos="642">
          <p15:clr>
            <a:srgbClr val="FBAE40"/>
          </p15:clr>
        </p15:guide>
        <p15:guide id="2" pos="7038">
          <p15:clr>
            <a:srgbClr val="FBAE40"/>
          </p15:clr>
        </p15:guide>
        <p15:guide id="3" orient="horz" pos="1162">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10#思考题">
    <p:spTree>
      <p:nvGrpSpPr>
        <p:cNvPr id="1" name=""/>
        <p:cNvGrpSpPr/>
        <p:nvPr/>
      </p:nvGrpSpPr>
      <p:grpSpPr>
        <a:xfrm>
          <a:off x="0" y="0"/>
          <a:ext cx="0" cy="0"/>
          <a:chOff x="0" y="0"/>
          <a:chExt cx="0" cy="0"/>
        </a:xfrm>
      </p:grpSpPr>
      <p:sp>
        <p:nvSpPr>
          <p:cNvPr id="4" name="文本占位符 6"/>
          <p:cNvSpPr>
            <a:spLocks noGrp="1"/>
          </p:cNvSpPr>
          <p:nvPr>
            <p:ph type="body" sz="quarter" idx="10" hasCustomPrompt="1"/>
          </p:nvPr>
        </p:nvSpPr>
        <p:spPr>
          <a:xfrm>
            <a:off x="1019176" y="1844675"/>
            <a:ext cx="10153650" cy="4068812"/>
          </a:xfrm>
          <a:prstGeom prst="rect">
            <a:avLst/>
          </a:prstGeom>
        </p:spPr>
        <p:txBody>
          <a:bodyPr/>
          <a:lstStyle>
            <a:lvl1pPr marL="457200" marR="0" indent="-457200" algn="just" defTabSz="801688" rtl="0" eaLnBrk="1" fontAlgn="base" latinLnBrk="0" hangingPunct="1">
              <a:lnSpc>
                <a:spcPct val="140000"/>
              </a:lnSpc>
              <a:spcBef>
                <a:spcPct val="30000"/>
              </a:spcBef>
              <a:spcAft>
                <a:spcPct val="0"/>
              </a:spcAft>
              <a:buClr>
                <a:schemeClr val="tx1"/>
              </a:buClr>
              <a:buSzPct val="100000"/>
              <a:buFont typeface="+mj-lt"/>
              <a:buAutoNum type="arabicPeriod"/>
              <a:tabLst/>
              <a:defRPr sz="2000" baseline="0">
                <a:latin typeface="Huawei Sans" panose="020C0503030203020204" pitchFamily="34" charset="0"/>
                <a:ea typeface="方正兰亭黑简体" panose="02000000000000000000" pitchFamily="2" charset="-122"/>
                <a:cs typeface="Huawei Sans" panose="020C0503030203020204" pitchFamily="34" charset="0"/>
              </a:defRPr>
            </a:lvl1pPr>
            <a:lvl2pPr marL="744537" indent="-342900" algn="just" fontAlgn="ctr">
              <a:buSzPct val="100000"/>
              <a:buFont typeface="+mj-lt"/>
              <a:buAutoNum type="alphaUcPeriod"/>
              <a:defRPr sz="1800" baseline="0">
                <a:latin typeface="Huawei Sans" panose="020C0503030203020204" pitchFamily="34" charset="0"/>
              </a:defRPr>
            </a:lvl2pPr>
            <a:lvl3pPr>
              <a:defRPr/>
            </a:lvl3pPr>
            <a:lvl5pPr>
              <a:buNone/>
              <a:defRPr/>
            </a:lvl5pPr>
          </a:lstStyle>
          <a:p>
            <a:r>
              <a:rPr lang="zh-CN" altLang="en-US" dirty="0" smtClean="0"/>
              <a:t>此</a:t>
            </a:r>
            <a:r>
              <a:rPr lang="zh-CN" altLang="en-US" dirty="0"/>
              <a:t>版式用于</a:t>
            </a:r>
            <a:r>
              <a:rPr lang="zh-CN" altLang="en-US" dirty="0" smtClean="0"/>
              <a:t>思考题具体格式</a:t>
            </a:r>
            <a:endParaRPr lang="en-US" altLang="zh-CN" dirty="0" smtClean="0"/>
          </a:p>
        </p:txBody>
      </p:sp>
      <p:cxnSp>
        <p:nvCxnSpPr>
          <p:cNvPr id="24" name="直线连接符 14">
            <a:extLst>
              <a:ext uri="{FF2B5EF4-FFF2-40B4-BE49-F238E27FC236}">
                <a16:creationId xmlns="" xmlns:a16="http://schemas.microsoft.com/office/drawing/2014/main" id="{C79E9F57-49BC-DC4A-B843-36D48051C848}"/>
              </a:ext>
            </a:extLst>
          </p:cNvPr>
          <p:cNvCxnSpPr>
            <a:cxnSpLocks/>
          </p:cNvCxnSpPr>
          <p:nvPr userDrawn="1"/>
        </p:nvCxnSpPr>
        <p:spPr>
          <a:xfrm flipH="1">
            <a:off x="1029917" y="1349255"/>
            <a:ext cx="1368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25" name="文本框 16">
            <a:extLst>
              <a:ext uri="{FF2B5EF4-FFF2-40B4-BE49-F238E27FC236}">
                <a16:creationId xmlns="" xmlns:a16="http://schemas.microsoft.com/office/drawing/2014/main" id="{568EC886-2612-1F43-AB51-21A76A078357}"/>
              </a:ext>
            </a:extLst>
          </p:cNvPr>
          <p:cNvSpPr txBox="1"/>
          <p:nvPr userDrawn="1"/>
        </p:nvSpPr>
        <p:spPr>
          <a:xfrm>
            <a:off x="918916" y="630373"/>
            <a:ext cx="1584088" cy="651845"/>
          </a:xfrm>
          <a:prstGeom prst="rect">
            <a:avLst/>
          </a:prstGeom>
          <a:noFill/>
        </p:spPr>
        <p:txBody>
          <a:bodyPr wrap="none" rtlCol="0">
            <a:spAutoFit/>
          </a:bodyPr>
          <a:lstStyle/>
          <a:p>
            <a:r>
              <a:rPr kumimoji="1" lang="zh-CN" altLang="en-US" sz="3636" baseline="0" dirty="0" smtClean="0">
                <a:solidFill>
                  <a:schemeClr val="tx1"/>
                </a:solidFill>
                <a:latin typeface="Huawei Sans" panose="020C0503030203020204" pitchFamily="34" charset="0"/>
                <a:ea typeface="方正兰亭黑简体" panose="02000000000000000000" pitchFamily="2" charset="-122"/>
                <a:cs typeface="Microsoft YaHei" charset="-122"/>
              </a:rPr>
              <a:t>思考题</a:t>
            </a:r>
            <a:endParaRPr kumimoji="1" lang="zh-CN" altLang="en-US" sz="3636" baseline="0" dirty="0">
              <a:solidFill>
                <a:schemeClr val="tx1"/>
              </a:solidFill>
              <a:latin typeface="Huawei Sans" panose="020C0503030203020204" pitchFamily="34" charset="0"/>
              <a:ea typeface="方正兰亭黑简体" panose="02000000000000000000" pitchFamily="2" charset="-122"/>
              <a:cs typeface="Microsoft YaHei" charset="-122"/>
            </a:endParaRPr>
          </a:p>
        </p:txBody>
      </p:sp>
    </p:spTree>
    <p:extLst>
      <p:ext uri="{BB962C8B-B14F-4D97-AF65-F5344CB8AC3E}">
        <p14:creationId xmlns:p14="http://schemas.microsoft.com/office/powerpoint/2010/main" val="3557104670"/>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11#本节小结（可选）">
    <p:spTree>
      <p:nvGrpSpPr>
        <p:cNvPr id="1" name=""/>
        <p:cNvGrpSpPr/>
        <p:nvPr/>
      </p:nvGrpSpPr>
      <p:grpSpPr>
        <a:xfrm>
          <a:off x="0" y="0"/>
          <a:ext cx="0" cy="0"/>
          <a:chOff x="0" y="0"/>
          <a:chExt cx="0" cy="0"/>
        </a:xfrm>
      </p:grpSpPr>
      <p:sp>
        <p:nvSpPr>
          <p:cNvPr id="10" name="内容占位符 6"/>
          <p:cNvSpPr>
            <a:spLocks noGrp="1"/>
          </p:cNvSpPr>
          <p:nvPr>
            <p:ph sz="quarter" idx="10" hasCustomPrompt="1"/>
          </p:nvPr>
        </p:nvSpPr>
        <p:spPr>
          <a:xfrm>
            <a:off x="1019175" y="1844675"/>
            <a:ext cx="10153650" cy="4082880"/>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2pPr>
            <a:lvl3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3pPr>
            <a:lvl4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4pPr>
            <a:lvl5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5pPr>
          </a:lstStyle>
          <a:p>
            <a:pPr lvl="0"/>
            <a:r>
              <a:rPr lang="zh-CN" altLang="en-US" dirty="0" smtClean="0"/>
              <a:t>此版式用于每一节的小结</a:t>
            </a:r>
          </a:p>
          <a:p>
            <a:pPr lvl="1"/>
            <a:r>
              <a:rPr lang="zh-CN" altLang="en-US" dirty="0" smtClean="0"/>
              <a:t>第二</a:t>
            </a:r>
            <a:r>
              <a:rPr lang="zh-CN" altLang="en-US" dirty="0"/>
              <a:t>级</a:t>
            </a:r>
          </a:p>
          <a:p>
            <a:pPr lvl="2"/>
            <a:r>
              <a:rPr lang="zh-CN" altLang="en-US" dirty="0"/>
              <a:t>第三级</a:t>
            </a:r>
          </a:p>
          <a:p>
            <a:pPr lvl="3"/>
            <a:r>
              <a:rPr lang="zh-CN" altLang="en-US" dirty="0"/>
              <a:t>第四级</a:t>
            </a:r>
          </a:p>
          <a:p>
            <a:pPr lvl="4"/>
            <a:r>
              <a:rPr lang="zh-CN" altLang="en-US" dirty="0"/>
              <a:t>第五级</a:t>
            </a:r>
          </a:p>
        </p:txBody>
      </p:sp>
      <p:cxnSp>
        <p:nvCxnSpPr>
          <p:cNvPr id="11" name="直线连接符 14">
            <a:extLst>
              <a:ext uri="{FF2B5EF4-FFF2-40B4-BE49-F238E27FC236}">
                <a16:creationId xmlns="" xmlns:a16="http://schemas.microsoft.com/office/drawing/2014/main" id="{C79E9F57-49BC-DC4A-B843-36D48051C848}"/>
              </a:ext>
            </a:extLst>
          </p:cNvPr>
          <p:cNvCxnSpPr>
            <a:cxnSpLocks/>
          </p:cNvCxnSpPr>
          <p:nvPr userDrawn="1"/>
        </p:nvCxnSpPr>
        <p:spPr>
          <a:xfrm flipH="1">
            <a:off x="1029917" y="1349255"/>
            <a:ext cx="180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12" name="文本框 16">
            <a:extLst>
              <a:ext uri="{FF2B5EF4-FFF2-40B4-BE49-F238E27FC236}">
                <a16:creationId xmlns="" xmlns:a16="http://schemas.microsoft.com/office/drawing/2014/main" id="{568EC886-2612-1F43-AB51-21A76A078357}"/>
              </a:ext>
            </a:extLst>
          </p:cNvPr>
          <p:cNvSpPr txBox="1"/>
          <p:nvPr userDrawn="1"/>
        </p:nvSpPr>
        <p:spPr>
          <a:xfrm>
            <a:off x="918916" y="630373"/>
            <a:ext cx="2050561" cy="651845"/>
          </a:xfrm>
          <a:prstGeom prst="rect">
            <a:avLst/>
          </a:prstGeom>
          <a:noFill/>
        </p:spPr>
        <p:txBody>
          <a:bodyPr wrap="none" rtlCol="0">
            <a:spAutoFit/>
          </a:bodyPr>
          <a:lstStyle/>
          <a:p>
            <a:r>
              <a:rPr kumimoji="1" lang="zh-CN" altLang="en-US" sz="3636" baseline="0" dirty="0" smtClean="0">
                <a:solidFill>
                  <a:schemeClr val="tx1"/>
                </a:solidFill>
                <a:latin typeface="Huawei Sans" panose="020C0503030203020204" pitchFamily="34" charset="0"/>
                <a:ea typeface="方正兰亭黑简体" panose="02000000000000000000" pitchFamily="2" charset="-122"/>
                <a:cs typeface="Microsoft YaHei" charset="-122"/>
              </a:rPr>
              <a:t>本节小结</a:t>
            </a:r>
            <a:endParaRPr kumimoji="1" lang="zh-CN" altLang="en-US" sz="3636" baseline="0" dirty="0">
              <a:solidFill>
                <a:schemeClr val="tx1"/>
              </a:solidFill>
              <a:latin typeface="Huawei Sans" panose="020C0503030203020204" pitchFamily="34" charset="0"/>
              <a:ea typeface="方正兰亭黑简体" panose="02000000000000000000" pitchFamily="2" charset="-122"/>
              <a:cs typeface="Microsoft YaHei" charset="-122"/>
            </a:endParaRPr>
          </a:p>
        </p:txBody>
      </p:sp>
    </p:spTree>
    <p:extLst>
      <p:ext uri="{BB962C8B-B14F-4D97-AF65-F5344CB8AC3E}">
        <p14:creationId xmlns:p14="http://schemas.microsoft.com/office/powerpoint/2010/main" val="3295293137"/>
      </p:ext>
    </p:extLst>
  </p:cSld>
  <p:clrMapOvr>
    <a:masterClrMapping/>
  </p:clrMapOvr>
  <p:timing>
    <p:tnLst>
      <p:par>
        <p:cTn id="1" dur="indefinite" restart="never" nodeType="tmRoot"/>
      </p:par>
    </p:tnLst>
  </p:timing>
  <p:extLst mod="1">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12#本章总结">
    <p:spTree>
      <p:nvGrpSpPr>
        <p:cNvPr id="1" name=""/>
        <p:cNvGrpSpPr/>
        <p:nvPr/>
      </p:nvGrpSpPr>
      <p:grpSpPr>
        <a:xfrm>
          <a:off x="0" y="0"/>
          <a:ext cx="0" cy="0"/>
          <a:chOff x="0" y="0"/>
          <a:chExt cx="0" cy="0"/>
        </a:xfrm>
      </p:grpSpPr>
      <p:sp>
        <p:nvSpPr>
          <p:cNvPr id="10" name="内容占位符 6"/>
          <p:cNvSpPr>
            <a:spLocks noGrp="1"/>
          </p:cNvSpPr>
          <p:nvPr>
            <p:ph sz="quarter" idx="10"/>
          </p:nvPr>
        </p:nvSpPr>
        <p:spPr>
          <a:xfrm>
            <a:off x="1019175" y="1844675"/>
            <a:ext cx="10153650" cy="4082880"/>
          </a:xfrm>
          <a:prstGeom prst="rect">
            <a:avLst/>
          </a:prstGeom>
        </p:spPr>
        <p:txBody>
          <a:bodyPr/>
          <a:lstStyle>
            <a:lvl1pPr algn="just" fontAlgn="base">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algn="just" fontAlgn="base">
              <a:buClrTx/>
              <a:defRPr baseline="0">
                <a:latin typeface="Huawei Sans" panose="020C0503030203020204" pitchFamily="34" charset="0"/>
                <a:ea typeface="方正兰亭黑简体" panose="02000000000000000000" pitchFamily="2" charset="-122"/>
                <a:cs typeface="Huawei Sans" panose="020C0503030203020204" pitchFamily="34" charset="0"/>
              </a:defRPr>
            </a:lvl2pPr>
            <a:lvl3pPr algn="just" fontAlgn="base">
              <a:buClrTx/>
              <a:defRPr baseline="0">
                <a:latin typeface="Huawei Sans" panose="020C0503030203020204" pitchFamily="34" charset="0"/>
                <a:ea typeface="方正兰亭黑简体" panose="02000000000000000000" pitchFamily="2" charset="-122"/>
                <a:cs typeface="Huawei Sans" panose="020C0503030203020204" pitchFamily="34" charset="0"/>
              </a:defRPr>
            </a:lvl3pPr>
            <a:lvl4pPr algn="just" fontAlgn="base">
              <a:buClrTx/>
              <a:defRPr baseline="0">
                <a:latin typeface="Huawei Sans" panose="020C0503030203020204" pitchFamily="34" charset="0"/>
                <a:ea typeface="方正兰亭黑简体" panose="02000000000000000000" pitchFamily="2" charset="-122"/>
                <a:cs typeface="Huawei Sans" panose="020C0503030203020204" pitchFamily="34" charset="0"/>
              </a:defRPr>
            </a:lvl4pPr>
            <a:lvl5pPr algn="just" fontAlgn="base">
              <a:buClrTx/>
              <a:defRPr baseline="0">
                <a:latin typeface="Huawei Sans" panose="020C0503030203020204" pitchFamily="34" charset="0"/>
                <a:ea typeface="方正兰亭黑简体" panose="02000000000000000000" pitchFamily="2" charset="-122"/>
                <a:cs typeface="Huawei Sans" panose="020C0503030203020204" pitchFamily="34"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cxnSp>
        <p:nvCxnSpPr>
          <p:cNvPr id="9" name="直线连接符 14">
            <a:extLst>
              <a:ext uri="{FF2B5EF4-FFF2-40B4-BE49-F238E27FC236}">
                <a16:creationId xmlns="" xmlns:a16="http://schemas.microsoft.com/office/drawing/2014/main" id="{C79E9F57-49BC-DC4A-B843-36D48051C848}"/>
              </a:ext>
            </a:extLst>
          </p:cNvPr>
          <p:cNvCxnSpPr>
            <a:cxnSpLocks/>
          </p:cNvCxnSpPr>
          <p:nvPr userDrawn="1"/>
        </p:nvCxnSpPr>
        <p:spPr>
          <a:xfrm flipH="1">
            <a:off x="1029917" y="1349255"/>
            <a:ext cx="180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11" name="文本框 16">
            <a:extLst>
              <a:ext uri="{FF2B5EF4-FFF2-40B4-BE49-F238E27FC236}">
                <a16:creationId xmlns="" xmlns:a16="http://schemas.microsoft.com/office/drawing/2014/main" id="{568EC886-2612-1F43-AB51-21A76A078357}"/>
              </a:ext>
            </a:extLst>
          </p:cNvPr>
          <p:cNvSpPr txBox="1"/>
          <p:nvPr userDrawn="1"/>
        </p:nvSpPr>
        <p:spPr>
          <a:xfrm>
            <a:off x="918916" y="630373"/>
            <a:ext cx="2050561" cy="651845"/>
          </a:xfrm>
          <a:prstGeom prst="rect">
            <a:avLst/>
          </a:prstGeom>
          <a:noFill/>
        </p:spPr>
        <p:txBody>
          <a:bodyPr wrap="none" rtlCol="0">
            <a:spAutoFit/>
          </a:bodyPr>
          <a:lstStyle/>
          <a:p>
            <a:r>
              <a:rPr kumimoji="1" lang="zh-CN" altLang="en-US" sz="3636" baseline="0" dirty="0" smtClean="0">
                <a:solidFill>
                  <a:schemeClr val="tx1"/>
                </a:solidFill>
                <a:latin typeface="Huawei Sans" panose="020C0503030203020204" pitchFamily="34" charset="0"/>
                <a:ea typeface="方正兰亭黑简体" panose="02000000000000000000" pitchFamily="2" charset="-122"/>
                <a:cs typeface="Microsoft YaHei" charset="-122"/>
              </a:rPr>
              <a:t>本章总结</a:t>
            </a:r>
            <a:endParaRPr kumimoji="1" lang="zh-CN" altLang="en-US" sz="3636" baseline="0" dirty="0">
              <a:solidFill>
                <a:schemeClr val="tx1"/>
              </a:solidFill>
              <a:latin typeface="Huawei Sans" panose="020C0503030203020204" pitchFamily="34" charset="0"/>
              <a:ea typeface="方正兰亭黑简体" panose="02000000000000000000" pitchFamily="2" charset="-122"/>
              <a:cs typeface="Microsoft YaHei" charset="-122"/>
            </a:endParaRPr>
          </a:p>
        </p:txBody>
      </p:sp>
    </p:spTree>
    <p:extLst>
      <p:ext uri="{BB962C8B-B14F-4D97-AF65-F5344CB8AC3E}">
        <p14:creationId xmlns:p14="http://schemas.microsoft.com/office/powerpoint/2010/main" val="1733786734"/>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13#更多信息(可选)">
    <p:spTree>
      <p:nvGrpSpPr>
        <p:cNvPr id="1" name=""/>
        <p:cNvGrpSpPr/>
        <p:nvPr/>
      </p:nvGrpSpPr>
      <p:grpSpPr>
        <a:xfrm>
          <a:off x="0" y="0"/>
          <a:ext cx="0" cy="0"/>
          <a:chOff x="0" y="0"/>
          <a:chExt cx="0" cy="0"/>
        </a:xfrm>
      </p:grpSpPr>
      <p:sp>
        <p:nvSpPr>
          <p:cNvPr id="3" name="文本占位符 6"/>
          <p:cNvSpPr>
            <a:spLocks noGrp="1"/>
          </p:cNvSpPr>
          <p:nvPr>
            <p:ph type="body" sz="quarter" idx="10" hasCustomPrompt="1"/>
          </p:nvPr>
        </p:nvSpPr>
        <p:spPr>
          <a:xfrm>
            <a:off x="1019175" y="1844675"/>
            <a:ext cx="10153650" cy="4082880"/>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vl5pPr>
              <a:buNone/>
              <a:defRPr/>
            </a:lvl5pPr>
          </a:lstStyle>
          <a:p>
            <a:r>
              <a:rPr lang="zh-CN" altLang="en-US" dirty="0"/>
              <a:t>此版式用于提供给学员更多学习信息。</a:t>
            </a:r>
          </a:p>
        </p:txBody>
      </p:sp>
      <p:cxnSp>
        <p:nvCxnSpPr>
          <p:cNvPr id="12" name="直线连接符 14">
            <a:extLst>
              <a:ext uri="{FF2B5EF4-FFF2-40B4-BE49-F238E27FC236}">
                <a16:creationId xmlns="" xmlns:a16="http://schemas.microsoft.com/office/drawing/2014/main" id="{C79E9F57-49BC-DC4A-B843-36D48051C848}"/>
              </a:ext>
            </a:extLst>
          </p:cNvPr>
          <p:cNvCxnSpPr>
            <a:cxnSpLocks/>
          </p:cNvCxnSpPr>
          <p:nvPr userDrawn="1"/>
        </p:nvCxnSpPr>
        <p:spPr>
          <a:xfrm flipH="1">
            <a:off x="1029917" y="1349255"/>
            <a:ext cx="180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13" name="文本框 16">
            <a:extLst>
              <a:ext uri="{FF2B5EF4-FFF2-40B4-BE49-F238E27FC236}">
                <a16:creationId xmlns="" xmlns:a16="http://schemas.microsoft.com/office/drawing/2014/main" id="{568EC886-2612-1F43-AB51-21A76A078357}"/>
              </a:ext>
            </a:extLst>
          </p:cNvPr>
          <p:cNvSpPr txBox="1"/>
          <p:nvPr userDrawn="1"/>
        </p:nvSpPr>
        <p:spPr>
          <a:xfrm>
            <a:off x="918916" y="630373"/>
            <a:ext cx="2050561" cy="651845"/>
          </a:xfrm>
          <a:prstGeom prst="rect">
            <a:avLst/>
          </a:prstGeom>
          <a:noFill/>
        </p:spPr>
        <p:txBody>
          <a:bodyPr wrap="none" rtlCol="0">
            <a:spAutoFit/>
          </a:bodyPr>
          <a:lstStyle/>
          <a:p>
            <a:r>
              <a:rPr kumimoji="1" lang="zh-CN" altLang="en-US" sz="3636" baseline="0" dirty="0" smtClean="0">
                <a:solidFill>
                  <a:schemeClr val="tx1"/>
                </a:solidFill>
                <a:latin typeface="Huawei Sans" panose="020C0503030203020204" pitchFamily="34" charset="0"/>
                <a:ea typeface="方正兰亭黑简体" panose="02000000000000000000" pitchFamily="2" charset="-122"/>
                <a:cs typeface="Microsoft YaHei" charset="-122"/>
              </a:rPr>
              <a:t>更多信息</a:t>
            </a:r>
            <a:endParaRPr kumimoji="1" lang="zh-CN" altLang="en-US" sz="3636" baseline="0" dirty="0">
              <a:solidFill>
                <a:schemeClr val="tx1"/>
              </a:solidFill>
              <a:latin typeface="Huawei Sans" panose="020C0503030203020204" pitchFamily="34" charset="0"/>
              <a:ea typeface="方正兰亭黑简体" panose="02000000000000000000" pitchFamily="2" charset="-122"/>
              <a:cs typeface="Microsoft YaHei" charset="-122"/>
            </a:endParaRPr>
          </a:p>
        </p:txBody>
      </p:sp>
    </p:spTree>
    <p:extLst>
      <p:ext uri="{BB962C8B-B14F-4D97-AF65-F5344CB8AC3E}">
        <p14:creationId xmlns:p14="http://schemas.microsoft.com/office/powerpoint/2010/main" val="1051668388"/>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14#学习推荐(可选)">
    <p:spTree>
      <p:nvGrpSpPr>
        <p:cNvPr id="1" name=""/>
        <p:cNvGrpSpPr/>
        <p:nvPr/>
      </p:nvGrpSpPr>
      <p:grpSpPr>
        <a:xfrm>
          <a:off x="0" y="0"/>
          <a:ext cx="0" cy="0"/>
          <a:chOff x="0" y="0"/>
          <a:chExt cx="0" cy="0"/>
        </a:xfrm>
      </p:grpSpPr>
      <p:sp>
        <p:nvSpPr>
          <p:cNvPr id="3" name="文本占位符 6"/>
          <p:cNvSpPr>
            <a:spLocks noGrp="1"/>
          </p:cNvSpPr>
          <p:nvPr>
            <p:ph type="body" sz="quarter" idx="10"/>
          </p:nvPr>
        </p:nvSpPr>
        <p:spPr>
          <a:xfrm>
            <a:off x="1019175" y="1844675"/>
            <a:ext cx="10153650" cy="4082880"/>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stStyle>
          <a:p>
            <a:endParaRPr lang="zh-CN" altLang="en-US" dirty="0"/>
          </a:p>
        </p:txBody>
      </p:sp>
      <p:cxnSp>
        <p:nvCxnSpPr>
          <p:cNvPr id="14" name="直线连接符 14">
            <a:extLst>
              <a:ext uri="{FF2B5EF4-FFF2-40B4-BE49-F238E27FC236}">
                <a16:creationId xmlns="" xmlns:a16="http://schemas.microsoft.com/office/drawing/2014/main" id="{C79E9F57-49BC-DC4A-B843-36D48051C848}"/>
              </a:ext>
            </a:extLst>
          </p:cNvPr>
          <p:cNvCxnSpPr>
            <a:cxnSpLocks/>
          </p:cNvCxnSpPr>
          <p:nvPr userDrawn="1"/>
        </p:nvCxnSpPr>
        <p:spPr>
          <a:xfrm flipH="1">
            <a:off x="1029917" y="1349255"/>
            <a:ext cx="180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15" name="文本框 16">
            <a:extLst>
              <a:ext uri="{FF2B5EF4-FFF2-40B4-BE49-F238E27FC236}">
                <a16:creationId xmlns="" xmlns:a16="http://schemas.microsoft.com/office/drawing/2014/main" id="{568EC886-2612-1F43-AB51-21A76A078357}"/>
              </a:ext>
            </a:extLst>
          </p:cNvPr>
          <p:cNvSpPr txBox="1"/>
          <p:nvPr userDrawn="1"/>
        </p:nvSpPr>
        <p:spPr>
          <a:xfrm>
            <a:off x="918916" y="630373"/>
            <a:ext cx="2050561" cy="651845"/>
          </a:xfrm>
          <a:prstGeom prst="rect">
            <a:avLst/>
          </a:prstGeom>
          <a:noFill/>
        </p:spPr>
        <p:txBody>
          <a:bodyPr wrap="none" rtlCol="0">
            <a:spAutoFit/>
          </a:bodyPr>
          <a:lstStyle/>
          <a:p>
            <a:r>
              <a:rPr kumimoji="1" lang="zh-CN" altLang="en-US" sz="3636" baseline="0" dirty="0" smtClean="0">
                <a:solidFill>
                  <a:schemeClr val="tx1"/>
                </a:solidFill>
                <a:latin typeface="Huawei Sans" panose="020C0503030203020204" pitchFamily="34" charset="0"/>
                <a:ea typeface="方正兰亭黑简体" panose="02000000000000000000" pitchFamily="2" charset="-122"/>
                <a:cs typeface="Microsoft YaHei" charset="-122"/>
              </a:rPr>
              <a:t>学习推荐</a:t>
            </a:r>
            <a:endParaRPr kumimoji="1" lang="zh-CN" altLang="en-US" sz="3636" baseline="0" dirty="0">
              <a:solidFill>
                <a:schemeClr val="tx1"/>
              </a:solidFill>
              <a:latin typeface="Huawei Sans" panose="020C0503030203020204" pitchFamily="34" charset="0"/>
              <a:ea typeface="方正兰亭黑简体" panose="02000000000000000000" pitchFamily="2" charset="-122"/>
              <a:cs typeface="Microsoft YaHei" charset="-122"/>
            </a:endParaRPr>
          </a:p>
        </p:txBody>
      </p:sp>
    </p:spTree>
    <p:extLst>
      <p:ext uri="{BB962C8B-B14F-4D97-AF65-F5344CB8AC3E}">
        <p14:creationId xmlns:p14="http://schemas.microsoft.com/office/powerpoint/2010/main" val="4259767845"/>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7#标题和内容">
    <p:spTree>
      <p:nvGrpSpPr>
        <p:cNvPr id="1" name=""/>
        <p:cNvGrpSpPr/>
        <p:nvPr/>
      </p:nvGrpSpPr>
      <p:grpSpPr>
        <a:xfrm>
          <a:off x="0" y="0"/>
          <a:ext cx="0" cy="0"/>
          <a:chOff x="0" y="0"/>
          <a:chExt cx="0" cy="0"/>
        </a:xfrm>
      </p:grpSpPr>
      <p:sp>
        <p:nvSpPr>
          <p:cNvPr id="3" name="标题 1"/>
          <p:cNvSpPr>
            <a:spLocks noGrp="1"/>
          </p:cNvSpPr>
          <p:nvPr>
            <p:ph type="title"/>
          </p:nvPr>
        </p:nvSpPr>
        <p:spPr>
          <a:xfrm>
            <a:off x="455612" y="447468"/>
            <a:ext cx="11293475" cy="1001920"/>
          </a:xfrm>
          <a:prstGeom prst="rect">
            <a:avLst/>
          </a:prstGeom>
        </p:spPr>
        <p:txBody>
          <a:bodyPr lIns="0" tIns="0" rIns="0" bIns="0" anchor="t">
            <a:normAutofit/>
          </a:bodyPr>
          <a:lstStyle>
            <a:lvl1pPr>
              <a:defRPr lang="zh-CN" altLang="en-US" baseline="0" dirty="0">
                <a:latin typeface="Huawei Sans" panose="020C0503030203020204" pitchFamily="34" charset="0"/>
                <a:ea typeface="方正兰亭黑简体" panose="02000000000000000000" pitchFamily="2" charset="-122"/>
              </a:defRPr>
            </a:lvl1pPr>
          </a:lstStyle>
          <a:p>
            <a:pPr marL="0" lvl="0" indent="0" defTabSz="1187798">
              <a:lnSpc>
                <a:spcPts val="3430"/>
              </a:lnSpc>
              <a:spcBef>
                <a:spcPts val="0"/>
              </a:spcBef>
              <a:buFont typeface="Arial" panose="020B0604020202020204" pitchFamily="34" charset="0"/>
            </a:pPr>
            <a:r>
              <a:rPr lang="zh-CN" altLang="en-US" dirty="0" smtClean="0"/>
              <a:t>单击</a:t>
            </a:r>
            <a:r>
              <a:rPr lang="zh-CN" altLang="en-US" dirty="0"/>
              <a:t>此处编辑母版标题样式</a:t>
            </a:r>
          </a:p>
        </p:txBody>
      </p:sp>
      <p:sp>
        <p:nvSpPr>
          <p:cNvPr id="9" name="文本占位符 6"/>
          <p:cNvSpPr>
            <a:spLocks noGrp="1"/>
          </p:cNvSpPr>
          <p:nvPr>
            <p:ph type="body" sz="quarter" idx="10" hasCustomPrompt="1"/>
          </p:nvPr>
        </p:nvSpPr>
        <p:spPr>
          <a:xfrm>
            <a:off x="455612" y="1484312"/>
            <a:ext cx="11293476" cy="4443243"/>
          </a:xfrm>
          <a:prstGeom prst="rect">
            <a:avLst/>
          </a:prstGeom>
        </p:spPr>
        <p:txBody>
          <a:bodyPr/>
          <a:lstStyle>
            <a:lvl1pPr algn="just" fontAlgn="base">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stStyle>
          <a:p>
            <a:r>
              <a:rPr lang="zh-CN" altLang="en-US" dirty="0"/>
              <a:t>单击此处输入文字</a:t>
            </a:r>
          </a:p>
        </p:txBody>
      </p:sp>
    </p:spTree>
    <p:extLst>
      <p:ext uri="{BB962C8B-B14F-4D97-AF65-F5344CB8AC3E}">
        <p14:creationId xmlns:p14="http://schemas.microsoft.com/office/powerpoint/2010/main" val="2649862490"/>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7*#标题和内容（一行标题）">
    <p:spTree>
      <p:nvGrpSpPr>
        <p:cNvPr id="1" name=""/>
        <p:cNvGrpSpPr/>
        <p:nvPr/>
      </p:nvGrpSpPr>
      <p:grpSpPr>
        <a:xfrm>
          <a:off x="0" y="0"/>
          <a:ext cx="0" cy="0"/>
          <a:chOff x="0" y="0"/>
          <a:chExt cx="0" cy="0"/>
        </a:xfrm>
      </p:grpSpPr>
      <p:sp>
        <p:nvSpPr>
          <p:cNvPr id="3" name="标题 1"/>
          <p:cNvSpPr>
            <a:spLocks noGrp="1"/>
          </p:cNvSpPr>
          <p:nvPr>
            <p:ph type="title"/>
          </p:nvPr>
        </p:nvSpPr>
        <p:spPr>
          <a:xfrm>
            <a:off x="455613" y="447468"/>
            <a:ext cx="11293474" cy="485982"/>
          </a:xfrm>
          <a:prstGeom prst="rect">
            <a:avLst/>
          </a:prstGeom>
        </p:spPr>
        <p:txBody>
          <a:bodyPr lIns="0" tIns="0" rIns="0" bIns="0" anchor="t">
            <a:normAutofit/>
          </a:bodyPr>
          <a:lstStyle>
            <a:lvl1pPr>
              <a:defRPr lang="zh-CN" altLang="en-US" baseline="0" dirty="0">
                <a:latin typeface="Huawei Sans" panose="020C0503030203020204" pitchFamily="34" charset="0"/>
                <a:ea typeface="方正兰亭黑简体" panose="02000000000000000000" pitchFamily="2" charset="-122"/>
              </a:defRPr>
            </a:lvl1pPr>
          </a:lstStyle>
          <a:p>
            <a:pPr marL="0" lvl="0" indent="0" defTabSz="1187798">
              <a:lnSpc>
                <a:spcPts val="3430"/>
              </a:lnSpc>
              <a:spcBef>
                <a:spcPts val="0"/>
              </a:spcBef>
              <a:buFont typeface="Arial" panose="020B0604020202020204" pitchFamily="34" charset="0"/>
            </a:pPr>
            <a:r>
              <a:rPr lang="zh-CN" altLang="en-US" dirty="0" smtClean="0"/>
              <a:t>单击</a:t>
            </a:r>
            <a:r>
              <a:rPr lang="zh-CN" altLang="en-US" dirty="0"/>
              <a:t>此处编辑母版标题样式</a:t>
            </a:r>
          </a:p>
        </p:txBody>
      </p:sp>
      <p:sp>
        <p:nvSpPr>
          <p:cNvPr id="9" name="文本占位符 6"/>
          <p:cNvSpPr>
            <a:spLocks noGrp="1"/>
          </p:cNvSpPr>
          <p:nvPr>
            <p:ph type="body" sz="quarter" idx="10" hasCustomPrompt="1"/>
          </p:nvPr>
        </p:nvSpPr>
        <p:spPr>
          <a:xfrm>
            <a:off x="455612" y="1047750"/>
            <a:ext cx="11293475" cy="4879805"/>
          </a:xfrm>
          <a:prstGeom prst="rect">
            <a:avLst/>
          </a:prstGeom>
        </p:spPr>
        <p:txBody>
          <a:bodyPr/>
          <a:lstStyle>
            <a:lvl1pPr algn="just" fontAlgn="base">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stStyle>
          <a:p>
            <a:r>
              <a:rPr lang="zh-CN" altLang="en-US" dirty="0"/>
              <a:t>单击此处输入文字</a:t>
            </a:r>
          </a:p>
        </p:txBody>
      </p:sp>
    </p:spTree>
    <p:extLst>
      <p:ext uri="{BB962C8B-B14F-4D97-AF65-F5344CB8AC3E}">
        <p14:creationId xmlns:p14="http://schemas.microsoft.com/office/powerpoint/2010/main" val="1288804162"/>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orient="horz" pos="595">
          <p15:clr>
            <a:srgbClr val="FBAE40"/>
          </p15:clr>
        </p15:guide>
        <p15:guide id="2" orient="horz" pos="663">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8#仅标题（两行标题）">
    <p:spTree>
      <p:nvGrpSpPr>
        <p:cNvPr id="1" name=""/>
        <p:cNvGrpSpPr/>
        <p:nvPr/>
      </p:nvGrpSpPr>
      <p:grpSpPr>
        <a:xfrm>
          <a:off x="0" y="0"/>
          <a:ext cx="0" cy="0"/>
          <a:chOff x="0" y="0"/>
          <a:chExt cx="0" cy="0"/>
        </a:xfrm>
      </p:grpSpPr>
      <p:sp>
        <p:nvSpPr>
          <p:cNvPr id="3" name="标题 1"/>
          <p:cNvSpPr>
            <a:spLocks noGrp="1"/>
          </p:cNvSpPr>
          <p:nvPr>
            <p:ph type="title"/>
          </p:nvPr>
        </p:nvSpPr>
        <p:spPr>
          <a:xfrm>
            <a:off x="455613" y="447468"/>
            <a:ext cx="11293475" cy="1001920"/>
          </a:xfrm>
          <a:prstGeom prst="rect">
            <a:avLst/>
          </a:prstGeom>
        </p:spPr>
        <p:txBody>
          <a:bodyPr lIns="0" tIns="0" rIns="0" bIns="0" anchor="t">
            <a:normAutofit/>
          </a:bodyPr>
          <a:lstStyle>
            <a:lvl1pPr>
              <a:defRPr lang="zh-CN" altLang="en-US" baseline="0" dirty="0"/>
            </a:lvl1pPr>
          </a:lstStyle>
          <a:p>
            <a:pPr marL="0" lvl="0" indent="0" defTabSz="1187798">
              <a:lnSpc>
                <a:spcPts val="3430"/>
              </a:lnSpc>
              <a:spcBef>
                <a:spcPts val="0"/>
              </a:spcBef>
              <a:buFont typeface="Arial" panose="020B0604020202020204" pitchFamily="34" charset="0"/>
            </a:pPr>
            <a:r>
              <a:rPr lang="zh-CN" altLang="en-US" dirty="0" smtClean="0"/>
              <a:t>单击</a:t>
            </a:r>
            <a:r>
              <a:rPr lang="zh-CN" altLang="en-US" dirty="0"/>
              <a:t>此处编辑母版标题样式</a:t>
            </a:r>
          </a:p>
        </p:txBody>
      </p:sp>
    </p:spTree>
    <p:extLst>
      <p:ext uri="{BB962C8B-B14F-4D97-AF65-F5344CB8AC3E}">
        <p14:creationId xmlns:p14="http://schemas.microsoft.com/office/powerpoint/2010/main" val="3851924938"/>
      </p:ext>
    </p:extLst>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8*#仅标题（一行标题）">
    <p:spTree>
      <p:nvGrpSpPr>
        <p:cNvPr id="1" name=""/>
        <p:cNvGrpSpPr/>
        <p:nvPr/>
      </p:nvGrpSpPr>
      <p:grpSpPr>
        <a:xfrm>
          <a:off x="0" y="0"/>
          <a:ext cx="0" cy="0"/>
          <a:chOff x="0" y="0"/>
          <a:chExt cx="0" cy="0"/>
        </a:xfrm>
      </p:grpSpPr>
      <p:sp>
        <p:nvSpPr>
          <p:cNvPr id="3" name="标题 1"/>
          <p:cNvSpPr>
            <a:spLocks noGrp="1"/>
          </p:cNvSpPr>
          <p:nvPr>
            <p:ph type="title"/>
          </p:nvPr>
        </p:nvSpPr>
        <p:spPr>
          <a:xfrm>
            <a:off x="452438" y="447468"/>
            <a:ext cx="11296649" cy="497095"/>
          </a:xfrm>
          <a:prstGeom prst="rect">
            <a:avLst/>
          </a:prstGeom>
        </p:spPr>
        <p:txBody>
          <a:bodyPr lIns="0" tIns="0" rIns="0" bIns="0" anchor="t">
            <a:normAutofit/>
          </a:bodyPr>
          <a:lstStyle>
            <a:lvl1pPr>
              <a:defRPr lang="zh-CN" altLang="en-US" baseline="0" dirty="0"/>
            </a:lvl1pPr>
          </a:lstStyle>
          <a:p>
            <a:pPr marL="0" lvl="0" indent="0" defTabSz="1187798">
              <a:lnSpc>
                <a:spcPts val="3430"/>
              </a:lnSpc>
              <a:spcBef>
                <a:spcPts val="0"/>
              </a:spcBef>
              <a:buFont typeface="Arial" panose="020B0604020202020204" pitchFamily="34" charset="0"/>
            </a:pPr>
            <a:r>
              <a:rPr lang="zh-CN" altLang="en-US" dirty="0" smtClean="0"/>
              <a:t>单击</a:t>
            </a:r>
            <a:r>
              <a:rPr lang="zh-CN" altLang="en-US" dirty="0"/>
              <a:t>此处编辑母版标题样式</a:t>
            </a:r>
          </a:p>
        </p:txBody>
      </p:sp>
    </p:spTree>
    <p:extLst>
      <p:ext uri="{BB962C8B-B14F-4D97-AF65-F5344CB8AC3E}">
        <p14:creationId xmlns:p14="http://schemas.microsoft.com/office/powerpoint/2010/main" val="99998166"/>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orient="horz" pos="595">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9#全白背景">
    <p:spTree>
      <p:nvGrpSpPr>
        <p:cNvPr id="1" name=""/>
        <p:cNvGrpSpPr/>
        <p:nvPr/>
      </p:nvGrpSpPr>
      <p:grpSpPr>
        <a:xfrm>
          <a:off x="0" y="0"/>
          <a:ext cx="0" cy="0"/>
          <a:chOff x="0" y="0"/>
          <a:chExt cx="0" cy="0"/>
        </a:xfrm>
      </p:grpSpPr>
    </p:spTree>
    <p:extLst>
      <p:ext uri="{BB962C8B-B14F-4D97-AF65-F5344CB8AC3E}">
        <p14:creationId xmlns:p14="http://schemas.microsoft.com/office/powerpoint/2010/main" val="1734697958"/>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15#谢谢">
    <p:bg bwMode="gray">
      <p:bgPr>
        <a:solidFill>
          <a:srgbClr val="FFFFFF"/>
        </a:solidFill>
        <a:effectLst/>
      </p:bgPr>
    </p:bg>
    <p:spTree>
      <p:nvGrpSpPr>
        <p:cNvPr id="1" name=""/>
        <p:cNvGrpSpPr/>
        <p:nvPr/>
      </p:nvGrpSpPr>
      <p:grpSpPr>
        <a:xfrm>
          <a:off x="0" y="0"/>
          <a:ext cx="0" cy="0"/>
          <a:chOff x="0" y="0"/>
          <a:chExt cx="0" cy="0"/>
        </a:xfrm>
      </p:grpSpPr>
      <p:sp>
        <p:nvSpPr>
          <p:cNvPr id="3" name="TextBox 3">
            <a:extLst>
              <a:ext uri="{FF2B5EF4-FFF2-40B4-BE49-F238E27FC236}">
                <a16:creationId xmlns:a16="http://schemas.microsoft.com/office/drawing/2014/main" xmlns="" id="{42AF307D-40F4-EC4C-9108-79E948007529}"/>
              </a:ext>
            </a:extLst>
          </p:cNvPr>
          <p:cNvSpPr txBox="1"/>
          <p:nvPr userDrawn="1"/>
        </p:nvSpPr>
        <p:spPr>
          <a:xfrm>
            <a:off x="607486" y="1402064"/>
            <a:ext cx="3921034" cy="854717"/>
          </a:xfrm>
          <a:prstGeom prst="rect">
            <a:avLst/>
          </a:prstGeom>
          <a:noFill/>
        </p:spPr>
        <p:txBody>
          <a:bodyPr wrap="square" rtlCol="0">
            <a:spAutoFit/>
          </a:bodyPr>
          <a:lstStyle/>
          <a:p>
            <a:pPr algn="l"/>
            <a:r>
              <a:rPr lang="en-US" sz="4940" dirty="0" smtClean="0">
                <a:solidFill>
                  <a:schemeClr val="tx1"/>
                </a:solidFill>
              </a:rPr>
              <a:t>Thank you.</a:t>
            </a:r>
            <a:endParaRPr lang="en-US" sz="4940" dirty="0">
              <a:solidFill>
                <a:schemeClr val="tx1"/>
              </a:solidFill>
            </a:endParaRPr>
          </a:p>
        </p:txBody>
      </p:sp>
    </p:spTree>
    <p:extLst>
      <p:ext uri="{BB962C8B-B14F-4D97-AF65-F5344CB8AC3E}">
        <p14:creationId xmlns:p14="http://schemas.microsoft.com/office/powerpoint/2010/main" val="1028299403"/>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image" Target="../media/image3.png"/><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theme" Target="../theme/theme2.xml"/><Relationship Id="rId5" Type="http://schemas.openxmlformats.org/officeDocument/2006/relationships/slideLayout" Target="../slideLayouts/slideLayout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4.xml"/><Relationship Id="rId7" Type="http://schemas.openxmlformats.org/officeDocument/2006/relationships/image" Target="../media/image3.png"/><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3.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4.xml"/><Relationship Id="rId1"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gray">
      <p:bgRef idx="1001">
        <a:schemeClr val="bg1"/>
      </p:bgRef>
    </p:bg>
    <p:spTree>
      <p:nvGrpSpPr>
        <p:cNvPr id="1" name=""/>
        <p:cNvGrpSpPr/>
        <p:nvPr/>
      </p:nvGrpSpPr>
      <p:grpSpPr>
        <a:xfrm>
          <a:off x="0" y="0"/>
          <a:ext cx="0" cy="0"/>
          <a:chOff x="0" y="0"/>
          <a:chExt cx="0" cy="0"/>
        </a:xfrm>
      </p:grpSpPr>
      <p:pic>
        <p:nvPicPr>
          <p:cNvPr id="8" name="图片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203089" y="5976169"/>
            <a:ext cx="2257507" cy="482533"/>
          </a:xfrm>
          <a:prstGeom prst="rect">
            <a:avLst/>
          </a:prstGeom>
        </p:spPr>
      </p:pic>
      <p:grpSp>
        <p:nvGrpSpPr>
          <p:cNvPr id="30" name="Group 87">
            <a:extLst>
              <a:ext uri="{FF2B5EF4-FFF2-40B4-BE49-F238E27FC236}">
                <a16:creationId xmlns="" xmlns:a16="http://schemas.microsoft.com/office/drawing/2014/main" id="{37333705-F8D6-2847-B3CB-F2FAB51E2A3B}"/>
              </a:ext>
            </a:extLst>
          </p:cNvPr>
          <p:cNvGrpSpPr>
            <a:grpSpLocks noChangeAspect="1"/>
          </p:cNvGrpSpPr>
          <p:nvPr userDrawn="1"/>
        </p:nvGrpSpPr>
        <p:grpSpPr>
          <a:xfrm>
            <a:off x="12290471" y="2625389"/>
            <a:ext cx="1963323" cy="4233515"/>
            <a:chOff x="5343885" y="-48857"/>
            <a:chExt cx="3263586" cy="7037279"/>
          </a:xfrm>
        </p:grpSpPr>
        <p:sp>
          <p:nvSpPr>
            <p:cNvPr id="31" name="矩形 13">
              <a:extLst>
                <a:ext uri="{FF2B5EF4-FFF2-40B4-BE49-F238E27FC236}">
                  <a16:creationId xmlns="" xmlns:a16="http://schemas.microsoft.com/office/drawing/2014/main"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196/0/84</a:t>
              </a:r>
            </a:p>
          </p:txBody>
        </p:sp>
        <p:sp>
          <p:nvSpPr>
            <p:cNvPr id="32" name="文本框 15">
              <a:extLst>
                <a:ext uri="{FF2B5EF4-FFF2-40B4-BE49-F238E27FC236}">
                  <a16:creationId xmlns="" xmlns:a16="http://schemas.microsoft.com/office/drawing/2014/main" id="{8223ADA0-340A-794B-93B7-24AFF612A719}"/>
                </a:ext>
              </a:extLst>
            </p:cNvPr>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公司辅助色</a:t>
              </a:r>
            </a:p>
          </p:txBody>
        </p:sp>
        <p:sp>
          <p:nvSpPr>
            <p:cNvPr id="33" name="矩形 13">
              <a:extLst>
                <a:ext uri="{FF2B5EF4-FFF2-40B4-BE49-F238E27FC236}">
                  <a16:creationId xmlns="" xmlns:a16="http://schemas.microsoft.com/office/drawing/2014/main"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203/55/120</a:t>
              </a:r>
            </a:p>
          </p:txBody>
        </p:sp>
        <p:sp>
          <p:nvSpPr>
            <p:cNvPr id="34" name="矩形 13">
              <a:extLst>
                <a:ext uri="{FF2B5EF4-FFF2-40B4-BE49-F238E27FC236}">
                  <a16:creationId xmlns="" xmlns:a16="http://schemas.microsoft.com/office/drawing/2014/main"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237/109/0</a:t>
              </a:r>
            </a:p>
          </p:txBody>
        </p:sp>
        <p:sp>
          <p:nvSpPr>
            <p:cNvPr id="35" name="矩形 13">
              <a:extLst>
                <a:ext uri="{FF2B5EF4-FFF2-40B4-BE49-F238E27FC236}">
                  <a16:creationId xmlns="" xmlns:a16="http://schemas.microsoft.com/office/drawing/2014/main"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153/54/54</a:t>
              </a:r>
            </a:p>
          </p:txBody>
        </p:sp>
        <p:sp>
          <p:nvSpPr>
            <p:cNvPr id="36" name="矩形 13">
              <a:extLst>
                <a:ext uri="{FF2B5EF4-FFF2-40B4-BE49-F238E27FC236}">
                  <a16:creationId xmlns="" xmlns:a16="http://schemas.microsoft.com/office/drawing/2014/main"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98/178/48</a:t>
              </a:r>
            </a:p>
          </p:txBody>
        </p:sp>
        <p:sp>
          <p:nvSpPr>
            <p:cNvPr id="37" name="矩形 13">
              <a:extLst>
                <a:ext uri="{FF2B5EF4-FFF2-40B4-BE49-F238E27FC236}">
                  <a16:creationId xmlns="" xmlns:a16="http://schemas.microsoft.com/office/drawing/2014/main"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242/137/68</a:t>
              </a:r>
              <a:endParaRPr kumimoji="1" lang="mr-IN" altLang="zh-CN" sz="500" b="1" dirty="0">
                <a:solidFill>
                  <a:srgbClr val="FFFFFF"/>
                </a:solidFill>
                <a:latin typeface="Huawei Sans" panose="020C0503030203020204" pitchFamily="34" charset="0"/>
                <a:ea typeface="Arial" charset="0"/>
                <a:cs typeface="Arial" charset="0"/>
              </a:endParaRPr>
            </a:p>
          </p:txBody>
        </p:sp>
        <p:sp>
          <p:nvSpPr>
            <p:cNvPr id="38" name="矩形 13">
              <a:extLst>
                <a:ext uri="{FF2B5EF4-FFF2-40B4-BE49-F238E27FC236}">
                  <a16:creationId xmlns="" xmlns:a16="http://schemas.microsoft.com/office/drawing/2014/main"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PANTONE 185C</a:t>
              </a:r>
            </a:p>
            <a:p>
              <a:pPr algn="ctr">
                <a:lnSpc>
                  <a:spcPts val="620"/>
                </a:lnSpc>
                <a:spcBef>
                  <a:spcPts val="0"/>
                </a:spcBef>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 </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199/0/11  </a:t>
              </a:r>
            </a:p>
          </p:txBody>
        </p:sp>
        <p:sp>
          <p:nvSpPr>
            <p:cNvPr id="39" name="文本框 15">
              <a:extLst>
                <a:ext uri="{FF2B5EF4-FFF2-40B4-BE49-F238E27FC236}">
                  <a16:creationId xmlns="" xmlns:a16="http://schemas.microsoft.com/office/drawing/2014/main" id="{EA01C299-6FF2-3642-AAEC-A1DF62D9C654}"/>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公司色</a:t>
              </a:r>
            </a:p>
          </p:txBody>
        </p:sp>
        <p:sp>
          <p:nvSpPr>
            <p:cNvPr id="40" name="矩形 13">
              <a:extLst>
                <a:ext uri="{FF2B5EF4-FFF2-40B4-BE49-F238E27FC236}">
                  <a16:creationId xmlns="" xmlns:a16="http://schemas.microsoft.com/office/drawing/2014/main"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PANTONE 186C</a:t>
              </a:r>
            </a:p>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200/16/46  </a:t>
              </a:r>
            </a:p>
          </p:txBody>
        </p:sp>
        <p:sp>
          <p:nvSpPr>
            <p:cNvPr id="41" name="矩形 13">
              <a:extLst>
                <a:ext uri="{FF2B5EF4-FFF2-40B4-BE49-F238E27FC236}">
                  <a16:creationId xmlns="" xmlns:a16="http://schemas.microsoft.com/office/drawing/2014/main"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127/0/1</a:t>
              </a:r>
            </a:p>
          </p:txBody>
        </p:sp>
        <p:sp>
          <p:nvSpPr>
            <p:cNvPr id="42" name="矩形 13">
              <a:extLst>
                <a:ext uri="{FF2B5EF4-FFF2-40B4-BE49-F238E27FC236}">
                  <a16:creationId xmlns="" xmlns:a16="http://schemas.microsoft.com/office/drawing/2014/main"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52/200/0</a:t>
              </a:r>
            </a:p>
          </p:txBody>
        </p:sp>
        <p:sp>
          <p:nvSpPr>
            <p:cNvPr id="43" name="矩形 13">
              <a:extLst>
                <a:ext uri="{FF2B5EF4-FFF2-40B4-BE49-F238E27FC236}">
                  <a16:creationId xmlns="" xmlns:a16="http://schemas.microsoft.com/office/drawing/2014/main"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48/181/197</a:t>
              </a:r>
            </a:p>
          </p:txBody>
        </p:sp>
        <p:sp>
          <p:nvSpPr>
            <p:cNvPr id="44" name="矩形 13">
              <a:extLst>
                <a:ext uri="{FF2B5EF4-FFF2-40B4-BE49-F238E27FC236}">
                  <a16:creationId xmlns="" xmlns:a16="http://schemas.microsoft.com/office/drawing/2014/main" id="{371A8520-F934-304C-B57F-B49F768694E2}"/>
                </a:ext>
              </a:extLst>
            </p:cNvPr>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129/193/95</a:t>
              </a:r>
            </a:p>
          </p:txBody>
        </p:sp>
        <p:sp>
          <p:nvSpPr>
            <p:cNvPr id="45" name="矩形 13">
              <a:extLst>
                <a:ext uri="{FF2B5EF4-FFF2-40B4-BE49-F238E27FC236}">
                  <a16:creationId xmlns="" xmlns:a16="http://schemas.microsoft.com/office/drawing/2014/main" id="{B83004D7-279B-C14E-9FCF-870FA1B74FDF}"/>
                </a:ext>
              </a:extLst>
            </p:cNvPr>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253/211/81</a:t>
              </a:r>
            </a:p>
          </p:txBody>
        </p:sp>
        <p:sp>
          <p:nvSpPr>
            <p:cNvPr id="46" name="矩形 13">
              <a:extLst>
                <a:ext uri="{FF2B5EF4-FFF2-40B4-BE49-F238E27FC236}">
                  <a16:creationId xmlns="" xmlns:a16="http://schemas.microsoft.com/office/drawing/2014/main" id="{99635968-4E69-CC41-9D78-6DF253FE3035}"/>
                </a:ext>
              </a:extLst>
            </p:cNvPr>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86/196/210</a:t>
              </a:r>
            </a:p>
          </p:txBody>
        </p:sp>
        <p:sp>
          <p:nvSpPr>
            <p:cNvPr id="47" name="矩形 13">
              <a:extLst>
                <a:ext uri="{FF2B5EF4-FFF2-40B4-BE49-F238E27FC236}">
                  <a16:creationId xmlns="" xmlns:a16="http://schemas.microsoft.com/office/drawing/2014/main"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211/57/65</a:t>
              </a:r>
            </a:p>
          </p:txBody>
        </p:sp>
        <p:sp>
          <p:nvSpPr>
            <p:cNvPr id="48" name="矩形 13">
              <a:extLst>
                <a:ext uri="{FF2B5EF4-FFF2-40B4-BE49-F238E27FC236}">
                  <a16:creationId xmlns="" xmlns:a16="http://schemas.microsoft.com/office/drawing/2014/main"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211/56/89</a:t>
              </a:r>
            </a:p>
          </p:txBody>
        </p:sp>
        <p:sp>
          <p:nvSpPr>
            <p:cNvPr id="49" name="矩形 13">
              <a:extLst>
                <a:ext uri="{FF2B5EF4-FFF2-40B4-BE49-F238E27FC236}">
                  <a16:creationId xmlns="" xmlns:a16="http://schemas.microsoft.com/office/drawing/2014/main"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221/128/170</a:t>
              </a:r>
            </a:p>
          </p:txBody>
        </p:sp>
        <p:sp>
          <p:nvSpPr>
            <p:cNvPr id="50" name="矩形 13">
              <a:extLst>
                <a:ext uri="{FF2B5EF4-FFF2-40B4-BE49-F238E27FC236}">
                  <a16:creationId xmlns="" xmlns:a16="http://schemas.microsoft.com/office/drawing/2014/main"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191/128/130</a:t>
              </a:r>
            </a:p>
          </p:txBody>
        </p:sp>
        <p:sp>
          <p:nvSpPr>
            <p:cNvPr id="51" name="矩形 13">
              <a:extLst>
                <a:ext uri="{FF2B5EF4-FFF2-40B4-BE49-F238E27FC236}">
                  <a16:creationId xmlns="" xmlns:a16="http://schemas.microsoft.com/office/drawing/2014/main"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246/183/140</a:t>
              </a:r>
              <a:endParaRPr kumimoji="1" lang="mr-IN" altLang="zh-CN" sz="500" b="1" dirty="0">
                <a:solidFill>
                  <a:srgbClr val="595757"/>
                </a:solidFill>
                <a:latin typeface="Huawei Sans" panose="020C0503030203020204" pitchFamily="34" charset="0"/>
                <a:ea typeface="Arial" charset="0"/>
                <a:cs typeface="Arial" charset="0"/>
              </a:endParaRPr>
            </a:p>
          </p:txBody>
        </p:sp>
        <p:sp>
          <p:nvSpPr>
            <p:cNvPr id="52" name="矩形 13">
              <a:extLst>
                <a:ext uri="{FF2B5EF4-FFF2-40B4-BE49-F238E27FC236}">
                  <a16:creationId xmlns="" xmlns:a16="http://schemas.microsoft.com/office/drawing/2014/main"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176/216/156</a:t>
              </a:r>
            </a:p>
          </p:txBody>
        </p:sp>
        <p:sp>
          <p:nvSpPr>
            <p:cNvPr id="53" name="矩形 13">
              <a:extLst>
                <a:ext uri="{FF2B5EF4-FFF2-40B4-BE49-F238E27FC236}">
                  <a16:creationId xmlns="" xmlns:a16="http://schemas.microsoft.com/office/drawing/2014/main"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253/227/181</a:t>
              </a:r>
            </a:p>
          </p:txBody>
        </p:sp>
        <p:sp>
          <p:nvSpPr>
            <p:cNvPr id="54" name="矩形 13">
              <a:extLst>
                <a:ext uri="{FF2B5EF4-FFF2-40B4-BE49-F238E27FC236}">
                  <a16:creationId xmlns="" xmlns:a16="http://schemas.microsoft.com/office/drawing/2014/main"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148/218/226</a:t>
              </a:r>
            </a:p>
          </p:txBody>
        </p:sp>
        <p:sp>
          <p:nvSpPr>
            <p:cNvPr id="55" name="矩形 13">
              <a:extLst>
                <a:ext uri="{FF2B5EF4-FFF2-40B4-BE49-F238E27FC236}">
                  <a16:creationId xmlns="" xmlns:a16="http://schemas.microsoft.com/office/drawing/2014/main"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226/129/137</a:t>
              </a:r>
            </a:p>
          </p:txBody>
        </p:sp>
        <p:sp>
          <p:nvSpPr>
            <p:cNvPr id="56" name="矩形 13">
              <a:extLst>
                <a:ext uri="{FF2B5EF4-FFF2-40B4-BE49-F238E27FC236}">
                  <a16:creationId xmlns="" xmlns:a16="http://schemas.microsoft.com/office/drawing/2014/main"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226/129/152</a:t>
              </a:r>
            </a:p>
          </p:txBody>
        </p:sp>
        <p:sp>
          <p:nvSpPr>
            <p:cNvPr id="57" name="矩形 13">
              <a:extLst>
                <a:ext uri="{FF2B5EF4-FFF2-40B4-BE49-F238E27FC236}">
                  <a16:creationId xmlns="" xmlns:a16="http://schemas.microsoft.com/office/drawing/2014/main"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235/179/204</a:t>
              </a:r>
            </a:p>
          </p:txBody>
        </p:sp>
        <p:sp>
          <p:nvSpPr>
            <p:cNvPr id="58" name="矩形 13">
              <a:extLst>
                <a:ext uri="{FF2B5EF4-FFF2-40B4-BE49-F238E27FC236}">
                  <a16:creationId xmlns="" xmlns:a16="http://schemas.microsoft.com/office/drawing/2014/main"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216/179/179</a:t>
              </a:r>
            </a:p>
          </p:txBody>
        </p:sp>
        <p:sp>
          <p:nvSpPr>
            <p:cNvPr id="59" name="矩形 13">
              <a:extLst>
                <a:ext uri="{FF2B5EF4-FFF2-40B4-BE49-F238E27FC236}">
                  <a16:creationId xmlns="" xmlns:a16="http://schemas.microsoft.com/office/drawing/2014/main" id="{20725C9F-31AE-DB44-B70A-B4ECDEC0BC00}"/>
                </a:ext>
              </a:extLst>
            </p:cNvPr>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250/211/187</a:t>
              </a:r>
              <a:endParaRPr kumimoji="1" lang="mr-IN" altLang="zh-CN" sz="500" b="1" dirty="0">
                <a:solidFill>
                  <a:srgbClr val="595757"/>
                </a:solidFill>
                <a:latin typeface="Huawei Sans" panose="020C0503030203020204" pitchFamily="34" charset="0"/>
                <a:ea typeface="Arial" charset="0"/>
                <a:cs typeface="Arial" charset="0"/>
              </a:endParaRPr>
            </a:p>
          </p:txBody>
        </p:sp>
        <p:sp>
          <p:nvSpPr>
            <p:cNvPr id="60" name="矩形 13">
              <a:extLst>
                <a:ext uri="{FF2B5EF4-FFF2-40B4-BE49-F238E27FC236}">
                  <a16:creationId xmlns="" xmlns:a16="http://schemas.microsoft.com/office/drawing/2014/main" id="{AC5BCC27-B68D-0743-8E0B-E25F8D01C3A4}"/>
                </a:ext>
              </a:extLst>
            </p:cNvPr>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208/232/196</a:t>
              </a:r>
            </a:p>
          </p:txBody>
        </p:sp>
        <p:sp>
          <p:nvSpPr>
            <p:cNvPr id="61" name="矩形 13">
              <a:extLst>
                <a:ext uri="{FF2B5EF4-FFF2-40B4-BE49-F238E27FC236}">
                  <a16:creationId xmlns="" xmlns:a16="http://schemas.microsoft.com/office/drawing/2014/main" id="{51C2E83A-C975-6945-B2FD-5B22BBB53DB7}"/>
                </a:ext>
              </a:extLst>
            </p:cNvPr>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254/238/193</a:t>
              </a:r>
            </a:p>
          </p:txBody>
        </p:sp>
        <p:sp>
          <p:nvSpPr>
            <p:cNvPr id="62" name="矩形 13">
              <a:extLst>
                <a:ext uri="{FF2B5EF4-FFF2-40B4-BE49-F238E27FC236}">
                  <a16:creationId xmlns="" xmlns:a16="http://schemas.microsoft.com/office/drawing/2014/main" id="{BEE9A95F-6965-354F-A2C7-2E8C81DDA52F}"/>
                </a:ext>
              </a:extLst>
            </p:cNvPr>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190/23/238</a:t>
              </a:r>
            </a:p>
          </p:txBody>
        </p:sp>
        <p:sp>
          <p:nvSpPr>
            <p:cNvPr id="63" name="矩形 13">
              <a:extLst>
                <a:ext uri="{FF2B5EF4-FFF2-40B4-BE49-F238E27FC236}">
                  <a16:creationId xmlns="" xmlns:a16="http://schemas.microsoft.com/office/drawing/2014/main"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239/178/184</a:t>
              </a:r>
            </a:p>
          </p:txBody>
        </p:sp>
        <p:sp>
          <p:nvSpPr>
            <p:cNvPr id="64" name="矩形 13">
              <a:extLst>
                <a:ext uri="{FF2B5EF4-FFF2-40B4-BE49-F238E27FC236}">
                  <a16:creationId xmlns="" xmlns:a16="http://schemas.microsoft.com/office/drawing/2014/main"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238/179/193</a:t>
              </a:r>
            </a:p>
          </p:txBody>
        </p:sp>
        <p:sp>
          <p:nvSpPr>
            <p:cNvPr id="65" name="矩形 13">
              <a:extLst>
                <a:ext uri="{FF2B5EF4-FFF2-40B4-BE49-F238E27FC236}">
                  <a16:creationId xmlns="" xmlns:a16="http://schemas.microsoft.com/office/drawing/2014/main"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35/24/21</a:t>
              </a:r>
            </a:p>
          </p:txBody>
        </p:sp>
        <p:sp>
          <p:nvSpPr>
            <p:cNvPr id="66" name="矩形 13">
              <a:extLst>
                <a:ext uri="{FF2B5EF4-FFF2-40B4-BE49-F238E27FC236}">
                  <a16:creationId xmlns="" xmlns:a16="http://schemas.microsoft.com/office/drawing/2014/main"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89/87/87</a:t>
              </a:r>
            </a:p>
          </p:txBody>
        </p:sp>
        <p:sp>
          <p:nvSpPr>
            <p:cNvPr id="67" name="矩形 13">
              <a:extLst>
                <a:ext uri="{FF2B5EF4-FFF2-40B4-BE49-F238E27FC236}">
                  <a16:creationId xmlns="" xmlns:a16="http://schemas.microsoft.com/office/drawing/2014/main" id="{0B0545C9-147F-584F-80D2-EF13876D7D33}"/>
                </a:ext>
              </a:extLst>
            </p:cNvPr>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137/137/</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137</a:t>
              </a:r>
            </a:p>
          </p:txBody>
        </p:sp>
        <p:sp>
          <p:nvSpPr>
            <p:cNvPr id="68" name="矩形 13">
              <a:extLst>
                <a:ext uri="{FF2B5EF4-FFF2-40B4-BE49-F238E27FC236}">
                  <a16:creationId xmlns="" xmlns:a16="http://schemas.microsoft.com/office/drawing/2014/main" id="{44FD0A0B-0D45-3340-A523-465AC24134BF}"/>
                </a:ext>
              </a:extLst>
            </p:cNvPr>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181/181/</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181</a:t>
              </a:r>
            </a:p>
          </p:txBody>
        </p:sp>
        <p:sp>
          <p:nvSpPr>
            <p:cNvPr id="69" name="矩形 13">
              <a:extLst>
                <a:ext uri="{FF2B5EF4-FFF2-40B4-BE49-F238E27FC236}">
                  <a16:creationId xmlns="" xmlns:a16="http://schemas.microsoft.com/office/drawing/2014/main" id="{2C404A07-276B-3648-BB25-4EDB5905448C}"/>
                </a:ext>
              </a:extLst>
            </p:cNvPr>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221/221/</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221</a:t>
              </a:r>
            </a:p>
          </p:txBody>
        </p:sp>
        <p:sp>
          <p:nvSpPr>
            <p:cNvPr id="70" name="矩形 13">
              <a:extLst>
                <a:ext uri="{FF2B5EF4-FFF2-40B4-BE49-F238E27FC236}">
                  <a16:creationId xmlns="" xmlns:a16="http://schemas.microsoft.com/office/drawing/2014/main" id="{72B0F29C-A346-8946-9B8E-8F1B9DFF7AD0}"/>
                </a:ext>
              </a:extLst>
            </p:cNvPr>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255/255/</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255</a:t>
              </a:r>
            </a:p>
          </p:txBody>
        </p:sp>
      </p:grpSp>
    </p:spTree>
    <p:extLst>
      <p:ext uri="{BB962C8B-B14F-4D97-AF65-F5344CB8AC3E}">
        <p14:creationId xmlns:p14="http://schemas.microsoft.com/office/powerpoint/2010/main" val="4070073675"/>
      </p:ext>
    </p:extLst>
  </p:cSld>
  <p:clrMap bg1="lt1" tx1="dk1" bg2="lt2" tx2="dk2" accent1="accent1" accent2="accent2" accent3="accent3" accent4="accent4" accent5="accent5" accent6="accent6" hlink="hlink" folHlink="folHlink"/>
  <p:sldLayoutIdLst>
    <p:sldLayoutId id="2147483873" r:id="rId1"/>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800" kern="1200" baseline="0">
          <a:solidFill>
            <a:schemeClr val="tx1"/>
          </a:solidFill>
          <a:latin typeface="Huawei Sans" panose="020C0503030203020204" pitchFamily="34" charset="0"/>
          <a:ea typeface="方正兰亭黑简体" panose="02000000000000000000" pitchFamily="2"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3906">
          <p15:clr>
            <a:srgbClr val="F26B43"/>
          </p15:clr>
        </p15:guide>
        <p15:guide id="2" pos="574">
          <p15:clr>
            <a:srgbClr val="F26B43"/>
          </p15:clr>
        </p15:guide>
        <p15:guide id="3" orient="horz" pos="572">
          <p15:clr>
            <a:srgbClr val="F26B43"/>
          </p15:clr>
        </p15:guide>
        <p15:guide id="4" orient="horz" pos="1230">
          <p15:clr>
            <a:srgbClr val="F26B43"/>
          </p15:clr>
        </p15:guide>
        <p15:guide id="5" orient="horz" pos="2160">
          <p15:clr>
            <a:srgbClr val="F26B43"/>
          </p15:clr>
        </p15:guide>
        <p15:guide id="6" pos="38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gray">
      <p:bgPr>
        <a:solidFill>
          <a:srgbClr val="EBEBEB"/>
        </a:solidFill>
        <a:effectLst/>
      </p:bgPr>
    </p:bg>
    <p:spTree>
      <p:nvGrpSpPr>
        <p:cNvPr id="1" name=""/>
        <p:cNvGrpSpPr/>
        <p:nvPr/>
      </p:nvGrpSpPr>
      <p:grpSpPr>
        <a:xfrm>
          <a:off x="0" y="0"/>
          <a:ext cx="0" cy="0"/>
          <a:chOff x="0" y="0"/>
          <a:chExt cx="0" cy="0"/>
        </a:xfrm>
      </p:grpSpPr>
      <p:sp>
        <p:nvSpPr>
          <p:cNvPr id="23" name="TextBox 2">
            <a:extLst>
              <a:ext uri="{FF2B5EF4-FFF2-40B4-BE49-F238E27FC236}">
                <a16:creationId xmlns="" xmlns:a16="http://schemas.microsoft.com/office/drawing/2014/main" id="{6785A3D6-1271-D247-9E96-1B376F4BE7BE}"/>
              </a:ext>
            </a:extLst>
          </p:cNvPr>
          <p:cNvSpPr txBox="1"/>
          <p:nvPr userDrawn="1"/>
        </p:nvSpPr>
        <p:spPr>
          <a:xfrm>
            <a:off x="1095467" y="6356939"/>
            <a:ext cx="1463467" cy="242864"/>
          </a:xfrm>
          <a:prstGeom prst="rect">
            <a:avLst/>
          </a:prstGeom>
          <a:noFill/>
        </p:spPr>
        <p:txBody>
          <a:bodyPr wrap="square" rtlCol="0">
            <a:spAutoFit/>
          </a:bodyPr>
          <a:lstStyle/>
          <a:p>
            <a:r>
              <a:rPr lang="en-US" sz="974" b="0" baseline="0" dirty="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rPr>
              <a:t>Huawei Confidential</a:t>
            </a:r>
          </a:p>
        </p:txBody>
      </p:sp>
      <p:sp>
        <p:nvSpPr>
          <p:cNvPr id="24" name="TextBox 3">
            <a:extLst>
              <a:ext uri="{FF2B5EF4-FFF2-40B4-BE49-F238E27FC236}">
                <a16:creationId xmlns="" xmlns:a16="http://schemas.microsoft.com/office/drawing/2014/main" id="{EABEE2EE-BF4D-7A4A-B3C6-9E47668CCD98}"/>
              </a:ext>
            </a:extLst>
          </p:cNvPr>
          <p:cNvSpPr txBox="1"/>
          <p:nvPr userDrawn="1"/>
        </p:nvSpPr>
        <p:spPr>
          <a:xfrm>
            <a:off x="734131" y="6402806"/>
            <a:ext cx="499729" cy="150296"/>
          </a:xfrm>
          <a:prstGeom prst="rect">
            <a:avLst/>
          </a:prstGeom>
          <a:noFill/>
        </p:spPr>
        <p:txBody>
          <a:bodyPr wrap="square" lIns="0" tIns="0" rIns="0" bIns="0" rtlCol="0">
            <a:spAutoFit/>
          </a:bodyPr>
          <a:lstStyle/>
          <a:p>
            <a:pPr marL="0" marR="0" lvl="0" indent="0" algn="l" defTabSz="890849" rtl="0" eaLnBrk="1" fontAlgn="auto" latinLnBrk="0" hangingPunct="1">
              <a:lnSpc>
                <a:spcPct val="100000"/>
              </a:lnSpc>
              <a:spcBef>
                <a:spcPts val="0"/>
              </a:spcBef>
              <a:spcAft>
                <a:spcPts val="0"/>
              </a:spcAft>
              <a:buClrTx/>
              <a:buSzTx/>
              <a:buFontTx/>
              <a:buNone/>
              <a:tabLst/>
              <a:defRPr/>
            </a:pPr>
            <a:fld id="{C3837181-38C6-AD4F-B8BA-B444770388BB}" type="slidenum">
              <a:rPr lang="en-US" sz="974" baseline="0" smtClean="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rPr>
              <a:pPr marL="0" marR="0" lvl="0" indent="0" algn="l" defTabSz="890849" rtl="0" eaLnBrk="1" fontAlgn="auto" latinLnBrk="0" hangingPunct="1">
                <a:lnSpc>
                  <a:spcPct val="100000"/>
                </a:lnSpc>
                <a:spcBef>
                  <a:spcPts val="0"/>
                </a:spcBef>
                <a:spcAft>
                  <a:spcPts val="0"/>
                </a:spcAft>
                <a:buClrTx/>
                <a:buSzTx/>
                <a:buFontTx/>
                <a:buNone/>
                <a:tabLst/>
                <a:defRPr/>
              </a:pPr>
              <a:t>‹#›</a:t>
            </a:fld>
            <a:endParaRPr lang="en-US" sz="974" baseline="0" dirty="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endParaRPr>
          </a:p>
        </p:txBody>
      </p:sp>
      <p:pic>
        <p:nvPicPr>
          <p:cNvPr id="25" name="图片 24"/>
          <p:cNvPicPr>
            <a:picLocks noChangeAspect="1"/>
          </p:cNvPicPr>
          <p:nvPr userDrawn="1"/>
        </p:nvPicPr>
        <p:blipFill>
          <a:blip r:embed="rId12" cstate="print">
            <a:extLst>
              <a:ext uri="{28A0092B-C50C-407E-A947-70E740481C1C}">
                <a14:useLocalDpi xmlns:a14="http://schemas.microsoft.com/office/drawing/2010/main" val="0"/>
              </a:ext>
            </a:extLst>
          </a:blip>
          <a:stretch>
            <a:fillRect/>
          </a:stretch>
        </p:blipFill>
        <p:spPr>
          <a:xfrm>
            <a:off x="10195999" y="6319870"/>
            <a:ext cx="1269075" cy="271153"/>
          </a:xfrm>
          <a:prstGeom prst="rect">
            <a:avLst/>
          </a:prstGeom>
        </p:spPr>
      </p:pic>
      <p:grpSp>
        <p:nvGrpSpPr>
          <p:cNvPr id="27" name="Group 87">
            <a:extLst>
              <a:ext uri="{FF2B5EF4-FFF2-40B4-BE49-F238E27FC236}">
                <a16:creationId xmlns="" xmlns:a16="http://schemas.microsoft.com/office/drawing/2014/main" id="{37333705-F8D6-2847-B3CB-F2FAB51E2A3B}"/>
              </a:ext>
            </a:extLst>
          </p:cNvPr>
          <p:cNvGrpSpPr>
            <a:grpSpLocks noChangeAspect="1"/>
          </p:cNvGrpSpPr>
          <p:nvPr userDrawn="1"/>
        </p:nvGrpSpPr>
        <p:grpSpPr>
          <a:xfrm>
            <a:off x="12290471" y="2625389"/>
            <a:ext cx="1963323" cy="4233515"/>
            <a:chOff x="5343885" y="-48857"/>
            <a:chExt cx="3263586" cy="7037279"/>
          </a:xfrm>
        </p:grpSpPr>
        <p:sp>
          <p:nvSpPr>
            <p:cNvPr id="28" name="矩形 13">
              <a:extLst>
                <a:ext uri="{FF2B5EF4-FFF2-40B4-BE49-F238E27FC236}">
                  <a16:creationId xmlns="" xmlns:a16="http://schemas.microsoft.com/office/drawing/2014/main"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196/0/84</a:t>
              </a:r>
            </a:p>
          </p:txBody>
        </p:sp>
        <p:sp>
          <p:nvSpPr>
            <p:cNvPr id="29" name="文本框 15">
              <a:extLst>
                <a:ext uri="{FF2B5EF4-FFF2-40B4-BE49-F238E27FC236}">
                  <a16:creationId xmlns="" xmlns:a16="http://schemas.microsoft.com/office/drawing/2014/main" id="{8223ADA0-340A-794B-93B7-24AFF612A719}"/>
                </a:ext>
              </a:extLst>
            </p:cNvPr>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公司辅助色</a:t>
              </a:r>
            </a:p>
          </p:txBody>
        </p:sp>
        <p:sp>
          <p:nvSpPr>
            <p:cNvPr id="30" name="矩形 13">
              <a:extLst>
                <a:ext uri="{FF2B5EF4-FFF2-40B4-BE49-F238E27FC236}">
                  <a16:creationId xmlns="" xmlns:a16="http://schemas.microsoft.com/office/drawing/2014/main"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203/55/120</a:t>
              </a:r>
            </a:p>
          </p:txBody>
        </p:sp>
        <p:sp>
          <p:nvSpPr>
            <p:cNvPr id="31" name="矩形 13">
              <a:extLst>
                <a:ext uri="{FF2B5EF4-FFF2-40B4-BE49-F238E27FC236}">
                  <a16:creationId xmlns="" xmlns:a16="http://schemas.microsoft.com/office/drawing/2014/main"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237/109/0</a:t>
              </a:r>
            </a:p>
          </p:txBody>
        </p:sp>
        <p:sp>
          <p:nvSpPr>
            <p:cNvPr id="32" name="矩形 13">
              <a:extLst>
                <a:ext uri="{FF2B5EF4-FFF2-40B4-BE49-F238E27FC236}">
                  <a16:creationId xmlns="" xmlns:a16="http://schemas.microsoft.com/office/drawing/2014/main"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153/54/54</a:t>
              </a:r>
            </a:p>
          </p:txBody>
        </p:sp>
        <p:sp>
          <p:nvSpPr>
            <p:cNvPr id="33" name="矩形 13">
              <a:extLst>
                <a:ext uri="{FF2B5EF4-FFF2-40B4-BE49-F238E27FC236}">
                  <a16:creationId xmlns="" xmlns:a16="http://schemas.microsoft.com/office/drawing/2014/main"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98/178/48</a:t>
              </a:r>
            </a:p>
          </p:txBody>
        </p:sp>
        <p:sp>
          <p:nvSpPr>
            <p:cNvPr id="34" name="矩形 13">
              <a:extLst>
                <a:ext uri="{FF2B5EF4-FFF2-40B4-BE49-F238E27FC236}">
                  <a16:creationId xmlns="" xmlns:a16="http://schemas.microsoft.com/office/drawing/2014/main"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242/137/68</a:t>
              </a:r>
              <a:endParaRPr kumimoji="1" lang="mr-IN" altLang="zh-CN" sz="500" b="1" dirty="0">
                <a:solidFill>
                  <a:srgbClr val="FFFFFF"/>
                </a:solidFill>
                <a:latin typeface="Huawei Sans" panose="020C0503030203020204" pitchFamily="34" charset="0"/>
                <a:ea typeface="Arial" charset="0"/>
                <a:cs typeface="Arial" charset="0"/>
              </a:endParaRPr>
            </a:p>
          </p:txBody>
        </p:sp>
        <p:sp>
          <p:nvSpPr>
            <p:cNvPr id="35" name="矩形 13">
              <a:extLst>
                <a:ext uri="{FF2B5EF4-FFF2-40B4-BE49-F238E27FC236}">
                  <a16:creationId xmlns="" xmlns:a16="http://schemas.microsoft.com/office/drawing/2014/main"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PANTONE 185C</a:t>
              </a:r>
            </a:p>
            <a:p>
              <a:pPr algn="ctr">
                <a:lnSpc>
                  <a:spcPts val="620"/>
                </a:lnSpc>
                <a:spcBef>
                  <a:spcPts val="0"/>
                </a:spcBef>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 </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199/0/11  </a:t>
              </a:r>
            </a:p>
          </p:txBody>
        </p:sp>
        <p:sp>
          <p:nvSpPr>
            <p:cNvPr id="36" name="文本框 15">
              <a:extLst>
                <a:ext uri="{FF2B5EF4-FFF2-40B4-BE49-F238E27FC236}">
                  <a16:creationId xmlns="" xmlns:a16="http://schemas.microsoft.com/office/drawing/2014/main" id="{EA01C299-6FF2-3642-AAEC-A1DF62D9C654}"/>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公司色</a:t>
              </a:r>
            </a:p>
          </p:txBody>
        </p:sp>
        <p:sp>
          <p:nvSpPr>
            <p:cNvPr id="37" name="矩形 13">
              <a:extLst>
                <a:ext uri="{FF2B5EF4-FFF2-40B4-BE49-F238E27FC236}">
                  <a16:creationId xmlns="" xmlns:a16="http://schemas.microsoft.com/office/drawing/2014/main"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PANTONE 186C</a:t>
              </a:r>
            </a:p>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200/16/46  </a:t>
              </a:r>
            </a:p>
          </p:txBody>
        </p:sp>
        <p:sp>
          <p:nvSpPr>
            <p:cNvPr id="38" name="矩形 13">
              <a:extLst>
                <a:ext uri="{FF2B5EF4-FFF2-40B4-BE49-F238E27FC236}">
                  <a16:creationId xmlns="" xmlns:a16="http://schemas.microsoft.com/office/drawing/2014/main"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127/0/1</a:t>
              </a:r>
            </a:p>
          </p:txBody>
        </p:sp>
        <p:sp>
          <p:nvSpPr>
            <p:cNvPr id="39" name="矩形 13">
              <a:extLst>
                <a:ext uri="{FF2B5EF4-FFF2-40B4-BE49-F238E27FC236}">
                  <a16:creationId xmlns="" xmlns:a16="http://schemas.microsoft.com/office/drawing/2014/main"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52/200/0</a:t>
              </a:r>
            </a:p>
          </p:txBody>
        </p:sp>
        <p:sp>
          <p:nvSpPr>
            <p:cNvPr id="40" name="矩形 13">
              <a:extLst>
                <a:ext uri="{FF2B5EF4-FFF2-40B4-BE49-F238E27FC236}">
                  <a16:creationId xmlns="" xmlns:a16="http://schemas.microsoft.com/office/drawing/2014/main"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48/181/197</a:t>
              </a:r>
            </a:p>
          </p:txBody>
        </p:sp>
        <p:sp>
          <p:nvSpPr>
            <p:cNvPr id="41" name="矩形 13">
              <a:extLst>
                <a:ext uri="{FF2B5EF4-FFF2-40B4-BE49-F238E27FC236}">
                  <a16:creationId xmlns="" xmlns:a16="http://schemas.microsoft.com/office/drawing/2014/main" id="{371A8520-F934-304C-B57F-B49F768694E2}"/>
                </a:ext>
              </a:extLst>
            </p:cNvPr>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129/193/95</a:t>
              </a:r>
            </a:p>
          </p:txBody>
        </p:sp>
        <p:sp>
          <p:nvSpPr>
            <p:cNvPr id="42" name="矩形 13">
              <a:extLst>
                <a:ext uri="{FF2B5EF4-FFF2-40B4-BE49-F238E27FC236}">
                  <a16:creationId xmlns="" xmlns:a16="http://schemas.microsoft.com/office/drawing/2014/main" id="{B83004D7-279B-C14E-9FCF-870FA1B74FDF}"/>
                </a:ext>
              </a:extLst>
            </p:cNvPr>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253/211/81</a:t>
              </a:r>
            </a:p>
          </p:txBody>
        </p:sp>
        <p:sp>
          <p:nvSpPr>
            <p:cNvPr id="43" name="矩形 13">
              <a:extLst>
                <a:ext uri="{FF2B5EF4-FFF2-40B4-BE49-F238E27FC236}">
                  <a16:creationId xmlns="" xmlns:a16="http://schemas.microsoft.com/office/drawing/2014/main" id="{99635968-4E69-CC41-9D78-6DF253FE3035}"/>
                </a:ext>
              </a:extLst>
            </p:cNvPr>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86/196/210</a:t>
              </a:r>
            </a:p>
          </p:txBody>
        </p:sp>
        <p:sp>
          <p:nvSpPr>
            <p:cNvPr id="44" name="矩形 13">
              <a:extLst>
                <a:ext uri="{FF2B5EF4-FFF2-40B4-BE49-F238E27FC236}">
                  <a16:creationId xmlns="" xmlns:a16="http://schemas.microsoft.com/office/drawing/2014/main"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211/57/65</a:t>
              </a:r>
            </a:p>
          </p:txBody>
        </p:sp>
        <p:sp>
          <p:nvSpPr>
            <p:cNvPr id="65" name="矩形 13">
              <a:extLst>
                <a:ext uri="{FF2B5EF4-FFF2-40B4-BE49-F238E27FC236}">
                  <a16:creationId xmlns="" xmlns:a16="http://schemas.microsoft.com/office/drawing/2014/main"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211/56/89</a:t>
              </a:r>
            </a:p>
          </p:txBody>
        </p:sp>
        <p:sp>
          <p:nvSpPr>
            <p:cNvPr id="66" name="矩形 13">
              <a:extLst>
                <a:ext uri="{FF2B5EF4-FFF2-40B4-BE49-F238E27FC236}">
                  <a16:creationId xmlns="" xmlns:a16="http://schemas.microsoft.com/office/drawing/2014/main"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221/128/170</a:t>
              </a:r>
            </a:p>
          </p:txBody>
        </p:sp>
        <p:sp>
          <p:nvSpPr>
            <p:cNvPr id="67" name="矩形 13">
              <a:extLst>
                <a:ext uri="{FF2B5EF4-FFF2-40B4-BE49-F238E27FC236}">
                  <a16:creationId xmlns="" xmlns:a16="http://schemas.microsoft.com/office/drawing/2014/main"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191/128/130</a:t>
              </a:r>
            </a:p>
          </p:txBody>
        </p:sp>
        <p:sp>
          <p:nvSpPr>
            <p:cNvPr id="68" name="矩形 13">
              <a:extLst>
                <a:ext uri="{FF2B5EF4-FFF2-40B4-BE49-F238E27FC236}">
                  <a16:creationId xmlns="" xmlns:a16="http://schemas.microsoft.com/office/drawing/2014/main"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246/183/140</a:t>
              </a:r>
              <a:endParaRPr kumimoji="1" lang="mr-IN" altLang="zh-CN" sz="500" b="1" dirty="0">
                <a:solidFill>
                  <a:srgbClr val="595757"/>
                </a:solidFill>
                <a:latin typeface="Huawei Sans" panose="020C0503030203020204" pitchFamily="34" charset="0"/>
                <a:ea typeface="Arial" charset="0"/>
                <a:cs typeface="Arial" charset="0"/>
              </a:endParaRPr>
            </a:p>
          </p:txBody>
        </p:sp>
        <p:sp>
          <p:nvSpPr>
            <p:cNvPr id="69" name="矩形 13">
              <a:extLst>
                <a:ext uri="{FF2B5EF4-FFF2-40B4-BE49-F238E27FC236}">
                  <a16:creationId xmlns="" xmlns:a16="http://schemas.microsoft.com/office/drawing/2014/main"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176/216/156</a:t>
              </a:r>
            </a:p>
          </p:txBody>
        </p:sp>
        <p:sp>
          <p:nvSpPr>
            <p:cNvPr id="70" name="矩形 13">
              <a:extLst>
                <a:ext uri="{FF2B5EF4-FFF2-40B4-BE49-F238E27FC236}">
                  <a16:creationId xmlns="" xmlns:a16="http://schemas.microsoft.com/office/drawing/2014/main"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253/227/181</a:t>
              </a:r>
            </a:p>
          </p:txBody>
        </p:sp>
        <p:sp>
          <p:nvSpPr>
            <p:cNvPr id="71" name="矩形 13">
              <a:extLst>
                <a:ext uri="{FF2B5EF4-FFF2-40B4-BE49-F238E27FC236}">
                  <a16:creationId xmlns="" xmlns:a16="http://schemas.microsoft.com/office/drawing/2014/main"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148/218/226</a:t>
              </a:r>
            </a:p>
          </p:txBody>
        </p:sp>
        <p:sp>
          <p:nvSpPr>
            <p:cNvPr id="72" name="矩形 13">
              <a:extLst>
                <a:ext uri="{FF2B5EF4-FFF2-40B4-BE49-F238E27FC236}">
                  <a16:creationId xmlns="" xmlns:a16="http://schemas.microsoft.com/office/drawing/2014/main"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226/129/137</a:t>
              </a:r>
            </a:p>
          </p:txBody>
        </p:sp>
        <p:sp>
          <p:nvSpPr>
            <p:cNvPr id="73" name="矩形 13">
              <a:extLst>
                <a:ext uri="{FF2B5EF4-FFF2-40B4-BE49-F238E27FC236}">
                  <a16:creationId xmlns="" xmlns:a16="http://schemas.microsoft.com/office/drawing/2014/main"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226/129/152</a:t>
              </a:r>
            </a:p>
          </p:txBody>
        </p:sp>
        <p:sp>
          <p:nvSpPr>
            <p:cNvPr id="74" name="矩形 13">
              <a:extLst>
                <a:ext uri="{FF2B5EF4-FFF2-40B4-BE49-F238E27FC236}">
                  <a16:creationId xmlns="" xmlns:a16="http://schemas.microsoft.com/office/drawing/2014/main"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235/179/204</a:t>
              </a:r>
            </a:p>
          </p:txBody>
        </p:sp>
        <p:sp>
          <p:nvSpPr>
            <p:cNvPr id="75" name="矩形 13">
              <a:extLst>
                <a:ext uri="{FF2B5EF4-FFF2-40B4-BE49-F238E27FC236}">
                  <a16:creationId xmlns="" xmlns:a16="http://schemas.microsoft.com/office/drawing/2014/main"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216/179/179</a:t>
              </a:r>
            </a:p>
          </p:txBody>
        </p:sp>
        <p:sp>
          <p:nvSpPr>
            <p:cNvPr id="76" name="矩形 13">
              <a:extLst>
                <a:ext uri="{FF2B5EF4-FFF2-40B4-BE49-F238E27FC236}">
                  <a16:creationId xmlns="" xmlns:a16="http://schemas.microsoft.com/office/drawing/2014/main" id="{20725C9F-31AE-DB44-B70A-B4ECDEC0BC00}"/>
                </a:ext>
              </a:extLst>
            </p:cNvPr>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250/211/187</a:t>
              </a:r>
              <a:endParaRPr kumimoji="1" lang="mr-IN" altLang="zh-CN" sz="500" b="1" dirty="0">
                <a:solidFill>
                  <a:srgbClr val="595757"/>
                </a:solidFill>
                <a:latin typeface="Huawei Sans" panose="020C0503030203020204" pitchFamily="34" charset="0"/>
                <a:ea typeface="Arial" charset="0"/>
                <a:cs typeface="Arial" charset="0"/>
              </a:endParaRPr>
            </a:p>
          </p:txBody>
        </p:sp>
        <p:sp>
          <p:nvSpPr>
            <p:cNvPr id="77" name="矩形 13">
              <a:extLst>
                <a:ext uri="{FF2B5EF4-FFF2-40B4-BE49-F238E27FC236}">
                  <a16:creationId xmlns="" xmlns:a16="http://schemas.microsoft.com/office/drawing/2014/main" id="{AC5BCC27-B68D-0743-8E0B-E25F8D01C3A4}"/>
                </a:ext>
              </a:extLst>
            </p:cNvPr>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208/232/196</a:t>
              </a:r>
            </a:p>
          </p:txBody>
        </p:sp>
        <p:sp>
          <p:nvSpPr>
            <p:cNvPr id="78" name="矩形 13">
              <a:extLst>
                <a:ext uri="{FF2B5EF4-FFF2-40B4-BE49-F238E27FC236}">
                  <a16:creationId xmlns="" xmlns:a16="http://schemas.microsoft.com/office/drawing/2014/main" id="{51C2E83A-C975-6945-B2FD-5B22BBB53DB7}"/>
                </a:ext>
              </a:extLst>
            </p:cNvPr>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254/238/193</a:t>
              </a:r>
            </a:p>
          </p:txBody>
        </p:sp>
        <p:sp>
          <p:nvSpPr>
            <p:cNvPr id="79" name="矩形 13">
              <a:extLst>
                <a:ext uri="{FF2B5EF4-FFF2-40B4-BE49-F238E27FC236}">
                  <a16:creationId xmlns="" xmlns:a16="http://schemas.microsoft.com/office/drawing/2014/main" id="{BEE9A95F-6965-354F-A2C7-2E8C81DDA52F}"/>
                </a:ext>
              </a:extLst>
            </p:cNvPr>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190/23/238</a:t>
              </a:r>
            </a:p>
          </p:txBody>
        </p:sp>
        <p:sp>
          <p:nvSpPr>
            <p:cNvPr id="80" name="矩形 13">
              <a:extLst>
                <a:ext uri="{FF2B5EF4-FFF2-40B4-BE49-F238E27FC236}">
                  <a16:creationId xmlns="" xmlns:a16="http://schemas.microsoft.com/office/drawing/2014/main"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239/178/184</a:t>
              </a:r>
            </a:p>
          </p:txBody>
        </p:sp>
        <p:sp>
          <p:nvSpPr>
            <p:cNvPr id="81" name="矩形 13">
              <a:extLst>
                <a:ext uri="{FF2B5EF4-FFF2-40B4-BE49-F238E27FC236}">
                  <a16:creationId xmlns="" xmlns:a16="http://schemas.microsoft.com/office/drawing/2014/main"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238/179/193</a:t>
              </a:r>
            </a:p>
          </p:txBody>
        </p:sp>
        <p:sp>
          <p:nvSpPr>
            <p:cNvPr id="82" name="矩形 13">
              <a:extLst>
                <a:ext uri="{FF2B5EF4-FFF2-40B4-BE49-F238E27FC236}">
                  <a16:creationId xmlns="" xmlns:a16="http://schemas.microsoft.com/office/drawing/2014/main"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35/24/21</a:t>
              </a:r>
            </a:p>
          </p:txBody>
        </p:sp>
        <p:sp>
          <p:nvSpPr>
            <p:cNvPr id="83" name="矩形 13">
              <a:extLst>
                <a:ext uri="{FF2B5EF4-FFF2-40B4-BE49-F238E27FC236}">
                  <a16:creationId xmlns="" xmlns:a16="http://schemas.microsoft.com/office/drawing/2014/main"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89/87/87</a:t>
              </a:r>
            </a:p>
          </p:txBody>
        </p:sp>
        <p:sp>
          <p:nvSpPr>
            <p:cNvPr id="84" name="矩形 13">
              <a:extLst>
                <a:ext uri="{FF2B5EF4-FFF2-40B4-BE49-F238E27FC236}">
                  <a16:creationId xmlns="" xmlns:a16="http://schemas.microsoft.com/office/drawing/2014/main" id="{0B0545C9-147F-584F-80D2-EF13876D7D33}"/>
                </a:ext>
              </a:extLst>
            </p:cNvPr>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137/137/</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137</a:t>
              </a:r>
            </a:p>
          </p:txBody>
        </p:sp>
        <p:sp>
          <p:nvSpPr>
            <p:cNvPr id="85" name="矩形 13">
              <a:extLst>
                <a:ext uri="{FF2B5EF4-FFF2-40B4-BE49-F238E27FC236}">
                  <a16:creationId xmlns="" xmlns:a16="http://schemas.microsoft.com/office/drawing/2014/main" id="{44FD0A0B-0D45-3340-A523-465AC24134BF}"/>
                </a:ext>
              </a:extLst>
            </p:cNvPr>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181/181/</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181</a:t>
              </a:r>
            </a:p>
          </p:txBody>
        </p:sp>
        <p:sp>
          <p:nvSpPr>
            <p:cNvPr id="86" name="矩形 13">
              <a:extLst>
                <a:ext uri="{FF2B5EF4-FFF2-40B4-BE49-F238E27FC236}">
                  <a16:creationId xmlns="" xmlns:a16="http://schemas.microsoft.com/office/drawing/2014/main" id="{2C404A07-276B-3648-BB25-4EDB5905448C}"/>
                </a:ext>
              </a:extLst>
            </p:cNvPr>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221/221/</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221</a:t>
              </a:r>
            </a:p>
          </p:txBody>
        </p:sp>
        <p:sp>
          <p:nvSpPr>
            <p:cNvPr id="87" name="矩形 13">
              <a:extLst>
                <a:ext uri="{FF2B5EF4-FFF2-40B4-BE49-F238E27FC236}">
                  <a16:creationId xmlns="" xmlns:a16="http://schemas.microsoft.com/office/drawing/2014/main" id="{72B0F29C-A346-8946-9B8E-8F1B9DFF7AD0}"/>
                </a:ext>
              </a:extLst>
            </p:cNvPr>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255/255/</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255</a:t>
              </a:r>
            </a:p>
          </p:txBody>
        </p:sp>
      </p:grpSp>
    </p:spTree>
    <p:extLst>
      <p:ext uri="{BB962C8B-B14F-4D97-AF65-F5344CB8AC3E}">
        <p14:creationId xmlns:p14="http://schemas.microsoft.com/office/powerpoint/2010/main" val="3970965524"/>
      </p:ext>
    </p:extLst>
  </p:cSld>
  <p:clrMap bg1="lt1" tx1="dk1" bg2="lt2" tx2="dk2" accent1="accent1" accent2="accent2" accent3="accent3" accent4="accent4" accent5="accent5" accent6="accent6" hlink="hlink" folHlink="folHlink"/>
  <p:sldLayoutIdLst>
    <p:sldLayoutId id="2147483875" r:id="rId1"/>
    <p:sldLayoutId id="2147483876" r:id="rId2"/>
    <p:sldLayoutId id="2147483877" r:id="rId3"/>
    <p:sldLayoutId id="2147483878" r:id="rId4"/>
    <p:sldLayoutId id="2147483879" r:id="rId5"/>
    <p:sldLayoutId id="2147483880" r:id="rId6"/>
    <p:sldLayoutId id="2147483881" r:id="rId7"/>
    <p:sldLayoutId id="2147483882" r:id="rId8"/>
    <p:sldLayoutId id="2147483883" r:id="rId9"/>
    <p:sldLayoutId id="2147483884" r:id="rId10"/>
  </p:sldLayoutIdLst>
  <p:timing>
    <p:tnLst>
      <p:par>
        <p:cTn id="1" dur="indefinite" restart="never" nodeType="tmRoot"/>
      </p:par>
    </p:tnLst>
  </p:timing>
  <p:txStyles>
    <p:titleStyle>
      <a:lvl1pPr algn="l" defTabSz="914034" rtl="0" eaLnBrk="1" fontAlgn="ctr" latinLnBrk="0" hangingPunct="1">
        <a:lnSpc>
          <a:spcPct val="90000"/>
        </a:lnSpc>
        <a:spcBef>
          <a:spcPct val="0"/>
        </a:spcBef>
        <a:buNone/>
        <a:defRPr lang="zh-CN" altLang="en-US" sz="3200" kern="1200" baseline="0" dirty="0">
          <a:solidFill>
            <a:schemeClr val="tx1"/>
          </a:solidFill>
          <a:latin typeface="Huawei Sans" panose="020C0503030203020204" pitchFamily="34" charset="0"/>
          <a:ea typeface="方正兰亭黑简体" panose="02000000000000000000" pitchFamily="2" charset="-122"/>
          <a:cs typeface="+mn-cs"/>
        </a:defRPr>
      </a:lvl1pPr>
    </p:titleStyle>
    <p:bodyStyle>
      <a:lvl1pPr marL="302279" indent="-302279" algn="l" defTabSz="914034" rtl="0" eaLnBrk="1" fontAlgn="ctr" latinLnBrk="0" hangingPunct="1">
        <a:lnSpc>
          <a:spcPct val="140000"/>
        </a:lnSpc>
        <a:spcBef>
          <a:spcPts val="792"/>
        </a:spcBef>
        <a:buSzPct val="50000"/>
        <a:buFont typeface="Wingdings" panose="05000000000000000000" pitchFamily="2" charset="2"/>
        <a:buChar char="l"/>
        <a:defRPr sz="2199" kern="1200">
          <a:solidFill>
            <a:schemeClr val="tx1"/>
          </a:solidFill>
          <a:latin typeface="Huawei Sans" panose="020C0503030203020204" pitchFamily="34" charset="0"/>
          <a:ea typeface="方正兰亭黑简体" panose="02000000000000000000" pitchFamily="2" charset="-122"/>
          <a:cs typeface="+mn-cs"/>
        </a:defRPr>
      </a:lvl1pPr>
      <a:lvl2pPr marL="654938" indent="-251899" algn="l" defTabSz="914034" rtl="0" eaLnBrk="1" fontAlgn="ctr" latinLnBrk="0" hangingPunct="1">
        <a:lnSpc>
          <a:spcPct val="140000"/>
        </a:lnSpc>
        <a:spcBef>
          <a:spcPts val="720"/>
        </a:spcBef>
        <a:buClrTx/>
        <a:buSzPct val="50000"/>
        <a:buFont typeface="Wingdings" panose="05000000000000000000" pitchFamily="2" charset="2"/>
        <a:buChar char="p"/>
        <a:defRPr sz="1999" kern="1200">
          <a:solidFill>
            <a:schemeClr val="tx1"/>
          </a:solidFill>
          <a:latin typeface="Huawei Sans" panose="020C0503030203020204" pitchFamily="34" charset="0"/>
          <a:ea typeface="方正兰亭黑简体" panose="02000000000000000000" pitchFamily="2" charset="-122"/>
          <a:cs typeface="+mn-cs"/>
        </a:defRPr>
      </a:lvl2pPr>
      <a:lvl3pPr marL="1003998" indent="-201519" algn="l" defTabSz="914034" rtl="0" eaLnBrk="1" fontAlgn="ctr" latinLnBrk="0" hangingPunct="1">
        <a:lnSpc>
          <a:spcPct val="140000"/>
        </a:lnSpc>
        <a:spcBef>
          <a:spcPts val="648"/>
        </a:spcBef>
        <a:buClrTx/>
        <a:buSzPct val="50000"/>
        <a:buFont typeface="Wingdings" panose="05000000000000000000" pitchFamily="2" charset="2"/>
        <a:buChar char="n"/>
        <a:defRPr sz="1799" kern="1200">
          <a:solidFill>
            <a:schemeClr val="tx1"/>
          </a:solidFill>
          <a:latin typeface="Huawei Sans" panose="020C0503030203020204" pitchFamily="34" charset="0"/>
          <a:ea typeface="方正兰亭黑简体" panose="02000000000000000000" pitchFamily="2" charset="-122"/>
          <a:cs typeface="+mn-cs"/>
        </a:defRPr>
      </a:lvl3pPr>
      <a:lvl4pPr marL="1399840" indent="-197921" algn="l" defTabSz="914034" rtl="0" eaLnBrk="1" fontAlgn="ctr" latinLnBrk="0" hangingPunct="1">
        <a:lnSpc>
          <a:spcPct val="140000"/>
        </a:lnSpc>
        <a:spcBef>
          <a:spcPts val="576"/>
        </a:spcBef>
        <a:buFont typeface="Huawei Sans" panose="020C0503030203020204" pitchFamily="34" charset="0"/>
        <a:buChar char="−"/>
        <a:defRPr sz="1599" kern="1200">
          <a:solidFill>
            <a:schemeClr val="tx1"/>
          </a:solidFill>
          <a:latin typeface="Huawei Sans" panose="020C0503030203020204" pitchFamily="34" charset="0"/>
          <a:ea typeface="方正兰亭黑简体" panose="02000000000000000000" pitchFamily="2" charset="-122"/>
          <a:cs typeface="+mn-cs"/>
        </a:defRPr>
      </a:lvl4pPr>
      <a:lvl5pPr marL="1802879" indent="-201519" algn="l" defTabSz="914034" rtl="0" eaLnBrk="1" fontAlgn="ctr" latinLnBrk="0" hangingPunct="1">
        <a:lnSpc>
          <a:spcPct val="140000"/>
        </a:lnSpc>
        <a:spcBef>
          <a:spcPts val="576"/>
        </a:spcBef>
        <a:buFont typeface="Huawei Sans" panose="020C0503030203020204" pitchFamily="34" charset="0"/>
        <a:buChar char="~"/>
        <a:defRPr sz="1399" kern="1200">
          <a:solidFill>
            <a:schemeClr val="tx1"/>
          </a:solidFill>
          <a:latin typeface="Huawei Sans" panose="020C0503030203020204" pitchFamily="34" charset="0"/>
          <a:ea typeface="方正兰亭黑简体" panose="02000000000000000000" pitchFamily="2" charset="-122"/>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p:bodyStyle>
    <p:otherStyle>
      <a:defPPr>
        <a:defRPr lang="zh-CN"/>
      </a:defPPr>
      <a:lvl1pPr marL="0" algn="l" defTabSz="914034" rtl="0" eaLnBrk="1" latinLnBrk="0" hangingPunct="1">
        <a:defRPr sz="1799" kern="1200">
          <a:solidFill>
            <a:schemeClr val="tx1"/>
          </a:solidFill>
          <a:latin typeface="+mn-lt"/>
          <a:ea typeface="+mn-ea"/>
          <a:cs typeface="+mn-cs"/>
        </a:defRPr>
      </a:lvl1pPr>
      <a:lvl2pPr marL="457017" algn="l" defTabSz="914034" rtl="0" eaLnBrk="1" latinLnBrk="0" hangingPunct="1">
        <a:defRPr sz="1799" kern="1200">
          <a:solidFill>
            <a:schemeClr val="tx1"/>
          </a:solidFill>
          <a:latin typeface="+mn-lt"/>
          <a:ea typeface="+mn-ea"/>
          <a:cs typeface="+mn-cs"/>
        </a:defRPr>
      </a:lvl2pPr>
      <a:lvl3pPr marL="914034" algn="l" defTabSz="914034" rtl="0" eaLnBrk="1" latinLnBrk="0" hangingPunct="1">
        <a:defRPr sz="1799" kern="1200">
          <a:solidFill>
            <a:schemeClr val="tx1"/>
          </a:solidFill>
          <a:latin typeface="+mn-lt"/>
          <a:ea typeface="+mn-ea"/>
          <a:cs typeface="+mn-cs"/>
        </a:defRPr>
      </a:lvl3pPr>
      <a:lvl4pPr marL="1371051" algn="l" defTabSz="914034" rtl="0" eaLnBrk="1" latinLnBrk="0" hangingPunct="1">
        <a:defRPr sz="1799" kern="1200">
          <a:solidFill>
            <a:schemeClr val="tx1"/>
          </a:solidFill>
          <a:latin typeface="+mn-lt"/>
          <a:ea typeface="+mn-ea"/>
          <a:cs typeface="+mn-cs"/>
        </a:defRPr>
      </a:lvl4pPr>
      <a:lvl5pPr marL="1828068" algn="l" defTabSz="914034" rtl="0" eaLnBrk="1" latinLnBrk="0" hangingPunct="1">
        <a:defRPr sz="1799" kern="1200">
          <a:solidFill>
            <a:schemeClr val="tx1"/>
          </a:solidFill>
          <a:latin typeface="+mn-lt"/>
          <a:ea typeface="+mn-ea"/>
          <a:cs typeface="+mn-cs"/>
        </a:defRPr>
      </a:lvl5pPr>
      <a:lvl6pPr marL="2285086" algn="l" defTabSz="914034" rtl="0" eaLnBrk="1" latinLnBrk="0" hangingPunct="1">
        <a:defRPr sz="1799" kern="1200">
          <a:solidFill>
            <a:schemeClr val="tx1"/>
          </a:solidFill>
          <a:latin typeface="+mn-lt"/>
          <a:ea typeface="+mn-ea"/>
          <a:cs typeface="+mn-cs"/>
        </a:defRPr>
      </a:lvl6pPr>
      <a:lvl7pPr marL="2742103" algn="l" defTabSz="914034" rtl="0" eaLnBrk="1" latinLnBrk="0" hangingPunct="1">
        <a:defRPr sz="1799" kern="1200">
          <a:solidFill>
            <a:schemeClr val="tx1"/>
          </a:solidFill>
          <a:latin typeface="+mn-lt"/>
          <a:ea typeface="+mn-ea"/>
          <a:cs typeface="+mn-cs"/>
        </a:defRPr>
      </a:lvl7pPr>
      <a:lvl8pPr marL="3199120" algn="l" defTabSz="914034" rtl="0" eaLnBrk="1" latinLnBrk="0" hangingPunct="1">
        <a:defRPr sz="1799" kern="1200">
          <a:solidFill>
            <a:schemeClr val="tx1"/>
          </a:solidFill>
          <a:latin typeface="+mn-lt"/>
          <a:ea typeface="+mn-ea"/>
          <a:cs typeface="+mn-cs"/>
        </a:defRPr>
      </a:lvl8pPr>
      <a:lvl9pPr marL="3656137" algn="l" defTabSz="914034" rtl="0" eaLnBrk="1" latinLnBrk="0" hangingPunct="1">
        <a:defRPr sz="1799"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pos="642">
          <p15:clr>
            <a:srgbClr val="F26B43"/>
          </p15:clr>
        </p15:guide>
        <p15:guide id="2" pos="7038">
          <p15:clr>
            <a:srgbClr val="F26B43"/>
          </p15:clr>
        </p15:guide>
        <p15:guide id="4" orient="horz" pos="3906">
          <p15:clr>
            <a:srgbClr val="F26B43"/>
          </p15:clr>
        </p15:guide>
        <p15:guide id="5" orient="horz" pos="1162">
          <p15:clr>
            <a:srgbClr val="F26B43"/>
          </p15:clr>
        </p15:guide>
        <p15:guide id="6" pos="3840">
          <p15:clr>
            <a:srgbClr val="F26B43"/>
          </p15:clr>
        </p15:guide>
        <p15:guide id="7" orient="horz" pos="731">
          <p15:clr>
            <a:srgbClr val="F26B43"/>
          </p15:clr>
        </p15:guide>
        <p15:guide id="8" orient="horz" pos="867">
          <p15:clr>
            <a:srgbClr val="F26B43"/>
          </p15:clr>
        </p15:guide>
        <p15:guide id="9" orient="horz" pos="234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bwMode="gray">
      <p:bgRef idx="1001">
        <a:schemeClr val="bg1"/>
      </p:bgRef>
    </p:bg>
    <p:spTree>
      <p:nvGrpSpPr>
        <p:cNvPr id="1" name=""/>
        <p:cNvGrpSpPr/>
        <p:nvPr/>
      </p:nvGrpSpPr>
      <p:grpSpPr>
        <a:xfrm>
          <a:off x="0" y="0"/>
          <a:ext cx="0" cy="0"/>
          <a:chOff x="0" y="0"/>
          <a:chExt cx="0" cy="0"/>
        </a:xfrm>
      </p:grpSpPr>
      <p:sp>
        <p:nvSpPr>
          <p:cNvPr id="27" name="Rectangle 6"/>
          <p:cNvSpPr>
            <a:spLocks noGrp="1" noChangeArrowheads="1"/>
          </p:cNvSpPr>
          <p:nvPr>
            <p:ph type="title"/>
          </p:nvPr>
        </p:nvSpPr>
        <p:spPr bwMode="auto">
          <a:xfrm>
            <a:off x="457905" y="457499"/>
            <a:ext cx="11291061" cy="980113"/>
          </a:xfrm>
          <a:prstGeom prst="rect">
            <a:avLst/>
          </a:prstGeom>
        </p:spPr>
        <p:txBody>
          <a:bodyPr lIns="0" tIns="0" rIns="0" bIns="0" anchor="t">
            <a:normAutofit/>
          </a:bodyPr>
          <a:lstStyle/>
          <a:p>
            <a:pPr marL="0" lvl="0" indent="0" defTabSz="1187798">
              <a:lnSpc>
                <a:spcPts val="3430"/>
              </a:lnSpc>
              <a:spcBef>
                <a:spcPts val="0"/>
              </a:spcBef>
              <a:buFont typeface="Arial" panose="020B0604020202020204" pitchFamily="34" charset="0"/>
            </a:pPr>
            <a:r>
              <a:rPr lang="zh-CN" altLang="en-US" dirty="0"/>
              <a:t>单击此处编辑母版标题样式</a:t>
            </a:r>
          </a:p>
        </p:txBody>
      </p:sp>
      <p:sp>
        <p:nvSpPr>
          <p:cNvPr id="28" name="Rectangle 57"/>
          <p:cNvSpPr>
            <a:spLocks noGrp="1" noChangeArrowheads="1"/>
          </p:cNvSpPr>
          <p:nvPr>
            <p:ph type="body" idx="1"/>
          </p:nvPr>
        </p:nvSpPr>
        <p:spPr bwMode="auto">
          <a:xfrm>
            <a:off x="455613" y="1484313"/>
            <a:ext cx="11293475" cy="4443760"/>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3" name="TextBox 2">
            <a:extLst>
              <a:ext uri="{FF2B5EF4-FFF2-40B4-BE49-F238E27FC236}">
                <a16:creationId xmlns="" xmlns:a16="http://schemas.microsoft.com/office/drawing/2014/main" id="{6785A3D6-1271-D247-9E96-1B376F4BE7BE}"/>
              </a:ext>
            </a:extLst>
          </p:cNvPr>
          <p:cNvSpPr txBox="1"/>
          <p:nvPr userDrawn="1"/>
        </p:nvSpPr>
        <p:spPr>
          <a:xfrm>
            <a:off x="1095467" y="6356939"/>
            <a:ext cx="1463467" cy="242864"/>
          </a:xfrm>
          <a:prstGeom prst="rect">
            <a:avLst/>
          </a:prstGeom>
          <a:noFill/>
        </p:spPr>
        <p:txBody>
          <a:bodyPr wrap="square" rtlCol="0">
            <a:spAutoFit/>
          </a:bodyPr>
          <a:lstStyle/>
          <a:p>
            <a:r>
              <a:rPr lang="en-US" sz="974" b="0" baseline="0" dirty="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rPr>
              <a:t>Huawei Confidential</a:t>
            </a:r>
          </a:p>
        </p:txBody>
      </p:sp>
      <p:sp>
        <p:nvSpPr>
          <p:cNvPr id="24" name="TextBox 3">
            <a:extLst>
              <a:ext uri="{FF2B5EF4-FFF2-40B4-BE49-F238E27FC236}">
                <a16:creationId xmlns="" xmlns:a16="http://schemas.microsoft.com/office/drawing/2014/main" id="{EABEE2EE-BF4D-7A4A-B3C6-9E47668CCD98}"/>
              </a:ext>
            </a:extLst>
          </p:cNvPr>
          <p:cNvSpPr txBox="1"/>
          <p:nvPr userDrawn="1"/>
        </p:nvSpPr>
        <p:spPr>
          <a:xfrm>
            <a:off x="734131" y="6402806"/>
            <a:ext cx="499729" cy="150296"/>
          </a:xfrm>
          <a:prstGeom prst="rect">
            <a:avLst/>
          </a:prstGeom>
          <a:noFill/>
        </p:spPr>
        <p:txBody>
          <a:bodyPr wrap="square" lIns="0" tIns="0" rIns="0" bIns="0" rtlCol="0">
            <a:spAutoFit/>
          </a:bodyPr>
          <a:lstStyle/>
          <a:p>
            <a:pPr marL="0" marR="0" lvl="0" indent="0" algn="l" defTabSz="890849" rtl="0" eaLnBrk="1" fontAlgn="auto" latinLnBrk="0" hangingPunct="1">
              <a:lnSpc>
                <a:spcPct val="100000"/>
              </a:lnSpc>
              <a:spcBef>
                <a:spcPts val="0"/>
              </a:spcBef>
              <a:spcAft>
                <a:spcPts val="0"/>
              </a:spcAft>
              <a:buClrTx/>
              <a:buSzTx/>
              <a:buFontTx/>
              <a:buNone/>
              <a:tabLst/>
              <a:defRPr/>
            </a:pPr>
            <a:fld id="{C3837181-38C6-AD4F-B8BA-B444770388BB}" type="slidenum">
              <a:rPr lang="en-US" sz="974" baseline="0" smtClean="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rPr>
              <a:pPr marL="0" marR="0" lvl="0" indent="0" algn="l" defTabSz="890849" rtl="0" eaLnBrk="1" fontAlgn="auto" latinLnBrk="0" hangingPunct="1">
                <a:lnSpc>
                  <a:spcPct val="100000"/>
                </a:lnSpc>
                <a:spcBef>
                  <a:spcPts val="0"/>
                </a:spcBef>
                <a:spcAft>
                  <a:spcPts val="0"/>
                </a:spcAft>
                <a:buClrTx/>
                <a:buSzTx/>
                <a:buFontTx/>
                <a:buNone/>
                <a:tabLst/>
                <a:defRPr/>
              </a:pPr>
              <a:t>‹#›</a:t>
            </a:fld>
            <a:endParaRPr lang="en-US" sz="974" baseline="0" dirty="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endParaRPr>
          </a:p>
        </p:txBody>
      </p:sp>
      <p:pic>
        <p:nvPicPr>
          <p:cNvPr id="25" name="图片 24"/>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10195999" y="6319870"/>
            <a:ext cx="1269075" cy="271153"/>
          </a:xfrm>
          <a:prstGeom prst="rect">
            <a:avLst/>
          </a:prstGeom>
        </p:spPr>
      </p:pic>
      <p:grpSp>
        <p:nvGrpSpPr>
          <p:cNvPr id="29" name="Group 87">
            <a:extLst>
              <a:ext uri="{FF2B5EF4-FFF2-40B4-BE49-F238E27FC236}">
                <a16:creationId xmlns="" xmlns:a16="http://schemas.microsoft.com/office/drawing/2014/main" id="{37333705-F8D6-2847-B3CB-F2FAB51E2A3B}"/>
              </a:ext>
            </a:extLst>
          </p:cNvPr>
          <p:cNvGrpSpPr>
            <a:grpSpLocks noChangeAspect="1"/>
          </p:cNvGrpSpPr>
          <p:nvPr userDrawn="1"/>
        </p:nvGrpSpPr>
        <p:grpSpPr>
          <a:xfrm>
            <a:off x="12290471" y="2625389"/>
            <a:ext cx="1963323" cy="4233515"/>
            <a:chOff x="5343885" y="-48857"/>
            <a:chExt cx="3263586" cy="7037279"/>
          </a:xfrm>
        </p:grpSpPr>
        <p:sp>
          <p:nvSpPr>
            <p:cNvPr id="30" name="矩形 13">
              <a:extLst>
                <a:ext uri="{FF2B5EF4-FFF2-40B4-BE49-F238E27FC236}">
                  <a16:creationId xmlns="" xmlns:a16="http://schemas.microsoft.com/office/drawing/2014/main"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196/0/84</a:t>
              </a:r>
            </a:p>
          </p:txBody>
        </p:sp>
        <p:sp>
          <p:nvSpPr>
            <p:cNvPr id="31" name="文本框 15">
              <a:extLst>
                <a:ext uri="{FF2B5EF4-FFF2-40B4-BE49-F238E27FC236}">
                  <a16:creationId xmlns="" xmlns:a16="http://schemas.microsoft.com/office/drawing/2014/main" id="{8223ADA0-340A-794B-93B7-24AFF612A719}"/>
                </a:ext>
              </a:extLst>
            </p:cNvPr>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公司辅助色</a:t>
              </a:r>
            </a:p>
          </p:txBody>
        </p:sp>
        <p:sp>
          <p:nvSpPr>
            <p:cNvPr id="32" name="矩形 13">
              <a:extLst>
                <a:ext uri="{FF2B5EF4-FFF2-40B4-BE49-F238E27FC236}">
                  <a16:creationId xmlns="" xmlns:a16="http://schemas.microsoft.com/office/drawing/2014/main"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203/55/120</a:t>
              </a:r>
            </a:p>
          </p:txBody>
        </p:sp>
        <p:sp>
          <p:nvSpPr>
            <p:cNvPr id="33" name="矩形 13">
              <a:extLst>
                <a:ext uri="{FF2B5EF4-FFF2-40B4-BE49-F238E27FC236}">
                  <a16:creationId xmlns="" xmlns:a16="http://schemas.microsoft.com/office/drawing/2014/main"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237/109/0</a:t>
              </a:r>
            </a:p>
          </p:txBody>
        </p:sp>
        <p:sp>
          <p:nvSpPr>
            <p:cNvPr id="34" name="矩形 13">
              <a:extLst>
                <a:ext uri="{FF2B5EF4-FFF2-40B4-BE49-F238E27FC236}">
                  <a16:creationId xmlns="" xmlns:a16="http://schemas.microsoft.com/office/drawing/2014/main"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153/54/54</a:t>
              </a:r>
            </a:p>
          </p:txBody>
        </p:sp>
        <p:sp>
          <p:nvSpPr>
            <p:cNvPr id="35" name="矩形 13">
              <a:extLst>
                <a:ext uri="{FF2B5EF4-FFF2-40B4-BE49-F238E27FC236}">
                  <a16:creationId xmlns="" xmlns:a16="http://schemas.microsoft.com/office/drawing/2014/main"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98/178/48</a:t>
              </a:r>
            </a:p>
          </p:txBody>
        </p:sp>
        <p:sp>
          <p:nvSpPr>
            <p:cNvPr id="36" name="矩形 13">
              <a:extLst>
                <a:ext uri="{FF2B5EF4-FFF2-40B4-BE49-F238E27FC236}">
                  <a16:creationId xmlns="" xmlns:a16="http://schemas.microsoft.com/office/drawing/2014/main"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242/137/68</a:t>
              </a:r>
              <a:endParaRPr kumimoji="1" lang="mr-IN" altLang="zh-CN" sz="500" b="1" dirty="0">
                <a:solidFill>
                  <a:srgbClr val="FFFFFF"/>
                </a:solidFill>
                <a:latin typeface="Huawei Sans" panose="020C0503030203020204" pitchFamily="34" charset="0"/>
                <a:ea typeface="Arial" charset="0"/>
                <a:cs typeface="Arial" charset="0"/>
              </a:endParaRPr>
            </a:p>
          </p:txBody>
        </p:sp>
        <p:sp>
          <p:nvSpPr>
            <p:cNvPr id="37" name="矩形 13">
              <a:extLst>
                <a:ext uri="{FF2B5EF4-FFF2-40B4-BE49-F238E27FC236}">
                  <a16:creationId xmlns="" xmlns:a16="http://schemas.microsoft.com/office/drawing/2014/main"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PANTONE 185C</a:t>
              </a:r>
            </a:p>
            <a:p>
              <a:pPr algn="ctr">
                <a:lnSpc>
                  <a:spcPts val="620"/>
                </a:lnSpc>
                <a:spcBef>
                  <a:spcPts val="0"/>
                </a:spcBef>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 </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199/0/11  </a:t>
              </a:r>
            </a:p>
          </p:txBody>
        </p:sp>
        <p:sp>
          <p:nvSpPr>
            <p:cNvPr id="38" name="文本框 15">
              <a:extLst>
                <a:ext uri="{FF2B5EF4-FFF2-40B4-BE49-F238E27FC236}">
                  <a16:creationId xmlns="" xmlns:a16="http://schemas.microsoft.com/office/drawing/2014/main" id="{EA01C299-6FF2-3642-AAEC-A1DF62D9C654}"/>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公司色</a:t>
              </a:r>
            </a:p>
          </p:txBody>
        </p:sp>
        <p:sp>
          <p:nvSpPr>
            <p:cNvPr id="39" name="矩形 13">
              <a:extLst>
                <a:ext uri="{FF2B5EF4-FFF2-40B4-BE49-F238E27FC236}">
                  <a16:creationId xmlns="" xmlns:a16="http://schemas.microsoft.com/office/drawing/2014/main"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PANTONE 186C</a:t>
              </a:r>
            </a:p>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200/16/46  </a:t>
              </a:r>
            </a:p>
          </p:txBody>
        </p:sp>
        <p:sp>
          <p:nvSpPr>
            <p:cNvPr id="40" name="矩形 13">
              <a:extLst>
                <a:ext uri="{FF2B5EF4-FFF2-40B4-BE49-F238E27FC236}">
                  <a16:creationId xmlns="" xmlns:a16="http://schemas.microsoft.com/office/drawing/2014/main"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127/0/1</a:t>
              </a:r>
            </a:p>
          </p:txBody>
        </p:sp>
        <p:sp>
          <p:nvSpPr>
            <p:cNvPr id="41" name="矩形 13">
              <a:extLst>
                <a:ext uri="{FF2B5EF4-FFF2-40B4-BE49-F238E27FC236}">
                  <a16:creationId xmlns="" xmlns:a16="http://schemas.microsoft.com/office/drawing/2014/main"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52/200/0</a:t>
              </a:r>
            </a:p>
          </p:txBody>
        </p:sp>
        <p:sp>
          <p:nvSpPr>
            <p:cNvPr id="42" name="矩形 13">
              <a:extLst>
                <a:ext uri="{FF2B5EF4-FFF2-40B4-BE49-F238E27FC236}">
                  <a16:creationId xmlns="" xmlns:a16="http://schemas.microsoft.com/office/drawing/2014/main"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48/181/197</a:t>
              </a:r>
            </a:p>
          </p:txBody>
        </p:sp>
        <p:sp>
          <p:nvSpPr>
            <p:cNvPr id="43" name="矩形 13">
              <a:extLst>
                <a:ext uri="{FF2B5EF4-FFF2-40B4-BE49-F238E27FC236}">
                  <a16:creationId xmlns="" xmlns:a16="http://schemas.microsoft.com/office/drawing/2014/main" id="{371A8520-F934-304C-B57F-B49F768694E2}"/>
                </a:ext>
              </a:extLst>
            </p:cNvPr>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129/193/95</a:t>
              </a:r>
            </a:p>
          </p:txBody>
        </p:sp>
        <p:sp>
          <p:nvSpPr>
            <p:cNvPr id="44" name="矩形 13">
              <a:extLst>
                <a:ext uri="{FF2B5EF4-FFF2-40B4-BE49-F238E27FC236}">
                  <a16:creationId xmlns="" xmlns:a16="http://schemas.microsoft.com/office/drawing/2014/main" id="{B83004D7-279B-C14E-9FCF-870FA1B74FDF}"/>
                </a:ext>
              </a:extLst>
            </p:cNvPr>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253/211/81</a:t>
              </a:r>
            </a:p>
          </p:txBody>
        </p:sp>
        <p:sp>
          <p:nvSpPr>
            <p:cNvPr id="65" name="矩形 13">
              <a:extLst>
                <a:ext uri="{FF2B5EF4-FFF2-40B4-BE49-F238E27FC236}">
                  <a16:creationId xmlns="" xmlns:a16="http://schemas.microsoft.com/office/drawing/2014/main" id="{99635968-4E69-CC41-9D78-6DF253FE3035}"/>
                </a:ext>
              </a:extLst>
            </p:cNvPr>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86/196/210</a:t>
              </a:r>
            </a:p>
          </p:txBody>
        </p:sp>
        <p:sp>
          <p:nvSpPr>
            <p:cNvPr id="66" name="矩形 13">
              <a:extLst>
                <a:ext uri="{FF2B5EF4-FFF2-40B4-BE49-F238E27FC236}">
                  <a16:creationId xmlns="" xmlns:a16="http://schemas.microsoft.com/office/drawing/2014/main"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211/57/65</a:t>
              </a:r>
            </a:p>
          </p:txBody>
        </p:sp>
        <p:sp>
          <p:nvSpPr>
            <p:cNvPr id="67" name="矩形 13">
              <a:extLst>
                <a:ext uri="{FF2B5EF4-FFF2-40B4-BE49-F238E27FC236}">
                  <a16:creationId xmlns="" xmlns:a16="http://schemas.microsoft.com/office/drawing/2014/main"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211/56/89</a:t>
              </a:r>
            </a:p>
          </p:txBody>
        </p:sp>
        <p:sp>
          <p:nvSpPr>
            <p:cNvPr id="68" name="矩形 13">
              <a:extLst>
                <a:ext uri="{FF2B5EF4-FFF2-40B4-BE49-F238E27FC236}">
                  <a16:creationId xmlns="" xmlns:a16="http://schemas.microsoft.com/office/drawing/2014/main"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221/128/170</a:t>
              </a:r>
            </a:p>
          </p:txBody>
        </p:sp>
        <p:sp>
          <p:nvSpPr>
            <p:cNvPr id="69" name="矩形 13">
              <a:extLst>
                <a:ext uri="{FF2B5EF4-FFF2-40B4-BE49-F238E27FC236}">
                  <a16:creationId xmlns="" xmlns:a16="http://schemas.microsoft.com/office/drawing/2014/main"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191/128/130</a:t>
              </a:r>
            </a:p>
          </p:txBody>
        </p:sp>
        <p:sp>
          <p:nvSpPr>
            <p:cNvPr id="70" name="矩形 13">
              <a:extLst>
                <a:ext uri="{FF2B5EF4-FFF2-40B4-BE49-F238E27FC236}">
                  <a16:creationId xmlns="" xmlns:a16="http://schemas.microsoft.com/office/drawing/2014/main"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246/183/140</a:t>
              </a:r>
              <a:endParaRPr kumimoji="1" lang="mr-IN" altLang="zh-CN" sz="500" b="1" dirty="0">
                <a:solidFill>
                  <a:srgbClr val="595757"/>
                </a:solidFill>
                <a:latin typeface="Huawei Sans" panose="020C0503030203020204" pitchFamily="34" charset="0"/>
                <a:ea typeface="Arial" charset="0"/>
                <a:cs typeface="Arial" charset="0"/>
              </a:endParaRPr>
            </a:p>
          </p:txBody>
        </p:sp>
        <p:sp>
          <p:nvSpPr>
            <p:cNvPr id="71" name="矩形 13">
              <a:extLst>
                <a:ext uri="{FF2B5EF4-FFF2-40B4-BE49-F238E27FC236}">
                  <a16:creationId xmlns="" xmlns:a16="http://schemas.microsoft.com/office/drawing/2014/main"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176/216/156</a:t>
              </a:r>
            </a:p>
          </p:txBody>
        </p:sp>
        <p:sp>
          <p:nvSpPr>
            <p:cNvPr id="72" name="矩形 13">
              <a:extLst>
                <a:ext uri="{FF2B5EF4-FFF2-40B4-BE49-F238E27FC236}">
                  <a16:creationId xmlns="" xmlns:a16="http://schemas.microsoft.com/office/drawing/2014/main"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253/227/181</a:t>
              </a:r>
            </a:p>
          </p:txBody>
        </p:sp>
        <p:sp>
          <p:nvSpPr>
            <p:cNvPr id="73" name="矩形 13">
              <a:extLst>
                <a:ext uri="{FF2B5EF4-FFF2-40B4-BE49-F238E27FC236}">
                  <a16:creationId xmlns="" xmlns:a16="http://schemas.microsoft.com/office/drawing/2014/main"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148/218/226</a:t>
              </a:r>
            </a:p>
          </p:txBody>
        </p:sp>
        <p:sp>
          <p:nvSpPr>
            <p:cNvPr id="74" name="矩形 13">
              <a:extLst>
                <a:ext uri="{FF2B5EF4-FFF2-40B4-BE49-F238E27FC236}">
                  <a16:creationId xmlns="" xmlns:a16="http://schemas.microsoft.com/office/drawing/2014/main"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226/129/137</a:t>
              </a:r>
            </a:p>
          </p:txBody>
        </p:sp>
        <p:sp>
          <p:nvSpPr>
            <p:cNvPr id="75" name="矩形 13">
              <a:extLst>
                <a:ext uri="{FF2B5EF4-FFF2-40B4-BE49-F238E27FC236}">
                  <a16:creationId xmlns="" xmlns:a16="http://schemas.microsoft.com/office/drawing/2014/main"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226/129/152</a:t>
              </a:r>
            </a:p>
          </p:txBody>
        </p:sp>
        <p:sp>
          <p:nvSpPr>
            <p:cNvPr id="76" name="矩形 13">
              <a:extLst>
                <a:ext uri="{FF2B5EF4-FFF2-40B4-BE49-F238E27FC236}">
                  <a16:creationId xmlns="" xmlns:a16="http://schemas.microsoft.com/office/drawing/2014/main"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235/179/204</a:t>
              </a:r>
            </a:p>
          </p:txBody>
        </p:sp>
        <p:sp>
          <p:nvSpPr>
            <p:cNvPr id="77" name="矩形 13">
              <a:extLst>
                <a:ext uri="{FF2B5EF4-FFF2-40B4-BE49-F238E27FC236}">
                  <a16:creationId xmlns="" xmlns:a16="http://schemas.microsoft.com/office/drawing/2014/main"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216/179/179</a:t>
              </a:r>
            </a:p>
          </p:txBody>
        </p:sp>
        <p:sp>
          <p:nvSpPr>
            <p:cNvPr id="78" name="矩形 13">
              <a:extLst>
                <a:ext uri="{FF2B5EF4-FFF2-40B4-BE49-F238E27FC236}">
                  <a16:creationId xmlns="" xmlns:a16="http://schemas.microsoft.com/office/drawing/2014/main" id="{20725C9F-31AE-DB44-B70A-B4ECDEC0BC00}"/>
                </a:ext>
              </a:extLst>
            </p:cNvPr>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250/211/187</a:t>
              </a:r>
              <a:endParaRPr kumimoji="1" lang="mr-IN" altLang="zh-CN" sz="500" b="1" dirty="0">
                <a:solidFill>
                  <a:srgbClr val="595757"/>
                </a:solidFill>
                <a:latin typeface="Huawei Sans" panose="020C0503030203020204" pitchFamily="34" charset="0"/>
                <a:ea typeface="Arial" charset="0"/>
                <a:cs typeface="Arial" charset="0"/>
              </a:endParaRPr>
            </a:p>
          </p:txBody>
        </p:sp>
        <p:sp>
          <p:nvSpPr>
            <p:cNvPr id="79" name="矩形 13">
              <a:extLst>
                <a:ext uri="{FF2B5EF4-FFF2-40B4-BE49-F238E27FC236}">
                  <a16:creationId xmlns="" xmlns:a16="http://schemas.microsoft.com/office/drawing/2014/main" id="{AC5BCC27-B68D-0743-8E0B-E25F8D01C3A4}"/>
                </a:ext>
              </a:extLst>
            </p:cNvPr>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208/232/196</a:t>
              </a:r>
            </a:p>
          </p:txBody>
        </p:sp>
        <p:sp>
          <p:nvSpPr>
            <p:cNvPr id="80" name="矩形 13">
              <a:extLst>
                <a:ext uri="{FF2B5EF4-FFF2-40B4-BE49-F238E27FC236}">
                  <a16:creationId xmlns="" xmlns:a16="http://schemas.microsoft.com/office/drawing/2014/main" id="{51C2E83A-C975-6945-B2FD-5B22BBB53DB7}"/>
                </a:ext>
              </a:extLst>
            </p:cNvPr>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254/238/193</a:t>
              </a:r>
            </a:p>
          </p:txBody>
        </p:sp>
        <p:sp>
          <p:nvSpPr>
            <p:cNvPr id="81" name="矩形 13">
              <a:extLst>
                <a:ext uri="{FF2B5EF4-FFF2-40B4-BE49-F238E27FC236}">
                  <a16:creationId xmlns="" xmlns:a16="http://schemas.microsoft.com/office/drawing/2014/main" id="{BEE9A95F-6965-354F-A2C7-2E8C81DDA52F}"/>
                </a:ext>
              </a:extLst>
            </p:cNvPr>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190/23/238</a:t>
              </a:r>
            </a:p>
          </p:txBody>
        </p:sp>
        <p:sp>
          <p:nvSpPr>
            <p:cNvPr id="82" name="矩形 13">
              <a:extLst>
                <a:ext uri="{FF2B5EF4-FFF2-40B4-BE49-F238E27FC236}">
                  <a16:creationId xmlns="" xmlns:a16="http://schemas.microsoft.com/office/drawing/2014/main"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239/178/184</a:t>
              </a:r>
            </a:p>
          </p:txBody>
        </p:sp>
        <p:sp>
          <p:nvSpPr>
            <p:cNvPr id="83" name="矩形 13">
              <a:extLst>
                <a:ext uri="{FF2B5EF4-FFF2-40B4-BE49-F238E27FC236}">
                  <a16:creationId xmlns="" xmlns:a16="http://schemas.microsoft.com/office/drawing/2014/main"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238/179/193</a:t>
              </a:r>
            </a:p>
          </p:txBody>
        </p:sp>
        <p:sp>
          <p:nvSpPr>
            <p:cNvPr id="84" name="矩形 13">
              <a:extLst>
                <a:ext uri="{FF2B5EF4-FFF2-40B4-BE49-F238E27FC236}">
                  <a16:creationId xmlns="" xmlns:a16="http://schemas.microsoft.com/office/drawing/2014/main"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35/24/21</a:t>
              </a:r>
            </a:p>
          </p:txBody>
        </p:sp>
        <p:sp>
          <p:nvSpPr>
            <p:cNvPr id="85" name="矩形 13">
              <a:extLst>
                <a:ext uri="{FF2B5EF4-FFF2-40B4-BE49-F238E27FC236}">
                  <a16:creationId xmlns="" xmlns:a16="http://schemas.microsoft.com/office/drawing/2014/main"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89/87/87</a:t>
              </a:r>
            </a:p>
          </p:txBody>
        </p:sp>
        <p:sp>
          <p:nvSpPr>
            <p:cNvPr id="86" name="矩形 13">
              <a:extLst>
                <a:ext uri="{FF2B5EF4-FFF2-40B4-BE49-F238E27FC236}">
                  <a16:creationId xmlns="" xmlns:a16="http://schemas.microsoft.com/office/drawing/2014/main" id="{0B0545C9-147F-584F-80D2-EF13876D7D33}"/>
                </a:ext>
              </a:extLst>
            </p:cNvPr>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137/137/</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137</a:t>
              </a:r>
            </a:p>
          </p:txBody>
        </p:sp>
        <p:sp>
          <p:nvSpPr>
            <p:cNvPr id="87" name="矩形 13">
              <a:extLst>
                <a:ext uri="{FF2B5EF4-FFF2-40B4-BE49-F238E27FC236}">
                  <a16:creationId xmlns="" xmlns:a16="http://schemas.microsoft.com/office/drawing/2014/main" id="{44FD0A0B-0D45-3340-A523-465AC24134BF}"/>
                </a:ext>
              </a:extLst>
            </p:cNvPr>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181/181/</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181</a:t>
              </a:r>
            </a:p>
          </p:txBody>
        </p:sp>
        <p:sp>
          <p:nvSpPr>
            <p:cNvPr id="88" name="矩形 13">
              <a:extLst>
                <a:ext uri="{FF2B5EF4-FFF2-40B4-BE49-F238E27FC236}">
                  <a16:creationId xmlns="" xmlns:a16="http://schemas.microsoft.com/office/drawing/2014/main" id="{2C404A07-276B-3648-BB25-4EDB5905448C}"/>
                </a:ext>
              </a:extLst>
            </p:cNvPr>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221/221/</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221</a:t>
              </a:r>
            </a:p>
          </p:txBody>
        </p:sp>
        <p:sp>
          <p:nvSpPr>
            <p:cNvPr id="89" name="矩形 13">
              <a:extLst>
                <a:ext uri="{FF2B5EF4-FFF2-40B4-BE49-F238E27FC236}">
                  <a16:creationId xmlns="" xmlns:a16="http://schemas.microsoft.com/office/drawing/2014/main" id="{72B0F29C-A346-8946-9B8E-8F1B9DFF7AD0}"/>
                </a:ext>
              </a:extLst>
            </p:cNvPr>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255/255/</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255</a:t>
              </a:r>
            </a:p>
          </p:txBody>
        </p:sp>
      </p:grpSp>
    </p:spTree>
    <p:extLst>
      <p:ext uri="{BB962C8B-B14F-4D97-AF65-F5344CB8AC3E}">
        <p14:creationId xmlns:p14="http://schemas.microsoft.com/office/powerpoint/2010/main" val="3855767675"/>
      </p:ext>
    </p:extLst>
  </p:cSld>
  <p:clrMap bg1="lt1" tx1="dk1" bg2="lt2" tx2="dk2" accent1="accent1" accent2="accent2" accent3="accent3" accent4="accent4" accent5="accent5" accent6="accent6" hlink="hlink" folHlink="folHlink"/>
  <p:sldLayoutIdLst>
    <p:sldLayoutId id="2147483886" r:id="rId1"/>
    <p:sldLayoutId id="2147483887" r:id="rId2"/>
    <p:sldLayoutId id="2147483888" r:id="rId3"/>
    <p:sldLayoutId id="2147483889" r:id="rId4"/>
    <p:sldLayoutId id="2147483890" r:id="rId5"/>
  </p:sldLayoutIdLst>
  <p:timing>
    <p:tnLst>
      <p:par>
        <p:cTn id="1" dur="indefinite" restart="never" nodeType="tmRoot"/>
      </p:par>
    </p:tnLst>
  </p:timing>
  <p:txStyles>
    <p:titleStyle>
      <a:lvl1pPr algn="l" defTabSz="914034" rtl="0" eaLnBrk="1" fontAlgn="base" latinLnBrk="0" hangingPunct="1">
        <a:lnSpc>
          <a:spcPct val="90000"/>
        </a:lnSpc>
        <a:spcBef>
          <a:spcPct val="0"/>
        </a:spcBef>
        <a:buNone/>
        <a:defRPr lang="zh-CN" altLang="en-US" sz="3200" kern="1200" baseline="0" dirty="0">
          <a:solidFill>
            <a:schemeClr val="tx1"/>
          </a:solidFill>
          <a:latin typeface="Huawei Sans" panose="020C0503030203020204" pitchFamily="34" charset="0"/>
          <a:ea typeface="方正兰亭黑简体" panose="02000000000000000000" pitchFamily="2" charset="-122"/>
          <a:cs typeface="+mn-cs"/>
        </a:defRPr>
      </a:lvl1pPr>
    </p:titleStyle>
    <p:bodyStyle>
      <a:lvl1pPr marL="302279" indent="-302279" algn="l" defTabSz="914034" rtl="0" eaLnBrk="1" fontAlgn="base" latinLnBrk="0" hangingPunct="1">
        <a:lnSpc>
          <a:spcPct val="140000"/>
        </a:lnSpc>
        <a:spcBef>
          <a:spcPts val="792"/>
        </a:spcBef>
        <a:buSzPct val="50000"/>
        <a:buFont typeface="Wingdings" panose="05000000000000000000" pitchFamily="2" charset="2"/>
        <a:buChar char="l"/>
        <a:defRPr sz="2199" kern="1200" baseline="0">
          <a:solidFill>
            <a:schemeClr val="tx1"/>
          </a:solidFill>
          <a:latin typeface="Huawei Sans" panose="020C0503030203020204" pitchFamily="34" charset="0"/>
          <a:ea typeface="方正兰亭黑简体" panose="02000000000000000000" pitchFamily="2" charset="-122"/>
          <a:cs typeface="+mn-cs"/>
        </a:defRPr>
      </a:lvl1pPr>
      <a:lvl2pPr marL="654938" indent="-251899" algn="l" defTabSz="914034" rtl="0" eaLnBrk="1" fontAlgn="base" latinLnBrk="0" hangingPunct="1">
        <a:lnSpc>
          <a:spcPct val="140000"/>
        </a:lnSpc>
        <a:spcBef>
          <a:spcPts val="720"/>
        </a:spcBef>
        <a:buClrTx/>
        <a:buSzPct val="50000"/>
        <a:buFont typeface="Wingdings" panose="05000000000000000000" pitchFamily="2" charset="2"/>
        <a:buChar char="p"/>
        <a:defRPr sz="1999" kern="1200" baseline="0">
          <a:solidFill>
            <a:schemeClr val="tx1"/>
          </a:solidFill>
          <a:latin typeface="Huawei Sans" panose="020C0503030203020204" pitchFamily="34" charset="0"/>
          <a:ea typeface="方正兰亭黑简体" panose="02000000000000000000" pitchFamily="2" charset="-122"/>
          <a:cs typeface="+mn-cs"/>
        </a:defRPr>
      </a:lvl2pPr>
      <a:lvl3pPr marL="1003998" indent="-201519" algn="l" defTabSz="914034" rtl="0" eaLnBrk="1" fontAlgn="base" latinLnBrk="0" hangingPunct="1">
        <a:lnSpc>
          <a:spcPct val="140000"/>
        </a:lnSpc>
        <a:spcBef>
          <a:spcPts val="648"/>
        </a:spcBef>
        <a:buClrTx/>
        <a:buSzPct val="50000"/>
        <a:buFont typeface="Wingdings" panose="05000000000000000000" pitchFamily="2" charset="2"/>
        <a:buChar char="n"/>
        <a:defRPr sz="1799" kern="1200" baseline="0">
          <a:solidFill>
            <a:schemeClr val="tx1"/>
          </a:solidFill>
          <a:latin typeface="Huawei Sans" panose="020C0503030203020204" pitchFamily="34" charset="0"/>
          <a:ea typeface="方正兰亭黑简体" panose="02000000000000000000" pitchFamily="2" charset="-122"/>
          <a:cs typeface="+mn-cs"/>
        </a:defRPr>
      </a:lvl3pPr>
      <a:lvl4pPr marL="1399840" indent="-197921" algn="l" defTabSz="914034" rtl="0" eaLnBrk="1" fontAlgn="base" latinLnBrk="0" hangingPunct="1">
        <a:lnSpc>
          <a:spcPct val="140000"/>
        </a:lnSpc>
        <a:spcBef>
          <a:spcPts val="576"/>
        </a:spcBef>
        <a:buFont typeface="Huawei Sans" panose="020C0503030203020204" pitchFamily="34" charset="0"/>
        <a:buChar char="−"/>
        <a:defRPr sz="1599" kern="1200" baseline="0">
          <a:solidFill>
            <a:schemeClr val="tx1"/>
          </a:solidFill>
          <a:latin typeface="Huawei Sans" panose="020C0503030203020204" pitchFamily="34" charset="0"/>
          <a:ea typeface="方正兰亭黑简体" panose="02000000000000000000" pitchFamily="2" charset="-122"/>
          <a:cs typeface="+mn-cs"/>
        </a:defRPr>
      </a:lvl4pPr>
      <a:lvl5pPr marL="1802879" indent="-201519" algn="l" defTabSz="914034" rtl="0" eaLnBrk="1" fontAlgn="base" latinLnBrk="0" hangingPunct="1">
        <a:lnSpc>
          <a:spcPct val="140000"/>
        </a:lnSpc>
        <a:spcBef>
          <a:spcPts val="576"/>
        </a:spcBef>
        <a:buFont typeface="Huawei Sans" panose="020C0503030203020204" pitchFamily="34" charset="0"/>
        <a:buChar char="~"/>
        <a:defRPr sz="1399" kern="1200" baseline="0">
          <a:solidFill>
            <a:schemeClr val="tx1"/>
          </a:solidFill>
          <a:latin typeface="Huawei Sans" panose="020C0503030203020204" pitchFamily="34" charset="0"/>
          <a:ea typeface="方正兰亭黑简体" panose="02000000000000000000" pitchFamily="2" charset="-122"/>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p:bodyStyle>
    <p:otherStyle>
      <a:defPPr>
        <a:defRPr lang="zh-CN"/>
      </a:defPPr>
      <a:lvl1pPr marL="0" algn="l" defTabSz="914034" rtl="0" eaLnBrk="1" latinLnBrk="0" hangingPunct="1">
        <a:defRPr sz="1799" kern="1200">
          <a:solidFill>
            <a:schemeClr val="tx1"/>
          </a:solidFill>
          <a:latin typeface="+mn-lt"/>
          <a:ea typeface="+mn-ea"/>
          <a:cs typeface="+mn-cs"/>
        </a:defRPr>
      </a:lvl1pPr>
      <a:lvl2pPr marL="457017" algn="l" defTabSz="914034" rtl="0" eaLnBrk="1" latinLnBrk="0" hangingPunct="1">
        <a:defRPr sz="1799" kern="1200">
          <a:solidFill>
            <a:schemeClr val="tx1"/>
          </a:solidFill>
          <a:latin typeface="+mn-lt"/>
          <a:ea typeface="+mn-ea"/>
          <a:cs typeface="+mn-cs"/>
        </a:defRPr>
      </a:lvl2pPr>
      <a:lvl3pPr marL="914034" algn="l" defTabSz="914034" rtl="0" eaLnBrk="1" latinLnBrk="0" hangingPunct="1">
        <a:defRPr sz="1799" kern="1200">
          <a:solidFill>
            <a:schemeClr val="tx1"/>
          </a:solidFill>
          <a:latin typeface="+mn-lt"/>
          <a:ea typeface="+mn-ea"/>
          <a:cs typeface="+mn-cs"/>
        </a:defRPr>
      </a:lvl3pPr>
      <a:lvl4pPr marL="1371051" algn="l" defTabSz="914034" rtl="0" eaLnBrk="1" latinLnBrk="0" hangingPunct="1">
        <a:defRPr sz="1799" kern="1200">
          <a:solidFill>
            <a:schemeClr val="tx1"/>
          </a:solidFill>
          <a:latin typeface="+mn-lt"/>
          <a:ea typeface="+mn-ea"/>
          <a:cs typeface="+mn-cs"/>
        </a:defRPr>
      </a:lvl4pPr>
      <a:lvl5pPr marL="1828068" algn="l" defTabSz="914034" rtl="0" eaLnBrk="1" latinLnBrk="0" hangingPunct="1">
        <a:defRPr sz="1799" kern="1200">
          <a:solidFill>
            <a:schemeClr val="tx1"/>
          </a:solidFill>
          <a:latin typeface="+mn-lt"/>
          <a:ea typeface="+mn-ea"/>
          <a:cs typeface="+mn-cs"/>
        </a:defRPr>
      </a:lvl5pPr>
      <a:lvl6pPr marL="2285086" algn="l" defTabSz="914034" rtl="0" eaLnBrk="1" latinLnBrk="0" hangingPunct="1">
        <a:defRPr sz="1799" kern="1200">
          <a:solidFill>
            <a:schemeClr val="tx1"/>
          </a:solidFill>
          <a:latin typeface="+mn-lt"/>
          <a:ea typeface="+mn-ea"/>
          <a:cs typeface="+mn-cs"/>
        </a:defRPr>
      </a:lvl6pPr>
      <a:lvl7pPr marL="2742103" algn="l" defTabSz="914034" rtl="0" eaLnBrk="1" latinLnBrk="0" hangingPunct="1">
        <a:defRPr sz="1799" kern="1200">
          <a:solidFill>
            <a:schemeClr val="tx1"/>
          </a:solidFill>
          <a:latin typeface="+mn-lt"/>
          <a:ea typeface="+mn-ea"/>
          <a:cs typeface="+mn-cs"/>
        </a:defRPr>
      </a:lvl7pPr>
      <a:lvl8pPr marL="3199120" algn="l" defTabSz="914034" rtl="0" eaLnBrk="1" latinLnBrk="0" hangingPunct="1">
        <a:defRPr sz="1799" kern="1200">
          <a:solidFill>
            <a:schemeClr val="tx1"/>
          </a:solidFill>
          <a:latin typeface="+mn-lt"/>
          <a:ea typeface="+mn-ea"/>
          <a:cs typeface="+mn-cs"/>
        </a:defRPr>
      </a:lvl8pPr>
      <a:lvl9pPr marL="3656137" algn="l" defTabSz="914034" rtl="0" eaLnBrk="1" latinLnBrk="0" hangingPunct="1">
        <a:defRPr sz="1799"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pos="279">
          <p15:clr>
            <a:srgbClr val="F26B43"/>
          </p15:clr>
        </p15:guide>
        <p15:guide id="2" pos="7401">
          <p15:clr>
            <a:srgbClr val="F26B43"/>
          </p15:clr>
        </p15:guide>
        <p15:guide id="3" orient="horz" pos="2341">
          <p15:clr>
            <a:srgbClr val="F26B43"/>
          </p15:clr>
        </p15:guide>
        <p15:guide id="4" orient="horz" pos="3906">
          <p15:clr>
            <a:srgbClr val="F26B43"/>
          </p15:clr>
        </p15:guide>
        <p15:guide id="5" orient="horz" pos="935">
          <p15:clr>
            <a:srgbClr val="F26B43"/>
          </p15:clr>
        </p15:guide>
        <p15:guide id="6" pos="3840">
          <p15:clr>
            <a:srgbClr val="F26B43"/>
          </p15:clr>
        </p15:guide>
        <p15:guide id="7" orient="horz" pos="278">
          <p15:clr>
            <a:srgbClr val="F26B43"/>
          </p15:clr>
        </p15:guide>
        <p15:guide id="8" orient="horz" pos="913">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grpSp>
        <p:nvGrpSpPr>
          <p:cNvPr id="29" name="Group 87">
            <a:extLst>
              <a:ext uri="{FF2B5EF4-FFF2-40B4-BE49-F238E27FC236}">
                <a16:creationId xmlns:a16="http://schemas.microsoft.com/office/drawing/2014/main" xmlns="" id="{37333705-F8D6-2847-B3CB-F2FAB51E2A3B}"/>
              </a:ext>
            </a:extLst>
          </p:cNvPr>
          <p:cNvGrpSpPr>
            <a:grpSpLocks noChangeAspect="1"/>
          </p:cNvGrpSpPr>
          <p:nvPr userDrawn="1"/>
        </p:nvGrpSpPr>
        <p:grpSpPr>
          <a:xfrm>
            <a:off x="12290471" y="2625389"/>
            <a:ext cx="1963323" cy="4233515"/>
            <a:chOff x="5343885" y="-48857"/>
            <a:chExt cx="3263586" cy="7037279"/>
          </a:xfrm>
        </p:grpSpPr>
        <p:sp>
          <p:nvSpPr>
            <p:cNvPr id="30" name="矩形 13">
              <a:extLst>
                <a:ext uri="{FF2B5EF4-FFF2-40B4-BE49-F238E27FC236}">
                  <a16:creationId xmlns:a16="http://schemas.microsoft.com/office/drawing/2014/main" xmlns=""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196/0/84</a:t>
              </a:r>
            </a:p>
          </p:txBody>
        </p:sp>
        <p:sp>
          <p:nvSpPr>
            <p:cNvPr id="31" name="文本框 15">
              <a:extLst>
                <a:ext uri="{FF2B5EF4-FFF2-40B4-BE49-F238E27FC236}">
                  <a16:creationId xmlns:a16="http://schemas.microsoft.com/office/drawing/2014/main" xmlns="" id="{8223ADA0-340A-794B-93B7-24AFF612A719}"/>
                </a:ext>
              </a:extLst>
            </p:cNvPr>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公司辅助色</a:t>
              </a:r>
            </a:p>
          </p:txBody>
        </p:sp>
        <p:sp>
          <p:nvSpPr>
            <p:cNvPr id="32" name="矩形 13">
              <a:extLst>
                <a:ext uri="{FF2B5EF4-FFF2-40B4-BE49-F238E27FC236}">
                  <a16:creationId xmlns:a16="http://schemas.microsoft.com/office/drawing/2014/main" xmlns=""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203/55/120</a:t>
              </a:r>
            </a:p>
          </p:txBody>
        </p:sp>
        <p:sp>
          <p:nvSpPr>
            <p:cNvPr id="33" name="矩形 13">
              <a:extLst>
                <a:ext uri="{FF2B5EF4-FFF2-40B4-BE49-F238E27FC236}">
                  <a16:creationId xmlns:a16="http://schemas.microsoft.com/office/drawing/2014/main" xmlns=""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237/109/0</a:t>
              </a:r>
            </a:p>
          </p:txBody>
        </p:sp>
        <p:sp>
          <p:nvSpPr>
            <p:cNvPr id="34" name="矩形 13">
              <a:extLst>
                <a:ext uri="{FF2B5EF4-FFF2-40B4-BE49-F238E27FC236}">
                  <a16:creationId xmlns:a16="http://schemas.microsoft.com/office/drawing/2014/main" xmlns=""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153/54/54</a:t>
              </a:r>
            </a:p>
          </p:txBody>
        </p:sp>
        <p:sp>
          <p:nvSpPr>
            <p:cNvPr id="35" name="矩形 13">
              <a:extLst>
                <a:ext uri="{FF2B5EF4-FFF2-40B4-BE49-F238E27FC236}">
                  <a16:creationId xmlns:a16="http://schemas.microsoft.com/office/drawing/2014/main" xmlns=""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98/178/48</a:t>
              </a:r>
            </a:p>
          </p:txBody>
        </p:sp>
        <p:sp>
          <p:nvSpPr>
            <p:cNvPr id="36" name="矩形 13">
              <a:extLst>
                <a:ext uri="{FF2B5EF4-FFF2-40B4-BE49-F238E27FC236}">
                  <a16:creationId xmlns:a16="http://schemas.microsoft.com/office/drawing/2014/main" xmlns=""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242/137/68</a:t>
              </a:r>
              <a:endParaRPr kumimoji="1" lang="mr-IN" altLang="zh-CN" sz="500" b="1" dirty="0">
                <a:solidFill>
                  <a:srgbClr val="FFFFFF"/>
                </a:solidFill>
                <a:latin typeface="Arial" charset="0"/>
                <a:ea typeface="Arial" charset="0"/>
                <a:cs typeface="Arial" charset="0"/>
              </a:endParaRPr>
            </a:p>
          </p:txBody>
        </p:sp>
        <p:sp>
          <p:nvSpPr>
            <p:cNvPr id="37" name="矩形 13">
              <a:extLst>
                <a:ext uri="{FF2B5EF4-FFF2-40B4-BE49-F238E27FC236}">
                  <a16:creationId xmlns:a16="http://schemas.microsoft.com/office/drawing/2014/main" xmlns=""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185C</a:t>
              </a:r>
            </a:p>
            <a:p>
              <a:pPr algn="ctr">
                <a:lnSpc>
                  <a:spcPts val="620"/>
                </a:lnSpc>
                <a:spcBef>
                  <a:spcPts val="0"/>
                </a:spcBef>
              </a:pPr>
              <a:r>
                <a:rPr kumimoji="1" lang="en-US" altLang="zh-CN" sz="500" b="1" dirty="0">
                  <a:solidFill>
                    <a:schemeClr val="tx2"/>
                  </a:solidFill>
                  <a:latin typeface="Arial" charset="0"/>
                  <a:ea typeface="Arial" charset="0"/>
                  <a:cs typeface="Arial" charset="0"/>
                </a:rPr>
                <a:t>RGB </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199/0/11  </a:t>
              </a:r>
            </a:p>
          </p:txBody>
        </p:sp>
        <p:sp>
          <p:nvSpPr>
            <p:cNvPr id="38" name="文本框 15">
              <a:extLst>
                <a:ext uri="{FF2B5EF4-FFF2-40B4-BE49-F238E27FC236}">
                  <a16:creationId xmlns:a16="http://schemas.microsoft.com/office/drawing/2014/main" xmlns="" id="{EA01C299-6FF2-3642-AAEC-A1DF62D9C654}"/>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公司色</a:t>
              </a:r>
            </a:p>
          </p:txBody>
        </p:sp>
        <p:sp>
          <p:nvSpPr>
            <p:cNvPr id="39" name="矩形 13">
              <a:extLst>
                <a:ext uri="{FF2B5EF4-FFF2-40B4-BE49-F238E27FC236}">
                  <a16:creationId xmlns:a16="http://schemas.microsoft.com/office/drawing/2014/main" xmlns=""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186C</a:t>
              </a:r>
            </a:p>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200/16/46  </a:t>
              </a:r>
            </a:p>
          </p:txBody>
        </p:sp>
        <p:sp>
          <p:nvSpPr>
            <p:cNvPr id="40" name="矩形 13">
              <a:extLst>
                <a:ext uri="{FF2B5EF4-FFF2-40B4-BE49-F238E27FC236}">
                  <a16:creationId xmlns:a16="http://schemas.microsoft.com/office/drawing/2014/main" xmlns=""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127/0/1</a:t>
              </a:r>
            </a:p>
          </p:txBody>
        </p:sp>
        <p:sp>
          <p:nvSpPr>
            <p:cNvPr id="41" name="矩形 13">
              <a:extLst>
                <a:ext uri="{FF2B5EF4-FFF2-40B4-BE49-F238E27FC236}">
                  <a16:creationId xmlns:a16="http://schemas.microsoft.com/office/drawing/2014/main" xmlns=""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52/200/0</a:t>
              </a:r>
            </a:p>
          </p:txBody>
        </p:sp>
        <p:sp>
          <p:nvSpPr>
            <p:cNvPr id="42" name="矩形 13">
              <a:extLst>
                <a:ext uri="{FF2B5EF4-FFF2-40B4-BE49-F238E27FC236}">
                  <a16:creationId xmlns:a16="http://schemas.microsoft.com/office/drawing/2014/main" xmlns=""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48/181/197</a:t>
              </a:r>
            </a:p>
          </p:txBody>
        </p:sp>
        <p:sp>
          <p:nvSpPr>
            <p:cNvPr id="43" name="矩形 13">
              <a:extLst>
                <a:ext uri="{FF2B5EF4-FFF2-40B4-BE49-F238E27FC236}">
                  <a16:creationId xmlns:a16="http://schemas.microsoft.com/office/drawing/2014/main" xmlns="" id="{371A8520-F934-304C-B57F-B49F768694E2}"/>
                </a:ext>
              </a:extLst>
            </p:cNvPr>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129/193/95</a:t>
              </a:r>
            </a:p>
          </p:txBody>
        </p:sp>
        <p:sp>
          <p:nvSpPr>
            <p:cNvPr id="44" name="矩形 13">
              <a:extLst>
                <a:ext uri="{FF2B5EF4-FFF2-40B4-BE49-F238E27FC236}">
                  <a16:creationId xmlns:a16="http://schemas.microsoft.com/office/drawing/2014/main" xmlns="" id="{B83004D7-279B-C14E-9FCF-870FA1B74FDF}"/>
                </a:ext>
              </a:extLst>
            </p:cNvPr>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253/211/81</a:t>
              </a:r>
            </a:p>
          </p:txBody>
        </p:sp>
        <p:sp>
          <p:nvSpPr>
            <p:cNvPr id="45" name="矩形 13">
              <a:extLst>
                <a:ext uri="{FF2B5EF4-FFF2-40B4-BE49-F238E27FC236}">
                  <a16:creationId xmlns:a16="http://schemas.microsoft.com/office/drawing/2014/main" xmlns="" id="{99635968-4E69-CC41-9D78-6DF253FE3035}"/>
                </a:ext>
              </a:extLst>
            </p:cNvPr>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86/196/210</a:t>
              </a:r>
            </a:p>
          </p:txBody>
        </p:sp>
        <p:sp>
          <p:nvSpPr>
            <p:cNvPr id="46" name="矩形 13">
              <a:extLst>
                <a:ext uri="{FF2B5EF4-FFF2-40B4-BE49-F238E27FC236}">
                  <a16:creationId xmlns:a16="http://schemas.microsoft.com/office/drawing/2014/main" xmlns=""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211/57/65</a:t>
              </a:r>
            </a:p>
          </p:txBody>
        </p:sp>
        <p:sp>
          <p:nvSpPr>
            <p:cNvPr id="47" name="矩形 13">
              <a:extLst>
                <a:ext uri="{FF2B5EF4-FFF2-40B4-BE49-F238E27FC236}">
                  <a16:creationId xmlns:a16="http://schemas.microsoft.com/office/drawing/2014/main" xmlns=""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211/56/89</a:t>
              </a:r>
            </a:p>
          </p:txBody>
        </p:sp>
        <p:sp>
          <p:nvSpPr>
            <p:cNvPr id="48" name="矩形 13">
              <a:extLst>
                <a:ext uri="{FF2B5EF4-FFF2-40B4-BE49-F238E27FC236}">
                  <a16:creationId xmlns:a16="http://schemas.microsoft.com/office/drawing/2014/main" xmlns=""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221/128/170</a:t>
              </a:r>
            </a:p>
          </p:txBody>
        </p:sp>
        <p:sp>
          <p:nvSpPr>
            <p:cNvPr id="49" name="矩形 13">
              <a:extLst>
                <a:ext uri="{FF2B5EF4-FFF2-40B4-BE49-F238E27FC236}">
                  <a16:creationId xmlns:a16="http://schemas.microsoft.com/office/drawing/2014/main" xmlns=""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191/128/130</a:t>
              </a:r>
            </a:p>
          </p:txBody>
        </p:sp>
        <p:sp>
          <p:nvSpPr>
            <p:cNvPr id="50" name="矩形 13">
              <a:extLst>
                <a:ext uri="{FF2B5EF4-FFF2-40B4-BE49-F238E27FC236}">
                  <a16:creationId xmlns:a16="http://schemas.microsoft.com/office/drawing/2014/main" xmlns=""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246/183/140</a:t>
              </a:r>
              <a:endParaRPr kumimoji="1" lang="mr-IN" altLang="zh-CN" sz="500" b="1" dirty="0">
                <a:solidFill>
                  <a:srgbClr val="595757"/>
                </a:solidFill>
                <a:latin typeface="Arial" charset="0"/>
                <a:ea typeface="Arial" charset="0"/>
                <a:cs typeface="Arial" charset="0"/>
              </a:endParaRPr>
            </a:p>
          </p:txBody>
        </p:sp>
        <p:sp>
          <p:nvSpPr>
            <p:cNvPr id="51" name="矩形 13">
              <a:extLst>
                <a:ext uri="{FF2B5EF4-FFF2-40B4-BE49-F238E27FC236}">
                  <a16:creationId xmlns:a16="http://schemas.microsoft.com/office/drawing/2014/main" xmlns=""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176/216/156</a:t>
              </a:r>
            </a:p>
          </p:txBody>
        </p:sp>
        <p:sp>
          <p:nvSpPr>
            <p:cNvPr id="52" name="矩形 13">
              <a:extLst>
                <a:ext uri="{FF2B5EF4-FFF2-40B4-BE49-F238E27FC236}">
                  <a16:creationId xmlns:a16="http://schemas.microsoft.com/office/drawing/2014/main" xmlns=""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253/227/181</a:t>
              </a:r>
            </a:p>
          </p:txBody>
        </p:sp>
        <p:sp>
          <p:nvSpPr>
            <p:cNvPr id="53" name="矩形 13">
              <a:extLst>
                <a:ext uri="{FF2B5EF4-FFF2-40B4-BE49-F238E27FC236}">
                  <a16:creationId xmlns:a16="http://schemas.microsoft.com/office/drawing/2014/main" xmlns=""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148/218/226</a:t>
              </a:r>
            </a:p>
          </p:txBody>
        </p:sp>
        <p:sp>
          <p:nvSpPr>
            <p:cNvPr id="54" name="矩形 13">
              <a:extLst>
                <a:ext uri="{FF2B5EF4-FFF2-40B4-BE49-F238E27FC236}">
                  <a16:creationId xmlns:a16="http://schemas.microsoft.com/office/drawing/2014/main" xmlns=""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226/129/137</a:t>
              </a:r>
            </a:p>
          </p:txBody>
        </p:sp>
        <p:sp>
          <p:nvSpPr>
            <p:cNvPr id="55" name="矩形 13">
              <a:extLst>
                <a:ext uri="{FF2B5EF4-FFF2-40B4-BE49-F238E27FC236}">
                  <a16:creationId xmlns:a16="http://schemas.microsoft.com/office/drawing/2014/main" xmlns=""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226/129/152</a:t>
              </a:r>
            </a:p>
          </p:txBody>
        </p:sp>
        <p:sp>
          <p:nvSpPr>
            <p:cNvPr id="56" name="矩形 13">
              <a:extLst>
                <a:ext uri="{FF2B5EF4-FFF2-40B4-BE49-F238E27FC236}">
                  <a16:creationId xmlns:a16="http://schemas.microsoft.com/office/drawing/2014/main" xmlns=""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235/179/204</a:t>
              </a:r>
            </a:p>
          </p:txBody>
        </p:sp>
        <p:sp>
          <p:nvSpPr>
            <p:cNvPr id="57" name="矩形 13">
              <a:extLst>
                <a:ext uri="{FF2B5EF4-FFF2-40B4-BE49-F238E27FC236}">
                  <a16:creationId xmlns:a16="http://schemas.microsoft.com/office/drawing/2014/main" xmlns=""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216/179/179</a:t>
              </a:r>
            </a:p>
          </p:txBody>
        </p:sp>
        <p:sp>
          <p:nvSpPr>
            <p:cNvPr id="58" name="矩形 13">
              <a:extLst>
                <a:ext uri="{FF2B5EF4-FFF2-40B4-BE49-F238E27FC236}">
                  <a16:creationId xmlns:a16="http://schemas.microsoft.com/office/drawing/2014/main" xmlns="" id="{20725C9F-31AE-DB44-B70A-B4ECDEC0BC00}"/>
                </a:ext>
              </a:extLst>
            </p:cNvPr>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250/211/187</a:t>
              </a:r>
              <a:endParaRPr kumimoji="1" lang="mr-IN" altLang="zh-CN" sz="500" b="1" dirty="0">
                <a:solidFill>
                  <a:srgbClr val="595757"/>
                </a:solidFill>
                <a:latin typeface="Arial" charset="0"/>
                <a:ea typeface="Arial" charset="0"/>
                <a:cs typeface="Arial" charset="0"/>
              </a:endParaRPr>
            </a:p>
          </p:txBody>
        </p:sp>
        <p:sp>
          <p:nvSpPr>
            <p:cNvPr id="59" name="矩形 13">
              <a:extLst>
                <a:ext uri="{FF2B5EF4-FFF2-40B4-BE49-F238E27FC236}">
                  <a16:creationId xmlns:a16="http://schemas.microsoft.com/office/drawing/2014/main" xmlns="" id="{AC5BCC27-B68D-0743-8E0B-E25F8D01C3A4}"/>
                </a:ext>
              </a:extLst>
            </p:cNvPr>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208/232/196</a:t>
              </a:r>
            </a:p>
          </p:txBody>
        </p:sp>
        <p:sp>
          <p:nvSpPr>
            <p:cNvPr id="60" name="矩形 13">
              <a:extLst>
                <a:ext uri="{FF2B5EF4-FFF2-40B4-BE49-F238E27FC236}">
                  <a16:creationId xmlns:a16="http://schemas.microsoft.com/office/drawing/2014/main" xmlns="" id="{51C2E83A-C975-6945-B2FD-5B22BBB53DB7}"/>
                </a:ext>
              </a:extLst>
            </p:cNvPr>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254/238/193</a:t>
              </a:r>
            </a:p>
          </p:txBody>
        </p:sp>
        <p:sp>
          <p:nvSpPr>
            <p:cNvPr id="61" name="矩形 13">
              <a:extLst>
                <a:ext uri="{FF2B5EF4-FFF2-40B4-BE49-F238E27FC236}">
                  <a16:creationId xmlns:a16="http://schemas.microsoft.com/office/drawing/2014/main" xmlns="" id="{BEE9A95F-6965-354F-A2C7-2E8C81DDA52F}"/>
                </a:ext>
              </a:extLst>
            </p:cNvPr>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190/23/238</a:t>
              </a:r>
            </a:p>
          </p:txBody>
        </p:sp>
        <p:sp>
          <p:nvSpPr>
            <p:cNvPr id="62" name="矩形 13">
              <a:extLst>
                <a:ext uri="{FF2B5EF4-FFF2-40B4-BE49-F238E27FC236}">
                  <a16:creationId xmlns:a16="http://schemas.microsoft.com/office/drawing/2014/main" xmlns=""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239/178/184</a:t>
              </a:r>
            </a:p>
          </p:txBody>
        </p:sp>
        <p:sp>
          <p:nvSpPr>
            <p:cNvPr id="63" name="矩形 13">
              <a:extLst>
                <a:ext uri="{FF2B5EF4-FFF2-40B4-BE49-F238E27FC236}">
                  <a16:creationId xmlns:a16="http://schemas.microsoft.com/office/drawing/2014/main" xmlns=""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238/179/193</a:t>
              </a:r>
            </a:p>
          </p:txBody>
        </p:sp>
        <p:sp>
          <p:nvSpPr>
            <p:cNvPr id="64" name="矩形 13">
              <a:extLst>
                <a:ext uri="{FF2B5EF4-FFF2-40B4-BE49-F238E27FC236}">
                  <a16:creationId xmlns:a16="http://schemas.microsoft.com/office/drawing/2014/main" xmlns=""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35/24/21</a:t>
              </a:r>
            </a:p>
          </p:txBody>
        </p:sp>
        <p:sp>
          <p:nvSpPr>
            <p:cNvPr id="65" name="矩形 13">
              <a:extLst>
                <a:ext uri="{FF2B5EF4-FFF2-40B4-BE49-F238E27FC236}">
                  <a16:creationId xmlns:a16="http://schemas.microsoft.com/office/drawing/2014/main" xmlns=""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89/87/87</a:t>
              </a:r>
            </a:p>
          </p:txBody>
        </p:sp>
        <p:sp>
          <p:nvSpPr>
            <p:cNvPr id="66" name="矩形 13">
              <a:extLst>
                <a:ext uri="{FF2B5EF4-FFF2-40B4-BE49-F238E27FC236}">
                  <a16:creationId xmlns:a16="http://schemas.microsoft.com/office/drawing/2014/main" xmlns="" id="{0B0545C9-147F-584F-80D2-EF13876D7D33}"/>
                </a:ext>
              </a:extLst>
            </p:cNvPr>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137/137/</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137</a:t>
              </a:r>
            </a:p>
          </p:txBody>
        </p:sp>
        <p:sp>
          <p:nvSpPr>
            <p:cNvPr id="67" name="矩形 13">
              <a:extLst>
                <a:ext uri="{FF2B5EF4-FFF2-40B4-BE49-F238E27FC236}">
                  <a16:creationId xmlns:a16="http://schemas.microsoft.com/office/drawing/2014/main" xmlns="" id="{44FD0A0B-0D45-3340-A523-465AC24134BF}"/>
                </a:ext>
              </a:extLst>
            </p:cNvPr>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181/181/</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181</a:t>
              </a:r>
            </a:p>
          </p:txBody>
        </p:sp>
        <p:sp>
          <p:nvSpPr>
            <p:cNvPr id="68" name="矩形 13">
              <a:extLst>
                <a:ext uri="{FF2B5EF4-FFF2-40B4-BE49-F238E27FC236}">
                  <a16:creationId xmlns:a16="http://schemas.microsoft.com/office/drawing/2014/main" xmlns="" id="{2C404A07-276B-3648-BB25-4EDB5905448C}"/>
                </a:ext>
              </a:extLst>
            </p:cNvPr>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221/221/</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221</a:t>
              </a:r>
            </a:p>
          </p:txBody>
        </p:sp>
        <p:sp>
          <p:nvSpPr>
            <p:cNvPr id="69" name="矩形 13">
              <a:extLst>
                <a:ext uri="{FF2B5EF4-FFF2-40B4-BE49-F238E27FC236}">
                  <a16:creationId xmlns:a16="http://schemas.microsoft.com/office/drawing/2014/main" xmlns="" id="{72B0F29C-A346-8946-9B8E-8F1B9DFF7AD0}"/>
                </a:ext>
              </a:extLst>
            </p:cNvPr>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p>
            <a:p>
              <a:pPr algn="ctr">
                <a:lnSpc>
                  <a:spcPts val="620"/>
                </a:lnSpc>
              </a:pPr>
              <a:r>
                <a:rPr kumimoji="1" lang="en-US" altLang="zh-CN" sz="500" b="1" dirty="0">
                  <a:solidFill>
                    <a:srgbClr val="595757"/>
                  </a:solidFill>
                  <a:latin typeface="Arial" charset="0"/>
                  <a:ea typeface="Arial" charset="0"/>
                  <a:cs typeface="Arial" charset="0"/>
                </a:rPr>
                <a:t>255/255/</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255</a:t>
              </a:r>
            </a:p>
          </p:txBody>
        </p:sp>
      </p:grpSp>
      <p:sp>
        <p:nvSpPr>
          <p:cNvPr id="70" name="Title Placeholder 1">
            <a:extLst>
              <a:ext uri="{FF2B5EF4-FFF2-40B4-BE49-F238E27FC236}">
                <a16:creationId xmlns:a16="http://schemas.microsoft.com/office/drawing/2014/main" xmlns="" id="{145F1158-B1AA-8F41-AF0A-FEA0EC1874AC}"/>
              </a:ext>
            </a:extLst>
          </p:cNvPr>
          <p:cNvSpPr>
            <a:spLocks noGrp="1"/>
          </p:cNvSpPr>
          <p:nvPr>
            <p:ph type="title"/>
          </p:nvPr>
        </p:nvSpPr>
        <p:spPr>
          <a:xfrm>
            <a:off x="616573" y="1474269"/>
            <a:ext cx="3984232" cy="2816080"/>
          </a:xfrm>
          <a:prstGeom prst="rect">
            <a:avLst/>
          </a:prstGeom>
        </p:spPr>
        <p:txBody>
          <a:bodyPr vert="horz" lIns="91440" tIns="45720" rIns="91440" bIns="45720" rtlCol="0" anchor="t">
            <a:normAutofit/>
          </a:bodyPr>
          <a:lstStyle/>
          <a:p>
            <a:r>
              <a:rPr lang="en-US" dirty="0"/>
              <a:t>Click to edit Master title style</a:t>
            </a:r>
          </a:p>
        </p:txBody>
      </p:sp>
      <p:sp>
        <p:nvSpPr>
          <p:cNvPr id="71" name="Text Placeholder 1">
            <a:extLst>
              <a:ext uri="{FF2B5EF4-FFF2-40B4-BE49-F238E27FC236}">
                <a16:creationId xmlns:a16="http://schemas.microsoft.com/office/drawing/2014/main" xmlns="" id="{F8FC7CCD-75EB-9C44-BC7D-29679334A8CA}"/>
              </a:ext>
            </a:extLst>
          </p:cNvPr>
          <p:cNvSpPr txBox="1">
            <a:spLocks/>
          </p:cNvSpPr>
          <p:nvPr userDrawn="1"/>
        </p:nvSpPr>
        <p:spPr>
          <a:xfrm>
            <a:off x="7979357" y="2794960"/>
            <a:ext cx="3225168" cy="2029962"/>
          </a:xfrm>
          <a:prstGeom prst="rect">
            <a:avLst/>
          </a:prstGeom>
        </p:spPr>
        <p:txBody>
          <a:bodyPr lIns="0" tIns="0" rIns="0" bIns="0">
            <a:norm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rgbClr val="FFFFFF"/>
                </a:solidFill>
                <a:latin typeface="Microsoft YaHei" panose="020B0503020204020204" pitchFamily="34" charset="-122"/>
                <a:ea typeface="Microsoft YaHei" panose="020B0503020204020204" pitchFamily="34" charset="-122"/>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ts val="1065"/>
              </a:lnSpc>
            </a:pPr>
            <a:r>
              <a:rPr kumimoji="1" lang="en-US" altLang="zh-CN" sz="850" b="1" baseline="0" dirty="0" smtClean="0">
                <a:solidFill>
                  <a:srgbClr val="1D1D1B"/>
                </a:solidFill>
                <a:latin typeface="+mj-lt"/>
              </a:rPr>
              <a:t>Copyright©2021 </a:t>
            </a:r>
            <a:r>
              <a:rPr kumimoji="1" lang="en-US" altLang="zh-CN" sz="850" b="1" baseline="0" dirty="0">
                <a:solidFill>
                  <a:srgbClr val="1D1D1B"/>
                </a:solidFill>
                <a:latin typeface="+mj-lt"/>
              </a:rPr>
              <a:t>Huawei Technologies Co., Ltd.</a:t>
            </a:r>
            <a:br>
              <a:rPr kumimoji="1" lang="en-US" altLang="zh-CN" sz="850" b="1" baseline="0" dirty="0">
                <a:solidFill>
                  <a:srgbClr val="1D1D1B"/>
                </a:solidFill>
                <a:latin typeface="+mj-lt"/>
              </a:rPr>
            </a:br>
            <a:r>
              <a:rPr kumimoji="1" lang="en-US" altLang="zh-CN" sz="850" b="1" baseline="0" dirty="0">
                <a:solidFill>
                  <a:srgbClr val="1D1D1B"/>
                </a:solidFill>
                <a:latin typeface="+mj-lt"/>
              </a:rPr>
              <a:t>All Rights Reserved.</a:t>
            </a:r>
            <a:r>
              <a:rPr kumimoji="1" lang="en-US" altLang="zh-CN" sz="779" dirty="0">
                <a:solidFill>
                  <a:srgbClr val="1D1D1B"/>
                </a:solidFill>
                <a:latin typeface="+mn-lt"/>
              </a:rPr>
              <a:t/>
            </a:r>
            <a:br>
              <a:rPr kumimoji="1" lang="en-US" altLang="zh-CN" sz="779" dirty="0">
                <a:solidFill>
                  <a:srgbClr val="1D1D1B"/>
                </a:solidFill>
                <a:latin typeface="+mn-lt"/>
              </a:rPr>
            </a:br>
            <a:r>
              <a:rPr kumimoji="1" lang="en-US" altLang="zh-CN" sz="779" dirty="0">
                <a:solidFill>
                  <a:srgbClr val="1D1D1B"/>
                </a:solidFill>
                <a:latin typeface="+mn-lt"/>
              </a:rPr>
              <a:t/>
            </a:r>
            <a:br>
              <a:rPr kumimoji="1" lang="en-US" altLang="zh-CN" sz="779" dirty="0">
                <a:solidFill>
                  <a:srgbClr val="1D1D1B"/>
                </a:solidFill>
                <a:latin typeface="+mn-lt"/>
              </a:rPr>
            </a:br>
            <a:r>
              <a:rPr kumimoji="1" lang="en-US" altLang="zh-CN" sz="850" baseline="0" dirty="0">
                <a:solidFill>
                  <a:srgbClr val="1D1D1B"/>
                </a:solidFill>
                <a:latin typeface="+mn-lt"/>
                <a:cs typeface="Arial" panose="020B0604020202020204" pitchFamily="34" charset="0"/>
              </a:rPr>
              <a:t>The information in this document may contain predictive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statements including, without limitation, statements regarding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the future financial and operating results, future product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portfolio, new technology, etc. There are a number of factors that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could cause actual results and developments to differ materially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from those expressed or implied in the predictive statements.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Therefore, such information is provided for reference purpose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only and constitutes neither an offer nor an acceptance. Huawei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may change the information at any time without notice. </a:t>
            </a:r>
          </a:p>
          <a:p>
            <a:pPr>
              <a:lnSpc>
                <a:spcPts val="1065"/>
              </a:lnSpc>
            </a:pPr>
            <a:endParaRPr kumimoji="1" lang="zh-CN" altLang="en-US" sz="779" dirty="0">
              <a:solidFill>
                <a:srgbClr val="1D1D1B"/>
              </a:solidFill>
              <a:latin typeface="+mn-lt"/>
            </a:endParaRPr>
          </a:p>
        </p:txBody>
      </p:sp>
      <p:sp>
        <p:nvSpPr>
          <p:cNvPr id="72" name="Subtitle 6">
            <a:extLst>
              <a:ext uri="{FF2B5EF4-FFF2-40B4-BE49-F238E27FC236}">
                <a16:creationId xmlns:a16="http://schemas.microsoft.com/office/drawing/2014/main" xmlns="" id="{12B8F806-ABD5-064C-8793-5E22C72554FD}"/>
              </a:ext>
            </a:extLst>
          </p:cNvPr>
          <p:cNvSpPr txBox="1">
            <a:spLocks/>
          </p:cNvSpPr>
          <p:nvPr userDrawn="1"/>
        </p:nvSpPr>
        <p:spPr>
          <a:xfrm>
            <a:off x="7987276" y="1631849"/>
            <a:ext cx="3477701" cy="491114"/>
          </a:xfrm>
          <a:prstGeom prst="rect">
            <a:avLst/>
          </a:prstGeom>
        </p:spPr>
        <p:txBody>
          <a:bodyPr lIns="0" tIns="0" rIns="0" bIns="0">
            <a:norm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rgbClr val="FFFFFF"/>
                </a:solidFill>
                <a:latin typeface="Microsoft YaHei" panose="020B0503020204020204" pitchFamily="34" charset="-122"/>
                <a:ea typeface="Microsoft YaHei" panose="020B0503020204020204" pitchFamily="34" charset="-122"/>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ts val="1681"/>
              </a:lnSpc>
              <a:spcBef>
                <a:spcPts val="0"/>
              </a:spcBef>
            </a:pPr>
            <a:r>
              <a:rPr kumimoji="1" lang="zh-CN" altLang="en-US" sz="1300" dirty="0">
                <a:solidFill>
                  <a:srgbClr val="1D1D1B"/>
                </a:solidFill>
                <a:latin typeface="Microsoft YaHei" charset="-122"/>
                <a:ea typeface="Microsoft YaHei" charset="-122"/>
                <a:cs typeface="Microsoft YaHei" charset="-122"/>
              </a:rPr>
              <a:t>把数字世界带入每个人、每个家庭、</a:t>
            </a:r>
            <a:r>
              <a:rPr kumimoji="1" lang="en-US" altLang="zh-CN" sz="1300" dirty="0">
                <a:solidFill>
                  <a:srgbClr val="1D1D1B"/>
                </a:solidFill>
                <a:latin typeface="Microsoft YaHei" charset="-122"/>
                <a:ea typeface="Microsoft YaHei" charset="-122"/>
                <a:cs typeface="Microsoft YaHei" charset="-122"/>
              </a:rPr>
              <a:t/>
            </a:r>
            <a:br>
              <a:rPr kumimoji="1" lang="en-US" altLang="zh-CN" sz="1300" dirty="0">
                <a:solidFill>
                  <a:srgbClr val="1D1D1B"/>
                </a:solidFill>
                <a:latin typeface="Microsoft YaHei" charset="-122"/>
                <a:ea typeface="Microsoft YaHei" charset="-122"/>
                <a:cs typeface="Microsoft YaHei" charset="-122"/>
              </a:rPr>
            </a:br>
            <a:r>
              <a:rPr kumimoji="1" lang="zh-CN" altLang="en-US" sz="1300" dirty="0">
                <a:solidFill>
                  <a:srgbClr val="1D1D1B"/>
                </a:solidFill>
                <a:latin typeface="Microsoft YaHei" charset="-122"/>
                <a:ea typeface="Microsoft YaHei" charset="-122"/>
                <a:cs typeface="Microsoft YaHei" charset="-122"/>
              </a:rPr>
              <a:t>每个组织，构建万物互联的智能世界。</a:t>
            </a:r>
          </a:p>
        </p:txBody>
      </p:sp>
      <p:sp>
        <p:nvSpPr>
          <p:cNvPr id="73" name="Subtitle 6">
            <a:extLst>
              <a:ext uri="{FF2B5EF4-FFF2-40B4-BE49-F238E27FC236}">
                <a16:creationId xmlns:a16="http://schemas.microsoft.com/office/drawing/2014/main" xmlns="" id="{F1235B6F-D691-2C40-93D4-EC5427ADDFB0}"/>
              </a:ext>
            </a:extLst>
          </p:cNvPr>
          <p:cNvSpPr txBox="1">
            <a:spLocks/>
          </p:cNvSpPr>
          <p:nvPr userDrawn="1"/>
        </p:nvSpPr>
        <p:spPr>
          <a:xfrm>
            <a:off x="7977672" y="2106124"/>
            <a:ext cx="3481833" cy="582808"/>
          </a:xfrm>
          <a:prstGeom prst="rect">
            <a:avLst/>
          </a:prstGeom>
        </p:spPr>
        <p:txBody>
          <a:bodyPr vert="horz" lIns="0" tIns="0" rIns="0" bIns="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chemeClr val="tx1"/>
                </a:solidFill>
                <a:latin typeface="Microsoft YaHei" panose="020B0503020204020204" pitchFamily="34" charset="-122"/>
                <a:ea typeface="Microsoft YaHei" panose="020B0503020204020204" pitchFamily="34" charset="-122"/>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ts val="1294"/>
              </a:lnSpc>
            </a:pPr>
            <a:r>
              <a:rPr kumimoji="1" lang="en-US" altLang="zh-CN" sz="1200" dirty="0">
                <a:solidFill>
                  <a:srgbClr val="1D1D1B"/>
                </a:solidFill>
                <a:latin typeface="+mn-lt"/>
                <a:cs typeface="Arial" panose="020B0604020202020204" pitchFamily="34" charset="0"/>
              </a:rPr>
              <a:t>Bring digital to every person, home, and </a:t>
            </a:r>
            <a:br>
              <a:rPr kumimoji="1" lang="en-US" altLang="zh-CN" sz="1200" dirty="0">
                <a:solidFill>
                  <a:srgbClr val="1D1D1B"/>
                </a:solidFill>
                <a:latin typeface="+mn-lt"/>
                <a:cs typeface="Arial" panose="020B0604020202020204" pitchFamily="34" charset="0"/>
              </a:rPr>
            </a:br>
            <a:r>
              <a:rPr kumimoji="1" lang="en-US" altLang="zh-CN" sz="1200" dirty="0">
                <a:solidFill>
                  <a:srgbClr val="1D1D1B"/>
                </a:solidFill>
                <a:latin typeface="+mn-lt"/>
                <a:cs typeface="Arial" panose="020B0604020202020204" pitchFamily="34" charset="0"/>
              </a:rPr>
              <a:t>organization for a fully connected, </a:t>
            </a:r>
            <a:br>
              <a:rPr kumimoji="1" lang="en-US" altLang="zh-CN" sz="1200" dirty="0">
                <a:solidFill>
                  <a:srgbClr val="1D1D1B"/>
                </a:solidFill>
                <a:latin typeface="+mn-lt"/>
                <a:cs typeface="Arial" panose="020B0604020202020204" pitchFamily="34" charset="0"/>
              </a:rPr>
            </a:br>
            <a:r>
              <a:rPr kumimoji="1" lang="en-US" altLang="zh-CN" sz="1200" dirty="0">
                <a:solidFill>
                  <a:srgbClr val="1D1D1B"/>
                </a:solidFill>
                <a:latin typeface="+mn-lt"/>
                <a:cs typeface="Arial" panose="020B0604020202020204" pitchFamily="34" charset="0"/>
              </a:rPr>
              <a:t>intelligent world.</a:t>
            </a:r>
            <a:endParaRPr kumimoji="1" lang="zh-CN" altLang="en-US" sz="1200" dirty="0">
              <a:solidFill>
                <a:srgbClr val="1D1D1B"/>
              </a:solidFill>
              <a:latin typeface="+mn-lt"/>
              <a:ea typeface="Microsoft YaHei" charset="-122"/>
              <a:cs typeface="Microsoft YaHei" charset="-122"/>
            </a:endParaRPr>
          </a:p>
        </p:txBody>
      </p:sp>
      <p:pic>
        <p:nvPicPr>
          <p:cNvPr id="74" name="图片 7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975497" y="5251150"/>
            <a:ext cx="1869596" cy="399462"/>
          </a:xfrm>
          <a:prstGeom prst="rect">
            <a:avLst/>
          </a:prstGeom>
        </p:spPr>
      </p:pic>
    </p:spTree>
    <p:extLst>
      <p:ext uri="{BB962C8B-B14F-4D97-AF65-F5344CB8AC3E}">
        <p14:creationId xmlns:p14="http://schemas.microsoft.com/office/powerpoint/2010/main" val="3019321380"/>
      </p:ext>
    </p:extLst>
  </p:cSld>
  <p:clrMap bg1="lt1" tx1="dk1" bg2="lt2" tx2="dk2" accent1="accent1" accent2="accent2" accent3="accent3" accent4="accent4" accent5="accent5" accent6="accent6" hlink="hlink" folHlink="folHlink"/>
  <p:sldLayoutIdLst>
    <p:sldLayoutId id="2147483892" r:id="rId1"/>
  </p:sldLayoutIdLst>
  <p:timing>
    <p:tnLst>
      <p:par>
        <p:cTn id="1" dur="indefinite" restart="never" nodeType="tmRoot"/>
      </p:par>
    </p:tnLst>
  </p:timing>
  <p:hf hdr="0" ftr="0" dt="0"/>
  <p:txStyles>
    <p:titleStyle>
      <a:lvl1pPr algn="l" defTabSz="1187323" rtl="0" eaLnBrk="1" latinLnBrk="0" hangingPunct="1">
        <a:lnSpc>
          <a:spcPct val="90000"/>
        </a:lnSpc>
        <a:spcBef>
          <a:spcPct val="0"/>
        </a:spcBef>
        <a:buNone/>
        <a:defRPr sz="4998" b="0" kern="1200">
          <a:solidFill>
            <a:schemeClr val="tx1"/>
          </a:solidFill>
          <a:latin typeface="Huawei Sans" panose="020C0503030203020204" pitchFamily="34" charset="0"/>
          <a:ea typeface="方正兰亭黑简体" panose="02000000000000000000" pitchFamily="2" charset="-122"/>
          <a:cs typeface="Huawei Sans" panose="020C0503030203020204" pitchFamily="34" charset="0"/>
        </a:defRPr>
      </a:lvl1pPr>
    </p:titleStyle>
    <p:bodyStyle>
      <a:lvl1pPr marL="0" indent="0" algn="l" defTabSz="1187323" rtl="0" eaLnBrk="1" latinLnBrk="0" hangingPunct="1">
        <a:lnSpc>
          <a:spcPct val="90000"/>
        </a:lnSpc>
        <a:spcBef>
          <a:spcPts val="1298"/>
        </a:spcBef>
        <a:buFont typeface="Arial" panose="020B0604020202020204" pitchFamily="34" charset="0"/>
        <a:buNone/>
        <a:defRPr sz="1818" kern="1200">
          <a:solidFill>
            <a:srgbClr val="FFFFFF"/>
          </a:solidFill>
          <a:latin typeface="Microsoft YaHei" panose="020B0503020204020204" pitchFamily="34" charset="-122"/>
          <a:ea typeface="Microsoft YaHei" panose="020B0503020204020204" pitchFamily="34" charset="-122"/>
          <a:cs typeface="+mn-cs"/>
        </a:defRPr>
      </a:lvl1pPr>
      <a:lvl2pPr marL="593662" indent="0" algn="l" defTabSz="1187323" rtl="0" eaLnBrk="1" latinLnBrk="0" hangingPunct="1">
        <a:lnSpc>
          <a:spcPct val="90000"/>
        </a:lnSpc>
        <a:spcBef>
          <a:spcPts val="650"/>
        </a:spcBef>
        <a:buFont typeface="Arial" panose="020B0604020202020204" pitchFamily="34" charset="0"/>
        <a:buNone/>
        <a:defRPr sz="3117" kern="1200">
          <a:solidFill>
            <a:schemeClr val="tx1"/>
          </a:solidFill>
          <a:latin typeface="+mn-lt"/>
          <a:ea typeface="+mn-ea"/>
          <a:cs typeface="+mn-cs"/>
        </a:defRPr>
      </a:lvl2pPr>
      <a:lvl3pPr marL="1187323" indent="0" algn="l" defTabSz="1187323" rtl="0" eaLnBrk="1" latinLnBrk="0" hangingPunct="1">
        <a:lnSpc>
          <a:spcPct val="90000"/>
        </a:lnSpc>
        <a:spcBef>
          <a:spcPts val="650"/>
        </a:spcBef>
        <a:buFont typeface="Arial" panose="020B0604020202020204" pitchFamily="34" charset="0"/>
        <a:buNone/>
        <a:defRPr sz="2597" kern="1200">
          <a:solidFill>
            <a:schemeClr val="tx1"/>
          </a:solidFill>
          <a:latin typeface="+mn-lt"/>
          <a:ea typeface="+mn-ea"/>
          <a:cs typeface="+mn-cs"/>
        </a:defRPr>
      </a:lvl3pPr>
      <a:lvl4pPr marL="1780986" indent="0" algn="l" defTabSz="1187323" rtl="0" eaLnBrk="1" latinLnBrk="0" hangingPunct="1">
        <a:lnSpc>
          <a:spcPct val="90000"/>
        </a:lnSpc>
        <a:spcBef>
          <a:spcPts val="650"/>
        </a:spcBef>
        <a:buFont typeface="Arial" panose="020B0604020202020204" pitchFamily="34" charset="0"/>
        <a:buNone/>
        <a:defRPr sz="2337" kern="1200">
          <a:solidFill>
            <a:schemeClr val="tx1"/>
          </a:solidFill>
          <a:latin typeface="+mn-lt"/>
          <a:ea typeface="+mn-ea"/>
          <a:cs typeface="+mn-cs"/>
        </a:defRPr>
      </a:lvl4pPr>
      <a:lvl5pPr marL="2374648" indent="0" algn="l" defTabSz="1187323" rtl="0" eaLnBrk="1" latinLnBrk="0" hangingPunct="1">
        <a:lnSpc>
          <a:spcPct val="90000"/>
        </a:lnSpc>
        <a:spcBef>
          <a:spcPts val="650"/>
        </a:spcBef>
        <a:buFont typeface="Arial" panose="020B0604020202020204" pitchFamily="34" charset="0"/>
        <a:buNone/>
        <a:defRPr sz="2337" kern="1200">
          <a:solidFill>
            <a:schemeClr val="tx1"/>
          </a:solidFill>
          <a:latin typeface="+mn-lt"/>
          <a:ea typeface="+mn-ea"/>
          <a:cs typeface="+mn-cs"/>
        </a:defRPr>
      </a:lvl5pPr>
      <a:lvl6pPr marL="3265140"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6pPr>
      <a:lvl7pPr marL="3858802"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7pPr>
      <a:lvl8pPr marL="4452463"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8pPr>
      <a:lvl9pPr marL="5046125"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9pPr>
    </p:bodyStyle>
    <p:otherStyle>
      <a:defPPr>
        <a:defRPr lang="en-US"/>
      </a:defPPr>
      <a:lvl1pPr marL="0" algn="l" defTabSz="1187323" rtl="0" eaLnBrk="1" latinLnBrk="0" hangingPunct="1">
        <a:defRPr sz="2337" kern="1200">
          <a:solidFill>
            <a:schemeClr val="tx1"/>
          </a:solidFill>
          <a:latin typeface="+mn-lt"/>
          <a:ea typeface="+mn-ea"/>
          <a:cs typeface="+mn-cs"/>
        </a:defRPr>
      </a:lvl1pPr>
      <a:lvl2pPr marL="593662" algn="l" defTabSz="1187323" rtl="0" eaLnBrk="1" latinLnBrk="0" hangingPunct="1">
        <a:defRPr sz="2337" kern="1200">
          <a:solidFill>
            <a:schemeClr val="tx1"/>
          </a:solidFill>
          <a:latin typeface="+mn-lt"/>
          <a:ea typeface="+mn-ea"/>
          <a:cs typeface="+mn-cs"/>
        </a:defRPr>
      </a:lvl2pPr>
      <a:lvl3pPr marL="1187323" algn="l" defTabSz="1187323" rtl="0" eaLnBrk="1" latinLnBrk="0" hangingPunct="1">
        <a:defRPr sz="2337" kern="1200">
          <a:solidFill>
            <a:schemeClr val="tx1"/>
          </a:solidFill>
          <a:latin typeface="+mn-lt"/>
          <a:ea typeface="+mn-ea"/>
          <a:cs typeface="+mn-cs"/>
        </a:defRPr>
      </a:lvl3pPr>
      <a:lvl4pPr marL="1780986" algn="l" defTabSz="1187323" rtl="0" eaLnBrk="1" latinLnBrk="0" hangingPunct="1">
        <a:defRPr sz="2337" kern="1200">
          <a:solidFill>
            <a:schemeClr val="tx1"/>
          </a:solidFill>
          <a:latin typeface="+mn-lt"/>
          <a:ea typeface="+mn-ea"/>
          <a:cs typeface="+mn-cs"/>
        </a:defRPr>
      </a:lvl4pPr>
      <a:lvl5pPr marL="2374648" algn="l" defTabSz="1187323" rtl="0" eaLnBrk="1" latinLnBrk="0" hangingPunct="1">
        <a:defRPr sz="2337" kern="1200">
          <a:solidFill>
            <a:schemeClr val="tx1"/>
          </a:solidFill>
          <a:latin typeface="+mn-lt"/>
          <a:ea typeface="+mn-ea"/>
          <a:cs typeface="+mn-cs"/>
        </a:defRPr>
      </a:lvl5pPr>
      <a:lvl6pPr marL="2968309" algn="l" defTabSz="1187323" rtl="0" eaLnBrk="1" latinLnBrk="0" hangingPunct="1">
        <a:defRPr sz="2337" kern="1200">
          <a:solidFill>
            <a:schemeClr val="tx1"/>
          </a:solidFill>
          <a:latin typeface="+mn-lt"/>
          <a:ea typeface="+mn-ea"/>
          <a:cs typeface="+mn-cs"/>
        </a:defRPr>
      </a:lvl6pPr>
      <a:lvl7pPr marL="3561971" algn="l" defTabSz="1187323" rtl="0" eaLnBrk="1" latinLnBrk="0" hangingPunct="1">
        <a:defRPr sz="2337" kern="1200">
          <a:solidFill>
            <a:schemeClr val="tx1"/>
          </a:solidFill>
          <a:latin typeface="+mn-lt"/>
          <a:ea typeface="+mn-ea"/>
          <a:cs typeface="+mn-cs"/>
        </a:defRPr>
      </a:lvl7pPr>
      <a:lvl8pPr marL="4155634" algn="l" defTabSz="1187323" rtl="0" eaLnBrk="1" latinLnBrk="0" hangingPunct="1">
        <a:defRPr sz="2337" kern="1200">
          <a:solidFill>
            <a:schemeClr val="tx1"/>
          </a:solidFill>
          <a:latin typeface="+mn-lt"/>
          <a:ea typeface="+mn-ea"/>
          <a:cs typeface="+mn-cs"/>
        </a:defRPr>
      </a:lvl8pPr>
      <a:lvl9pPr marL="4749295" algn="l" defTabSz="1187323" rtl="0" eaLnBrk="1" latinLnBrk="0" hangingPunct="1">
        <a:defRPr sz="2337"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161">
          <p15:clr>
            <a:srgbClr val="F26B43"/>
          </p15:clr>
        </p15:guide>
        <p15:guide id="2" pos="3842">
          <p15:clr>
            <a:srgbClr val="F26B43"/>
          </p15:clr>
        </p15:guide>
        <p15:guide id="3" pos="461">
          <p15:clr>
            <a:srgbClr val="F26B43"/>
          </p15:clr>
        </p15:guide>
        <p15:guide id="4" pos="7197">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3.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13.xml"/><Relationship Id="rId4" Type="http://schemas.openxmlformats.org/officeDocument/2006/relationships/image" Target="../media/image7.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4" name="文本占位符 23"/>
          <p:cNvSpPr>
            <a:spLocks noGrp="1"/>
          </p:cNvSpPr>
          <p:nvPr>
            <p:ph type="body" sz="quarter" idx="17"/>
          </p:nvPr>
        </p:nvSpPr>
        <p:spPr/>
        <p:txBody>
          <a:bodyPr/>
          <a:lstStyle/>
          <a:p>
            <a:endParaRPr lang="zh-CN" altLang="en-US">
              <a:sym typeface="Huawei Sans" panose="020C0503030203020204" pitchFamily="34" charset="0"/>
            </a:endParaRPr>
          </a:p>
        </p:txBody>
      </p:sp>
      <p:sp>
        <p:nvSpPr>
          <p:cNvPr id="25" name="文本占位符 24"/>
          <p:cNvSpPr>
            <a:spLocks noGrp="1"/>
          </p:cNvSpPr>
          <p:nvPr>
            <p:ph type="body" sz="quarter" idx="18"/>
          </p:nvPr>
        </p:nvSpPr>
        <p:spPr/>
        <p:txBody>
          <a:bodyPr/>
          <a:lstStyle/>
          <a:p>
            <a:r>
              <a:rPr lang="en-US" altLang="zh-CN" dirty="0" smtClean="0">
                <a:sym typeface="Huawei Sans" panose="020C0503030203020204" pitchFamily="34" charset="0"/>
              </a:rPr>
              <a:t>Datacom</a:t>
            </a:r>
            <a:endParaRPr lang="zh-CN" altLang="en-US" dirty="0">
              <a:sym typeface="Huawei Sans" panose="020C0503030203020204" pitchFamily="34" charset="0"/>
            </a:endParaRPr>
          </a:p>
        </p:txBody>
      </p:sp>
      <p:sp>
        <p:nvSpPr>
          <p:cNvPr id="26" name="文本占位符 25"/>
          <p:cNvSpPr>
            <a:spLocks noGrp="1"/>
          </p:cNvSpPr>
          <p:nvPr>
            <p:ph type="body" sz="quarter" idx="19"/>
          </p:nvPr>
        </p:nvSpPr>
        <p:spPr/>
        <p:txBody>
          <a:bodyPr/>
          <a:lstStyle/>
          <a:p>
            <a:r>
              <a:rPr lang="zh-CN" altLang="en-US" dirty="0" smtClean="0">
                <a:sym typeface="Huawei Sans" panose="020C0503030203020204" pitchFamily="34" charset="0"/>
              </a:rPr>
              <a:t>通用</a:t>
            </a:r>
            <a:endParaRPr lang="zh-CN" altLang="en-US" dirty="0">
              <a:sym typeface="Huawei Sans" panose="020C0503030203020204" pitchFamily="34" charset="0"/>
            </a:endParaRPr>
          </a:p>
        </p:txBody>
      </p:sp>
      <p:sp>
        <p:nvSpPr>
          <p:cNvPr id="27" name="文本占位符 26"/>
          <p:cNvSpPr>
            <a:spLocks noGrp="1"/>
          </p:cNvSpPr>
          <p:nvPr>
            <p:ph type="body" sz="quarter" idx="20"/>
          </p:nvPr>
        </p:nvSpPr>
        <p:spPr/>
        <p:txBody>
          <a:bodyPr/>
          <a:lstStyle/>
          <a:p>
            <a:r>
              <a:rPr lang="en-US" altLang="zh-CN" dirty="0" smtClean="0">
                <a:sym typeface="Huawei Sans" panose="020C0503030203020204" pitchFamily="34" charset="0"/>
              </a:rPr>
              <a:t>V1.0</a:t>
            </a:r>
            <a:endParaRPr lang="zh-CN" altLang="en-US" dirty="0">
              <a:sym typeface="Huawei Sans" panose="020C0503030203020204" pitchFamily="34" charset="0"/>
            </a:endParaRPr>
          </a:p>
        </p:txBody>
      </p:sp>
      <p:sp>
        <p:nvSpPr>
          <p:cNvPr id="74" name="文本占位符 73"/>
          <p:cNvSpPr>
            <a:spLocks noGrp="1"/>
          </p:cNvSpPr>
          <p:nvPr>
            <p:ph type="body" sz="quarter" idx="13"/>
          </p:nvPr>
        </p:nvSpPr>
        <p:spPr/>
        <p:txBody>
          <a:bodyPr/>
          <a:lstStyle/>
          <a:p>
            <a:r>
              <a:rPr lang="zh-CN" altLang="en-US" dirty="0">
                <a:sym typeface="Huawei Sans" panose="020C0503030203020204" pitchFamily="34" charset="0"/>
              </a:rPr>
              <a:t>万倡利</a:t>
            </a:r>
            <a:r>
              <a:rPr lang="en-US" altLang="zh-CN" dirty="0" smtClean="0">
                <a:sym typeface="Huawei Sans" panose="020C0503030203020204" pitchFamily="34" charset="0"/>
              </a:rPr>
              <a:t>/WX408647</a:t>
            </a:r>
            <a:endParaRPr lang="en-US" altLang="zh-CN" dirty="0">
              <a:sym typeface="Huawei Sans" panose="020C0503030203020204" pitchFamily="34" charset="0"/>
            </a:endParaRPr>
          </a:p>
        </p:txBody>
      </p:sp>
      <p:sp>
        <p:nvSpPr>
          <p:cNvPr id="75" name="文本占位符 74"/>
          <p:cNvSpPr>
            <a:spLocks noGrp="1"/>
          </p:cNvSpPr>
          <p:nvPr>
            <p:ph type="body" sz="quarter" idx="14"/>
          </p:nvPr>
        </p:nvSpPr>
        <p:spPr/>
        <p:txBody>
          <a:bodyPr/>
          <a:lstStyle/>
          <a:p>
            <a:r>
              <a:rPr lang="en-US" altLang="zh-CN" dirty="0" smtClean="0">
                <a:sym typeface="Huawei Sans" panose="020C0503030203020204" pitchFamily="34" charset="0"/>
              </a:rPr>
              <a:t>2020.04.17</a:t>
            </a:r>
            <a:endParaRPr lang="en-US" altLang="zh-CN" dirty="0">
              <a:sym typeface="Huawei Sans" panose="020C0503030203020204" pitchFamily="34" charset="0"/>
            </a:endParaRPr>
          </a:p>
        </p:txBody>
      </p:sp>
      <p:sp>
        <p:nvSpPr>
          <p:cNvPr id="22" name="文本占位符 21"/>
          <p:cNvSpPr>
            <a:spLocks noGrp="1"/>
          </p:cNvSpPr>
          <p:nvPr>
            <p:ph type="body" sz="quarter" idx="15"/>
          </p:nvPr>
        </p:nvSpPr>
        <p:spPr/>
        <p:txBody>
          <a:bodyPr/>
          <a:lstStyle/>
          <a:p>
            <a:r>
              <a:rPr lang="zh-CN" altLang="en-US" dirty="0">
                <a:sym typeface="Huawei Sans" panose="020C0503030203020204" pitchFamily="34" charset="0"/>
              </a:rPr>
              <a:t>李先</a:t>
            </a:r>
            <a:r>
              <a:rPr lang="zh-CN" altLang="en-US" dirty="0" smtClean="0">
                <a:sym typeface="Huawei Sans" panose="020C0503030203020204" pitchFamily="34" charset="0"/>
              </a:rPr>
              <a:t>之</a:t>
            </a:r>
            <a:r>
              <a:rPr lang="en-US" altLang="zh-CN" dirty="0" smtClean="0">
                <a:sym typeface="Huawei Sans" panose="020C0503030203020204" pitchFamily="34" charset="0"/>
              </a:rPr>
              <a:t>/00354681</a:t>
            </a:r>
            <a:endParaRPr lang="zh-CN" altLang="en-US" dirty="0">
              <a:sym typeface="Huawei Sans" panose="020C0503030203020204" pitchFamily="34" charset="0"/>
            </a:endParaRPr>
          </a:p>
        </p:txBody>
      </p:sp>
      <p:sp>
        <p:nvSpPr>
          <p:cNvPr id="23" name="文本占位符 22"/>
          <p:cNvSpPr>
            <a:spLocks noGrp="1"/>
          </p:cNvSpPr>
          <p:nvPr>
            <p:ph type="body" sz="quarter" idx="16"/>
          </p:nvPr>
        </p:nvSpPr>
        <p:spPr/>
        <p:txBody>
          <a:bodyPr/>
          <a:lstStyle/>
          <a:p>
            <a:r>
              <a:rPr lang="zh-CN" altLang="en-US" dirty="0">
                <a:sym typeface="Huawei Sans" panose="020C0503030203020204" pitchFamily="34" charset="0"/>
              </a:rPr>
              <a:t>新开发</a:t>
            </a:r>
          </a:p>
        </p:txBody>
      </p:sp>
      <p:sp>
        <p:nvSpPr>
          <p:cNvPr id="28" name="文本占位符 27"/>
          <p:cNvSpPr>
            <a:spLocks noGrp="1"/>
          </p:cNvSpPr>
          <p:nvPr>
            <p:ph type="body" sz="quarter" idx="21"/>
          </p:nvPr>
        </p:nvSpPr>
        <p:spPr/>
        <p:txBody>
          <a:bodyPr/>
          <a:lstStyle/>
          <a:p>
            <a:r>
              <a:rPr lang="zh-CN" altLang="en-US" dirty="0">
                <a:sym typeface="Huawei Sans" panose="020C0503030203020204" pitchFamily="34" charset="0"/>
              </a:rPr>
              <a:t>何军建</a:t>
            </a:r>
            <a:r>
              <a:rPr lang="en-US" altLang="zh-CN" dirty="0" smtClean="0">
                <a:sym typeface="Huawei Sans" panose="020C0503030203020204" pitchFamily="34" charset="0"/>
              </a:rPr>
              <a:t>/WX580230</a:t>
            </a:r>
            <a:endParaRPr lang="zh-CN" altLang="en-US" dirty="0">
              <a:sym typeface="Huawei Sans" panose="020C0503030203020204" pitchFamily="34" charset="0"/>
            </a:endParaRPr>
          </a:p>
        </p:txBody>
      </p:sp>
      <p:sp>
        <p:nvSpPr>
          <p:cNvPr id="29" name="文本占位符 28"/>
          <p:cNvSpPr>
            <a:spLocks noGrp="1"/>
          </p:cNvSpPr>
          <p:nvPr>
            <p:ph type="body" sz="quarter" idx="22"/>
          </p:nvPr>
        </p:nvSpPr>
        <p:spPr/>
        <p:txBody>
          <a:bodyPr/>
          <a:lstStyle/>
          <a:p>
            <a:r>
              <a:rPr lang="en-US" altLang="zh-CN" dirty="0" smtClean="0">
                <a:sym typeface="Huawei Sans" panose="020C0503030203020204" pitchFamily="34" charset="0"/>
              </a:rPr>
              <a:t>2021.08.17</a:t>
            </a:r>
            <a:endParaRPr lang="zh-CN" altLang="en-US" dirty="0">
              <a:sym typeface="Huawei Sans" panose="020C0503030203020204" pitchFamily="34" charset="0"/>
            </a:endParaRPr>
          </a:p>
        </p:txBody>
      </p:sp>
      <p:sp>
        <p:nvSpPr>
          <p:cNvPr id="30" name="文本占位符 29"/>
          <p:cNvSpPr>
            <a:spLocks noGrp="1"/>
          </p:cNvSpPr>
          <p:nvPr>
            <p:ph type="body" sz="quarter" idx="23"/>
          </p:nvPr>
        </p:nvSpPr>
        <p:spPr/>
        <p:txBody>
          <a:bodyPr/>
          <a:lstStyle/>
          <a:p>
            <a:r>
              <a:rPr lang="zh-CN" altLang="en-US" dirty="0">
                <a:sym typeface="Huawei Sans" panose="020C0503030203020204" pitchFamily="34" charset="0"/>
              </a:rPr>
              <a:t>吴</a:t>
            </a:r>
            <a:r>
              <a:rPr lang="zh-CN" altLang="en-US" dirty="0" smtClean="0">
                <a:sym typeface="Huawei Sans" panose="020C0503030203020204" pitchFamily="34" charset="0"/>
              </a:rPr>
              <a:t>越</a:t>
            </a:r>
            <a:r>
              <a:rPr lang="en-US" altLang="zh-CN" dirty="0" smtClean="0">
                <a:sym typeface="Huawei Sans" panose="020C0503030203020204" pitchFamily="34" charset="0"/>
              </a:rPr>
              <a:t>/WX291773</a:t>
            </a:r>
            <a:endParaRPr lang="zh-CN" altLang="en-US" dirty="0">
              <a:sym typeface="Huawei Sans" panose="020C0503030203020204" pitchFamily="34" charset="0"/>
            </a:endParaRPr>
          </a:p>
        </p:txBody>
      </p:sp>
      <p:sp>
        <p:nvSpPr>
          <p:cNvPr id="31" name="文本占位符 30"/>
          <p:cNvSpPr>
            <a:spLocks noGrp="1"/>
          </p:cNvSpPr>
          <p:nvPr>
            <p:ph type="body" sz="quarter" idx="24"/>
          </p:nvPr>
        </p:nvSpPr>
        <p:spPr/>
        <p:txBody>
          <a:bodyPr/>
          <a:lstStyle/>
          <a:p>
            <a:r>
              <a:rPr lang="zh-CN" altLang="en-US" dirty="0" smtClean="0">
                <a:sym typeface="Huawei Sans" panose="020C0503030203020204" pitchFamily="34" charset="0"/>
              </a:rPr>
              <a:t>优化</a:t>
            </a:r>
            <a:endParaRPr lang="zh-CN" altLang="en-US" dirty="0">
              <a:sym typeface="Huawei Sans" panose="020C0503030203020204" pitchFamily="34" charset="0"/>
            </a:endParaRPr>
          </a:p>
        </p:txBody>
      </p:sp>
      <p:sp>
        <p:nvSpPr>
          <p:cNvPr id="32" name="文本占位符 31"/>
          <p:cNvSpPr>
            <a:spLocks noGrp="1"/>
          </p:cNvSpPr>
          <p:nvPr>
            <p:ph type="body" sz="quarter" idx="25"/>
          </p:nvPr>
        </p:nvSpPr>
        <p:spPr/>
        <p:txBody>
          <a:bodyPr/>
          <a:lstStyle/>
          <a:p>
            <a:endParaRPr lang="zh-CN" altLang="en-US">
              <a:sym typeface="Huawei Sans" panose="020C0503030203020204" pitchFamily="34" charset="0"/>
            </a:endParaRPr>
          </a:p>
        </p:txBody>
      </p:sp>
      <p:sp>
        <p:nvSpPr>
          <p:cNvPr id="33" name="文本占位符 32"/>
          <p:cNvSpPr>
            <a:spLocks noGrp="1"/>
          </p:cNvSpPr>
          <p:nvPr>
            <p:ph type="body" sz="quarter" idx="26"/>
          </p:nvPr>
        </p:nvSpPr>
        <p:spPr/>
        <p:txBody>
          <a:bodyPr/>
          <a:lstStyle/>
          <a:p>
            <a:endParaRPr lang="zh-CN" altLang="en-US" dirty="0">
              <a:sym typeface="Huawei Sans" panose="020C0503030203020204" pitchFamily="34" charset="0"/>
            </a:endParaRPr>
          </a:p>
        </p:txBody>
      </p:sp>
      <p:sp>
        <p:nvSpPr>
          <p:cNvPr id="34" name="文本占位符 33"/>
          <p:cNvSpPr>
            <a:spLocks noGrp="1"/>
          </p:cNvSpPr>
          <p:nvPr>
            <p:ph type="body" sz="quarter" idx="27"/>
          </p:nvPr>
        </p:nvSpPr>
        <p:spPr/>
        <p:txBody>
          <a:bodyPr/>
          <a:lstStyle/>
          <a:p>
            <a:endParaRPr lang="zh-CN" altLang="en-US">
              <a:sym typeface="Huawei Sans" panose="020C0503030203020204" pitchFamily="34" charset="0"/>
            </a:endParaRPr>
          </a:p>
        </p:txBody>
      </p:sp>
      <p:sp>
        <p:nvSpPr>
          <p:cNvPr id="35" name="文本占位符 34"/>
          <p:cNvSpPr>
            <a:spLocks noGrp="1"/>
          </p:cNvSpPr>
          <p:nvPr>
            <p:ph type="body" sz="quarter" idx="28"/>
          </p:nvPr>
        </p:nvSpPr>
        <p:spPr/>
        <p:txBody>
          <a:bodyPr/>
          <a:lstStyle/>
          <a:p>
            <a:endParaRPr lang="zh-CN" altLang="en-US" dirty="0">
              <a:sym typeface="Huawei Sans" panose="020C0503030203020204" pitchFamily="34" charset="0"/>
            </a:endParaRPr>
          </a:p>
        </p:txBody>
      </p:sp>
      <p:sp>
        <p:nvSpPr>
          <p:cNvPr id="36" name="文本占位符 35"/>
          <p:cNvSpPr>
            <a:spLocks noGrp="1"/>
          </p:cNvSpPr>
          <p:nvPr>
            <p:ph type="body" sz="quarter" idx="29"/>
          </p:nvPr>
        </p:nvSpPr>
        <p:spPr/>
        <p:txBody>
          <a:bodyPr/>
          <a:lstStyle/>
          <a:p>
            <a:endParaRPr lang="zh-CN" altLang="en-US">
              <a:sym typeface="Huawei Sans" panose="020C0503030203020204" pitchFamily="34" charset="0"/>
            </a:endParaRPr>
          </a:p>
        </p:txBody>
      </p:sp>
      <p:sp>
        <p:nvSpPr>
          <p:cNvPr id="37" name="文本占位符 36"/>
          <p:cNvSpPr>
            <a:spLocks noGrp="1"/>
          </p:cNvSpPr>
          <p:nvPr>
            <p:ph type="body" sz="quarter" idx="30"/>
          </p:nvPr>
        </p:nvSpPr>
        <p:spPr/>
        <p:txBody>
          <a:bodyPr/>
          <a:lstStyle/>
          <a:p>
            <a:endParaRPr lang="zh-CN" altLang="en-US">
              <a:sym typeface="Huawei Sans" panose="020C0503030203020204" pitchFamily="34" charset="0"/>
            </a:endParaRPr>
          </a:p>
        </p:txBody>
      </p:sp>
      <p:sp>
        <p:nvSpPr>
          <p:cNvPr id="38" name="文本占位符 37"/>
          <p:cNvSpPr>
            <a:spLocks noGrp="1"/>
          </p:cNvSpPr>
          <p:nvPr>
            <p:ph type="body" sz="quarter" idx="31"/>
          </p:nvPr>
        </p:nvSpPr>
        <p:spPr/>
        <p:txBody>
          <a:bodyPr/>
          <a:lstStyle/>
          <a:p>
            <a:endParaRPr lang="zh-CN" altLang="en-US">
              <a:sym typeface="Huawei Sans" panose="020C0503030203020204" pitchFamily="34" charset="0"/>
            </a:endParaRPr>
          </a:p>
        </p:txBody>
      </p:sp>
      <p:sp>
        <p:nvSpPr>
          <p:cNvPr id="39" name="文本占位符 38"/>
          <p:cNvSpPr>
            <a:spLocks noGrp="1"/>
          </p:cNvSpPr>
          <p:nvPr>
            <p:ph type="body" sz="quarter" idx="32"/>
          </p:nvPr>
        </p:nvSpPr>
        <p:spPr/>
        <p:txBody>
          <a:bodyPr/>
          <a:lstStyle/>
          <a:p>
            <a:endParaRPr lang="zh-CN" altLang="en-US">
              <a:sym typeface="Huawei Sans" panose="020C0503030203020204" pitchFamily="34" charset="0"/>
            </a:endParaRPr>
          </a:p>
        </p:txBody>
      </p:sp>
    </p:spTree>
    <p:extLst>
      <p:ext uri="{BB962C8B-B14F-4D97-AF65-F5344CB8AC3E}">
        <p14:creationId xmlns:p14="http://schemas.microsoft.com/office/powerpoint/2010/main" val="112969190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ctrTitle"/>
          </p:nvPr>
        </p:nvSpPr>
        <p:spPr/>
        <p:txBody>
          <a:bodyPr/>
          <a:lstStyle/>
          <a:p>
            <a:r>
              <a:rPr lang="zh-CN" altLang="en-US" dirty="0">
                <a:sym typeface="Huawei Sans" panose="020C0503030203020204" pitchFamily="34" charset="0"/>
              </a:rPr>
              <a:t>网络编程自动化概述</a:t>
            </a:r>
          </a:p>
        </p:txBody>
      </p:sp>
    </p:spTree>
    <p:extLst>
      <p:ext uri="{BB962C8B-B14F-4D97-AF65-F5344CB8AC3E}">
        <p14:creationId xmlns:p14="http://schemas.microsoft.com/office/powerpoint/2010/main" val="317123739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p:cNvSpPr>
            <a:spLocks noGrp="1"/>
          </p:cNvSpPr>
          <p:nvPr>
            <p:ph type="body" sz="quarter" idx="10"/>
          </p:nvPr>
        </p:nvSpPr>
        <p:spPr/>
        <p:txBody>
          <a:bodyPr/>
          <a:lstStyle/>
          <a:p>
            <a:r>
              <a:rPr lang="zh-CN" altLang="en-US" dirty="0" smtClean="0">
                <a:sym typeface="Huawei Sans" panose="020C0503030203020204" pitchFamily="34" charset="0"/>
              </a:rPr>
              <a:t>网络产业发展的方向是让网络变得更加开放、灵活和简单。</a:t>
            </a:r>
            <a:r>
              <a:rPr lang="zh-CN" altLang="en-US" smtClean="0">
                <a:sym typeface="Huawei Sans" panose="020C0503030203020204" pitchFamily="34" charset="0"/>
              </a:rPr>
              <a:t>华为希望帮助</a:t>
            </a:r>
            <a:r>
              <a:rPr lang="zh-CN" altLang="en-US" dirty="0" smtClean="0">
                <a:sym typeface="Huawei Sans" panose="020C0503030203020204" pitchFamily="34" charset="0"/>
              </a:rPr>
              <a:t>客户构建意图驱动的智简网络。</a:t>
            </a:r>
            <a:endParaRPr lang="en-US" altLang="zh-CN" dirty="0" smtClean="0">
              <a:sym typeface="Huawei Sans" panose="020C0503030203020204" pitchFamily="34" charset="0"/>
            </a:endParaRPr>
          </a:p>
          <a:p>
            <a:r>
              <a:rPr lang="zh-CN" altLang="en-US" dirty="0" smtClean="0">
                <a:sym typeface="Huawei Sans" panose="020C0503030203020204" pitchFamily="34" charset="0"/>
              </a:rPr>
              <a:t>网络开放可编程，是智简网络的必由之路。</a:t>
            </a:r>
            <a:endParaRPr lang="en-US" altLang="zh-CN" dirty="0" smtClean="0">
              <a:sym typeface="Huawei Sans" panose="020C0503030203020204" pitchFamily="34" charset="0"/>
            </a:endParaRPr>
          </a:p>
          <a:p>
            <a:r>
              <a:rPr lang="zh-CN" altLang="en-US" dirty="0">
                <a:sym typeface="Huawei Sans" panose="020C0503030203020204" pitchFamily="34" charset="0"/>
              </a:rPr>
              <a:t>人工智能正在使能千行</a:t>
            </a:r>
            <a:r>
              <a:rPr lang="zh-CN" altLang="en-US" dirty="0" smtClean="0">
                <a:sym typeface="Huawei Sans" panose="020C0503030203020204" pitchFamily="34" charset="0"/>
              </a:rPr>
              <a:t>百业，人工智能</a:t>
            </a:r>
            <a:r>
              <a:rPr lang="zh-CN" altLang="en-US" dirty="0">
                <a:sym typeface="Huawei Sans" panose="020C0503030203020204" pitchFamily="34" charset="0"/>
              </a:rPr>
              <a:t>和网络结合是大势所趋。</a:t>
            </a:r>
            <a:endParaRPr lang="en-US" altLang="zh-CN" dirty="0">
              <a:sym typeface="Huawei Sans" panose="020C0503030203020204" pitchFamily="34" charset="0"/>
            </a:endParaRPr>
          </a:p>
          <a:p>
            <a:r>
              <a:rPr lang="zh-CN" altLang="en-US" dirty="0">
                <a:sym typeface="Huawei Sans" panose="020C0503030203020204" pitchFamily="34" charset="0"/>
              </a:rPr>
              <a:t>本课程简单</a:t>
            </a:r>
            <a:r>
              <a:rPr lang="zh-CN" altLang="en-US" dirty="0" smtClean="0">
                <a:sym typeface="Huawei Sans" panose="020C0503030203020204" pitchFamily="34" charset="0"/>
              </a:rPr>
              <a:t>介绍网络编程自动化的基本概念，以及华为网络人工智能引擎</a:t>
            </a:r>
            <a:r>
              <a:rPr lang="en-US" altLang="zh-CN" dirty="0" err="1" smtClean="0">
                <a:sym typeface="Huawei Sans" panose="020C0503030203020204" pitchFamily="34" charset="0"/>
              </a:rPr>
              <a:t>iMaster</a:t>
            </a:r>
            <a:r>
              <a:rPr lang="en-US" altLang="zh-CN" dirty="0" smtClean="0">
                <a:sym typeface="Huawei Sans" panose="020C0503030203020204" pitchFamily="34" charset="0"/>
              </a:rPr>
              <a:t> NAIE</a:t>
            </a:r>
            <a:r>
              <a:rPr lang="zh-CN" altLang="en-US" dirty="0" smtClean="0">
                <a:sym typeface="Huawei Sans" panose="020C0503030203020204" pitchFamily="34" charset="0"/>
              </a:rPr>
              <a:t>。</a:t>
            </a:r>
            <a:endParaRPr lang="zh-CN" altLang="en-US" dirty="0">
              <a:sym typeface="Huawei Sans" panose="020C0503030203020204" pitchFamily="34" charset="0"/>
            </a:endParaRPr>
          </a:p>
          <a:p>
            <a:endParaRPr lang="zh-CN" altLang="en-US" dirty="0">
              <a:sym typeface="Huawei Sans" panose="020C0503030203020204" pitchFamily="34" charset="0"/>
            </a:endParaRPr>
          </a:p>
        </p:txBody>
      </p:sp>
    </p:spTree>
    <p:extLst>
      <p:ext uri="{BB962C8B-B14F-4D97-AF65-F5344CB8AC3E}">
        <p14:creationId xmlns:p14="http://schemas.microsoft.com/office/powerpoint/2010/main" val="164486289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0"/>
          </p:nvPr>
        </p:nvSpPr>
        <p:spPr bwMode="gray"/>
        <p:txBody>
          <a:bodyPr/>
          <a:lstStyle/>
          <a:p>
            <a:r>
              <a:rPr lang="zh-CN" altLang="en-US" dirty="0" smtClean="0">
                <a:sym typeface="Huawei Sans" panose="020C0503030203020204" pitchFamily="34" charset="0"/>
              </a:rPr>
              <a:t>学完本课程后，您将能够：</a:t>
            </a:r>
            <a:endParaRPr lang="en-US" altLang="zh-CN" dirty="0" smtClean="0">
              <a:sym typeface="Huawei Sans" panose="020C0503030203020204" pitchFamily="34" charset="0"/>
            </a:endParaRPr>
          </a:p>
          <a:p>
            <a:pPr lvl="1"/>
            <a:r>
              <a:rPr lang="zh-CN" altLang="en-US" dirty="0" smtClean="0">
                <a:sym typeface="Huawei Sans" panose="020C0503030203020204" pitchFamily="34" charset="0"/>
              </a:rPr>
              <a:t>描述网络编程与自动化的背景</a:t>
            </a:r>
            <a:endParaRPr lang="en-US" altLang="zh-CN" dirty="0" smtClean="0">
              <a:sym typeface="Huawei Sans" panose="020C0503030203020204" pitchFamily="34" charset="0"/>
            </a:endParaRPr>
          </a:p>
          <a:p>
            <a:pPr lvl="1"/>
            <a:r>
              <a:rPr lang="zh-CN" altLang="en-US" dirty="0" smtClean="0">
                <a:sym typeface="Huawei Sans" panose="020C0503030203020204" pitchFamily="34" charset="0"/>
              </a:rPr>
              <a:t>描述网络开放的层次</a:t>
            </a:r>
            <a:endParaRPr lang="en-US" altLang="zh-CN" dirty="0" smtClean="0">
              <a:sym typeface="Huawei Sans" panose="020C0503030203020204" pitchFamily="34" charset="0"/>
            </a:endParaRPr>
          </a:p>
          <a:p>
            <a:pPr lvl="1"/>
            <a:r>
              <a:rPr lang="zh-CN" altLang="en-US" dirty="0" smtClean="0">
                <a:sym typeface="Huawei Sans" panose="020C0503030203020204" pitchFamily="34" charset="0"/>
              </a:rPr>
              <a:t>描述华为</a:t>
            </a:r>
            <a:r>
              <a:rPr lang="en-US" altLang="zh-CN" dirty="0" smtClean="0">
                <a:sym typeface="Huawei Sans" panose="020C0503030203020204" pitchFamily="34" charset="0"/>
              </a:rPr>
              <a:t>iMaster NCE</a:t>
            </a:r>
            <a:r>
              <a:rPr lang="zh-CN" altLang="en-US" dirty="0" smtClean="0">
                <a:sym typeface="Huawei Sans" panose="020C0503030203020204" pitchFamily="34" charset="0"/>
              </a:rPr>
              <a:t>的开放能力</a:t>
            </a:r>
            <a:endParaRPr lang="en-US" altLang="zh-CN" dirty="0" smtClean="0">
              <a:sym typeface="Huawei Sans" panose="020C0503030203020204" pitchFamily="34" charset="0"/>
            </a:endParaRPr>
          </a:p>
          <a:p>
            <a:pPr lvl="1"/>
            <a:r>
              <a:rPr lang="zh-CN" altLang="en-US" dirty="0" smtClean="0">
                <a:sym typeface="Huawei Sans" panose="020C0503030203020204" pitchFamily="34" charset="0"/>
              </a:rPr>
              <a:t>描述网络自动化工程师的定位和相关能力</a:t>
            </a:r>
            <a:endParaRPr lang="en-US" altLang="zh-CN" dirty="0" smtClean="0">
              <a:sym typeface="Huawei Sans" panose="020C0503030203020204" pitchFamily="34" charset="0"/>
            </a:endParaRPr>
          </a:p>
          <a:p>
            <a:pPr lvl="1"/>
            <a:r>
              <a:rPr lang="zh-CN" altLang="en-US" dirty="0">
                <a:sym typeface="Huawei Sans" panose="020C0503030203020204" pitchFamily="34" charset="0"/>
              </a:rPr>
              <a:t>描述网络人工智能的需求</a:t>
            </a:r>
            <a:endParaRPr lang="en-US" altLang="zh-CN" dirty="0">
              <a:sym typeface="Huawei Sans" panose="020C0503030203020204" pitchFamily="34" charset="0"/>
            </a:endParaRPr>
          </a:p>
          <a:p>
            <a:pPr lvl="1"/>
            <a:r>
              <a:rPr lang="zh-CN" altLang="en-US" dirty="0">
                <a:sym typeface="Huawei Sans" panose="020C0503030203020204" pitchFamily="34" charset="0"/>
              </a:rPr>
              <a:t>描述华为网络人工智能引擎</a:t>
            </a:r>
            <a:r>
              <a:rPr lang="en-US" altLang="zh-CN" dirty="0">
                <a:sym typeface="Huawei Sans" panose="020C0503030203020204" pitchFamily="34" charset="0"/>
              </a:rPr>
              <a:t>iMaster NAIE</a:t>
            </a:r>
            <a:r>
              <a:rPr lang="zh-CN" altLang="en-US" dirty="0">
                <a:sym typeface="Huawei Sans" panose="020C0503030203020204" pitchFamily="34" charset="0"/>
              </a:rPr>
              <a:t>服务</a:t>
            </a:r>
          </a:p>
          <a:p>
            <a:pPr lvl="1"/>
            <a:endParaRPr lang="zh-CN" altLang="en-US" dirty="0">
              <a:sym typeface="Huawei Sans" panose="020C0503030203020204" pitchFamily="34" charset="0"/>
            </a:endParaRPr>
          </a:p>
        </p:txBody>
      </p:sp>
    </p:spTree>
    <p:extLst>
      <p:ext uri="{BB962C8B-B14F-4D97-AF65-F5344CB8AC3E}">
        <p14:creationId xmlns:p14="http://schemas.microsoft.com/office/powerpoint/2010/main" val="96647249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bwMode="gray"/>
        <p:txBody>
          <a:bodyPr/>
          <a:lstStyle/>
          <a:p>
            <a:r>
              <a:rPr lang="zh-CN" altLang="en-US" b="1" dirty="0" smtClean="0">
                <a:sym typeface="Huawei Sans" panose="020C0503030203020204" pitchFamily="34" charset="0"/>
              </a:rPr>
              <a:t>网络编程与自动化概述</a:t>
            </a:r>
            <a:endParaRPr lang="en-US" altLang="zh-CN" b="1" dirty="0" smtClean="0">
              <a:sym typeface="Huawei Sans" panose="020C0503030203020204" pitchFamily="34" charset="0"/>
            </a:endParaRPr>
          </a:p>
          <a:p>
            <a:r>
              <a:rPr lang="zh-CN" altLang="en-US" dirty="0" smtClean="0">
                <a:solidFill>
                  <a:schemeClr val="bg1">
                    <a:lumMod val="50000"/>
                  </a:schemeClr>
                </a:solidFill>
                <a:sym typeface="Huawei Sans" panose="020C0503030203020204" pitchFamily="34" charset="0"/>
              </a:rPr>
              <a:t>网络自动化开发工程师</a:t>
            </a:r>
            <a:endParaRPr lang="en-US" altLang="zh-CN" dirty="0" smtClean="0">
              <a:solidFill>
                <a:schemeClr val="bg1">
                  <a:lumMod val="50000"/>
                </a:schemeClr>
              </a:solidFill>
              <a:sym typeface="Huawei Sans" panose="020C0503030203020204" pitchFamily="34" charset="0"/>
            </a:endParaRPr>
          </a:p>
          <a:p>
            <a:r>
              <a:rPr lang="zh-CN" altLang="en-US" dirty="0" smtClean="0">
                <a:solidFill>
                  <a:schemeClr val="bg1">
                    <a:lumMod val="50000"/>
                  </a:schemeClr>
                </a:solidFill>
                <a:sym typeface="Huawei Sans" panose="020C0503030203020204" pitchFamily="34" charset="0"/>
              </a:rPr>
              <a:t>网络自动化的分类</a:t>
            </a:r>
            <a:endParaRPr lang="en-US" altLang="zh-CN" dirty="0" smtClean="0">
              <a:solidFill>
                <a:schemeClr val="bg1">
                  <a:lumMod val="50000"/>
                </a:schemeClr>
              </a:solidFill>
              <a:sym typeface="Huawei Sans" panose="020C0503030203020204" pitchFamily="34" charset="0"/>
            </a:endParaRPr>
          </a:p>
          <a:p>
            <a:r>
              <a:rPr lang="zh-CN" altLang="en-US" dirty="0" smtClean="0">
                <a:solidFill>
                  <a:schemeClr val="bg1">
                    <a:lumMod val="50000"/>
                  </a:schemeClr>
                </a:solidFill>
                <a:sym typeface="Huawei Sans" panose="020C0503030203020204" pitchFamily="34" charset="0"/>
              </a:rPr>
              <a:t>网络人工智能概述</a:t>
            </a:r>
            <a:endParaRPr lang="en-US" altLang="zh-CN" dirty="0">
              <a:solidFill>
                <a:schemeClr val="bg1">
                  <a:lumMod val="50000"/>
                </a:schemeClr>
              </a:solidFill>
              <a:sym typeface="Huawei Sans" panose="020C0503030203020204" pitchFamily="34" charset="0"/>
            </a:endParaRPr>
          </a:p>
        </p:txBody>
      </p:sp>
    </p:spTree>
    <p:extLst>
      <p:ext uri="{BB962C8B-B14F-4D97-AF65-F5344CB8AC3E}">
        <p14:creationId xmlns:p14="http://schemas.microsoft.com/office/powerpoint/2010/main" val="163374205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xmlns="" id="{BA7FF6D4-0117-4C2A-8ABA-7BE3E8EDFF6E}"/>
              </a:ext>
            </a:extLst>
          </p:cNvPr>
          <p:cNvSpPr>
            <a:spLocks noGrp="1"/>
          </p:cNvSpPr>
          <p:nvPr>
            <p:ph type="title"/>
          </p:nvPr>
        </p:nvSpPr>
        <p:spPr/>
        <p:txBody>
          <a:bodyPr/>
          <a:lstStyle/>
          <a:p>
            <a:r>
              <a:rPr lang="zh-CN" altLang="en-US" smtClean="0">
                <a:sym typeface="Huawei Sans" panose="020C0503030203020204" pitchFamily="34" charset="0"/>
              </a:rPr>
              <a:t>背景：复杂的网络</a:t>
            </a:r>
            <a:endParaRPr lang="zh-CN" altLang="en-US">
              <a:sym typeface="Huawei Sans" panose="020C0503030203020204" pitchFamily="34" charset="0"/>
            </a:endParaRPr>
          </a:p>
        </p:txBody>
      </p:sp>
      <p:sp>
        <p:nvSpPr>
          <p:cNvPr id="4" name="文本占位符 3">
            <a:extLst>
              <a:ext uri="{FF2B5EF4-FFF2-40B4-BE49-F238E27FC236}">
                <a16:creationId xmlns:a16="http://schemas.microsoft.com/office/drawing/2014/main" xmlns="" id="{3143A778-C873-47A8-86C1-CDE934FF5644}"/>
              </a:ext>
            </a:extLst>
          </p:cNvPr>
          <p:cNvSpPr>
            <a:spLocks noGrp="1"/>
          </p:cNvSpPr>
          <p:nvPr>
            <p:ph type="body" sz="quarter" idx="10"/>
          </p:nvPr>
        </p:nvSpPr>
        <p:spPr/>
        <p:txBody>
          <a:bodyPr/>
          <a:lstStyle/>
          <a:p>
            <a:r>
              <a:rPr lang="zh-CN" altLang="en-US" sz="1800" dirty="0" smtClean="0">
                <a:sym typeface="Huawei Sans" panose="020C0503030203020204" pitchFamily="34" charset="0"/>
              </a:rPr>
              <a:t>从计算机网络产生的第一天起</a:t>
            </a:r>
            <a:r>
              <a:rPr lang="zh-CN" altLang="en-US" sz="1800" smtClean="0">
                <a:sym typeface="Huawei Sans" panose="020C0503030203020204" pitchFamily="34" charset="0"/>
              </a:rPr>
              <a:t>，网络</a:t>
            </a:r>
            <a:r>
              <a:rPr lang="zh-CN" altLang="en-US" sz="1800">
                <a:sym typeface="Huawei Sans" panose="020C0503030203020204" pitchFamily="34" charset="0"/>
              </a:rPr>
              <a:t>变得越来越</a:t>
            </a:r>
            <a:r>
              <a:rPr lang="zh-CN" altLang="en-US" sz="1800" smtClean="0">
                <a:sym typeface="Huawei Sans" panose="020C0503030203020204" pitchFamily="34" charset="0"/>
              </a:rPr>
              <a:t>复杂</a:t>
            </a:r>
            <a:r>
              <a:rPr lang="zh-CN" altLang="en-US" sz="1800" dirty="0" smtClean="0">
                <a:sym typeface="Huawei Sans" panose="020C0503030203020204" pitchFamily="34" charset="0"/>
              </a:rPr>
              <a:t>且</a:t>
            </a:r>
            <a:r>
              <a:rPr lang="zh-CN" altLang="en-US" sz="1800" smtClean="0">
                <a:sym typeface="Huawei Sans" panose="020C0503030203020204" pitchFamily="34" charset="0"/>
              </a:rPr>
              <a:t>难以管理，</a:t>
            </a:r>
            <a:r>
              <a:rPr lang="zh-CN" altLang="en-US" sz="1800" dirty="0" smtClean="0">
                <a:sym typeface="Huawei Sans" panose="020C0503030203020204" pitchFamily="34" charset="0"/>
              </a:rPr>
              <a:t>这体现在：</a:t>
            </a:r>
            <a:endParaRPr lang="en-US" altLang="zh-CN" sz="1800" dirty="0" smtClean="0">
              <a:sym typeface="Huawei Sans" panose="020C0503030203020204" pitchFamily="34" charset="0"/>
            </a:endParaRPr>
          </a:p>
          <a:p>
            <a:pPr lvl="1"/>
            <a:r>
              <a:rPr lang="zh-CN" altLang="en-US" sz="1600" smtClean="0">
                <a:sym typeface="Huawei Sans" panose="020C0503030203020204" pitchFamily="34" charset="0"/>
              </a:rPr>
              <a:t>网络设备越来越多种多样</a:t>
            </a:r>
            <a:r>
              <a:rPr lang="zh-CN" altLang="en-US" sz="1600" dirty="0" smtClean="0">
                <a:sym typeface="Huawei Sans" panose="020C0503030203020204" pitchFamily="34" charset="0"/>
              </a:rPr>
              <a:t>，例如路由器、交换机、防火墙、</a:t>
            </a:r>
            <a:r>
              <a:rPr lang="en-US" altLang="zh-CN" sz="1600" dirty="0" smtClean="0">
                <a:sym typeface="Huawei Sans" panose="020C0503030203020204" pitchFamily="34" charset="0"/>
              </a:rPr>
              <a:t>IDS</a:t>
            </a:r>
            <a:r>
              <a:rPr lang="zh-CN" altLang="en-US" sz="1600" dirty="0" smtClean="0">
                <a:sym typeface="Huawei Sans" panose="020C0503030203020204" pitchFamily="34" charset="0"/>
              </a:rPr>
              <a:t>等。</a:t>
            </a:r>
            <a:endParaRPr lang="en-US" altLang="zh-CN" sz="1600" dirty="0" smtClean="0">
              <a:sym typeface="Huawei Sans" panose="020C0503030203020204" pitchFamily="34" charset="0"/>
            </a:endParaRPr>
          </a:p>
          <a:p>
            <a:pPr lvl="1"/>
            <a:r>
              <a:rPr lang="zh-CN" altLang="en-US" sz="1600" dirty="0" smtClean="0">
                <a:sym typeface="Huawei Sans" panose="020C0503030203020204" pitchFamily="34" charset="0"/>
              </a:rPr>
              <a:t>不同厂家的设备管理方式不同，甚至同厂家不同型号设备管理方式也不同。</a:t>
            </a:r>
            <a:endParaRPr lang="en-US" altLang="zh-CN" sz="1600" dirty="0" smtClean="0">
              <a:sym typeface="Huawei Sans" panose="020C0503030203020204" pitchFamily="34" charset="0"/>
            </a:endParaRPr>
          </a:p>
          <a:p>
            <a:pPr lvl="1"/>
            <a:r>
              <a:rPr lang="zh-CN" altLang="en-US" sz="1600" dirty="0" smtClean="0">
                <a:sym typeface="Huawei Sans" panose="020C0503030203020204" pitchFamily="34" charset="0"/>
              </a:rPr>
              <a:t>设备复杂导致网络管理复杂。</a:t>
            </a:r>
            <a:endParaRPr lang="en-US" altLang="zh-CN" sz="1600" dirty="0" smtClean="0">
              <a:sym typeface="Huawei Sans" panose="020C0503030203020204" pitchFamily="34" charset="0"/>
            </a:endParaRPr>
          </a:p>
          <a:p>
            <a:pPr lvl="1"/>
            <a:endParaRPr lang="zh-CN" altLang="en-US" sz="1600" dirty="0">
              <a:sym typeface="Huawei Sans" panose="020C0503030203020204" pitchFamily="34" charset="0"/>
            </a:endParaRPr>
          </a:p>
        </p:txBody>
      </p:sp>
      <p:sp>
        <p:nvSpPr>
          <p:cNvPr id="5" name="文本框 4">
            <a:extLst>
              <a:ext uri="{FF2B5EF4-FFF2-40B4-BE49-F238E27FC236}">
                <a16:creationId xmlns:a16="http://schemas.microsoft.com/office/drawing/2014/main" xmlns="" id="{6821814D-B14F-405A-976C-2F0C2019301F}"/>
              </a:ext>
            </a:extLst>
          </p:cNvPr>
          <p:cNvSpPr txBox="1"/>
          <p:nvPr/>
        </p:nvSpPr>
        <p:spPr>
          <a:xfrm>
            <a:off x="1866749" y="5172638"/>
            <a:ext cx="1415772" cy="338554"/>
          </a:xfrm>
          <a:prstGeom prst="rect">
            <a:avLst/>
          </a:prstGeom>
          <a:noFill/>
        </p:spPr>
        <p:txBody>
          <a:bodyPr wrap="none" rtlCol="0">
            <a:spAutoFit/>
          </a:bodyPr>
          <a:lstStyle/>
          <a:p>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网络设备多样</a:t>
            </a:r>
          </a:p>
        </p:txBody>
      </p:sp>
      <p:sp>
        <p:nvSpPr>
          <p:cNvPr id="6" name="文本框 5">
            <a:extLst>
              <a:ext uri="{FF2B5EF4-FFF2-40B4-BE49-F238E27FC236}">
                <a16:creationId xmlns:a16="http://schemas.microsoft.com/office/drawing/2014/main" xmlns="" id="{D4CA54F9-228F-4E11-9F19-CA4310444037}"/>
              </a:ext>
            </a:extLst>
          </p:cNvPr>
          <p:cNvSpPr txBox="1"/>
          <p:nvPr/>
        </p:nvSpPr>
        <p:spPr>
          <a:xfrm>
            <a:off x="1816314" y="4316736"/>
            <a:ext cx="1826141" cy="338554"/>
          </a:xfrm>
          <a:prstGeom prst="rect">
            <a:avLst/>
          </a:prstGeom>
          <a:noFill/>
        </p:spPr>
        <p:txBody>
          <a:bodyPr wrap="none" rtlCol="0">
            <a:spAutoFit/>
          </a:bodyPr>
          <a:lstStyle/>
          <a:p>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设备管理方式不同</a:t>
            </a:r>
          </a:p>
        </p:txBody>
      </p:sp>
      <p:sp>
        <p:nvSpPr>
          <p:cNvPr id="7" name="文本框 6">
            <a:extLst>
              <a:ext uri="{FF2B5EF4-FFF2-40B4-BE49-F238E27FC236}">
                <a16:creationId xmlns:a16="http://schemas.microsoft.com/office/drawing/2014/main" xmlns="" id="{19D5969C-02E2-4E9B-B673-13145F5B0EC2}"/>
              </a:ext>
            </a:extLst>
          </p:cNvPr>
          <p:cNvSpPr txBox="1"/>
          <p:nvPr/>
        </p:nvSpPr>
        <p:spPr>
          <a:xfrm>
            <a:off x="1836813" y="3494740"/>
            <a:ext cx="1415772" cy="338554"/>
          </a:xfrm>
          <a:prstGeom prst="rect">
            <a:avLst/>
          </a:prstGeom>
          <a:noFill/>
        </p:spPr>
        <p:txBody>
          <a:bodyPr wrap="none" rtlCol="0">
            <a:spAutoFit/>
          </a:bodyPr>
          <a:lstStyle/>
          <a:p>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网络管理复杂</a:t>
            </a:r>
          </a:p>
        </p:txBody>
      </p:sp>
      <p:grpSp>
        <p:nvGrpSpPr>
          <p:cNvPr id="32" name="组合 31">
            <a:extLst>
              <a:ext uri="{FF2B5EF4-FFF2-40B4-BE49-F238E27FC236}">
                <a16:creationId xmlns:a16="http://schemas.microsoft.com/office/drawing/2014/main" xmlns="" id="{33F0E46C-3512-4B58-B520-88E55C1F4B26}"/>
              </a:ext>
            </a:extLst>
          </p:cNvPr>
          <p:cNvGrpSpPr/>
          <p:nvPr/>
        </p:nvGrpSpPr>
        <p:grpSpPr>
          <a:xfrm>
            <a:off x="4381855" y="3424056"/>
            <a:ext cx="5223284" cy="2478650"/>
            <a:chOff x="5467815" y="3588537"/>
            <a:chExt cx="5223284" cy="2478650"/>
          </a:xfrm>
        </p:grpSpPr>
        <p:pic>
          <p:nvPicPr>
            <p:cNvPr id="11" name="图片 10">
              <a:extLst>
                <a:ext uri="{FF2B5EF4-FFF2-40B4-BE49-F238E27FC236}">
                  <a16:creationId xmlns:a16="http://schemas.microsoft.com/office/drawing/2014/main" xmlns="" id="{16F9E933-3FE2-4088-97C7-F6525E06557C}"/>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5597925" y="5248311"/>
              <a:ext cx="540000" cy="442800"/>
            </a:xfrm>
            <a:prstGeom prst="rect">
              <a:avLst/>
            </a:prstGeom>
          </p:spPr>
        </p:pic>
        <p:sp>
          <p:nvSpPr>
            <p:cNvPr id="27" name="文本框 26">
              <a:extLst>
                <a:ext uri="{FF2B5EF4-FFF2-40B4-BE49-F238E27FC236}">
                  <a16:creationId xmlns:a16="http://schemas.microsoft.com/office/drawing/2014/main" xmlns="" id="{92AB510A-6911-4190-ABB5-F7112A70E4F2}"/>
                </a:ext>
              </a:extLst>
            </p:cNvPr>
            <p:cNvSpPr txBox="1"/>
            <p:nvPr/>
          </p:nvSpPr>
          <p:spPr>
            <a:xfrm>
              <a:off x="5467815" y="5759410"/>
              <a:ext cx="723275" cy="307777"/>
            </a:xfrm>
            <a:prstGeom prst="rect">
              <a:avLst/>
            </a:prstGeom>
            <a:noFill/>
          </p:spPr>
          <p:txBody>
            <a:bodyPr wrap="none" rtlCol="0">
              <a:spAutoFit/>
            </a:bodyPr>
            <a:lstStyle/>
            <a:p>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路由器</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31" name="组合 30">
              <a:extLst>
                <a:ext uri="{FF2B5EF4-FFF2-40B4-BE49-F238E27FC236}">
                  <a16:creationId xmlns:a16="http://schemas.microsoft.com/office/drawing/2014/main" xmlns="" id="{555181CB-E29E-4B46-AE59-990C4B4CB23C}"/>
                </a:ext>
              </a:extLst>
            </p:cNvPr>
            <p:cNvGrpSpPr/>
            <p:nvPr/>
          </p:nvGrpSpPr>
          <p:grpSpPr>
            <a:xfrm>
              <a:off x="5867925" y="3588537"/>
              <a:ext cx="4823174" cy="2478650"/>
              <a:chOff x="5867925" y="3588537"/>
              <a:chExt cx="4823174" cy="2478650"/>
            </a:xfrm>
          </p:grpSpPr>
          <p:pic>
            <p:nvPicPr>
              <p:cNvPr id="12" name="图片 11">
                <a:extLst>
                  <a:ext uri="{FF2B5EF4-FFF2-40B4-BE49-F238E27FC236}">
                    <a16:creationId xmlns:a16="http://schemas.microsoft.com/office/drawing/2014/main" xmlns="" id="{21408A34-0604-4635-9F38-7B1EF3412DB9}"/>
                  </a:ext>
                </a:extLst>
              </p:cNvPr>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6990813" y="5248311"/>
                <a:ext cx="540000" cy="442800"/>
              </a:xfrm>
              <a:prstGeom prst="rect">
                <a:avLst/>
              </a:prstGeom>
            </p:spPr>
          </p:pic>
          <p:pic>
            <p:nvPicPr>
              <p:cNvPr id="13" name="图片 12">
                <a:extLst>
                  <a:ext uri="{FF2B5EF4-FFF2-40B4-BE49-F238E27FC236}">
                    <a16:creationId xmlns:a16="http://schemas.microsoft.com/office/drawing/2014/main" xmlns="" id="{5ACBBA84-01E3-4069-9293-FA0F846AD20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383701" y="5248311"/>
                <a:ext cx="540000" cy="442174"/>
              </a:xfrm>
              <a:prstGeom prst="rect">
                <a:avLst/>
              </a:prstGeom>
            </p:spPr>
          </p:pic>
          <p:pic>
            <p:nvPicPr>
              <p:cNvPr id="14" name="图片 13">
                <a:extLst>
                  <a:ext uri="{FF2B5EF4-FFF2-40B4-BE49-F238E27FC236}">
                    <a16:creationId xmlns:a16="http://schemas.microsoft.com/office/drawing/2014/main" xmlns="" id="{070418E5-E832-491F-ACAE-2B83B1DC4312}"/>
                  </a:ext>
                </a:extLst>
              </p:cNvPr>
              <p:cNvPicPr>
                <a:picLocks/>
              </p:cNvPicPr>
              <p:nvPr/>
            </p:nvPicPr>
            <p:blipFill>
              <a:blip r:embed="rId6" cstate="print">
                <a:extLst>
                  <a:ext uri="{28A0092B-C50C-407E-A947-70E740481C1C}">
                    <a14:useLocalDpi xmlns:a14="http://schemas.microsoft.com/office/drawing/2010/main" val="0"/>
                  </a:ext>
                </a:extLst>
              </a:blip>
              <a:stretch>
                <a:fillRect/>
              </a:stretch>
            </p:blipFill>
            <p:spPr>
              <a:xfrm>
                <a:off x="7538208" y="3588537"/>
                <a:ext cx="540000" cy="442800"/>
              </a:xfrm>
              <a:prstGeom prst="rect">
                <a:avLst/>
              </a:prstGeom>
            </p:spPr>
          </p:pic>
          <p:pic>
            <p:nvPicPr>
              <p:cNvPr id="15" name="图片 14">
                <a:extLst>
                  <a:ext uri="{FF2B5EF4-FFF2-40B4-BE49-F238E27FC236}">
                    <a16:creationId xmlns:a16="http://schemas.microsoft.com/office/drawing/2014/main" xmlns="" id="{A853BFAB-3964-413D-8017-6896764C065D}"/>
                  </a:ext>
                </a:extLst>
              </p:cNvPr>
              <p:cNvPicPr>
                <a:picLocks/>
              </p:cNvPicPr>
              <p:nvPr/>
            </p:nvPicPr>
            <p:blipFill>
              <a:blip r:embed="rId7" cstate="print">
                <a:extLst>
                  <a:ext uri="{28A0092B-C50C-407E-A947-70E740481C1C}">
                    <a14:useLocalDpi xmlns:a14="http://schemas.microsoft.com/office/drawing/2010/main" val="0"/>
                  </a:ext>
                </a:extLst>
              </a:blip>
              <a:stretch>
                <a:fillRect/>
              </a:stretch>
            </p:blipFill>
            <p:spPr>
              <a:xfrm>
                <a:off x="9776589" y="5248311"/>
                <a:ext cx="540000" cy="442800"/>
              </a:xfrm>
              <a:prstGeom prst="rect">
                <a:avLst/>
              </a:prstGeom>
            </p:spPr>
          </p:pic>
          <p:cxnSp>
            <p:nvCxnSpPr>
              <p:cNvPr id="17" name="直接连接符 16">
                <a:extLst>
                  <a:ext uri="{FF2B5EF4-FFF2-40B4-BE49-F238E27FC236}">
                    <a16:creationId xmlns:a16="http://schemas.microsoft.com/office/drawing/2014/main" xmlns="" id="{4B07A350-4D7A-4BC8-A08B-6CF68677217D}"/>
                  </a:ext>
                </a:extLst>
              </p:cNvPr>
              <p:cNvCxnSpPr>
                <a:stCxn id="14" idx="2"/>
                <a:endCxn id="11" idx="0"/>
              </p:cNvCxnSpPr>
              <p:nvPr/>
            </p:nvCxnSpPr>
            <p:spPr>
              <a:xfrm flipH="1">
                <a:off x="5867925" y="4031337"/>
                <a:ext cx="1940283" cy="12169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xmlns="" id="{7D5481DC-D1A7-4544-9932-9C6CF154485E}"/>
                  </a:ext>
                </a:extLst>
              </p:cNvPr>
              <p:cNvCxnSpPr>
                <a:cxnSpLocks/>
                <a:stCxn id="14" idx="2"/>
                <a:endCxn id="12" idx="0"/>
              </p:cNvCxnSpPr>
              <p:nvPr/>
            </p:nvCxnSpPr>
            <p:spPr>
              <a:xfrm flipH="1">
                <a:off x="7260813" y="4031337"/>
                <a:ext cx="547395" cy="12169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xmlns="" id="{CFDBE2E0-84A1-4015-BB25-592D0F93256F}"/>
                  </a:ext>
                </a:extLst>
              </p:cNvPr>
              <p:cNvCxnSpPr>
                <a:cxnSpLocks/>
                <a:stCxn id="14" idx="2"/>
                <a:endCxn id="13" idx="0"/>
              </p:cNvCxnSpPr>
              <p:nvPr/>
            </p:nvCxnSpPr>
            <p:spPr>
              <a:xfrm>
                <a:off x="7808208" y="4031337"/>
                <a:ext cx="845493" cy="12169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直接连接符 23">
                <a:extLst>
                  <a:ext uri="{FF2B5EF4-FFF2-40B4-BE49-F238E27FC236}">
                    <a16:creationId xmlns:a16="http://schemas.microsoft.com/office/drawing/2014/main" xmlns="" id="{3A2A6BDD-BEE1-4010-A362-3DECE2C5DD27}"/>
                  </a:ext>
                </a:extLst>
              </p:cNvPr>
              <p:cNvCxnSpPr>
                <a:cxnSpLocks/>
                <a:stCxn id="14" idx="2"/>
                <a:endCxn id="15" idx="0"/>
              </p:cNvCxnSpPr>
              <p:nvPr/>
            </p:nvCxnSpPr>
            <p:spPr>
              <a:xfrm>
                <a:off x="7808208" y="4031337"/>
                <a:ext cx="2238381" cy="12169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文本框 27">
                <a:extLst>
                  <a:ext uri="{FF2B5EF4-FFF2-40B4-BE49-F238E27FC236}">
                    <a16:creationId xmlns:a16="http://schemas.microsoft.com/office/drawing/2014/main" xmlns="" id="{E1B21A98-B6A7-41EA-B250-C536E12BB306}"/>
                  </a:ext>
                </a:extLst>
              </p:cNvPr>
              <p:cNvSpPr txBox="1"/>
              <p:nvPr/>
            </p:nvSpPr>
            <p:spPr>
              <a:xfrm>
                <a:off x="6898205" y="5759410"/>
                <a:ext cx="723275" cy="307777"/>
              </a:xfrm>
              <a:prstGeom prst="rect">
                <a:avLst/>
              </a:prstGeom>
              <a:noFill/>
            </p:spPr>
            <p:txBody>
              <a:bodyPr wrap="none" rtlCol="0">
                <a:spAutoFit/>
              </a:bodyPr>
              <a:lstStyle/>
              <a:p>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交换机</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 name="文本框 28">
                <a:extLst>
                  <a:ext uri="{FF2B5EF4-FFF2-40B4-BE49-F238E27FC236}">
                    <a16:creationId xmlns:a16="http://schemas.microsoft.com/office/drawing/2014/main" xmlns="" id="{F8598024-7B9B-473A-9152-2F4E5E80B0D8}"/>
                  </a:ext>
                </a:extLst>
              </p:cNvPr>
              <p:cNvSpPr txBox="1"/>
              <p:nvPr/>
            </p:nvSpPr>
            <p:spPr>
              <a:xfrm>
                <a:off x="8308997" y="5759410"/>
                <a:ext cx="723275" cy="307777"/>
              </a:xfrm>
              <a:prstGeom prst="rect">
                <a:avLst/>
              </a:prstGeom>
              <a:noFill/>
            </p:spPr>
            <p:txBody>
              <a:bodyPr wrap="none" rtlCol="0">
                <a:spAutoFit/>
              </a:bodyPr>
              <a:lstStyle/>
              <a:p>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防火墙</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 name="文本框 29">
                <a:extLst>
                  <a:ext uri="{FF2B5EF4-FFF2-40B4-BE49-F238E27FC236}">
                    <a16:creationId xmlns:a16="http://schemas.microsoft.com/office/drawing/2014/main" xmlns="" id="{63DF6A8F-59B3-4DAE-82FA-06A89CBD9B47}"/>
                  </a:ext>
                </a:extLst>
              </p:cNvPr>
              <p:cNvSpPr txBox="1"/>
              <p:nvPr/>
            </p:nvSpPr>
            <p:spPr>
              <a:xfrm>
                <a:off x="9608751" y="5759410"/>
                <a:ext cx="1082348" cy="307777"/>
              </a:xfrm>
              <a:prstGeom prst="rect">
                <a:avLst/>
              </a:prstGeom>
              <a:noFill/>
            </p:spPr>
            <p:txBody>
              <a:bodyPr wrap="none" rtlCol="0">
                <a:spAutoFit/>
              </a:bodyPr>
              <a:lstStyle/>
              <a:p>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异厂家设备</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7" name="文本框 36">
                <a:extLst>
                  <a:ext uri="{FF2B5EF4-FFF2-40B4-BE49-F238E27FC236}">
                    <a16:creationId xmlns:a16="http://schemas.microsoft.com/office/drawing/2014/main" xmlns="" id="{C0CB2FB5-566F-4970-99D6-41193CDA078F}"/>
                  </a:ext>
                </a:extLst>
              </p:cNvPr>
              <p:cNvSpPr txBox="1"/>
              <p:nvPr/>
            </p:nvSpPr>
            <p:spPr>
              <a:xfrm>
                <a:off x="8103608" y="3641935"/>
                <a:ext cx="1620957" cy="307777"/>
              </a:xfrm>
              <a:prstGeom prst="rect">
                <a:avLst/>
              </a:prstGeom>
              <a:noFill/>
            </p:spPr>
            <p:txBody>
              <a:bodyPr wrap="none" rtlCol="0">
                <a:spAutoFit/>
              </a:bodyPr>
              <a:lstStyle/>
              <a:p>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多套网络管理系统</a:t>
                </a:r>
              </a:p>
            </p:txBody>
          </p:sp>
        </p:grpSp>
        <p:sp>
          <p:nvSpPr>
            <p:cNvPr id="33" name="文本框 32">
              <a:extLst>
                <a:ext uri="{FF2B5EF4-FFF2-40B4-BE49-F238E27FC236}">
                  <a16:creationId xmlns:a16="http://schemas.microsoft.com/office/drawing/2014/main" xmlns="" id="{F24F6BD6-3805-430B-BDAF-20D8232CDB53}"/>
                </a:ext>
              </a:extLst>
            </p:cNvPr>
            <p:cNvSpPr txBox="1"/>
            <p:nvPr/>
          </p:nvSpPr>
          <p:spPr>
            <a:xfrm>
              <a:off x="5956825" y="4617452"/>
              <a:ext cx="436338" cy="307777"/>
            </a:xfrm>
            <a:prstGeom prst="rect">
              <a:avLst/>
            </a:prstGeom>
            <a:noFill/>
          </p:spPr>
          <p:txBody>
            <a:bodyPr wrap="none" rtlCol="0">
              <a:spAutoFit/>
            </a:bodyPr>
            <a:lstStyle/>
            <a:p>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CLI</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 name="文本框 33">
              <a:extLst>
                <a:ext uri="{FF2B5EF4-FFF2-40B4-BE49-F238E27FC236}">
                  <a16:creationId xmlns:a16="http://schemas.microsoft.com/office/drawing/2014/main" xmlns="" id="{A929DE38-52EE-40FD-82C1-D63518306724}"/>
                </a:ext>
              </a:extLst>
            </p:cNvPr>
            <p:cNvSpPr txBox="1"/>
            <p:nvPr/>
          </p:nvSpPr>
          <p:spPr>
            <a:xfrm>
              <a:off x="6813013" y="4617452"/>
              <a:ext cx="688009" cy="307777"/>
            </a:xfrm>
            <a:prstGeom prst="rect">
              <a:avLst/>
            </a:prstGeom>
            <a:noFill/>
          </p:spPr>
          <p:txBody>
            <a:bodyPr wrap="none" rtlCol="0">
              <a:spAutoFit/>
            </a:bodyPr>
            <a:lstStyle/>
            <a:p>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SNMP</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文本框 34">
              <a:extLst>
                <a:ext uri="{FF2B5EF4-FFF2-40B4-BE49-F238E27FC236}">
                  <a16:creationId xmlns:a16="http://schemas.microsoft.com/office/drawing/2014/main" xmlns="" id="{A618C55D-0C78-4C7D-B846-97B96AF18313}"/>
                </a:ext>
              </a:extLst>
            </p:cNvPr>
            <p:cNvSpPr txBox="1"/>
            <p:nvPr/>
          </p:nvSpPr>
          <p:spPr>
            <a:xfrm>
              <a:off x="7697151" y="4617452"/>
              <a:ext cx="556563" cy="307777"/>
            </a:xfrm>
            <a:prstGeom prst="rect">
              <a:avLst/>
            </a:prstGeom>
            <a:noFill/>
          </p:spPr>
          <p:txBody>
            <a:bodyPr wrap="none" rtlCol="0">
              <a:spAutoFit/>
            </a:bodyPr>
            <a:lstStyle/>
            <a:p>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Web</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 name="文本框 35">
              <a:extLst>
                <a:ext uri="{FF2B5EF4-FFF2-40B4-BE49-F238E27FC236}">
                  <a16:creationId xmlns:a16="http://schemas.microsoft.com/office/drawing/2014/main" xmlns="" id="{D6CFB6E5-2CF7-47B7-9A81-570D0FCAA5CE}"/>
                </a:ext>
              </a:extLst>
            </p:cNvPr>
            <p:cNvSpPr txBox="1"/>
            <p:nvPr/>
          </p:nvSpPr>
          <p:spPr>
            <a:xfrm>
              <a:off x="8486476" y="4617452"/>
              <a:ext cx="588623" cy="307777"/>
            </a:xfrm>
            <a:prstGeom prst="rect">
              <a:avLst/>
            </a:prstGeom>
            <a:noFill/>
          </p:spPr>
          <p:txBody>
            <a:bodyPr wrap="none" rtlCol="0">
              <a:spAutoFit/>
            </a:bodyPr>
            <a:lstStyle/>
            <a:p>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IPFIX</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spTree>
    <p:extLst>
      <p:ext uri="{BB962C8B-B14F-4D97-AF65-F5344CB8AC3E}">
        <p14:creationId xmlns:p14="http://schemas.microsoft.com/office/powerpoint/2010/main" val="357654055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a:extLst>
              <a:ext uri="{FF2B5EF4-FFF2-40B4-BE49-F238E27FC236}">
                <a16:creationId xmlns:a16="http://schemas.microsoft.com/office/drawing/2014/main" xmlns="" id="{B3A48F12-D69F-4B46-8C75-7BA6C0C8428B}"/>
              </a:ext>
            </a:extLst>
          </p:cNvPr>
          <p:cNvSpPr/>
          <p:nvPr/>
        </p:nvSpPr>
        <p:spPr bwMode="gray">
          <a:xfrm>
            <a:off x="1252983" y="3807075"/>
            <a:ext cx="9140697" cy="951668"/>
          </a:xfrm>
          <a:prstGeom prst="rect">
            <a:avLst/>
          </a:prstGeom>
          <a:noFill/>
          <a:ln w="12700" cap="flat" cmpd="sng" algn="ctr">
            <a:solidFill>
              <a:srgbClr val="94DAE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600" ker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矩形 39">
            <a:extLst>
              <a:ext uri="{FF2B5EF4-FFF2-40B4-BE49-F238E27FC236}">
                <a16:creationId xmlns:a16="http://schemas.microsoft.com/office/drawing/2014/main" xmlns="" id="{C2C51838-5229-4ACB-BEB0-DB62D82CBD9B}"/>
              </a:ext>
            </a:extLst>
          </p:cNvPr>
          <p:cNvSpPr/>
          <p:nvPr/>
        </p:nvSpPr>
        <p:spPr bwMode="gray">
          <a:xfrm>
            <a:off x="1252983" y="5118100"/>
            <a:ext cx="9140697" cy="932908"/>
          </a:xfrm>
          <a:prstGeom prst="rect">
            <a:avLst/>
          </a:prstGeom>
          <a:noFill/>
          <a:ln w="12700" cap="flat" cmpd="sng" algn="ctr">
            <a:solidFill>
              <a:srgbClr val="94DAE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600" ker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 name="标题 1">
            <a:extLst>
              <a:ext uri="{FF2B5EF4-FFF2-40B4-BE49-F238E27FC236}">
                <a16:creationId xmlns:a16="http://schemas.microsoft.com/office/drawing/2014/main" xmlns="" id="{652E8BB6-9A9E-4961-A5E3-2A659AC971A0}"/>
              </a:ext>
            </a:extLst>
          </p:cNvPr>
          <p:cNvSpPr>
            <a:spLocks noGrp="1"/>
          </p:cNvSpPr>
          <p:nvPr>
            <p:ph type="title"/>
          </p:nvPr>
        </p:nvSpPr>
        <p:spPr bwMode="gray"/>
        <p:txBody>
          <a:bodyPr/>
          <a:lstStyle/>
          <a:p>
            <a:r>
              <a:rPr lang="zh-CN" altLang="en-US" smtClean="0">
                <a:sym typeface="Huawei Sans" panose="020C0503030203020204" pitchFamily="34" charset="0"/>
              </a:rPr>
              <a:t>背景：网络架构的变革</a:t>
            </a:r>
            <a:endParaRPr lang="zh-CN" altLang="en-US">
              <a:sym typeface="Huawei Sans" panose="020C0503030203020204" pitchFamily="34" charset="0"/>
            </a:endParaRPr>
          </a:p>
        </p:txBody>
      </p:sp>
      <p:sp>
        <p:nvSpPr>
          <p:cNvPr id="7" name="文本占位符 6"/>
          <p:cNvSpPr>
            <a:spLocks noGrp="1"/>
          </p:cNvSpPr>
          <p:nvPr>
            <p:ph type="body" sz="quarter" idx="10"/>
          </p:nvPr>
        </p:nvSpPr>
        <p:spPr bwMode="gray"/>
        <p:txBody>
          <a:bodyPr/>
          <a:lstStyle/>
          <a:p>
            <a:r>
              <a:rPr lang="en-US" altLang="zh-CN" sz="1800" dirty="0">
                <a:sym typeface="Huawei Sans" panose="020C0503030203020204" pitchFamily="34" charset="0"/>
              </a:rPr>
              <a:t>SDN</a:t>
            </a:r>
            <a:r>
              <a:rPr lang="zh-CN" altLang="en-US" sz="1800" dirty="0">
                <a:sym typeface="Huawei Sans" panose="020C0503030203020204" pitchFamily="34" charset="0"/>
              </a:rPr>
              <a:t>（</a:t>
            </a:r>
            <a:r>
              <a:rPr lang="en-US" altLang="zh-CN" sz="1800" dirty="0">
                <a:sym typeface="Huawei Sans" panose="020C0503030203020204" pitchFamily="34" charset="0"/>
              </a:rPr>
              <a:t>Software Defined Networking</a:t>
            </a:r>
            <a:r>
              <a:rPr lang="zh-CN" altLang="en-US" sz="1800" dirty="0">
                <a:sym typeface="Huawei Sans" panose="020C0503030203020204" pitchFamily="34" charset="0"/>
              </a:rPr>
              <a:t>，软件定义网络）带来了网络架构的变革。它引入网络控制器，通过全局视角集中控制</a:t>
            </a:r>
            <a:r>
              <a:rPr lang="zh-CN" altLang="en-US" sz="1800">
                <a:sym typeface="Huawei Sans" panose="020C0503030203020204" pitchFamily="34" charset="0"/>
              </a:rPr>
              <a:t>，</a:t>
            </a:r>
            <a:r>
              <a:rPr lang="zh-CN" altLang="en-US" sz="1800" smtClean="0">
                <a:sym typeface="Huawei Sans" panose="020C0503030203020204" pitchFamily="34" charset="0"/>
              </a:rPr>
              <a:t>实现业务</a:t>
            </a:r>
            <a:r>
              <a:rPr lang="zh-CN" altLang="en-US" sz="1800" dirty="0">
                <a:sym typeface="Huawei Sans" panose="020C0503030203020204" pitchFamily="34" charset="0"/>
              </a:rPr>
              <a:t>快速</a:t>
            </a:r>
            <a:r>
              <a:rPr lang="zh-CN" altLang="en-US" sz="1800">
                <a:sym typeface="Huawei Sans" panose="020C0503030203020204" pitchFamily="34" charset="0"/>
              </a:rPr>
              <a:t>部署</a:t>
            </a:r>
            <a:r>
              <a:rPr lang="zh-CN" altLang="en-US" sz="1800" smtClean="0">
                <a:sym typeface="Huawei Sans" panose="020C0503030203020204" pitchFamily="34" charset="0"/>
              </a:rPr>
              <a:t>、流量</a:t>
            </a:r>
            <a:r>
              <a:rPr lang="zh-CN" altLang="en-US" sz="1800" dirty="0">
                <a:sym typeface="Huawei Sans" panose="020C0503030203020204" pitchFamily="34" charset="0"/>
              </a:rPr>
              <a:t>调</a:t>
            </a:r>
            <a:r>
              <a:rPr lang="zh-CN" altLang="en-US" sz="1800">
                <a:sym typeface="Huawei Sans" panose="020C0503030203020204" pitchFamily="34" charset="0"/>
              </a:rPr>
              <a:t>优</a:t>
            </a:r>
            <a:r>
              <a:rPr lang="zh-CN" altLang="en-US" sz="1800" smtClean="0">
                <a:sym typeface="Huawei Sans" panose="020C0503030203020204" pitchFamily="34" charset="0"/>
              </a:rPr>
              <a:t>、网络</a:t>
            </a:r>
            <a:r>
              <a:rPr lang="zh-CN" altLang="en-US" sz="1800" dirty="0">
                <a:sym typeface="Huawei Sans" panose="020C0503030203020204" pitchFamily="34" charset="0"/>
              </a:rPr>
              <a:t>业务开放等目标。</a:t>
            </a:r>
          </a:p>
          <a:p>
            <a:endParaRPr lang="zh-CN" altLang="en-US" sz="1800" dirty="0">
              <a:sym typeface="Huawei Sans" panose="020C0503030203020204" pitchFamily="34" charset="0"/>
            </a:endParaRPr>
          </a:p>
          <a:p>
            <a:endParaRPr lang="zh-CN" altLang="en-US" sz="1800" dirty="0">
              <a:sym typeface="Huawei Sans" panose="020C0503030203020204" pitchFamily="34" charset="0"/>
            </a:endParaRPr>
          </a:p>
        </p:txBody>
      </p:sp>
      <p:pic>
        <p:nvPicPr>
          <p:cNvPr id="3" name="图片 2">
            <a:extLst>
              <a:ext uri="{FF2B5EF4-FFF2-40B4-BE49-F238E27FC236}">
                <a16:creationId xmlns:a16="http://schemas.microsoft.com/office/drawing/2014/main" xmlns="" id="{3B8CDDA5-63DF-4EE7-B505-8033BAF90E8E}"/>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5239039" y="4000500"/>
            <a:ext cx="540000" cy="442800"/>
          </a:xfrm>
          <a:prstGeom prst="rect">
            <a:avLst/>
          </a:prstGeom>
        </p:spPr>
      </p:pic>
      <p:grpSp>
        <p:nvGrpSpPr>
          <p:cNvPr id="21" name="组合 20">
            <a:extLst>
              <a:ext uri="{FF2B5EF4-FFF2-40B4-BE49-F238E27FC236}">
                <a16:creationId xmlns:a16="http://schemas.microsoft.com/office/drawing/2014/main" xmlns="" id="{F0136E46-F74B-45B7-B481-CA82C6241038}"/>
              </a:ext>
            </a:extLst>
          </p:cNvPr>
          <p:cNvGrpSpPr/>
          <p:nvPr/>
        </p:nvGrpSpPr>
        <p:grpSpPr bwMode="gray">
          <a:xfrm>
            <a:off x="2546237" y="5414782"/>
            <a:ext cx="5925604" cy="442800"/>
            <a:chOff x="1894208" y="5059936"/>
            <a:chExt cx="5925604" cy="442800"/>
          </a:xfrm>
        </p:grpSpPr>
        <p:pic>
          <p:nvPicPr>
            <p:cNvPr id="6" name="图片 5">
              <a:extLst>
                <a:ext uri="{FF2B5EF4-FFF2-40B4-BE49-F238E27FC236}">
                  <a16:creationId xmlns:a16="http://schemas.microsoft.com/office/drawing/2014/main" xmlns="" id="{81E880FD-D2C9-4636-8203-DF9F2EC7D4E0}"/>
                </a:ext>
              </a:extLst>
            </p:cNvPr>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1894208" y="5059936"/>
              <a:ext cx="540000" cy="442800"/>
            </a:xfrm>
            <a:prstGeom prst="rect">
              <a:avLst/>
            </a:prstGeom>
          </p:spPr>
        </p:pic>
        <p:pic>
          <p:nvPicPr>
            <p:cNvPr id="10" name="图片 9">
              <a:extLst>
                <a:ext uri="{FF2B5EF4-FFF2-40B4-BE49-F238E27FC236}">
                  <a16:creationId xmlns:a16="http://schemas.microsoft.com/office/drawing/2014/main" xmlns="" id="{A8222618-EF15-4BC6-BCEF-EB3D0E022919}"/>
                </a:ext>
              </a:extLst>
            </p:cNvPr>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3689409" y="5059936"/>
              <a:ext cx="540000" cy="442800"/>
            </a:xfrm>
            <a:prstGeom prst="rect">
              <a:avLst/>
            </a:prstGeom>
          </p:spPr>
        </p:pic>
        <p:pic>
          <p:nvPicPr>
            <p:cNvPr id="11" name="图片 10">
              <a:extLst>
                <a:ext uri="{FF2B5EF4-FFF2-40B4-BE49-F238E27FC236}">
                  <a16:creationId xmlns:a16="http://schemas.microsoft.com/office/drawing/2014/main" xmlns="" id="{5265D75E-B25C-4E5E-B104-CBF5EE50B245}"/>
                </a:ext>
              </a:extLst>
            </p:cNvPr>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5484610" y="5059936"/>
              <a:ext cx="540000" cy="442800"/>
            </a:xfrm>
            <a:prstGeom prst="rect">
              <a:avLst/>
            </a:prstGeom>
          </p:spPr>
        </p:pic>
        <p:pic>
          <p:nvPicPr>
            <p:cNvPr id="12" name="图片 11">
              <a:extLst>
                <a:ext uri="{FF2B5EF4-FFF2-40B4-BE49-F238E27FC236}">
                  <a16:creationId xmlns:a16="http://schemas.microsoft.com/office/drawing/2014/main" xmlns="" id="{C0F9AAD6-31A1-4162-9492-764C37D5202C}"/>
                </a:ext>
              </a:extLst>
            </p:cNvPr>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7279812" y="5059936"/>
              <a:ext cx="540000" cy="442800"/>
            </a:xfrm>
            <a:prstGeom prst="rect">
              <a:avLst/>
            </a:prstGeom>
          </p:spPr>
        </p:pic>
        <p:cxnSp>
          <p:nvCxnSpPr>
            <p:cNvPr id="14" name="直接连接符 13">
              <a:extLst>
                <a:ext uri="{FF2B5EF4-FFF2-40B4-BE49-F238E27FC236}">
                  <a16:creationId xmlns:a16="http://schemas.microsoft.com/office/drawing/2014/main" xmlns="" id="{FC38116D-317E-4A14-B563-27CB09AEA9C3}"/>
                </a:ext>
              </a:extLst>
            </p:cNvPr>
            <p:cNvCxnSpPr>
              <a:stCxn id="6" idx="3"/>
              <a:endCxn id="10" idx="1"/>
            </p:cNvCxnSpPr>
            <p:nvPr/>
          </p:nvCxnSpPr>
          <p:spPr bwMode="gray">
            <a:xfrm>
              <a:off x="2434208" y="5281336"/>
              <a:ext cx="1255201" cy="0"/>
            </a:xfrm>
            <a:prstGeom prst="line">
              <a:avLst/>
            </a:prstGeom>
            <a:ln w="19050">
              <a:solidFill>
                <a:srgbClr val="151515"/>
              </a:solidFill>
            </a:ln>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xmlns="" id="{C2E69564-D6AF-48D3-B9FA-DB7CFA5BC3B7}"/>
                </a:ext>
              </a:extLst>
            </p:cNvPr>
            <p:cNvCxnSpPr>
              <a:cxnSpLocks/>
              <a:stCxn id="10" idx="3"/>
              <a:endCxn id="11" idx="1"/>
            </p:cNvCxnSpPr>
            <p:nvPr/>
          </p:nvCxnSpPr>
          <p:spPr bwMode="gray">
            <a:xfrm>
              <a:off x="4229409" y="5281336"/>
              <a:ext cx="1255201" cy="0"/>
            </a:xfrm>
            <a:prstGeom prst="line">
              <a:avLst/>
            </a:prstGeom>
            <a:ln w="19050">
              <a:solidFill>
                <a:srgbClr val="151515"/>
              </a:solidFill>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xmlns="" id="{F1930932-68B3-4A9B-BF03-71E47221AEF8}"/>
                </a:ext>
              </a:extLst>
            </p:cNvPr>
            <p:cNvCxnSpPr>
              <a:cxnSpLocks/>
              <a:stCxn id="11" idx="3"/>
              <a:endCxn id="12" idx="1"/>
            </p:cNvCxnSpPr>
            <p:nvPr/>
          </p:nvCxnSpPr>
          <p:spPr bwMode="gray">
            <a:xfrm>
              <a:off x="6024610" y="5281336"/>
              <a:ext cx="1255202" cy="0"/>
            </a:xfrm>
            <a:prstGeom prst="line">
              <a:avLst/>
            </a:prstGeom>
            <a:ln w="19050">
              <a:solidFill>
                <a:srgbClr val="151515"/>
              </a:solidFill>
            </a:ln>
          </p:spPr>
          <p:style>
            <a:lnRef idx="1">
              <a:schemeClr val="accent1"/>
            </a:lnRef>
            <a:fillRef idx="0">
              <a:schemeClr val="accent1"/>
            </a:fillRef>
            <a:effectRef idx="0">
              <a:schemeClr val="accent1"/>
            </a:effectRef>
            <a:fontRef idx="minor">
              <a:schemeClr val="tx1"/>
            </a:fontRef>
          </p:style>
        </p:cxnSp>
      </p:grpSp>
      <p:cxnSp>
        <p:nvCxnSpPr>
          <p:cNvPr id="22" name="直接连接符 21">
            <a:extLst>
              <a:ext uri="{FF2B5EF4-FFF2-40B4-BE49-F238E27FC236}">
                <a16:creationId xmlns:a16="http://schemas.microsoft.com/office/drawing/2014/main" xmlns="" id="{C1D5E5ED-4382-45D0-9EC8-BD971E6987B1}"/>
              </a:ext>
            </a:extLst>
          </p:cNvPr>
          <p:cNvCxnSpPr>
            <a:cxnSpLocks/>
            <a:stCxn id="6" idx="0"/>
            <a:endCxn id="3" idx="2"/>
          </p:cNvCxnSpPr>
          <p:nvPr/>
        </p:nvCxnSpPr>
        <p:spPr bwMode="gray">
          <a:xfrm flipV="1">
            <a:off x="2816237" y="4443300"/>
            <a:ext cx="2692802" cy="971482"/>
          </a:xfrm>
          <a:prstGeom prst="line">
            <a:avLst/>
          </a:prstGeom>
          <a:ln w="19050">
            <a:solidFill>
              <a:srgbClr val="151515"/>
            </a:solidFill>
            <a:prstDash val="dash"/>
          </a:ln>
        </p:spPr>
        <p:style>
          <a:lnRef idx="1">
            <a:schemeClr val="accent1"/>
          </a:lnRef>
          <a:fillRef idx="0">
            <a:schemeClr val="accent1"/>
          </a:fillRef>
          <a:effectRef idx="0">
            <a:schemeClr val="accent1"/>
          </a:effectRef>
          <a:fontRef idx="minor">
            <a:schemeClr val="tx1"/>
          </a:fontRef>
        </p:style>
      </p:cxnSp>
      <p:cxnSp>
        <p:nvCxnSpPr>
          <p:cNvPr id="27" name="直接连接符 26">
            <a:extLst>
              <a:ext uri="{FF2B5EF4-FFF2-40B4-BE49-F238E27FC236}">
                <a16:creationId xmlns:a16="http://schemas.microsoft.com/office/drawing/2014/main" xmlns="" id="{C85769E7-84A8-4D43-B3B9-2B451054F50C}"/>
              </a:ext>
            </a:extLst>
          </p:cNvPr>
          <p:cNvCxnSpPr>
            <a:cxnSpLocks/>
            <a:stCxn id="10" idx="0"/>
            <a:endCxn id="3" idx="2"/>
          </p:cNvCxnSpPr>
          <p:nvPr/>
        </p:nvCxnSpPr>
        <p:spPr bwMode="gray">
          <a:xfrm flipV="1">
            <a:off x="4611438" y="4443300"/>
            <a:ext cx="897601" cy="971482"/>
          </a:xfrm>
          <a:prstGeom prst="line">
            <a:avLst/>
          </a:prstGeom>
          <a:ln w="19050">
            <a:solidFill>
              <a:srgbClr val="151515"/>
            </a:solidFill>
            <a:prstDash val="dash"/>
          </a:ln>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xmlns="" id="{B1906AC3-5856-41DB-9ED3-FB5E7BBA2B4A}"/>
              </a:ext>
            </a:extLst>
          </p:cNvPr>
          <p:cNvCxnSpPr>
            <a:cxnSpLocks/>
            <a:stCxn id="11" idx="0"/>
            <a:endCxn id="3" idx="2"/>
          </p:cNvCxnSpPr>
          <p:nvPr/>
        </p:nvCxnSpPr>
        <p:spPr bwMode="gray">
          <a:xfrm flipH="1" flipV="1">
            <a:off x="5509039" y="4443300"/>
            <a:ext cx="897600" cy="971482"/>
          </a:xfrm>
          <a:prstGeom prst="line">
            <a:avLst/>
          </a:prstGeom>
          <a:ln w="19050">
            <a:solidFill>
              <a:srgbClr val="151515"/>
            </a:solidFill>
            <a:prstDash val="dash"/>
          </a:ln>
        </p:spPr>
        <p:style>
          <a:lnRef idx="1">
            <a:schemeClr val="accent1"/>
          </a:lnRef>
          <a:fillRef idx="0">
            <a:schemeClr val="accent1"/>
          </a:fillRef>
          <a:effectRef idx="0">
            <a:schemeClr val="accent1"/>
          </a:effectRef>
          <a:fontRef idx="minor">
            <a:schemeClr val="tx1"/>
          </a:fontRef>
        </p:style>
      </p:cxnSp>
      <p:cxnSp>
        <p:nvCxnSpPr>
          <p:cNvPr id="33" name="直接连接符 32">
            <a:extLst>
              <a:ext uri="{FF2B5EF4-FFF2-40B4-BE49-F238E27FC236}">
                <a16:creationId xmlns:a16="http://schemas.microsoft.com/office/drawing/2014/main" xmlns="" id="{2B2BB19E-3743-4405-A4C8-6C932013668C}"/>
              </a:ext>
            </a:extLst>
          </p:cNvPr>
          <p:cNvCxnSpPr>
            <a:cxnSpLocks/>
            <a:stCxn id="12" idx="0"/>
            <a:endCxn id="3" idx="2"/>
          </p:cNvCxnSpPr>
          <p:nvPr/>
        </p:nvCxnSpPr>
        <p:spPr bwMode="gray">
          <a:xfrm flipH="1" flipV="1">
            <a:off x="5509039" y="4443300"/>
            <a:ext cx="2692802" cy="971482"/>
          </a:xfrm>
          <a:prstGeom prst="line">
            <a:avLst/>
          </a:prstGeom>
          <a:ln w="19050">
            <a:solidFill>
              <a:srgbClr val="151515"/>
            </a:solidFill>
            <a:prstDash val="dash"/>
          </a:ln>
        </p:spPr>
        <p:style>
          <a:lnRef idx="1">
            <a:schemeClr val="accent1"/>
          </a:lnRef>
          <a:fillRef idx="0">
            <a:schemeClr val="accent1"/>
          </a:fillRef>
          <a:effectRef idx="0">
            <a:schemeClr val="accent1"/>
          </a:effectRef>
          <a:fontRef idx="minor">
            <a:schemeClr val="tx1"/>
          </a:fontRef>
        </p:style>
      </p:cxnSp>
      <p:sp>
        <p:nvSpPr>
          <p:cNvPr id="42" name="矩形 41">
            <a:extLst>
              <a:ext uri="{FF2B5EF4-FFF2-40B4-BE49-F238E27FC236}">
                <a16:creationId xmlns:a16="http://schemas.microsoft.com/office/drawing/2014/main" xmlns="" id="{DF2A6421-F682-4A07-BF99-322006735CB4}"/>
              </a:ext>
            </a:extLst>
          </p:cNvPr>
          <p:cNvSpPr/>
          <p:nvPr/>
        </p:nvSpPr>
        <p:spPr bwMode="gray">
          <a:xfrm>
            <a:off x="1252983" y="2343817"/>
            <a:ext cx="9140697" cy="980006"/>
          </a:xfrm>
          <a:prstGeom prst="rect">
            <a:avLst/>
          </a:prstGeom>
          <a:noFill/>
          <a:ln w="12700" cap="flat" cmpd="sng" algn="ctr">
            <a:solidFill>
              <a:srgbClr val="94DAE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600" ker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3" name="Rectangle 712">
            <a:extLst>
              <a:ext uri="{FF2B5EF4-FFF2-40B4-BE49-F238E27FC236}">
                <a16:creationId xmlns:a16="http://schemas.microsoft.com/office/drawing/2014/main" xmlns="" id="{FE5A04BE-8B3B-4692-8085-CAD85CA3B290}"/>
              </a:ext>
            </a:extLst>
          </p:cNvPr>
          <p:cNvSpPr/>
          <p:nvPr/>
        </p:nvSpPr>
        <p:spPr bwMode="gray">
          <a:xfrm>
            <a:off x="5012731" y="2618577"/>
            <a:ext cx="992615" cy="473933"/>
          </a:xfrm>
          <a:prstGeom prst="rect">
            <a:avLst/>
          </a:prstGeom>
          <a:solidFill>
            <a:srgbClr val="30B5C5"/>
          </a:solidFill>
          <a:ln w="9525" cap="flat" cmpd="sng" algn="ctr">
            <a:noFill/>
            <a:prstDash val="solid"/>
            <a:round/>
            <a:headEnd type="none" w="med" len="med"/>
            <a:tailEnd type="none" w="med" len="med"/>
          </a:ln>
          <a:effectLst/>
        </p:spPr>
        <p:txBody>
          <a:bodyPr vert="horz" wrap="square" lIns="68562" tIns="34281" rIns="68562" bIns="34281" numCol="1" rtlCol="0" anchor="ctr" anchorCtr="0" compatLnSpc="1">
            <a:prstTxWarp prst="textNoShape">
              <a:avLst/>
            </a:prstTxWarp>
          </a:bodyPr>
          <a:lstStyle/>
          <a:p>
            <a:pPr algn="ctr" defTabSz="685617"/>
            <a:r>
              <a:rPr lang="en-US" altLang="zh-CN" sz="1600" b="1" dirty="0">
                <a:solidFill>
                  <a:schemeClr val="bg1"/>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APP</a:t>
            </a:r>
            <a:endParaRPr lang="en-US" sz="1600" b="1" dirty="0">
              <a:solidFill>
                <a:schemeClr val="bg1"/>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endParaRPr>
          </a:p>
        </p:txBody>
      </p:sp>
      <p:cxnSp>
        <p:nvCxnSpPr>
          <p:cNvPr id="44" name="直接连接符 43">
            <a:extLst>
              <a:ext uri="{FF2B5EF4-FFF2-40B4-BE49-F238E27FC236}">
                <a16:creationId xmlns:a16="http://schemas.microsoft.com/office/drawing/2014/main" xmlns="" id="{C63411E7-11CE-4D12-8FD3-586A43CF8D7C}"/>
              </a:ext>
            </a:extLst>
          </p:cNvPr>
          <p:cNvCxnSpPr>
            <a:cxnSpLocks/>
            <a:stCxn id="3" idx="0"/>
            <a:endCxn id="43" idx="2"/>
          </p:cNvCxnSpPr>
          <p:nvPr/>
        </p:nvCxnSpPr>
        <p:spPr bwMode="gray">
          <a:xfrm flipV="1">
            <a:off x="5509039" y="3092510"/>
            <a:ext cx="0" cy="907990"/>
          </a:xfrm>
          <a:prstGeom prst="line">
            <a:avLst/>
          </a:prstGeom>
          <a:ln w="19050">
            <a:solidFill>
              <a:srgbClr val="151515"/>
            </a:solidFill>
            <a:prstDash val="dash"/>
          </a:ln>
        </p:spPr>
        <p:style>
          <a:lnRef idx="1">
            <a:schemeClr val="accent1"/>
          </a:lnRef>
          <a:fillRef idx="0">
            <a:schemeClr val="accent1"/>
          </a:fillRef>
          <a:effectRef idx="0">
            <a:schemeClr val="accent1"/>
          </a:effectRef>
          <a:fontRef idx="minor">
            <a:schemeClr val="tx1"/>
          </a:fontRef>
        </p:style>
      </p:cxnSp>
      <p:sp>
        <p:nvSpPr>
          <p:cNvPr id="47" name="文本框 46">
            <a:extLst>
              <a:ext uri="{FF2B5EF4-FFF2-40B4-BE49-F238E27FC236}">
                <a16:creationId xmlns:a16="http://schemas.microsoft.com/office/drawing/2014/main" xmlns="" id="{3390A316-B3A0-441B-9062-CFEE3408E654}"/>
              </a:ext>
            </a:extLst>
          </p:cNvPr>
          <p:cNvSpPr txBox="1"/>
          <p:nvPr/>
        </p:nvSpPr>
        <p:spPr bwMode="gray">
          <a:xfrm>
            <a:off x="1313633" y="2591277"/>
            <a:ext cx="1210588" cy="338554"/>
          </a:xfrm>
          <a:prstGeom prst="rect">
            <a:avLst/>
          </a:prstGeom>
          <a:noFill/>
        </p:spPr>
        <p:txBody>
          <a:bodyPr wrap="none" rtlCol="0">
            <a:spAutoFit/>
          </a:bodyPr>
          <a:lstStyle/>
          <a:p>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协同应用层</a:t>
            </a:r>
          </a:p>
        </p:txBody>
      </p:sp>
      <p:sp>
        <p:nvSpPr>
          <p:cNvPr id="48" name="文本框 47">
            <a:extLst>
              <a:ext uri="{FF2B5EF4-FFF2-40B4-BE49-F238E27FC236}">
                <a16:creationId xmlns:a16="http://schemas.microsoft.com/office/drawing/2014/main" xmlns="" id="{E0CA8EE8-91B2-4D26-8EE7-D3C9AEA5C54C}"/>
              </a:ext>
            </a:extLst>
          </p:cNvPr>
          <p:cNvSpPr txBox="1"/>
          <p:nvPr/>
        </p:nvSpPr>
        <p:spPr bwMode="gray">
          <a:xfrm>
            <a:off x="1313633" y="4119171"/>
            <a:ext cx="1005403" cy="338554"/>
          </a:xfrm>
          <a:prstGeom prst="rect">
            <a:avLst/>
          </a:prstGeom>
          <a:noFill/>
        </p:spPr>
        <p:txBody>
          <a:bodyPr wrap="none" rtlCol="0">
            <a:spAutoFit/>
          </a:bodyPr>
          <a:lstStyle/>
          <a:p>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控制器层</a:t>
            </a:r>
          </a:p>
        </p:txBody>
      </p:sp>
      <p:sp>
        <p:nvSpPr>
          <p:cNvPr id="49" name="文本框 48">
            <a:extLst>
              <a:ext uri="{FF2B5EF4-FFF2-40B4-BE49-F238E27FC236}">
                <a16:creationId xmlns:a16="http://schemas.microsoft.com/office/drawing/2014/main" xmlns="" id="{CE8B9981-F524-4012-8B5A-F66BB2CA068A}"/>
              </a:ext>
            </a:extLst>
          </p:cNvPr>
          <p:cNvSpPr txBox="1"/>
          <p:nvPr/>
        </p:nvSpPr>
        <p:spPr bwMode="gray">
          <a:xfrm>
            <a:off x="1313633" y="5387075"/>
            <a:ext cx="800219" cy="338554"/>
          </a:xfrm>
          <a:prstGeom prst="rect">
            <a:avLst/>
          </a:prstGeom>
          <a:noFill/>
        </p:spPr>
        <p:txBody>
          <a:bodyPr wrap="none" rtlCol="0">
            <a:spAutoFit/>
          </a:bodyPr>
          <a:lstStyle/>
          <a:p>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设备层</a:t>
            </a:r>
          </a:p>
        </p:txBody>
      </p:sp>
      <p:sp>
        <p:nvSpPr>
          <p:cNvPr id="50" name="文本框 49">
            <a:extLst>
              <a:ext uri="{FF2B5EF4-FFF2-40B4-BE49-F238E27FC236}">
                <a16:creationId xmlns:a16="http://schemas.microsoft.com/office/drawing/2014/main" xmlns="" id="{4BB50338-4F2F-4CA1-9CF3-9E6DB92F39E5}"/>
              </a:ext>
            </a:extLst>
          </p:cNvPr>
          <p:cNvSpPr txBox="1"/>
          <p:nvPr/>
        </p:nvSpPr>
        <p:spPr bwMode="gray">
          <a:xfrm>
            <a:off x="7457086" y="3380097"/>
            <a:ext cx="1343638" cy="338554"/>
          </a:xfrm>
          <a:prstGeom prst="rect">
            <a:avLst/>
          </a:prstGeom>
          <a:noFill/>
        </p:spPr>
        <p:txBody>
          <a:bodyPr wrap="none" rtlCol="0">
            <a:spAutoFit/>
          </a:bodyPr>
          <a:lstStyle/>
          <a:p>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NBI</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北向接口</a:t>
            </a:r>
          </a:p>
        </p:txBody>
      </p:sp>
      <p:sp>
        <p:nvSpPr>
          <p:cNvPr id="51" name="文本框 50">
            <a:extLst>
              <a:ext uri="{FF2B5EF4-FFF2-40B4-BE49-F238E27FC236}">
                <a16:creationId xmlns:a16="http://schemas.microsoft.com/office/drawing/2014/main" xmlns="" id="{A2B031B8-3F29-44CE-BA61-7566F55D869A}"/>
              </a:ext>
            </a:extLst>
          </p:cNvPr>
          <p:cNvSpPr txBox="1"/>
          <p:nvPr/>
        </p:nvSpPr>
        <p:spPr bwMode="gray">
          <a:xfrm>
            <a:off x="7465037" y="4748768"/>
            <a:ext cx="1295547" cy="338554"/>
          </a:xfrm>
          <a:prstGeom prst="rect">
            <a:avLst/>
          </a:prstGeom>
          <a:noFill/>
        </p:spPr>
        <p:txBody>
          <a:bodyPr wrap="none" rtlCol="0">
            <a:spAutoFit/>
          </a:bodyPr>
          <a:lstStyle/>
          <a:p>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SBI</a:t>
            </a:r>
            <a:r>
              <a:rPr lang="zh-CN" altLang="en-US" sz="1600">
                <a:latin typeface="Huawei Sans" panose="020C0503030203020204" pitchFamily="34" charset="0"/>
                <a:ea typeface="方正兰亭黑简体" panose="02000000000000000000" pitchFamily="2" charset="-122"/>
                <a:sym typeface="Huawei Sans" panose="020C0503030203020204" pitchFamily="34" charset="0"/>
              </a:rPr>
              <a:t>南向接口</a:t>
            </a:r>
          </a:p>
        </p:txBody>
      </p:sp>
      <p:sp>
        <p:nvSpPr>
          <p:cNvPr id="26" name="文本框 25">
            <a:extLst>
              <a:ext uri="{FF2B5EF4-FFF2-40B4-BE49-F238E27FC236}">
                <a16:creationId xmlns:a16="http://schemas.microsoft.com/office/drawing/2014/main" xmlns="" id="{89DEAE8E-1730-4DD7-A051-764368EFF1AD}"/>
              </a:ext>
            </a:extLst>
          </p:cNvPr>
          <p:cNvSpPr txBox="1"/>
          <p:nvPr/>
        </p:nvSpPr>
        <p:spPr bwMode="gray">
          <a:xfrm>
            <a:off x="8740556" y="5414782"/>
            <a:ext cx="1011815" cy="338554"/>
          </a:xfrm>
          <a:prstGeom prst="rect">
            <a:avLst/>
          </a:prstGeom>
          <a:solidFill>
            <a:srgbClr val="30B5C5"/>
          </a:solidFill>
        </p:spPr>
        <p:txBody>
          <a:bodyPr wrap="none" rtlCol="0">
            <a:spAutoFit/>
          </a:bodyPr>
          <a:lstStyle/>
          <a:p>
            <a:r>
              <a:rPr lang="zh-CN" altLang="en-US" sz="16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数据转发</a:t>
            </a:r>
          </a:p>
        </p:txBody>
      </p:sp>
      <p:sp>
        <p:nvSpPr>
          <p:cNvPr id="28" name="文本框 27">
            <a:extLst>
              <a:ext uri="{FF2B5EF4-FFF2-40B4-BE49-F238E27FC236}">
                <a16:creationId xmlns:a16="http://schemas.microsoft.com/office/drawing/2014/main" xmlns="" id="{952BE709-6DA4-4AC7-A3B2-F4B1D5611A89}"/>
              </a:ext>
            </a:extLst>
          </p:cNvPr>
          <p:cNvSpPr txBox="1"/>
          <p:nvPr/>
        </p:nvSpPr>
        <p:spPr bwMode="gray">
          <a:xfrm>
            <a:off x="8740556" y="4136789"/>
            <a:ext cx="1011815" cy="338554"/>
          </a:xfrm>
          <a:prstGeom prst="rect">
            <a:avLst/>
          </a:prstGeom>
          <a:solidFill>
            <a:srgbClr val="30B5C5"/>
          </a:solidFill>
        </p:spPr>
        <p:txBody>
          <a:bodyPr wrap="none" rtlCol="0">
            <a:spAutoFit/>
          </a:bodyPr>
          <a:lstStyle/>
          <a:p>
            <a:r>
              <a:rPr lang="zh-CN" altLang="en-US" sz="16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业务编排</a:t>
            </a:r>
          </a:p>
        </p:txBody>
      </p:sp>
      <p:sp>
        <p:nvSpPr>
          <p:cNvPr id="29" name="文本框 28">
            <a:extLst>
              <a:ext uri="{FF2B5EF4-FFF2-40B4-BE49-F238E27FC236}">
                <a16:creationId xmlns:a16="http://schemas.microsoft.com/office/drawing/2014/main" xmlns="" id="{6C2313AE-9304-48D8-AC6E-6C4BDD18A049}"/>
              </a:ext>
            </a:extLst>
          </p:cNvPr>
          <p:cNvSpPr txBox="1"/>
          <p:nvPr/>
        </p:nvSpPr>
        <p:spPr bwMode="gray">
          <a:xfrm>
            <a:off x="8740556" y="2655920"/>
            <a:ext cx="1011815" cy="338554"/>
          </a:xfrm>
          <a:prstGeom prst="rect">
            <a:avLst/>
          </a:prstGeom>
          <a:solidFill>
            <a:srgbClr val="30B5C5"/>
          </a:solidFill>
        </p:spPr>
        <p:txBody>
          <a:bodyPr wrap="none" rtlCol="0">
            <a:spAutoFit/>
          </a:bodyPr>
          <a:lstStyle/>
          <a:p>
            <a:r>
              <a:rPr lang="zh-CN" altLang="en-US" sz="16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业务协同</a:t>
            </a:r>
          </a:p>
        </p:txBody>
      </p:sp>
    </p:spTree>
    <p:extLst>
      <p:ext uri="{BB962C8B-B14F-4D97-AF65-F5344CB8AC3E}">
        <p14:creationId xmlns:p14="http://schemas.microsoft.com/office/powerpoint/2010/main" val="359580291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2982D193-A620-41C6-9BF6-AF5506F8F6D5}"/>
              </a:ext>
            </a:extLst>
          </p:cNvPr>
          <p:cNvSpPr>
            <a:spLocks noGrp="1"/>
          </p:cNvSpPr>
          <p:nvPr>
            <p:ph type="title"/>
          </p:nvPr>
        </p:nvSpPr>
        <p:spPr bwMode="gray"/>
        <p:txBody>
          <a:bodyPr/>
          <a:lstStyle/>
          <a:p>
            <a:r>
              <a:rPr lang="zh-CN" altLang="en-US" smtClean="0">
                <a:sym typeface="Huawei Sans" panose="020C0503030203020204" pitchFamily="34" charset="0"/>
              </a:rPr>
              <a:t>初级的网络自动化</a:t>
            </a:r>
            <a:endParaRPr lang="zh-CN" altLang="en-US">
              <a:sym typeface="Huawei Sans" panose="020C0503030203020204" pitchFamily="34" charset="0"/>
            </a:endParaRPr>
          </a:p>
        </p:txBody>
      </p:sp>
      <p:sp>
        <p:nvSpPr>
          <p:cNvPr id="5" name="文本占位符 4"/>
          <p:cNvSpPr>
            <a:spLocks noGrp="1"/>
          </p:cNvSpPr>
          <p:nvPr>
            <p:ph type="body" sz="quarter" idx="10"/>
          </p:nvPr>
        </p:nvSpPr>
        <p:spPr bwMode="gray"/>
        <p:txBody>
          <a:bodyPr/>
          <a:lstStyle/>
          <a:p>
            <a:r>
              <a:rPr lang="zh-CN" altLang="en-US" sz="1800" dirty="0">
                <a:sym typeface="Huawei Sans" panose="020C0503030203020204" pitchFamily="34" charset="0"/>
              </a:rPr>
              <a:t>网络自动化，即通过工具实现</a:t>
            </a:r>
            <a:r>
              <a:rPr lang="zh-CN" altLang="en-US" sz="1800">
                <a:sym typeface="Huawei Sans" panose="020C0503030203020204" pitchFamily="34" charset="0"/>
              </a:rPr>
              <a:t>网络</a:t>
            </a:r>
            <a:r>
              <a:rPr lang="zh-CN" altLang="en-US" sz="1800" smtClean="0">
                <a:sym typeface="Huawei Sans" panose="020C0503030203020204" pitchFamily="34" charset="0"/>
              </a:rPr>
              <a:t>自动化部署和运</a:t>
            </a:r>
            <a:r>
              <a:rPr lang="zh-CN" altLang="en-US" sz="1800" dirty="0">
                <a:sym typeface="Huawei Sans" panose="020C0503030203020204" pitchFamily="34" charset="0"/>
              </a:rPr>
              <a:t>维，逐步减少对“人”的依赖。</a:t>
            </a:r>
          </a:p>
          <a:p>
            <a:r>
              <a:rPr lang="zh-CN" altLang="en-US" sz="1800" dirty="0">
                <a:sym typeface="Huawei Sans" panose="020C0503030203020204" pitchFamily="34" charset="0"/>
              </a:rPr>
              <a:t>业界有很多实现网络自动化的开源工具，例如</a:t>
            </a:r>
            <a:r>
              <a:rPr lang="en-US" altLang="zh-CN" sz="1800" dirty="0" err="1">
                <a:sym typeface="Huawei Sans" panose="020C0503030203020204" pitchFamily="34" charset="0"/>
              </a:rPr>
              <a:t>Ansible</a:t>
            </a:r>
            <a:r>
              <a:rPr lang="zh-CN" altLang="en-US" sz="1800" dirty="0">
                <a:sym typeface="Huawei Sans" panose="020C0503030203020204" pitchFamily="34" charset="0"/>
              </a:rPr>
              <a:t>、</a:t>
            </a:r>
            <a:r>
              <a:rPr lang="en-US" altLang="zh-CN" sz="1800" dirty="0" err="1">
                <a:sym typeface="Huawei Sans" panose="020C0503030203020204" pitchFamily="34" charset="0"/>
              </a:rPr>
              <a:t>SaltStack</a:t>
            </a:r>
            <a:r>
              <a:rPr lang="zh-CN" altLang="en-US" sz="1800" dirty="0">
                <a:sym typeface="Huawei Sans" panose="020C0503030203020204" pitchFamily="34" charset="0"/>
              </a:rPr>
              <a:t>、</a:t>
            </a:r>
            <a:r>
              <a:rPr lang="en-US" altLang="zh-CN" sz="1800" dirty="0">
                <a:sym typeface="Huawei Sans" panose="020C0503030203020204" pitchFamily="34" charset="0"/>
              </a:rPr>
              <a:t>Puppet</a:t>
            </a:r>
            <a:r>
              <a:rPr lang="zh-CN" altLang="en-US" sz="1800" dirty="0">
                <a:sym typeface="Huawei Sans" panose="020C0503030203020204" pitchFamily="34" charset="0"/>
              </a:rPr>
              <a:t>、</a:t>
            </a:r>
            <a:r>
              <a:rPr lang="en-US" altLang="zh-CN" sz="1800" dirty="0">
                <a:sym typeface="Huawei Sans" panose="020C0503030203020204" pitchFamily="34" charset="0"/>
              </a:rPr>
              <a:t>Chef</a:t>
            </a:r>
            <a:r>
              <a:rPr lang="zh-CN" altLang="en-US" sz="1800" dirty="0">
                <a:sym typeface="Huawei Sans" panose="020C0503030203020204" pitchFamily="34" charset="0"/>
              </a:rPr>
              <a:t>等。这些工具通过</a:t>
            </a:r>
            <a:r>
              <a:rPr lang="en-US" altLang="zh-CN" sz="1800" dirty="0">
                <a:sym typeface="Huawei Sans" panose="020C0503030203020204" pitchFamily="34" charset="0"/>
              </a:rPr>
              <a:t>SSH</a:t>
            </a:r>
            <a:r>
              <a:rPr lang="zh-CN" altLang="en-US" sz="1800" dirty="0">
                <a:sym typeface="Huawei Sans" panose="020C0503030203020204" pitchFamily="34" charset="0"/>
              </a:rPr>
              <a:t>连接到设备实现批量化的操作和管理，实现了初级的网络自动化。</a:t>
            </a:r>
          </a:p>
          <a:p>
            <a:endParaRPr lang="zh-CN" altLang="en-US" sz="1800" dirty="0">
              <a:sym typeface="Huawei Sans" panose="020C0503030203020204" pitchFamily="34" charset="0"/>
            </a:endParaRPr>
          </a:p>
        </p:txBody>
      </p:sp>
      <p:grpSp>
        <p:nvGrpSpPr>
          <p:cNvPr id="16" name="组合 15">
            <a:extLst>
              <a:ext uri="{FF2B5EF4-FFF2-40B4-BE49-F238E27FC236}">
                <a16:creationId xmlns:a16="http://schemas.microsoft.com/office/drawing/2014/main" xmlns="" id="{4D32BCCD-13C3-4E40-8DB1-6737A4EA4323}"/>
              </a:ext>
            </a:extLst>
          </p:cNvPr>
          <p:cNvGrpSpPr/>
          <p:nvPr/>
        </p:nvGrpSpPr>
        <p:grpSpPr bwMode="gray">
          <a:xfrm>
            <a:off x="2202632" y="2597748"/>
            <a:ext cx="8021785" cy="3116485"/>
            <a:chOff x="1934895" y="3024543"/>
            <a:chExt cx="8021785" cy="3116485"/>
          </a:xfrm>
        </p:grpSpPr>
        <p:sp>
          <p:nvSpPr>
            <p:cNvPr id="17" name="椭圆 16">
              <a:extLst>
                <a:ext uri="{FF2B5EF4-FFF2-40B4-BE49-F238E27FC236}">
                  <a16:creationId xmlns:a16="http://schemas.microsoft.com/office/drawing/2014/main" xmlns="" id="{90D5D07A-6DD8-44E0-9EF1-3EFD99C0B2B1}"/>
                </a:ext>
              </a:extLst>
            </p:cNvPr>
            <p:cNvSpPr/>
            <p:nvPr/>
          </p:nvSpPr>
          <p:spPr bwMode="gray">
            <a:xfrm>
              <a:off x="5455341" y="4256695"/>
              <a:ext cx="1944180" cy="1791311"/>
            </a:xfrm>
            <a:prstGeom prst="ellipse">
              <a:avLst/>
            </a:prstGeom>
            <a:solidFill>
              <a:srgbClr val="30B5C5"/>
            </a:solidFill>
            <a:ln w="9525" cap="flat" cmpd="sng" algn="ctr">
              <a:noFill/>
              <a:prstDash val="solid"/>
              <a:round/>
              <a:headEnd type="none" w="med" len="med"/>
              <a:tailEnd type="none" w="med" len="med"/>
            </a:ln>
            <a:effectLst/>
          </p:spPr>
          <p:txBody>
            <a:bodyPr vert="horz" wrap="square" lIns="0" tIns="0" rIns="0" bIns="0" numCol="1" rtlCol="0" anchor="ctr" anchorCtr="1"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bg1"/>
                  </a:solidFill>
                  <a:effectLst/>
                  <a:latin typeface="Huawei Sans" panose="020C0503030203020204" pitchFamily="34" charset="0"/>
                  <a:ea typeface="方正兰亭黑简体" panose="02000000000000000000" pitchFamily="2" charset="-122"/>
                  <a:sym typeface="Huawei Sans" panose="020C0503030203020204" pitchFamily="34" charset="0"/>
                </a:rPr>
                <a:t>Python</a:t>
              </a:r>
              <a:endParaRPr kumimoji="0" lang="zh-CN" altLang="en-US" sz="2000" b="1" i="0" u="none" strike="noStrike" cap="none" normalizeH="0" baseline="0" dirty="0">
                <a:ln>
                  <a:noFill/>
                </a:ln>
                <a:solidFill>
                  <a:schemeClr val="bg1"/>
                </a:solidFill>
                <a:effectLst/>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 name="椭圆 17">
              <a:extLst>
                <a:ext uri="{FF2B5EF4-FFF2-40B4-BE49-F238E27FC236}">
                  <a16:creationId xmlns:a16="http://schemas.microsoft.com/office/drawing/2014/main" xmlns="" id="{D2565BEA-4F5A-464B-A333-1D4B9C1C2C60}"/>
                </a:ext>
              </a:extLst>
            </p:cNvPr>
            <p:cNvSpPr/>
            <p:nvPr/>
          </p:nvSpPr>
          <p:spPr bwMode="gray">
            <a:xfrm>
              <a:off x="3044602" y="3164352"/>
              <a:ext cx="1044610" cy="1044610"/>
            </a:xfrm>
            <a:prstGeom prst="ellipse">
              <a:avLst/>
            </a:prstGeom>
            <a:solidFill>
              <a:srgbClr val="30B5C5"/>
            </a:solidFill>
            <a:ln w="9525" cap="flat" cmpd="sng" algn="ctr">
              <a:noFill/>
              <a:prstDash val="solid"/>
              <a:round/>
              <a:headEnd type="none" w="med" len="med"/>
              <a:tailEnd type="none" w="med" len="med"/>
            </a:ln>
            <a:effectLst/>
          </p:spPr>
          <p:txBody>
            <a:bodyPr vert="horz" wrap="square" lIns="0" tIns="0" rIns="0" bIns="0" numCol="1" rtlCol="0" anchor="ctr" anchorCtr="1"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bg1"/>
                  </a:solidFill>
                  <a:effectLst/>
                  <a:latin typeface="Huawei Sans" panose="020C0503030203020204" pitchFamily="34" charset="0"/>
                  <a:ea typeface="方正兰亭黑简体" panose="02000000000000000000" pitchFamily="2" charset="-122"/>
                  <a:sym typeface="Huawei Sans" panose="020C0503030203020204" pitchFamily="34" charset="0"/>
                </a:rPr>
                <a:t>Chef</a:t>
              </a:r>
              <a:endParaRPr kumimoji="0" lang="zh-CN" altLang="en-US" sz="1400" b="1" i="0" u="none" strike="noStrike" cap="none" normalizeH="0" baseline="0" dirty="0">
                <a:ln>
                  <a:noFill/>
                </a:ln>
                <a:solidFill>
                  <a:schemeClr val="bg1"/>
                </a:solidFill>
                <a:effectLst/>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 name="椭圆 18">
              <a:extLst>
                <a:ext uri="{FF2B5EF4-FFF2-40B4-BE49-F238E27FC236}">
                  <a16:creationId xmlns:a16="http://schemas.microsoft.com/office/drawing/2014/main" xmlns="" id="{358DF962-3A6F-479F-836C-6D19DD943960}"/>
                </a:ext>
              </a:extLst>
            </p:cNvPr>
            <p:cNvSpPr/>
            <p:nvPr/>
          </p:nvSpPr>
          <p:spPr bwMode="gray">
            <a:xfrm>
              <a:off x="1934895" y="4392352"/>
              <a:ext cx="1632012" cy="1559066"/>
            </a:xfrm>
            <a:prstGeom prst="ellipse">
              <a:avLst/>
            </a:prstGeom>
            <a:solidFill>
              <a:srgbClr val="30B5C5"/>
            </a:solidFill>
            <a:ln w="9525" cap="flat" cmpd="sng" algn="ctr">
              <a:noFill/>
              <a:prstDash val="solid"/>
              <a:round/>
              <a:headEnd type="none" w="med" len="med"/>
              <a:tailEnd type="none" w="med" len="med"/>
            </a:ln>
            <a:effectLst/>
          </p:spPr>
          <p:txBody>
            <a:bodyPr vert="horz" wrap="square" lIns="0" tIns="0" rIns="0" bIns="0" numCol="1" rtlCol="0" anchor="ctr" anchorCtr="1"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sz="2400" b="1" i="0" u="none" strike="noStrike" cap="none" normalizeH="0" baseline="0" dirty="0" err="1">
                  <a:ln>
                    <a:noFill/>
                  </a:ln>
                  <a:solidFill>
                    <a:schemeClr val="bg1"/>
                  </a:solidFill>
                  <a:effectLst/>
                  <a:latin typeface="Huawei Sans" panose="020C0503030203020204" pitchFamily="34" charset="0"/>
                  <a:ea typeface="方正兰亭黑简体" panose="02000000000000000000" pitchFamily="2" charset="-122"/>
                  <a:sym typeface="Huawei Sans" panose="020C0503030203020204" pitchFamily="34" charset="0"/>
                </a:rPr>
                <a:t>Ansible</a:t>
              </a:r>
              <a:endParaRPr kumimoji="0" lang="zh-CN" altLang="en-US" b="1" i="0" u="none" strike="noStrike" cap="none" normalizeH="0" baseline="0" dirty="0">
                <a:ln>
                  <a:noFill/>
                </a:ln>
                <a:solidFill>
                  <a:schemeClr val="bg1"/>
                </a:solidFill>
                <a:effectLst/>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 name="椭圆 19">
              <a:extLst>
                <a:ext uri="{FF2B5EF4-FFF2-40B4-BE49-F238E27FC236}">
                  <a16:creationId xmlns:a16="http://schemas.microsoft.com/office/drawing/2014/main" xmlns="" id="{4B8B9E33-98B3-4733-90F9-A91FF1F5FDC4}"/>
                </a:ext>
              </a:extLst>
            </p:cNvPr>
            <p:cNvSpPr/>
            <p:nvPr/>
          </p:nvSpPr>
          <p:spPr bwMode="gray">
            <a:xfrm>
              <a:off x="4028811" y="4043937"/>
              <a:ext cx="1245583" cy="1202509"/>
            </a:xfrm>
            <a:prstGeom prst="ellipse">
              <a:avLst/>
            </a:prstGeom>
            <a:solidFill>
              <a:srgbClr val="30B5C5"/>
            </a:solidFill>
            <a:ln w="9525" cap="flat" cmpd="sng" algn="ctr">
              <a:noFill/>
              <a:prstDash val="solid"/>
              <a:round/>
              <a:headEnd type="none" w="med" len="med"/>
              <a:tailEnd type="none" w="med" len="med"/>
            </a:ln>
            <a:effectLst/>
          </p:spPr>
          <p:txBody>
            <a:bodyPr vert="horz" wrap="square" lIns="0" tIns="0" rIns="0" bIns="0" numCol="1" rtlCol="0" anchor="ctr" anchorCtr="1"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zh-CN" altLang="en-US" sz="17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网管工具</a:t>
              </a:r>
              <a:endParaRPr kumimoji="0" lang="zh-CN" altLang="en-US" sz="1700" i="0" u="none" strike="noStrike" cap="none" normalizeH="0" baseline="0" dirty="0">
                <a:ln>
                  <a:noFill/>
                </a:ln>
                <a:solidFill>
                  <a:schemeClr val="bg1"/>
                </a:solidFill>
                <a:effectLst/>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 name="椭圆 20">
              <a:extLst>
                <a:ext uri="{FF2B5EF4-FFF2-40B4-BE49-F238E27FC236}">
                  <a16:creationId xmlns:a16="http://schemas.microsoft.com/office/drawing/2014/main" xmlns="" id="{7E2BBB26-FC8A-4EA5-AA4E-A6A5B616EAD7}"/>
                </a:ext>
              </a:extLst>
            </p:cNvPr>
            <p:cNvSpPr/>
            <p:nvPr/>
          </p:nvSpPr>
          <p:spPr bwMode="gray">
            <a:xfrm>
              <a:off x="7711782" y="4728050"/>
              <a:ext cx="1038054" cy="1038054"/>
            </a:xfrm>
            <a:prstGeom prst="ellipse">
              <a:avLst/>
            </a:prstGeom>
            <a:solidFill>
              <a:srgbClr val="30B5C5"/>
            </a:solidFill>
            <a:ln w="9525" cap="flat" cmpd="sng" algn="ctr">
              <a:noFill/>
              <a:prstDash val="solid"/>
              <a:round/>
              <a:headEnd type="none" w="med" len="med"/>
              <a:tailEnd type="none" w="med" len="med"/>
            </a:ln>
            <a:effectLst/>
          </p:spPr>
          <p:txBody>
            <a:bodyPr vert="horz" wrap="square" lIns="0" tIns="0" rIns="0" bIns="0" numCol="1" rtlCol="0" anchor="ctr" anchorCtr="1"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zh-CN" altLang="en-US" b="1" i="0" u="none" strike="noStrike" cap="none" normalizeH="0" baseline="0">
                  <a:ln>
                    <a:noFill/>
                  </a:ln>
                  <a:solidFill>
                    <a:schemeClr val="bg1"/>
                  </a:solidFill>
                  <a:effectLst/>
                  <a:latin typeface="Huawei Sans" panose="020C0503030203020204" pitchFamily="34" charset="0"/>
                  <a:ea typeface="方正兰亭黑简体" panose="02000000000000000000" pitchFamily="2" charset="-122"/>
                  <a:sym typeface="Huawei Sans" panose="020C0503030203020204" pitchFamily="34" charset="0"/>
                </a:rPr>
                <a:t>自动化脚本</a:t>
              </a:r>
              <a:endParaRPr kumimoji="0" lang="zh-CN" altLang="en-US" sz="1400" b="1" i="0" u="none" strike="noStrike" cap="none" normalizeH="0" baseline="0" dirty="0">
                <a:ln>
                  <a:noFill/>
                </a:ln>
                <a:solidFill>
                  <a:schemeClr val="bg1"/>
                </a:solidFill>
                <a:effectLst/>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 name="椭圆 21">
              <a:extLst>
                <a:ext uri="{FF2B5EF4-FFF2-40B4-BE49-F238E27FC236}">
                  <a16:creationId xmlns:a16="http://schemas.microsoft.com/office/drawing/2014/main" xmlns="" id="{35C56D0A-5A51-4E83-BC5A-539F68B77BE8}"/>
                </a:ext>
              </a:extLst>
            </p:cNvPr>
            <p:cNvSpPr/>
            <p:nvPr/>
          </p:nvSpPr>
          <p:spPr bwMode="gray">
            <a:xfrm>
              <a:off x="7062998" y="3024543"/>
              <a:ext cx="1488120" cy="1421606"/>
            </a:xfrm>
            <a:prstGeom prst="ellipse">
              <a:avLst/>
            </a:prstGeom>
            <a:solidFill>
              <a:srgbClr val="30B5C5"/>
            </a:solidFill>
            <a:ln w="9525" cap="flat" cmpd="sng" algn="ctr">
              <a:noFill/>
              <a:prstDash val="solid"/>
              <a:round/>
              <a:headEnd type="none" w="med" len="med"/>
              <a:tailEnd type="none" w="med" len="med"/>
            </a:ln>
            <a:effectLst/>
          </p:spPr>
          <p:txBody>
            <a:bodyPr vert="horz" wrap="square" lIns="0" tIns="0" rIns="0" bIns="0" numCol="1" rtlCol="0" anchor="ctr" anchorCtr="1"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b="1" i="0" u="none" strike="noStrike" cap="none" normalizeH="0" baseline="0">
                  <a:ln>
                    <a:noFill/>
                  </a:ln>
                  <a:solidFill>
                    <a:schemeClr val="bg1"/>
                  </a:solidFill>
                  <a:effectLst/>
                  <a:latin typeface="Huawei Sans" panose="020C0503030203020204" pitchFamily="34" charset="0"/>
                  <a:ea typeface="方正兰亭黑简体" panose="02000000000000000000" pitchFamily="2" charset="-122"/>
                  <a:sym typeface="Huawei Sans" panose="020C0503030203020204" pitchFamily="34" charset="0"/>
                </a:rPr>
                <a:t>SaltStack</a:t>
              </a:r>
              <a:endParaRPr kumimoji="0" lang="zh-CN" altLang="en-US" sz="1400" b="1" i="0" u="none" strike="noStrike" cap="none" normalizeH="0" baseline="0" dirty="0">
                <a:ln>
                  <a:noFill/>
                </a:ln>
                <a:solidFill>
                  <a:schemeClr val="bg1"/>
                </a:solidFill>
                <a:effectLst/>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 name="椭圆 22">
              <a:extLst>
                <a:ext uri="{FF2B5EF4-FFF2-40B4-BE49-F238E27FC236}">
                  <a16:creationId xmlns:a16="http://schemas.microsoft.com/office/drawing/2014/main" xmlns="" id="{74AC1A39-734E-4E48-B1A6-72C3233C7AF0}"/>
                </a:ext>
              </a:extLst>
            </p:cNvPr>
            <p:cNvSpPr/>
            <p:nvPr/>
          </p:nvSpPr>
          <p:spPr bwMode="gray">
            <a:xfrm>
              <a:off x="9062098" y="5246446"/>
              <a:ext cx="894582" cy="894582"/>
            </a:xfrm>
            <a:prstGeom prst="ellipse">
              <a:avLst/>
            </a:prstGeom>
            <a:solidFill>
              <a:srgbClr val="30B5C5"/>
            </a:solidFill>
            <a:ln w="9525" cap="flat" cmpd="sng" algn="ctr">
              <a:noFill/>
              <a:prstDash val="solid"/>
              <a:round/>
              <a:headEnd type="none" w="med" len="med"/>
              <a:tailEnd type="none" w="med" len="med"/>
            </a:ln>
            <a:effectLst/>
          </p:spPr>
          <p:txBody>
            <a:bodyPr vert="horz" wrap="square" lIns="0" tIns="0" rIns="0" bIns="0" numCol="1" rtlCol="0" anchor="ctr" anchorCtr="1"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altLang="zh-CN">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Shell</a:t>
              </a:r>
              <a:endParaRPr kumimoji="0" lang="zh-CN" altLang="en-US" sz="1400" b="0" i="0" u="none" strike="noStrike" cap="none" normalizeH="0" baseline="0" dirty="0">
                <a:ln>
                  <a:noFill/>
                </a:ln>
                <a:solidFill>
                  <a:schemeClr val="bg1"/>
                </a:solidFill>
                <a:effectLst/>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 name="矩形 23">
              <a:extLst>
                <a:ext uri="{FF2B5EF4-FFF2-40B4-BE49-F238E27FC236}">
                  <a16:creationId xmlns:a16="http://schemas.microsoft.com/office/drawing/2014/main" xmlns="" id="{C2FC6A76-E0F5-4847-B9B9-049440395AD0}"/>
                </a:ext>
              </a:extLst>
            </p:cNvPr>
            <p:cNvSpPr/>
            <p:nvPr/>
          </p:nvSpPr>
          <p:spPr bwMode="gray">
            <a:xfrm>
              <a:off x="4441387" y="3359551"/>
              <a:ext cx="2269435" cy="432048"/>
            </a:xfrm>
            <a:prstGeom prst="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zh-CN" altLang="en-US" sz="2000" i="0" u="none" strike="noStrike" cap="none" normalizeH="0" baseline="0" dirty="0">
                  <a:ln>
                    <a:noFill/>
                  </a:ln>
                  <a:effectLst/>
                  <a:latin typeface="Huawei Sans" panose="020C0503030203020204" pitchFamily="34" charset="0"/>
                  <a:ea typeface="方正兰亭黑简体" panose="02000000000000000000" pitchFamily="2" charset="-122"/>
                  <a:sym typeface="Huawei Sans" panose="020C0503030203020204" pitchFamily="34" charset="0"/>
                </a:rPr>
                <a:t>网络自动化关键词</a:t>
              </a:r>
            </a:p>
          </p:txBody>
        </p:sp>
      </p:grpSp>
    </p:spTree>
    <p:extLst>
      <p:ext uri="{BB962C8B-B14F-4D97-AF65-F5344CB8AC3E}">
        <p14:creationId xmlns:p14="http://schemas.microsoft.com/office/powerpoint/2010/main" val="253262374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700CC70E-69D3-44E5-AABA-AA5D17CC7B3A}"/>
              </a:ext>
            </a:extLst>
          </p:cNvPr>
          <p:cNvSpPr>
            <a:spLocks noGrp="1"/>
          </p:cNvSpPr>
          <p:nvPr>
            <p:ph type="title"/>
          </p:nvPr>
        </p:nvSpPr>
        <p:spPr bwMode="gray"/>
        <p:txBody>
          <a:bodyPr/>
          <a:lstStyle/>
          <a:p>
            <a:r>
              <a:rPr lang="zh-CN" altLang="en-US" smtClean="0">
                <a:sym typeface="Huawei Sans" panose="020C0503030203020204" pitchFamily="34" charset="0"/>
              </a:rPr>
              <a:t>网络自动化的发展</a:t>
            </a:r>
            <a:endParaRPr lang="zh-CN" altLang="en-US">
              <a:sym typeface="Huawei Sans" panose="020C0503030203020204" pitchFamily="34" charset="0"/>
            </a:endParaRPr>
          </a:p>
        </p:txBody>
      </p:sp>
      <p:sp>
        <p:nvSpPr>
          <p:cNvPr id="41" name="文本占位符 40"/>
          <p:cNvSpPr>
            <a:spLocks noGrp="1"/>
          </p:cNvSpPr>
          <p:nvPr>
            <p:ph type="body" sz="quarter" idx="10"/>
          </p:nvPr>
        </p:nvSpPr>
        <p:spPr bwMode="gray"/>
        <p:txBody>
          <a:bodyPr/>
          <a:lstStyle/>
          <a:p>
            <a:r>
              <a:rPr lang="zh-CN" altLang="en-US" sz="1800" dirty="0">
                <a:sym typeface="Huawei Sans" panose="020C0503030203020204" pitchFamily="34" charset="0"/>
              </a:rPr>
              <a:t>初级网络自动化基于</a:t>
            </a:r>
            <a:r>
              <a:rPr lang="en-US" altLang="zh-CN" sz="1800" dirty="0">
                <a:sym typeface="Huawei Sans" panose="020C0503030203020204" pitchFamily="34" charset="0"/>
              </a:rPr>
              <a:t>CLI</a:t>
            </a:r>
            <a:r>
              <a:rPr lang="zh-CN" altLang="en-US" sz="1800" dirty="0">
                <a:sym typeface="Huawei Sans" panose="020C0503030203020204" pitchFamily="34" charset="0"/>
              </a:rPr>
              <a:t>方式管理网络，其痛点在于网络设备返回的是非结构化</a:t>
            </a:r>
            <a:r>
              <a:rPr lang="zh-CN" altLang="en-US" sz="1800" dirty="0" smtClean="0">
                <a:sym typeface="Huawei Sans" panose="020C0503030203020204" pitchFamily="34" charset="0"/>
              </a:rPr>
              <a:t>数据（文本</a:t>
            </a:r>
            <a:r>
              <a:rPr lang="zh-CN" altLang="en-US" sz="1800" dirty="0">
                <a:sym typeface="Huawei Sans" panose="020C0503030203020204" pitchFamily="34" charset="0"/>
              </a:rPr>
              <a:t>回</a:t>
            </a:r>
            <a:r>
              <a:rPr lang="zh-CN" altLang="en-US" sz="1800" dirty="0" smtClean="0">
                <a:sym typeface="Huawei Sans" panose="020C0503030203020204" pitchFamily="34" charset="0"/>
              </a:rPr>
              <a:t>显</a:t>
            </a:r>
            <a:r>
              <a:rPr lang="zh-CN" altLang="en-US" sz="1800" dirty="0">
                <a:sym typeface="Huawei Sans" panose="020C0503030203020204" pitchFamily="34" charset="0"/>
              </a:rPr>
              <a:t>）</a:t>
            </a:r>
            <a:r>
              <a:rPr lang="zh-CN" altLang="en-US" sz="1800" dirty="0" smtClean="0">
                <a:sym typeface="Huawei Sans" panose="020C0503030203020204" pitchFamily="34" charset="0"/>
              </a:rPr>
              <a:t>，</a:t>
            </a:r>
            <a:r>
              <a:rPr lang="zh-CN" altLang="en-US" sz="1800" dirty="0">
                <a:sym typeface="Huawei Sans" panose="020C0503030203020204" pitchFamily="34" charset="0"/>
              </a:rPr>
              <a:t>不利于计算机处理。网络自动化发展的基础需求是设备提供结构化的数据，这可以</a:t>
            </a:r>
            <a:r>
              <a:rPr lang="zh-CN" altLang="en-US" sz="1800">
                <a:sym typeface="Huawei Sans" panose="020C0503030203020204" pitchFamily="34" charset="0"/>
              </a:rPr>
              <a:t>极</a:t>
            </a:r>
            <a:r>
              <a:rPr lang="zh-CN" altLang="en-US" sz="1800" smtClean="0">
                <a:sym typeface="Huawei Sans" panose="020C0503030203020204" pitchFamily="34" charset="0"/>
              </a:rPr>
              <a:t>大地推进</a:t>
            </a:r>
            <a:r>
              <a:rPr lang="zh-CN" altLang="en-US" sz="1800" dirty="0">
                <a:sym typeface="Huawei Sans" panose="020C0503030203020204" pitchFamily="34" charset="0"/>
              </a:rPr>
              <a:t>网络自动化的进程。设备开放</a:t>
            </a:r>
            <a:r>
              <a:rPr lang="en-US" altLang="zh-CN" sz="1800" dirty="0">
                <a:sym typeface="Huawei Sans" panose="020C0503030203020204" pitchFamily="34" charset="0"/>
              </a:rPr>
              <a:t>NETCONF/RESTCONF</a:t>
            </a:r>
            <a:r>
              <a:rPr lang="zh-CN" altLang="en-US" sz="1800" dirty="0">
                <a:sym typeface="Huawei Sans" panose="020C0503030203020204" pitchFamily="34" charset="0"/>
              </a:rPr>
              <a:t>接口，提供</a:t>
            </a:r>
            <a:r>
              <a:rPr lang="en-US" altLang="zh-CN" sz="1800" dirty="0">
                <a:sym typeface="Huawei Sans" panose="020C0503030203020204" pitchFamily="34" charset="0"/>
              </a:rPr>
              <a:t>XML</a:t>
            </a:r>
            <a:r>
              <a:rPr lang="zh-CN" altLang="en-US" sz="1800" dirty="0">
                <a:sym typeface="Huawei Sans" panose="020C0503030203020204" pitchFamily="34" charset="0"/>
              </a:rPr>
              <a:t>或者</a:t>
            </a:r>
            <a:r>
              <a:rPr lang="en-US" altLang="zh-CN" sz="1800" dirty="0">
                <a:sym typeface="Huawei Sans" panose="020C0503030203020204" pitchFamily="34" charset="0"/>
              </a:rPr>
              <a:t>JSON</a:t>
            </a:r>
            <a:r>
              <a:rPr lang="zh-CN" altLang="en-US" sz="1800" dirty="0">
                <a:sym typeface="Huawei Sans" panose="020C0503030203020204" pitchFamily="34" charset="0"/>
              </a:rPr>
              <a:t>格式的数据类型。</a:t>
            </a:r>
          </a:p>
          <a:p>
            <a:endParaRPr lang="zh-CN" altLang="en-US" sz="1800" dirty="0">
              <a:sym typeface="Huawei Sans" panose="020C0503030203020204" pitchFamily="34" charset="0"/>
            </a:endParaRPr>
          </a:p>
        </p:txBody>
      </p:sp>
      <p:sp>
        <p:nvSpPr>
          <p:cNvPr id="4" name="文本框 3">
            <a:extLst>
              <a:ext uri="{FF2B5EF4-FFF2-40B4-BE49-F238E27FC236}">
                <a16:creationId xmlns:a16="http://schemas.microsoft.com/office/drawing/2014/main" xmlns="" id="{05CD0CED-60AA-4167-9F64-8659D0622029}"/>
              </a:ext>
            </a:extLst>
          </p:cNvPr>
          <p:cNvSpPr txBox="1"/>
          <p:nvPr/>
        </p:nvSpPr>
        <p:spPr bwMode="gray">
          <a:xfrm>
            <a:off x="5984800" y="2311375"/>
            <a:ext cx="5689930" cy="1723549"/>
          </a:xfrm>
          <a:prstGeom prst="rect">
            <a:avLst/>
          </a:prstGeom>
          <a:solidFill>
            <a:schemeClr val="bg1">
              <a:lumMod val="85000"/>
            </a:schemeClr>
          </a:solidFill>
          <a:ln>
            <a:noFill/>
          </a:ln>
        </p:spPr>
        <p:txBody>
          <a:bodyPr wrap="square" rtlCol="0">
            <a:spAutoFit/>
          </a:bodyPr>
          <a:lstStyle/>
          <a:p>
            <a:r>
              <a:rPr lang="zh-CN" altLang="en-US" sz="1500" b="1" dirty="0">
                <a:latin typeface="Huawei Sans" panose="020C0503030203020204" pitchFamily="34" charset="0"/>
                <a:ea typeface="方正兰亭黑简体" panose="02000000000000000000" pitchFamily="2" charset="-122"/>
                <a:sym typeface="Huawei Sans" panose="020C0503030203020204" pitchFamily="34" charset="0"/>
              </a:rPr>
              <a:t>结构化数据：机器易于理解</a:t>
            </a:r>
            <a:endParaRPr lang="en-US" altLang="zh-CN" sz="1500" b="1"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300" dirty="0">
                <a:latin typeface="Huawei Sans" panose="020C0503030203020204" pitchFamily="34" charset="0"/>
                <a:ea typeface="方正兰亭黑简体" panose="02000000000000000000" pitchFamily="2" charset="-122"/>
                <a:sym typeface="Huawei Sans" panose="020C0503030203020204" pitchFamily="34" charset="0"/>
              </a:rPr>
              <a:t>{  "Interfaces":    </a:t>
            </a:r>
          </a:p>
          <a:p>
            <a:r>
              <a:rPr lang="en-US" altLang="zh-CN" sz="1300" dirty="0">
                <a:latin typeface="Huawei Sans" panose="020C0503030203020204" pitchFamily="34" charset="0"/>
                <a:ea typeface="方正兰亭黑简体" panose="02000000000000000000" pitchFamily="2" charset="-122"/>
                <a:sym typeface="Huawei Sans" panose="020C0503030203020204" pitchFamily="34" charset="0"/>
              </a:rPr>
              <a:t>      { "GigabitEthernet0/0/0": </a:t>
            </a:r>
          </a:p>
          <a:p>
            <a:r>
              <a:rPr lang="en-US" altLang="zh-CN" sz="1300" dirty="0">
                <a:latin typeface="Huawei Sans" panose="020C0503030203020204" pitchFamily="34" charset="0"/>
                <a:ea typeface="方正兰亭黑简体" panose="02000000000000000000" pitchFamily="2" charset="-122"/>
                <a:sym typeface="Huawei Sans" panose="020C0503030203020204" pitchFamily="34" charset="0"/>
              </a:rPr>
              <a:t>           { "</a:t>
            </a:r>
            <a:r>
              <a:rPr lang="en-US" altLang="zh-CN" sz="1300" dirty="0" err="1">
                <a:latin typeface="Huawei Sans" panose="020C0503030203020204" pitchFamily="34" charset="0"/>
                <a:ea typeface="方正兰亭黑简体" panose="02000000000000000000" pitchFamily="2" charset="-122"/>
                <a:sym typeface="Huawei Sans" panose="020C0503030203020204" pitchFamily="34" charset="0"/>
              </a:rPr>
              <a:t>InUti</a:t>
            </a:r>
            <a:r>
              <a:rPr lang="en-US" altLang="zh-CN" sz="1300" dirty="0">
                <a:latin typeface="Huawei Sans" panose="020C0503030203020204" pitchFamily="34" charset="0"/>
                <a:ea typeface="方正兰亭黑简体" panose="02000000000000000000" pitchFamily="2" charset="-122"/>
                <a:sym typeface="Huawei Sans" panose="020C0503030203020204" pitchFamily="34" charset="0"/>
              </a:rPr>
              <a:t>": "10", "</a:t>
            </a:r>
            <a:r>
              <a:rPr lang="en-US" altLang="zh-CN" sz="1300" dirty="0" err="1">
                <a:latin typeface="Huawei Sans" panose="020C0503030203020204" pitchFamily="34" charset="0"/>
                <a:ea typeface="方正兰亭黑简体" panose="02000000000000000000" pitchFamily="2" charset="-122"/>
                <a:sym typeface="Huawei Sans" panose="020C0503030203020204" pitchFamily="34" charset="0"/>
              </a:rPr>
              <a:t>OutUti</a:t>
            </a:r>
            <a:r>
              <a:rPr lang="en-US" altLang="zh-CN" sz="1300" dirty="0">
                <a:latin typeface="Huawei Sans" panose="020C0503030203020204" pitchFamily="34" charset="0"/>
                <a:ea typeface="方正兰亭黑简体" panose="02000000000000000000" pitchFamily="2" charset="-122"/>
                <a:sym typeface="Huawei Sans" panose="020C0503030203020204" pitchFamily="34" charset="0"/>
              </a:rPr>
              <a:t>": "20", "</a:t>
            </a:r>
            <a:r>
              <a:rPr lang="en-US" altLang="zh-CN" sz="1300" dirty="0" err="1">
                <a:latin typeface="Huawei Sans" panose="020C0503030203020204" pitchFamily="34" charset="0"/>
                <a:ea typeface="方正兰亭黑简体" panose="02000000000000000000" pitchFamily="2" charset="-122"/>
                <a:sym typeface="Huawei Sans" panose="020C0503030203020204" pitchFamily="34" charset="0"/>
              </a:rPr>
              <a:t>inErrors</a:t>
            </a:r>
            <a:r>
              <a:rPr lang="en-US" altLang="zh-CN" sz="1300" dirty="0">
                <a:latin typeface="Huawei Sans" panose="020C0503030203020204" pitchFamily="34" charset="0"/>
                <a:ea typeface="方正兰亭黑简体" panose="02000000000000000000" pitchFamily="2" charset="-122"/>
                <a:sym typeface="Huawei Sans" panose="020C0503030203020204" pitchFamily="34" charset="0"/>
              </a:rPr>
              <a:t>": "0", "</a:t>
            </a:r>
            <a:r>
              <a:rPr lang="en-US" altLang="zh-CN" sz="1300" dirty="0" err="1">
                <a:latin typeface="Huawei Sans" panose="020C0503030203020204" pitchFamily="34" charset="0"/>
                <a:ea typeface="方正兰亭黑简体" panose="02000000000000000000" pitchFamily="2" charset="-122"/>
                <a:sym typeface="Huawei Sans" panose="020C0503030203020204" pitchFamily="34" charset="0"/>
              </a:rPr>
              <a:t>outErrors</a:t>
            </a:r>
            <a:r>
              <a:rPr lang="en-US" altLang="zh-CN" sz="1300" dirty="0">
                <a:latin typeface="Huawei Sans" panose="020C0503030203020204" pitchFamily="34" charset="0"/>
                <a:ea typeface="方正兰亭黑简体" panose="02000000000000000000" pitchFamily="2" charset="-122"/>
                <a:sym typeface="Huawei Sans" panose="020C0503030203020204" pitchFamily="34" charset="0"/>
              </a:rPr>
              <a:t>": "0" },       </a:t>
            </a:r>
          </a:p>
          <a:p>
            <a:r>
              <a:rPr lang="en-US" altLang="zh-CN" sz="1300" dirty="0">
                <a:latin typeface="Huawei Sans" panose="020C0503030203020204" pitchFamily="34" charset="0"/>
                <a:ea typeface="方正兰亭黑简体" panose="02000000000000000000" pitchFamily="2" charset="-122"/>
                <a:sym typeface="Huawei Sans" panose="020C0503030203020204" pitchFamily="34" charset="0"/>
              </a:rPr>
              <a:t>        "GigabitEthernet0/0/1":      </a:t>
            </a:r>
          </a:p>
          <a:p>
            <a:r>
              <a:rPr lang="en-US" altLang="zh-CN" sz="130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300" dirty="0" err="1">
                <a:latin typeface="Huawei Sans" panose="020C0503030203020204" pitchFamily="34" charset="0"/>
                <a:ea typeface="方正兰亭黑简体" panose="02000000000000000000" pitchFamily="2" charset="-122"/>
                <a:sym typeface="Huawei Sans" panose="020C0503030203020204" pitchFamily="34" charset="0"/>
              </a:rPr>
              <a:t>InUti</a:t>
            </a:r>
            <a:r>
              <a:rPr lang="en-US" altLang="zh-CN" sz="1300" dirty="0">
                <a:latin typeface="Huawei Sans" panose="020C0503030203020204" pitchFamily="34" charset="0"/>
                <a:ea typeface="方正兰亭黑简体" panose="02000000000000000000" pitchFamily="2" charset="-122"/>
                <a:sym typeface="Huawei Sans" panose="020C0503030203020204" pitchFamily="34" charset="0"/>
              </a:rPr>
              <a:t>”: “20", "</a:t>
            </a:r>
            <a:r>
              <a:rPr lang="en-US" altLang="zh-CN" sz="1300" dirty="0" err="1">
                <a:latin typeface="Huawei Sans" panose="020C0503030203020204" pitchFamily="34" charset="0"/>
                <a:ea typeface="方正兰亭黑简体" panose="02000000000000000000" pitchFamily="2" charset="-122"/>
                <a:sym typeface="Huawei Sans" panose="020C0503030203020204" pitchFamily="34" charset="0"/>
              </a:rPr>
              <a:t>OutUti</a:t>
            </a:r>
            <a:r>
              <a:rPr lang="en-US" altLang="zh-CN" sz="1300" dirty="0">
                <a:latin typeface="Huawei Sans" panose="020C0503030203020204" pitchFamily="34" charset="0"/>
                <a:ea typeface="方正兰亭黑简体" panose="02000000000000000000" pitchFamily="2" charset="-122"/>
                <a:sym typeface="Huawei Sans" panose="020C0503030203020204" pitchFamily="34" charset="0"/>
              </a:rPr>
              <a:t>": “30", "</a:t>
            </a:r>
            <a:r>
              <a:rPr lang="en-US" altLang="zh-CN" sz="1300" dirty="0" err="1">
                <a:latin typeface="Huawei Sans" panose="020C0503030203020204" pitchFamily="34" charset="0"/>
                <a:ea typeface="方正兰亭黑简体" panose="02000000000000000000" pitchFamily="2" charset="-122"/>
                <a:sym typeface="Huawei Sans" panose="020C0503030203020204" pitchFamily="34" charset="0"/>
              </a:rPr>
              <a:t>inErrors</a:t>
            </a:r>
            <a:r>
              <a:rPr lang="en-US" altLang="zh-CN" sz="1300" dirty="0">
                <a:latin typeface="Huawei Sans" panose="020C0503030203020204" pitchFamily="34" charset="0"/>
                <a:ea typeface="方正兰亭黑简体" panose="02000000000000000000" pitchFamily="2" charset="-122"/>
                <a:sym typeface="Huawei Sans" panose="020C0503030203020204" pitchFamily="34" charset="0"/>
              </a:rPr>
              <a:t>": "0", "outErrors":"0"}   </a:t>
            </a:r>
          </a:p>
          <a:p>
            <a:r>
              <a:rPr lang="en-US" altLang="zh-CN" sz="1300" dirty="0">
                <a:latin typeface="Huawei Sans" panose="020C0503030203020204" pitchFamily="34" charset="0"/>
                <a:ea typeface="方正兰亭黑简体" panose="02000000000000000000" pitchFamily="2" charset="-122"/>
                <a:sym typeface="Huawei Sans" panose="020C0503030203020204" pitchFamily="34" charset="0"/>
              </a:rPr>
              <a:t>      }</a:t>
            </a:r>
          </a:p>
          <a:p>
            <a:r>
              <a:rPr lang="en-US" altLang="zh-CN" sz="1300" dirty="0">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3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 name="文本框 4">
            <a:extLst>
              <a:ext uri="{FF2B5EF4-FFF2-40B4-BE49-F238E27FC236}">
                <a16:creationId xmlns:a16="http://schemas.microsoft.com/office/drawing/2014/main" xmlns="" id="{AE5DFDC0-81D7-4BEC-8B65-BD842F7DAA82}"/>
              </a:ext>
            </a:extLst>
          </p:cNvPr>
          <p:cNvSpPr txBox="1"/>
          <p:nvPr/>
        </p:nvSpPr>
        <p:spPr bwMode="gray">
          <a:xfrm>
            <a:off x="603910" y="2794120"/>
            <a:ext cx="5015921" cy="1384995"/>
          </a:xfrm>
          <a:prstGeom prst="rect">
            <a:avLst/>
          </a:prstGeom>
          <a:solidFill>
            <a:schemeClr val="bg1">
              <a:lumMod val="85000"/>
            </a:schemeClr>
          </a:solidFill>
          <a:ln>
            <a:noFill/>
          </a:ln>
        </p:spPr>
        <p:txBody>
          <a:bodyPr wrap="square" rtlCol="0">
            <a:spAutoFit/>
          </a:bodyPr>
          <a:lstStyle>
            <a:defPPr>
              <a:defRPr lang="en-US"/>
            </a:defPPr>
            <a:lvl1pPr>
              <a:defRPr sz="1500" b="1"/>
            </a:lvl1pPr>
          </a:lstStyle>
          <a:p>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非结构化数据：人易于理解</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Interface                        </a:t>
            </a:r>
            <a:r>
              <a:rPr lang="en-US" altLang="zh-CN" sz="1400" dirty="0" err="1">
                <a:latin typeface="Huawei Sans" panose="020C0503030203020204" pitchFamily="34" charset="0"/>
                <a:ea typeface="方正兰亭黑简体" panose="02000000000000000000" pitchFamily="2" charset="-122"/>
                <a:sym typeface="Huawei Sans" panose="020C0503030203020204" pitchFamily="34" charset="0"/>
              </a:rPr>
              <a:t>InUti</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400" dirty="0" err="1">
                <a:latin typeface="Huawei Sans" panose="020C0503030203020204" pitchFamily="34" charset="0"/>
                <a:ea typeface="方正兰亭黑简体" panose="02000000000000000000" pitchFamily="2" charset="-122"/>
                <a:sym typeface="Huawei Sans" panose="020C0503030203020204" pitchFamily="34" charset="0"/>
              </a:rPr>
              <a:t>OutUti</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400" dirty="0" err="1">
                <a:latin typeface="Huawei Sans" panose="020C0503030203020204" pitchFamily="34" charset="0"/>
                <a:ea typeface="方正兰亭黑简体" panose="02000000000000000000" pitchFamily="2" charset="-122"/>
                <a:sym typeface="Huawei Sans" panose="020C0503030203020204" pitchFamily="34" charset="0"/>
              </a:rPr>
              <a:t>inErrors</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400" dirty="0" err="1">
                <a:latin typeface="Huawei Sans" panose="020C0503030203020204" pitchFamily="34" charset="0"/>
                <a:ea typeface="方正兰亭黑简体" panose="02000000000000000000" pitchFamily="2" charset="-122"/>
                <a:sym typeface="Huawei Sans" panose="020C0503030203020204" pitchFamily="34" charset="0"/>
              </a:rPr>
              <a:t>outErrors</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GigabitEthernet0/0/0       10%    20%          0          0</a:t>
            </a:r>
          </a:p>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GigabitEthernet0/0/1       20%    30%          0          0</a:t>
            </a:r>
          </a:p>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a:t>
            </a:r>
          </a:p>
        </p:txBody>
      </p:sp>
      <p:sp>
        <p:nvSpPr>
          <p:cNvPr id="6" name="Oval 124">
            <a:extLst>
              <a:ext uri="{FF2B5EF4-FFF2-40B4-BE49-F238E27FC236}">
                <a16:creationId xmlns:a16="http://schemas.microsoft.com/office/drawing/2014/main" xmlns="" id="{57E3DA0F-B724-4A67-9F4B-805132377A73}"/>
              </a:ext>
            </a:extLst>
          </p:cNvPr>
          <p:cNvSpPr/>
          <p:nvPr/>
        </p:nvSpPr>
        <p:spPr bwMode="gray">
          <a:xfrm>
            <a:off x="2847542" y="4447744"/>
            <a:ext cx="6398596" cy="1712372"/>
          </a:xfrm>
          <a:prstGeom prst="ellipse">
            <a:avLst/>
          </a:prstGeom>
          <a:gradFill flip="none" rotWithShape="1">
            <a:gsLst>
              <a:gs pos="0">
                <a:srgbClr val="5B9BD5">
                  <a:lumMod val="5000"/>
                  <a:lumOff val="95000"/>
                </a:srgbClr>
              </a:gs>
              <a:gs pos="100000">
                <a:srgbClr val="BEE9EE"/>
              </a:gs>
            </a:gsLst>
            <a:lin ang="5400000" scaled="1"/>
            <a:tileRect/>
          </a:gradFill>
          <a:ln w="12700" cap="flat" cmpd="sng" algn="ctr">
            <a:noFill/>
            <a:prstDash val="solid"/>
            <a:miter lim="800000"/>
          </a:ln>
          <a:effectLst/>
        </p:spPr>
        <p:txBody>
          <a:bodyPr rtlCol="0" anchor="ctr"/>
          <a:lstStyle/>
          <a:p>
            <a:pPr marL="0" marR="0" lvl="0" indent="0" algn="ctr" defTabSz="914309"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7" name="图片 265">
            <a:extLst>
              <a:ext uri="{FF2B5EF4-FFF2-40B4-BE49-F238E27FC236}">
                <a16:creationId xmlns:a16="http://schemas.microsoft.com/office/drawing/2014/main" xmlns="" id="{4C1B2823-D55C-40E1-A1E3-A5175C2FCD6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5330997" y="4589004"/>
            <a:ext cx="348768" cy="306446"/>
          </a:xfrm>
          <a:prstGeom prst="rect">
            <a:avLst/>
          </a:prstGeom>
        </p:spPr>
      </p:pic>
      <p:pic>
        <p:nvPicPr>
          <p:cNvPr id="8" name="图片 265">
            <a:extLst>
              <a:ext uri="{FF2B5EF4-FFF2-40B4-BE49-F238E27FC236}">
                <a16:creationId xmlns:a16="http://schemas.microsoft.com/office/drawing/2014/main" xmlns="" id="{5AA8F3F1-1BCE-4B0E-BF56-46BE41523D0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6413913" y="4589004"/>
            <a:ext cx="348768" cy="306446"/>
          </a:xfrm>
          <a:prstGeom prst="rect">
            <a:avLst/>
          </a:prstGeom>
        </p:spPr>
      </p:pic>
      <p:cxnSp>
        <p:nvCxnSpPr>
          <p:cNvPr id="9" name="Straight Connector 4">
            <a:extLst>
              <a:ext uri="{FF2B5EF4-FFF2-40B4-BE49-F238E27FC236}">
                <a16:creationId xmlns:a16="http://schemas.microsoft.com/office/drawing/2014/main" xmlns="" id="{F4EEBED3-1217-40DD-863E-FD7698632DE4}"/>
              </a:ext>
            </a:extLst>
          </p:cNvPr>
          <p:cNvCxnSpPr>
            <a:cxnSpLocks/>
          </p:cNvCxnSpPr>
          <p:nvPr/>
        </p:nvCxnSpPr>
        <p:spPr bwMode="gray">
          <a:xfrm>
            <a:off x="5679765" y="4856527"/>
            <a:ext cx="734148" cy="0"/>
          </a:xfrm>
          <a:prstGeom prst="line">
            <a:avLst/>
          </a:prstGeom>
          <a:noFill/>
          <a:ln w="19050" cap="flat" cmpd="sng" algn="ctr">
            <a:solidFill>
              <a:sysClr val="windowText" lastClr="000000"/>
            </a:solidFill>
            <a:prstDash val="solid"/>
            <a:miter lim="800000"/>
          </a:ln>
          <a:effectLst/>
        </p:spPr>
      </p:cxnSp>
      <p:pic>
        <p:nvPicPr>
          <p:cNvPr id="10" name="图片 265">
            <a:extLst>
              <a:ext uri="{FF2B5EF4-FFF2-40B4-BE49-F238E27FC236}">
                <a16:creationId xmlns:a16="http://schemas.microsoft.com/office/drawing/2014/main" xmlns="" id="{C6D557B3-3A1B-468F-B84A-18ED6CFED05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3916898" y="5195673"/>
            <a:ext cx="348768" cy="306446"/>
          </a:xfrm>
          <a:prstGeom prst="rect">
            <a:avLst/>
          </a:prstGeom>
        </p:spPr>
      </p:pic>
      <p:pic>
        <p:nvPicPr>
          <p:cNvPr id="11" name="图片 265">
            <a:extLst>
              <a:ext uri="{FF2B5EF4-FFF2-40B4-BE49-F238E27FC236}">
                <a16:creationId xmlns:a16="http://schemas.microsoft.com/office/drawing/2014/main" xmlns="" id="{F2F45304-697A-45A2-A157-A3961605B83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4478109" y="5596367"/>
            <a:ext cx="348768" cy="306446"/>
          </a:xfrm>
          <a:prstGeom prst="rect">
            <a:avLst/>
          </a:prstGeom>
        </p:spPr>
      </p:pic>
      <p:cxnSp>
        <p:nvCxnSpPr>
          <p:cNvPr id="12" name="Straight Connector 9">
            <a:extLst>
              <a:ext uri="{FF2B5EF4-FFF2-40B4-BE49-F238E27FC236}">
                <a16:creationId xmlns:a16="http://schemas.microsoft.com/office/drawing/2014/main" xmlns="" id="{FCAB275F-FFD6-4EFF-8518-E3D49B579587}"/>
              </a:ext>
            </a:extLst>
          </p:cNvPr>
          <p:cNvCxnSpPr>
            <a:stCxn id="10" idx="3"/>
            <a:endCxn id="11" idx="0"/>
          </p:cNvCxnSpPr>
          <p:nvPr/>
        </p:nvCxnSpPr>
        <p:spPr bwMode="gray">
          <a:xfrm>
            <a:off x="4265666" y="5348896"/>
            <a:ext cx="386827" cy="247471"/>
          </a:xfrm>
          <a:prstGeom prst="line">
            <a:avLst/>
          </a:prstGeom>
          <a:noFill/>
          <a:ln w="19050" cap="flat" cmpd="sng" algn="ctr">
            <a:solidFill>
              <a:sysClr val="windowText" lastClr="000000"/>
            </a:solidFill>
            <a:prstDash val="solid"/>
            <a:miter lim="800000"/>
          </a:ln>
          <a:effectLst/>
        </p:spPr>
      </p:cxnSp>
      <p:cxnSp>
        <p:nvCxnSpPr>
          <p:cNvPr id="13" name="Straight Connector 15">
            <a:extLst>
              <a:ext uri="{FF2B5EF4-FFF2-40B4-BE49-F238E27FC236}">
                <a16:creationId xmlns:a16="http://schemas.microsoft.com/office/drawing/2014/main" xmlns="" id="{166D4569-EB7F-43EE-B120-B3BA2DC1F9DE}"/>
              </a:ext>
            </a:extLst>
          </p:cNvPr>
          <p:cNvCxnSpPr>
            <a:stCxn id="10" idx="3"/>
            <a:endCxn id="7" idx="2"/>
          </p:cNvCxnSpPr>
          <p:nvPr/>
        </p:nvCxnSpPr>
        <p:spPr bwMode="gray">
          <a:xfrm flipV="1">
            <a:off x="4265666" y="4895450"/>
            <a:ext cx="1239715" cy="453446"/>
          </a:xfrm>
          <a:prstGeom prst="line">
            <a:avLst/>
          </a:prstGeom>
          <a:noFill/>
          <a:ln w="19050" cap="flat" cmpd="sng" algn="ctr">
            <a:solidFill>
              <a:sysClr val="windowText" lastClr="000000"/>
            </a:solidFill>
            <a:prstDash val="solid"/>
            <a:miter lim="800000"/>
          </a:ln>
          <a:effectLst/>
        </p:spPr>
      </p:cxnSp>
      <p:pic>
        <p:nvPicPr>
          <p:cNvPr id="14" name="图片 265">
            <a:extLst>
              <a:ext uri="{FF2B5EF4-FFF2-40B4-BE49-F238E27FC236}">
                <a16:creationId xmlns:a16="http://schemas.microsoft.com/office/drawing/2014/main" xmlns="" id="{E47C24A9-306A-4AD2-BE87-D1BD6298F45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7275576" y="5596367"/>
            <a:ext cx="348768" cy="306446"/>
          </a:xfrm>
          <a:prstGeom prst="rect">
            <a:avLst/>
          </a:prstGeom>
        </p:spPr>
      </p:pic>
      <p:cxnSp>
        <p:nvCxnSpPr>
          <p:cNvPr id="15" name="Straight Connector 67">
            <a:extLst>
              <a:ext uri="{FF2B5EF4-FFF2-40B4-BE49-F238E27FC236}">
                <a16:creationId xmlns:a16="http://schemas.microsoft.com/office/drawing/2014/main" xmlns="" id="{F187889F-A78D-44F5-8ECF-1C2E8DF27328}"/>
              </a:ext>
            </a:extLst>
          </p:cNvPr>
          <p:cNvCxnSpPr>
            <a:endCxn id="8" idx="2"/>
          </p:cNvCxnSpPr>
          <p:nvPr/>
        </p:nvCxnSpPr>
        <p:spPr bwMode="gray">
          <a:xfrm flipH="1" flipV="1">
            <a:off x="6588297" y="4895450"/>
            <a:ext cx="1257300" cy="453446"/>
          </a:xfrm>
          <a:prstGeom prst="line">
            <a:avLst/>
          </a:prstGeom>
          <a:noFill/>
          <a:ln w="19050" cap="flat" cmpd="sng" algn="ctr">
            <a:solidFill>
              <a:sysClr val="windowText" lastClr="000000"/>
            </a:solidFill>
            <a:prstDash val="solid"/>
            <a:miter lim="800000"/>
          </a:ln>
          <a:effectLst/>
        </p:spPr>
      </p:cxnSp>
      <p:cxnSp>
        <p:nvCxnSpPr>
          <p:cNvPr id="16" name="Straight Connector 70">
            <a:extLst>
              <a:ext uri="{FF2B5EF4-FFF2-40B4-BE49-F238E27FC236}">
                <a16:creationId xmlns:a16="http://schemas.microsoft.com/office/drawing/2014/main" xmlns="" id="{23F1571B-A29E-4DF5-BCFA-7C07676E1DA8}"/>
              </a:ext>
            </a:extLst>
          </p:cNvPr>
          <p:cNvCxnSpPr>
            <a:endCxn id="14" idx="0"/>
          </p:cNvCxnSpPr>
          <p:nvPr/>
        </p:nvCxnSpPr>
        <p:spPr bwMode="gray">
          <a:xfrm flipH="1">
            <a:off x="7449960" y="5348896"/>
            <a:ext cx="395637" cy="247471"/>
          </a:xfrm>
          <a:prstGeom prst="line">
            <a:avLst/>
          </a:prstGeom>
          <a:noFill/>
          <a:ln w="19050" cap="flat" cmpd="sng" algn="ctr">
            <a:solidFill>
              <a:sysClr val="windowText" lastClr="000000"/>
            </a:solidFill>
            <a:prstDash val="solid"/>
            <a:miter lim="800000"/>
          </a:ln>
          <a:effectLst/>
        </p:spPr>
      </p:cxnSp>
      <p:pic>
        <p:nvPicPr>
          <p:cNvPr id="17" name="图片 265">
            <a:extLst>
              <a:ext uri="{FF2B5EF4-FFF2-40B4-BE49-F238E27FC236}">
                <a16:creationId xmlns:a16="http://schemas.microsoft.com/office/drawing/2014/main" xmlns="" id="{36889C0E-CE2F-4CAA-9321-9B8798BE8E8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7845597" y="5195673"/>
            <a:ext cx="348768" cy="306446"/>
          </a:xfrm>
          <a:prstGeom prst="rect">
            <a:avLst/>
          </a:prstGeom>
        </p:spPr>
      </p:pic>
      <p:cxnSp>
        <p:nvCxnSpPr>
          <p:cNvPr id="18" name="Straight Connector 18">
            <a:extLst>
              <a:ext uri="{FF2B5EF4-FFF2-40B4-BE49-F238E27FC236}">
                <a16:creationId xmlns:a16="http://schemas.microsoft.com/office/drawing/2014/main" xmlns="" id="{B548B209-2345-49AF-93AB-03AE6F79659D}"/>
              </a:ext>
            </a:extLst>
          </p:cNvPr>
          <p:cNvCxnSpPr>
            <a:stCxn id="11" idx="3"/>
            <a:endCxn id="14" idx="1"/>
          </p:cNvCxnSpPr>
          <p:nvPr/>
        </p:nvCxnSpPr>
        <p:spPr bwMode="gray">
          <a:xfrm>
            <a:off x="4826877" y="5749590"/>
            <a:ext cx="2448699" cy="0"/>
          </a:xfrm>
          <a:prstGeom prst="line">
            <a:avLst/>
          </a:prstGeom>
          <a:noFill/>
          <a:ln w="19050" cap="flat" cmpd="sng" algn="ctr">
            <a:solidFill>
              <a:sysClr val="windowText" lastClr="000000"/>
            </a:solidFill>
            <a:prstDash val="solid"/>
            <a:miter lim="800000"/>
          </a:ln>
          <a:effectLst/>
        </p:spPr>
      </p:cxnSp>
      <p:cxnSp>
        <p:nvCxnSpPr>
          <p:cNvPr id="19" name="Straight Connector 15">
            <a:extLst>
              <a:ext uri="{FF2B5EF4-FFF2-40B4-BE49-F238E27FC236}">
                <a16:creationId xmlns:a16="http://schemas.microsoft.com/office/drawing/2014/main" xmlns="" id="{41959CDD-214A-4AEF-A5B7-078773FA80A2}"/>
              </a:ext>
            </a:extLst>
          </p:cNvPr>
          <p:cNvCxnSpPr>
            <a:stCxn id="14" idx="0"/>
            <a:endCxn id="7" idx="2"/>
          </p:cNvCxnSpPr>
          <p:nvPr/>
        </p:nvCxnSpPr>
        <p:spPr bwMode="gray">
          <a:xfrm flipH="1" flipV="1">
            <a:off x="5505381" y="4895450"/>
            <a:ext cx="1944579" cy="700917"/>
          </a:xfrm>
          <a:prstGeom prst="line">
            <a:avLst/>
          </a:prstGeom>
          <a:noFill/>
          <a:ln w="19050" cap="flat" cmpd="sng" algn="ctr">
            <a:solidFill>
              <a:sysClr val="windowText" lastClr="000000"/>
            </a:solidFill>
            <a:prstDash val="solid"/>
            <a:miter lim="800000"/>
          </a:ln>
          <a:effectLst/>
        </p:spPr>
      </p:cxnSp>
      <p:cxnSp>
        <p:nvCxnSpPr>
          <p:cNvPr id="20" name="Straight Connector 15">
            <a:extLst>
              <a:ext uri="{FF2B5EF4-FFF2-40B4-BE49-F238E27FC236}">
                <a16:creationId xmlns:a16="http://schemas.microsoft.com/office/drawing/2014/main" xmlns="" id="{59CCFA46-C79C-4B6B-9077-8E13B5FCF04D}"/>
              </a:ext>
            </a:extLst>
          </p:cNvPr>
          <p:cNvCxnSpPr>
            <a:stCxn id="11" idx="0"/>
            <a:endCxn id="8" idx="2"/>
          </p:cNvCxnSpPr>
          <p:nvPr/>
        </p:nvCxnSpPr>
        <p:spPr bwMode="gray">
          <a:xfrm flipV="1">
            <a:off x="4652493" y="4895450"/>
            <a:ext cx="1935804" cy="700917"/>
          </a:xfrm>
          <a:prstGeom prst="line">
            <a:avLst/>
          </a:prstGeom>
          <a:noFill/>
          <a:ln w="19050" cap="flat" cmpd="sng" algn="ctr">
            <a:solidFill>
              <a:sysClr val="windowText" lastClr="000000"/>
            </a:solidFill>
            <a:prstDash val="solid"/>
            <a:miter lim="800000"/>
          </a:ln>
          <a:effectLst/>
        </p:spPr>
      </p:cxnSp>
      <p:cxnSp>
        <p:nvCxnSpPr>
          <p:cNvPr id="21" name="Straight Connector 15">
            <a:extLst>
              <a:ext uri="{FF2B5EF4-FFF2-40B4-BE49-F238E27FC236}">
                <a16:creationId xmlns:a16="http://schemas.microsoft.com/office/drawing/2014/main" xmlns="" id="{1E63EBC6-472F-449A-B839-40B9B87A4DB7}"/>
              </a:ext>
            </a:extLst>
          </p:cNvPr>
          <p:cNvCxnSpPr>
            <a:cxnSpLocks/>
            <a:stCxn id="10" idx="3"/>
            <a:endCxn id="14" idx="1"/>
          </p:cNvCxnSpPr>
          <p:nvPr/>
        </p:nvCxnSpPr>
        <p:spPr bwMode="gray">
          <a:xfrm>
            <a:off x="4265666" y="5348896"/>
            <a:ext cx="3009910" cy="400694"/>
          </a:xfrm>
          <a:prstGeom prst="line">
            <a:avLst/>
          </a:prstGeom>
          <a:noFill/>
          <a:ln w="19050" cap="flat" cmpd="sng" algn="ctr">
            <a:solidFill>
              <a:sysClr val="windowText" lastClr="000000"/>
            </a:solidFill>
            <a:prstDash val="solid"/>
            <a:miter lim="800000"/>
          </a:ln>
          <a:effectLst/>
        </p:spPr>
      </p:cxnSp>
      <p:cxnSp>
        <p:nvCxnSpPr>
          <p:cNvPr id="22" name="Straight Connector 15">
            <a:extLst>
              <a:ext uri="{FF2B5EF4-FFF2-40B4-BE49-F238E27FC236}">
                <a16:creationId xmlns:a16="http://schemas.microsoft.com/office/drawing/2014/main" xmlns="" id="{10F8F4C5-2A09-412A-AB00-C810A9785B44}"/>
              </a:ext>
            </a:extLst>
          </p:cNvPr>
          <p:cNvCxnSpPr>
            <a:stCxn id="11" idx="3"/>
            <a:endCxn id="17" idx="1"/>
          </p:cNvCxnSpPr>
          <p:nvPr/>
        </p:nvCxnSpPr>
        <p:spPr bwMode="gray">
          <a:xfrm flipV="1">
            <a:off x="4826877" y="5348896"/>
            <a:ext cx="3018720" cy="400694"/>
          </a:xfrm>
          <a:prstGeom prst="line">
            <a:avLst/>
          </a:prstGeom>
          <a:noFill/>
          <a:ln w="19050" cap="flat" cmpd="sng" algn="ctr">
            <a:solidFill>
              <a:sysClr val="windowText" lastClr="000000"/>
            </a:solidFill>
            <a:prstDash val="solid"/>
            <a:miter lim="800000"/>
          </a:ln>
          <a:effectLst/>
        </p:spPr>
      </p:cxnSp>
      <p:sp>
        <p:nvSpPr>
          <p:cNvPr id="23" name="文本框 57">
            <a:extLst>
              <a:ext uri="{FF2B5EF4-FFF2-40B4-BE49-F238E27FC236}">
                <a16:creationId xmlns:a16="http://schemas.microsoft.com/office/drawing/2014/main" xmlns="" id="{811A7163-4C8F-434E-9E31-FC27972B5812}"/>
              </a:ext>
            </a:extLst>
          </p:cNvPr>
          <p:cNvSpPr txBox="1"/>
          <p:nvPr/>
        </p:nvSpPr>
        <p:spPr bwMode="gray">
          <a:xfrm>
            <a:off x="5698956" y="5873057"/>
            <a:ext cx="889341" cy="246221"/>
          </a:xfrm>
          <a:prstGeom prst="rect">
            <a:avLst/>
          </a:prstGeom>
          <a:noFill/>
        </p:spPr>
        <p:txBody>
          <a:bodyPr wrap="square" lIns="0" tIns="0" rIns="0" bIns="0" rtlCol="0">
            <a:spAutoFit/>
          </a:bodyPr>
          <a:lstStyle/>
          <a:p>
            <a:pPr marL="0" marR="0" lvl="0" indent="0" algn="ctr" defTabSz="914309" eaLnBrk="1" fontAlgn="auto" latinLnBrk="0" hangingPunct="1">
              <a:lnSpc>
                <a:spcPct val="100000"/>
              </a:lnSpc>
              <a:spcBef>
                <a:spcPts val="0"/>
              </a:spcBef>
              <a:spcAft>
                <a:spcPts val="0"/>
              </a:spcAft>
              <a:buClrTx/>
              <a:buSzTx/>
              <a:buFontTx/>
              <a:buNone/>
              <a:tabLst/>
              <a:defRPr/>
            </a:pPr>
            <a:r>
              <a:rPr kumimoji="0" lang="zh-CN" altLang="en-US" sz="1600" b="1" i="0" u="none" strike="noStrike" kern="0" cap="none" spc="0" normalizeH="0" baseline="0" noProof="0" dirty="0">
                <a:ln>
                  <a:noFill/>
                </a:ln>
                <a:effectLst/>
                <a:uLnTx/>
                <a:uFillTx/>
                <a:latin typeface="Huawei Sans" panose="020C0503030203020204" pitchFamily="34" charset="0"/>
                <a:ea typeface="方正兰亭黑简体" panose="02000000000000000000" pitchFamily="2" charset="-122"/>
                <a:sym typeface="Huawei Sans" panose="020C0503030203020204" pitchFamily="34" charset="0"/>
              </a:rPr>
              <a:t>网络</a:t>
            </a:r>
            <a:r>
              <a:rPr lang="zh-CN" altLang="en-US" sz="1600" b="1" kern="0" dirty="0">
                <a:latin typeface="Huawei Sans" panose="020C0503030203020204" pitchFamily="34" charset="0"/>
                <a:ea typeface="方正兰亭黑简体" panose="02000000000000000000" pitchFamily="2" charset="-122"/>
                <a:sym typeface="Huawei Sans" panose="020C0503030203020204" pitchFamily="34" charset="0"/>
              </a:rPr>
              <a:t>设备</a:t>
            </a:r>
            <a:endParaRPr kumimoji="0" lang="zh-CN" altLang="en-US" sz="1600" b="1" i="0" u="none" strike="noStrike" kern="0" cap="none" spc="0" normalizeH="0" baseline="0" noProof="0" dirty="0">
              <a:ln>
                <a:noFill/>
              </a:ln>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24" name="Straight Connector 180">
            <a:extLst>
              <a:ext uri="{FF2B5EF4-FFF2-40B4-BE49-F238E27FC236}">
                <a16:creationId xmlns:a16="http://schemas.microsoft.com/office/drawing/2014/main" xmlns="" id="{D6F31F11-E7D0-462C-98AB-A502BADC0352}"/>
              </a:ext>
            </a:extLst>
          </p:cNvPr>
          <p:cNvCxnSpPr>
            <a:cxnSpLocks/>
            <a:stCxn id="5" idx="2"/>
            <a:endCxn id="10" idx="0"/>
          </p:cNvCxnSpPr>
          <p:nvPr/>
        </p:nvCxnSpPr>
        <p:spPr bwMode="gray">
          <a:xfrm>
            <a:off x="3111871" y="4179115"/>
            <a:ext cx="979411" cy="1016558"/>
          </a:xfrm>
          <a:prstGeom prst="line">
            <a:avLst/>
          </a:prstGeom>
          <a:noFill/>
          <a:ln w="19050" cap="flat" cmpd="sng" algn="ctr">
            <a:solidFill>
              <a:srgbClr val="FFC000"/>
            </a:solidFill>
            <a:prstDash val="sysDash"/>
            <a:miter lim="800000"/>
          </a:ln>
          <a:effectLst/>
        </p:spPr>
      </p:cxnSp>
      <p:cxnSp>
        <p:nvCxnSpPr>
          <p:cNvPr id="25" name="Straight Connector 180">
            <a:extLst>
              <a:ext uri="{FF2B5EF4-FFF2-40B4-BE49-F238E27FC236}">
                <a16:creationId xmlns:a16="http://schemas.microsoft.com/office/drawing/2014/main" xmlns="" id="{76A5655B-B32A-40E6-9DE2-710840D2CA10}"/>
              </a:ext>
            </a:extLst>
          </p:cNvPr>
          <p:cNvCxnSpPr>
            <a:cxnSpLocks/>
            <a:stCxn id="5" idx="2"/>
            <a:endCxn id="7" idx="0"/>
          </p:cNvCxnSpPr>
          <p:nvPr/>
        </p:nvCxnSpPr>
        <p:spPr bwMode="gray">
          <a:xfrm>
            <a:off x="3111871" y="4179115"/>
            <a:ext cx="2393510" cy="409889"/>
          </a:xfrm>
          <a:prstGeom prst="line">
            <a:avLst/>
          </a:prstGeom>
          <a:noFill/>
          <a:ln w="19050" cap="flat" cmpd="sng" algn="ctr">
            <a:solidFill>
              <a:srgbClr val="FFC000"/>
            </a:solidFill>
            <a:prstDash val="sysDash"/>
            <a:miter lim="800000"/>
          </a:ln>
          <a:effectLst/>
        </p:spPr>
      </p:cxnSp>
      <p:cxnSp>
        <p:nvCxnSpPr>
          <p:cNvPr id="26" name="Straight Connector 180">
            <a:extLst>
              <a:ext uri="{FF2B5EF4-FFF2-40B4-BE49-F238E27FC236}">
                <a16:creationId xmlns:a16="http://schemas.microsoft.com/office/drawing/2014/main" xmlns="" id="{5702B4CE-8653-4693-A0F2-654C9787FDA3}"/>
              </a:ext>
            </a:extLst>
          </p:cNvPr>
          <p:cNvCxnSpPr>
            <a:cxnSpLocks/>
            <a:stCxn id="5" idx="2"/>
            <a:endCxn id="8" idx="0"/>
          </p:cNvCxnSpPr>
          <p:nvPr/>
        </p:nvCxnSpPr>
        <p:spPr bwMode="gray">
          <a:xfrm>
            <a:off x="3111871" y="4179115"/>
            <a:ext cx="3476426" cy="409889"/>
          </a:xfrm>
          <a:prstGeom prst="line">
            <a:avLst/>
          </a:prstGeom>
          <a:noFill/>
          <a:ln w="19050" cap="flat" cmpd="sng" algn="ctr">
            <a:solidFill>
              <a:srgbClr val="FFC000"/>
            </a:solidFill>
            <a:prstDash val="sysDash"/>
            <a:miter lim="800000"/>
          </a:ln>
          <a:effectLst/>
        </p:spPr>
      </p:cxnSp>
      <p:cxnSp>
        <p:nvCxnSpPr>
          <p:cNvPr id="27" name="Straight Connector 180">
            <a:extLst>
              <a:ext uri="{FF2B5EF4-FFF2-40B4-BE49-F238E27FC236}">
                <a16:creationId xmlns:a16="http://schemas.microsoft.com/office/drawing/2014/main" xmlns="" id="{EA674A2F-6ABA-4833-BEB9-4242A70029E6}"/>
              </a:ext>
            </a:extLst>
          </p:cNvPr>
          <p:cNvCxnSpPr>
            <a:cxnSpLocks/>
            <a:stCxn id="5" idx="2"/>
            <a:endCxn id="17" idx="0"/>
          </p:cNvCxnSpPr>
          <p:nvPr/>
        </p:nvCxnSpPr>
        <p:spPr bwMode="gray">
          <a:xfrm>
            <a:off x="3111871" y="4179115"/>
            <a:ext cx="4908110" cy="1016558"/>
          </a:xfrm>
          <a:prstGeom prst="line">
            <a:avLst/>
          </a:prstGeom>
          <a:noFill/>
          <a:ln w="19050" cap="flat" cmpd="sng" algn="ctr">
            <a:solidFill>
              <a:srgbClr val="FFC000"/>
            </a:solidFill>
            <a:prstDash val="sysDash"/>
            <a:miter lim="800000"/>
          </a:ln>
          <a:effectLst/>
        </p:spPr>
      </p:cxnSp>
      <p:cxnSp>
        <p:nvCxnSpPr>
          <p:cNvPr id="28" name="Straight Connector 180">
            <a:extLst>
              <a:ext uri="{FF2B5EF4-FFF2-40B4-BE49-F238E27FC236}">
                <a16:creationId xmlns:a16="http://schemas.microsoft.com/office/drawing/2014/main" xmlns="" id="{77BA782A-659E-4979-ACBD-9389B7EE6729}"/>
              </a:ext>
            </a:extLst>
          </p:cNvPr>
          <p:cNvCxnSpPr>
            <a:cxnSpLocks/>
            <a:stCxn id="5" idx="2"/>
            <a:endCxn id="14" idx="0"/>
          </p:cNvCxnSpPr>
          <p:nvPr/>
        </p:nvCxnSpPr>
        <p:spPr bwMode="gray">
          <a:xfrm>
            <a:off x="3111871" y="4179115"/>
            <a:ext cx="4338089" cy="1417252"/>
          </a:xfrm>
          <a:prstGeom prst="line">
            <a:avLst/>
          </a:prstGeom>
          <a:noFill/>
          <a:ln w="19050" cap="flat" cmpd="sng" algn="ctr">
            <a:solidFill>
              <a:srgbClr val="FFC000"/>
            </a:solidFill>
            <a:prstDash val="sysDash"/>
            <a:miter lim="800000"/>
          </a:ln>
          <a:effectLst/>
        </p:spPr>
      </p:cxnSp>
      <p:cxnSp>
        <p:nvCxnSpPr>
          <p:cNvPr id="29" name="Straight Connector 180">
            <a:extLst>
              <a:ext uri="{FF2B5EF4-FFF2-40B4-BE49-F238E27FC236}">
                <a16:creationId xmlns:a16="http://schemas.microsoft.com/office/drawing/2014/main" xmlns="" id="{7040460C-D105-43D2-8B5E-71F5CEA8E946}"/>
              </a:ext>
            </a:extLst>
          </p:cNvPr>
          <p:cNvCxnSpPr>
            <a:cxnSpLocks/>
            <a:stCxn id="5" idx="2"/>
            <a:endCxn id="11" idx="0"/>
          </p:cNvCxnSpPr>
          <p:nvPr/>
        </p:nvCxnSpPr>
        <p:spPr bwMode="gray">
          <a:xfrm>
            <a:off x="3111871" y="4179115"/>
            <a:ext cx="1540622" cy="1417252"/>
          </a:xfrm>
          <a:prstGeom prst="line">
            <a:avLst/>
          </a:prstGeom>
          <a:noFill/>
          <a:ln w="19050" cap="flat" cmpd="sng" algn="ctr">
            <a:solidFill>
              <a:srgbClr val="FFC000"/>
            </a:solidFill>
            <a:prstDash val="sysDash"/>
            <a:miter lim="800000"/>
          </a:ln>
          <a:effectLst/>
        </p:spPr>
      </p:cxnSp>
      <p:cxnSp>
        <p:nvCxnSpPr>
          <p:cNvPr id="30" name="Straight Connector 180">
            <a:extLst>
              <a:ext uri="{FF2B5EF4-FFF2-40B4-BE49-F238E27FC236}">
                <a16:creationId xmlns:a16="http://schemas.microsoft.com/office/drawing/2014/main" xmlns="" id="{D1E70F47-D3FE-4208-86F8-3EF04F947E29}"/>
              </a:ext>
            </a:extLst>
          </p:cNvPr>
          <p:cNvCxnSpPr>
            <a:cxnSpLocks/>
            <a:endCxn id="10" idx="0"/>
          </p:cNvCxnSpPr>
          <p:nvPr/>
        </p:nvCxnSpPr>
        <p:spPr bwMode="gray">
          <a:xfrm flipH="1">
            <a:off x="4091282" y="4022311"/>
            <a:ext cx="5030506" cy="1173362"/>
          </a:xfrm>
          <a:prstGeom prst="line">
            <a:avLst/>
          </a:prstGeom>
          <a:noFill/>
          <a:ln w="19050" cap="flat" cmpd="sng" algn="ctr">
            <a:solidFill>
              <a:srgbClr val="FFC000"/>
            </a:solidFill>
            <a:prstDash val="sysDash"/>
            <a:miter lim="800000"/>
          </a:ln>
          <a:effectLst/>
        </p:spPr>
      </p:cxnSp>
      <p:cxnSp>
        <p:nvCxnSpPr>
          <p:cNvPr id="31" name="Straight Connector 180">
            <a:extLst>
              <a:ext uri="{FF2B5EF4-FFF2-40B4-BE49-F238E27FC236}">
                <a16:creationId xmlns:a16="http://schemas.microsoft.com/office/drawing/2014/main" xmlns="" id="{7862C30B-AA9A-4229-9C7E-5C42AEA7A127}"/>
              </a:ext>
            </a:extLst>
          </p:cNvPr>
          <p:cNvCxnSpPr>
            <a:cxnSpLocks/>
            <a:endCxn id="7" idx="0"/>
          </p:cNvCxnSpPr>
          <p:nvPr/>
        </p:nvCxnSpPr>
        <p:spPr bwMode="gray">
          <a:xfrm flipH="1">
            <a:off x="5505381" y="4022311"/>
            <a:ext cx="3616407" cy="566693"/>
          </a:xfrm>
          <a:prstGeom prst="line">
            <a:avLst/>
          </a:prstGeom>
          <a:noFill/>
          <a:ln w="19050" cap="flat" cmpd="sng" algn="ctr">
            <a:solidFill>
              <a:srgbClr val="FFC000"/>
            </a:solidFill>
            <a:prstDash val="sysDash"/>
            <a:miter lim="800000"/>
          </a:ln>
          <a:effectLst/>
        </p:spPr>
      </p:cxnSp>
      <p:cxnSp>
        <p:nvCxnSpPr>
          <p:cNvPr id="32" name="Straight Connector 180">
            <a:extLst>
              <a:ext uri="{FF2B5EF4-FFF2-40B4-BE49-F238E27FC236}">
                <a16:creationId xmlns:a16="http://schemas.microsoft.com/office/drawing/2014/main" xmlns="" id="{353437CF-31B6-4828-849E-637E154670DC}"/>
              </a:ext>
            </a:extLst>
          </p:cNvPr>
          <p:cNvCxnSpPr>
            <a:cxnSpLocks/>
            <a:endCxn id="8" idx="0"/>
          </p:cNvCxnSpPr>
          <p:nvPr/>
        </p:nvCxnSpPr>
        <p:spPr bwMode="gray">
          <a:xfrm flipH="1">
            <a:off x="6588297" y="4022311"/>
            <a:ext cx="2533491" cy="566693"/>
          </a:xfrm>
          <a:prstGeom prst="line">
            <a:avLst/>
          </a:prstGeom>
          <a:noFill/>
          <a:ln w="19050" cap="flat" cmpd="sng" algn="ctr">
            <a:solidFill>
              <a:srgbClr val="FFC000"/>
            </a:solidFill>
            <a:prstDash val="sysDash"/>
            <a:miter lim="800000"/>
          </a:ln>
          <a:effectLst/>
        </p:spPr>
      </p:cxnSp>
      <p:cxnSp>
        <p:nvCxnSpPr>
          <p:cNvPr id="33" name="Straight Connector 180">
            <a:extLst>
              <a:ext uri="{FF2B5EF4-FFF2-40B4-BE49-F238E27FC236}">
                <a16:creationId xmlns:a16="http://schemas.microsoft.com/office/drawing/2014/main" xmlns="" id="{2D052791-A9C0-4356-9109-D6864B94528A}"/>
              </a:ext>
            </a:extLst>
          </p:cNvPr>
          <p:cNvCxnSpPr>
            <a:cxnSpLocks/>
            <a:endCxn id="17" idx="0"/>
          </p:cNvCxnSpPr>
          <p:nvPr/>
        </p:nvCxnSpPr>
        <p:spPr bwMode="gray">
          <a:xfrm flipH="1">
            <a:off x="8019981" y="4022311"/>
            <a:ext cx="1101807" cy="1173362"/>
          </a:xfrm>
          <a:prstGeom prst="line">
            <a:avLst/>
          </a:prstGeom>
          <a:noFill/>
          <a:ln w="19050" cap="flat" cmpd="sng" algn="ctr">
            <a:solidFill>
              <a:srgbClr val="FFC000"/>
            </a:solidFill>
            <a:prstDash val="sysDash"/>
            <a:miter lim="800000"/>
          </a:ln>
          <a:effectLst/>
        </p:spPr>
      </p:cxnSp>
      <p:cxnSp>
        <p:nvCxnSpPr>
          <p:cNvPr id="34" name="Straight Connector 180">
            <a:extLst>
              <a:ext uri="{FF2B5EF4-FFF2-40B4-BE49-F238E27FC236}">
                <a16:creationId xmlns:a16="http://schemas.microsoft.com/office/drawing/2014/main" xmlns="" id="{5A471F57-74C7-4334-985F-E1C185C40DEA}"/>
              </a:ext>
            </a:extLst>
          </p:cNvPr>
          <p:cNvCxnSpPr>
            <a:cxnSpLocks/>
            <a:endCxn id="11" idx="0"/>
          </p:cNvCxnSpPr>
          <p:nvPr/>
        </p:nvCxnSpPr>
        <p:spPr bwMode="gray">
          <a:xfrm flipH="1">
            <a:off x="4652493" y="4022311"/>
            <a:ext cx="4469295" cy="1574056"/>
          </a:xfrm>
          <a:prstGeom prst="line">
            <a:avLst/>
          </a:prstGeom>
          <a:noFill/>
          <a:ln w="19050" cap="flat" cmpd="sng" algn="ctr">
            <a:solidFill>
              <a:srgbClr val="FFC000"/>
            </a:solidFill>
            <a:prstDash val="sysDash"/>
            <a:miter lim="800000"/>
          </a:ln>
          <a:effectLst/>
        </p:spPr>
      </p:cxnSp>
      <p:cxnSp>
        <p:nvCxnSpPr>
          <p:cNvPr id="35" name="Straight Connector 180">
            <a:extLst>
              <a:ext uri="{FF2B5EF4-FFF2-40B4-BE49-F238E27FC236}">
                <a16:creationId xmlns:a16="http://schemas.microsoft.com/office/drawing/2014/main" xmlns="" id="{9B7B7987-714F-4E34-B6D6-92496B40C91E}"/>
              </a:ext>
            </a:extLst>
          </p:cNvPr>
          <p:cNvCxnSpPr>
            <a:cxnSpLocks/>
            <a:endCxn id="14" idx="0"/>
          </p:cNvCxnSpPr>
          <p:nvPr/>
        </p:nvCxnSpPr>
        <p:spPr bwMode="gray">
          <a:xfrm flipH="1">
            <a:off x="7449960" y="4022311"/>
            <a:ext cx="1671828" cy="1574056"/>
          </a:xfrm>
          <a:prstGeom prst="line">
            <a:avLst/>
          </a:prstGeom>
          <a:noFill/>
          <a:ln w="19050" cap="flat" cmpd="sng" algn="ctr">
            <a:solidFill>
              <a:srgbClr val="FFC000"/>
            </a:solidFill>
            <a:prstDash val="sysDash"/>
            <a:miter lim="800000"/>
          </a:ln>
          <a:effectLst/>
        </p:spPr>
      </p:cxnSp>
      <p:sp>
        <p:nvSpPr>
          <p:cNvPr id="36" name="文本框 35">
            <a:extLst>
              <a:ext uri="{FF2B5EF4-FFF2-40B4-BE49-F238E27FC236}">
                <a16:creationId xmlns:a16="http://schemas.microsoft.com/office/drawing/2014/main" xmlns="" id="{A2200274-B41A-410E-81D8-9712BB6172A1}"/>
              </a:ext>
            </a:extLst>
          </p:cNvPr>
          <p:cNvSpPr txBox="1"/>
          <p:nvPr/>
        </p:nvSpPr>
        <p:spPr bwMode="gray">
          <a:xfrm>
            <a:off x="1538340" y="4503467"/>
            <a:ext cx="1700054" cy="338554"/>
          </a:xfrm>
          <a:prstGeom prst="rect">
            <a:avLst/>
          </a:prstGeom>
          <a:noFill/>
        </p:spPr>
        <p:txBody>
          <a:bodyPr wrap="square" rtlCol="0">
            <a:spAutoFit/>
          </a:bodyPr>
          <a:lstStyle/>
          <a:p>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CLI/SSH</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SNMP</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7" name="文本框 36">
            <a:extLst>
              <a:ext uri="{FF2B5EF4-FFF2-40B4-BE49-F238E27FC236}">
                <a16:creationId xmlns:a16="http://schemas.microsoft.com/office/drawing/2014/main" xmlns="" id="{8B1F3CB3-B4E0-48E6-932D-A92751EFAE27}"/>
              </a:ext>
            </a:extLst>
          </p:cNvPr>
          <p:cNvSpPr txBox="1"/>
          <p:nvPr/>
        </p:nvSpPr>
        <p:spPr bwMode="gray">
          <a:xfrm>
            <a:off x="8795013" y="4403673"/>
            <a:ext cx="2359325" cy="338554"/>
          </a:xfrm>
          <a:prstGeom prst="rect">
            <a:avLst/>
          </a:prstGeom>
          <a:noFill/>
        </p:spPr>
        <p:txBody>
          <a:bodyPr wrap="square" rtlCol="0">
            <a:spAutoFit/>
          </a:bodyPr>
          <a:lstStyle/>
          <a:p>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NETCONF</a:t>
            </a:r>
            <a:r>
              <a:rPr lang="zh-CN" altLang="en-US" sz="160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RESTCONF</a:t>
            </a:r>
            <a:endParaRPr lang="zh-CN" altLang="en-US" sz="160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271953982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Right Arrow 157">
            <a:extLst>
              <a:ext uri="{FF2B5EF4-FFF2-40B4-BE49-F238E27FC236}">
                <a16:creationId xmlns:a16="http://schemas.microsoft.com/office/drawing/2014/main" xmlns="" id="{9F916A3F-A129-4B73-A981-A5E00679A31D}"/>
              </a:ext>
            </a:extLst>
          </p:cNvPr>
          <p:cNvSpPr/>
          <p:nvPr/>
        </p:nvSpPr>
        <p:spPr bwMode="gray">
          <a:xfrm rot="16200000">
            <a:off x="2605395" y="4151465"/>
            <a:ext cx="647343" cy="356242"/>
          </a:xfrm>
          <a:prstGeom prst="rightArrow">
            <a:avLst>
              <a:gd name="adj1" fmla="val 40000"/>
              <a:gd name="adj2" fmla="val 50000"/>
            </a:avLst>
          </a:prstGeom>
          <a:gradFill flip="none" rotWithShape="1">
            <a:gsLst>
              <a:gs pos="15000">
                <a:schemeClr val="accent1">
                  <a:lumMod val="5000"/>
                  <a:lumOff val="95000"/>
                  <a:alpha val="0"/>
                </a:schemeClr>
              </a:gs>
              <a:gs pos="81000">
                <a:srgbClr val="BEE9EE"/>
              </a:gs>
            </a:gsLst>
            <a:lin ang="0" scaled="1"/>
            <a:tileRect/>
          </a:gradFill>
          <a:ln w="15875">
            <a:solidFill>
              <a:srgbClr val="30B5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5" name="Right Arrow 157">
            <a:extLst>
              <a:ext uri="{FF2B5EF4-FFF2-40B4-BE49-F238E27FC236}">
                <a16:creationId xmlns:a16="http://schemas.microsoft.com/office/drawing/2014/main" xmlns="" id="{BFC80721-1627-4A38-A10B-07B732DD8231}"/>
              </a:ext>
            </a:extLst>
          </p:cNvPr>
          <p:cNvSpPr/>
          <p:nvPr/>
        </p:nvSpPr>
        <p:spPr bwMode="gray">
          <a:xfrm rot="16200000">
            <a:off x="8220031" y="2628812"/>
            <a:ext cx="647343" cy="356242"/>
          </a:xfrm>
          <a:prstGeom prst="rightArrow">
            <a:avLst>
              <a:gd name="adj1" fmla="val 40000"/>
              <a:gd name="adj2" fmla="val 50000"/>
            </a:avLst>
          </a:prstGeom>
          <a:gradFill flip="none" rotWithShape="1">
            <a:gsLst>
              <a:gs pos="15000">
                <a:schemeClr val="accent1">
                  <a:lumMod val="5000"/>
                  <a:lumOff val="95000"/>
                  <a:alpha val="0"/>
                </a:schemeClr>
              </a:gs>
              <a:gs pos="81000">
                <a:srgbClr val="FFF2CC"/>
              </a:gs>
            </a:gsLst>
            <a:lin ang="0" scaled="1"/>
            <a:tileRect/>
          </a:gradFill>
          <a:ln w="15875">
            <a:gradFill flip="none" rotWithShape="1">
              <a:gsLst>
                <a:gs pos="11000">
                  <a:schemeClr val="accent1">
                    <a:lumMod val="0"/>
                    <a:lumOff val="100000"/>
                    <a:alpha val="0"/>
                  </a:schemeClr>
                </a:gs>
                <a:gs pos="67000">
                  <a:srgbClr val="FFD17D"/>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 name="标题 1">
            <a:extLst>
              <a:ext uri="{FF2B5EF4-FFF2-40B4-BE49-F238E27FC236}">
                <a16:creationId xmlns:a16="http://schemas.microsoft.com/office/drawing/2014/main" xmlns="" id="{B6E132E9-AE43-41C8-A697-4946A6397330}"/>
              </a:ext>
            </a:extLst>
          </p:cNvPr>
          <p:cNvSpPr>
            <a:spLocks noGrp="1"/>
          </p:cNvSpPr>
          <p:nvPr>
            <p:ph type="title"/>
          </p:nvPr>
        </p:nvSpPr>
        <p:spPr bwMode="gray"/>
        <p:txBody>
          <a:bodyPr/>
          <a:lstStyle/>
          <a:p>
            <a:r>
              <a:rPr lang="zh-CN" altLang="en-US" smtClean="0">
                <a:sym typeface="Huawei Sans" panose="020C0503030203020204" pitchFamily="34" charset="0"/>
              </a:rPr>
              <a:t>网络开放与可编程简介</a:t>
            </a:r>
            <a:endParaRPr lang="zh-CN" altLang="en-US">
              <a:sym typeface="Huawei Sans" panose="020C0503030203020204" pitchFamily="34" charset="0"/>
            </a:endParaRPr>
          </a:p>
        </p:txBody>
      </p:sp>
      <p:sp>
        <p:nvSpPr>
          <p:cNvPr id="3" name="文本占位符 2">
            <a:extLst>
              <a:ext uri="{FF2B5EF4-FFF2-40B4-BE49-F238E27FC236}">
                <a16:creationId xmlns:a16="http://schemas.microsoft.com/office/drawing/2014/main" xmlns="" id="{F9484A0E-4CA8-4187-9E1D-F8849F4E06AC}"/>
              </a:ext>
            </a:extLst>
          </p:cNvPr>
          <p:cNvSpPr>
            <a:spLocks noGrp="1"/>
          </p:cNvSpPr>
          <p:nvPr>
            <p:ph type="body" sz="quarter" idx="10"/>
          </p:nvPr>
        </p:nvSpPr>
        <p:spPr bwMode="gray"/>
        <p:txBody>
          <a:bodyPr/>
          <a:lstStyle/>
          <a:p>
            <a:r>
              <a:rPr lang="zh-CN" altLang="en-US" sz="1800" dirty="0" smtClean="0">
                <a:sym typeface="Huawei Sans" panose="020C0503030203020204" pitchFamily="34" charset="0"/>
              </a:rPr>
              <a:t>网络开放与可编程即在开放网络的前提下使用编程的手段实现自动化的网络。</a:t>
            </a:r>
            <a:endParaRPr lang="en-US" altLang="zh-CN" sz="1800" dirty="0" smtClean="0">
              <a:sym typeface="Huawei Sans" panose="020C0503030203020204" pitchFamily="34" charset="0"/>
            </a:endParaRPr>
          </a:p>
          <a:p>
            <a:r>
              <a:rPr lang="zh-CN" altLang="en-US" sz="1800" dirty="0" smtClean="0">
                <a:sym typeface="Huawei Sans" panose="020C0503030203020204" pitchFamily="34" charset="0"/>
              </a:rPr>
              <a:t>在</a:t>
            </a:r>
            <a:r>
              <a:rPr lang="en-US" altLang="zh-CN" sz="1800" dirty="0" smtClean="0">
                <a:sym typeface="Huawei Sans" panose="020C0503030203020204" pitchFamily="34" charset="0"/>
              </a:rPr>
              <a:t>SDN</a:t>
            </a:r>
            <a:r>
              <a:rPr lang="zh-CN" altLang="en-US" sz="1800" dirty="0" smtClean="0">
                <a:sym typeface="Huawei Sans" panose="020C0503030203020204" pitchFamily="34" charset="0"/>
              </a:rPr>
              <a:t>商用初期及未来更长的时间，传统网络和</a:t>
            </a:r>
            <a:r>
              <a:rPr lang="en-US" altLang="zh-CN" sz="1800" dirty="0" smtClean="0">
                <a:sym typeface="Huawei Sans" panose="020C0503030203020204" pitchFamily="34" charset="0"/>
              </a:rPr>
              <a:t>SDN</a:t>
            </a:r>
            <a:r>
              <a:rPr lang="zh-CN" altLang="en-US" sz="1800" dirty="0" smtClean="0">
                <a:sym typeface="Huawei Sans" panose="020C0503030203020204" pitchFamily="34" charset="0"/>
              </a:rPr>
              <a:t>会大规模的并存。网络的开放体现在两个层面：设备的开放和</a:t>
            </a:r>
            <a:r>
              <a:rPr lang="en-US" altLang="zh-CN" sz="1800" dirty="0" smtClean="0">
                <a:sym typeface="Huawei Sans" panose="020C0503030203020204" pitchFamily="34" charset="0"/>
              </a:rPr>
              <a:t>SDN</a:t>
            </a:r>
            <a:r>
              <a:rPr lang="zh-CN" altLang="en-US" sz="1800" dirty="0" smtClean="0">
                <a:sym typeface="Huawei Sans" panose="020C0503030203020204" pitchFamily="34" charset="0"/>
              </a:rPr>
              <a:t>平台的开放。</a:t>
            </a:r>
            <a:endParaRPr lang="en-US" altLang="zh-CN" sz="1800" dirty="0">
              <a:sym typeface="Huawei Sans" panose="020C0503030203020204" pitchFamily="34" charset="0"/>
            </a:endParaRPr>
          </a:p>
        </p:txBody>
      </p:sp>
      <p:pic>
        <p:nvPicPr>
          <p:cNvPr id="25" name="图片 24">
            <a:extLst>
              <a:ext uri="{FF2B5EF4-FFF2-40B4-BE49-F238E27FC236}">
                <a16:creationId xmlns:a16="http://schemas.microsoft.com/office/drawing/2014/main" xmlns="" id="{479F9080-6332-483C-B7C1-D7A75006F608}"/>
              </a:ext>
            </a:extLst>
          </p:cNvPr>
          <p:cNvPicPr>
            <a:picLocks/>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bwMode="gray">
          <a:xfrm>
            <a:off x="8300091" y="2948480"/>
            <a:ext cx="540000" cy="442800"/>
          </a:xfrm>
          <a:prstGeom prst="rect">
            <a:avLst/>
          </a:prstGeom>
        </p:spPr>
      </p:pic>
      <p:sp>
        <p:nvSpPr>
          <p:cNvPr id="26" name="Oval 124">
            <a:extLst>
              <a:ext uri="{FF2B5EF4-FFF2-40B4-BE49-F238E27FC236}">
                <a16:creationId xmlns:a16="http://schemas.microsoft.com/office/drawing/2014/main" xmlns="" id="{BB3B0182-7827-498E-9572-5189AFC69F79}"/>
              </a:ext>
            </a:extLst>
          </p:cNvPr>
          <p:cNvSpPr/>
          <p:nvPr/>
        </p:nvSpPr>
        <p:spPr bwMode="gray">
          <a:xfrm>
            <a:off x="5852160" y="3792152"/>
            <a:ext cx="5440680" cy="1479672"/>
          </a:xfrm>
          <a:prstGeom prst="ellipse">
            <a:avLst/>
          </a:prstGeom>
          <a:gradFill flip="none" rotWithShape="1">
            <a:gsLst>
              <a:gs pos="0">
                <a:srgbClr val="5B9BD5">
                  <a:lumMod val="5000"/>
                  <a:lumOff val="95000"/>
                </a:srgbClr>
              </a:gs>
              <a:gs pos="100000">
                <a:srgbClr val="BEE9EE"/>
              </a:gs>
            </a:gsLst>
            <a:lin ang="5400000" scaled="1"/>
            <a:tileRect/>
          </a:gradFill>
          <a:ln w="12700" cap="flat" cmpd="sng" algn="ctr">
            <a:noFill/>
            <a:prstDash val="solid"/>
            <a:miter lim="800000"/>
          </a:ln>
          <a:effectLst/>
        </p:spPr>
        <p:txBody>
          <a:bodyPr rtlCol="0" anchor="ctr"/>
          <a:lstStyle/>
          <a:p>
            <a:pPr marL="0" marR="0" lvl="0" indent="0" algn="ctr" defTabSz="914309"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27" name="图片 265">
            <a:extLst>
              <a:ext uri="{FF2B5EF4-FFF2-40B4-BE49-F238E27FC236}">
                <a16:creationId xmlns:a16="http://schemas.microsoft.com/office/drawing/2014/main" xmlns="" id="{7846BF43-0070-4129-B95D-8F5751F52D0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7860467" y="3792152"/>
            <a:ext cx="348768" cy="306446"/>
          </a:xfrm>
          <a:prstGeom prst="rect">
            <a:avLst/>
          </a:prstGeom>
        </p:spPr>
      </p:pic>
      <p:pic>
        <p:nvPicPr>
          <p:cNvPr id="28" name="图片 265">
            <a:extLst>
              <a:ext uri="{FF2B5EF4-FFF2-40B4-BE49-F238E27FC236}">
                <a16:creationId xmlns:a16="http://schemas.microsoft.com/office/drawing/2014/main" xmlns="" id="{C8A13E51-F168-4F8E-B91C-DD27BA8B2B2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8943383" y="3792152"/>
            <a:ext cx="348768" cy="306446"/>
          </a:xfrm>
          <a:prstGeom prst="rect">
            <a:avLst/>
          </a:prstGeom>
        </p:spPr>
      </p:pic>
      <p:cxnSp>
        <p:nvCxnSpPr>
          <p:cNvPr id="29" name="Straight Connector 4">
            <a:extLst>
              <a:ext uri="{FF2B5EF4-FFF2-40B4-BE49-F238E27FC236}">
                <a16:creationId xmlns:a16="http://schemas.microsoft.com/office/drawing/2014/main" xmlns="" id="{E7203EDE-A76C-4DE1-90A1-0D1BC57AC322}"/>
              </a:ext>
            </a:extLst>
          </p:cNvPr>
          <p:cNvCxnSpPr>
            <a:cxnSpLocks/>
          </p:cNvCxnSpPr>
          <p:nvPr/>
        </p:nvCxnSpPr>
        <p:spPr bwMode="gray">
          <a:xfrm>
            <a:off x="8209235" y="4059675"/>
            <a:ext cx="734148" cy="0"/>
          </a:xfrm>
          <a:prstGeom prst="line">
            <a:avLst/>
          </a:prstGeom>
          <a:noFill/>
          <a:ln w="19050" cap="flat" cmpd="sng" algn="ctr">
            <a:solidFill>
              <a:sysClr val="windowText" lastClr="000000"/>
            </a:solidFill>
            <a:prstDash val="solid"/>
            <a:miter lim="800000"/>
          </a:ln>
          <a:effectLst/>
        </p:spPr>
      </p:cxnSp>
      <p:pic>
        <p:nvPicPr>
          <p:cNvPr id="30" name="图片 265">
            <a:extLst>
              <a:ext uri="{FF2B5EF4-FFF2-40B4-BE49-F238E27FC236}">
                <a16:creationId xmlns:a16="http://schemas.microsoft.com/office/drawing/2014/main" xmlns="" id="{055E9C48-5610-447E-81B9-11DBCCC590A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6446368" y="4398821"/>
            <a:ext cx="348768" cy="306446"/>
          </a:xfrm>
          <a:prstGeom prst="rect">
            <a:avLst/>
          </a:prstGeom>
        </p:spPr>
      </p:pic>
      <p:pic>
        <p:nvPicPr>
          <p:cNvPr id="31" name="图片 265">
            <a:extLst>
              <a:ext uri="{FF2B5EF4-FFF2-40B4-BE49-F238E27FC236}">
                <a16:creationId xmlns:a16="http://schemas.microsoft.com/office/drawing/2014/main" xmlns="" id="{7E8BE98B-8249-443F-9F7E-A5EF86624A2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7007579" y="4799515"/>
            <a:ext cx="348768" cy="306446"/>
          </a:xfrm>
          <a:prstGeom prst="rect">
            <a:avLst/>
          </a:prstGeom>
        </p:spPr>
      </p:pic>
      <p:cxnSp>
        <p:nvCxnSpPr>
          <p:cNvPr id="32" name="Straight Connector 9">
            <a:extLst>
              <a:ext uri="{FF2B5EF4-FFF2-40B4-BE49-F238E27FC236}">
                <a16:creationId xmlns:a16="http://schemas.microsoft.com/office/drawing/2014/main" xmlns="" id="{24F972C1-3311-4862-9B20-D359C824F442}"/>
              </a:ext>
            </a:extLst>
          </p:cNvPr>
          <p:cNvCxnSpPr>
            <a:stCxn id="30" idx="3"/>
            <a:endCxn id="31" idx="0"/>
          </p:cNvCxnSpPr>
          <p:nvPr/>
        </p:nvCxnSpPr>
        <p:spPr bwMode="gray">
          <a:xfrm>
            <a:off x="6795136" y="4552044"/>
            <a:ext cx="386827" cy="247471"/>
          </a:xfrm>
          <a:prstGeom prst="line">
            <a:avLst/>
          </a:prstGeom>
          <a:noFill/>
          <a:ln w="19050" cap="flat" cmpd="sng" algn="ctr">
            <a:solidFill>
              <a:sysClr val="windowText" lastClr="000000"/>
            </a:solidFill>
            <a:prstDash val="solid"/>
            <a:miter lim="800000"/>
          </a:ln>
          <a:effectLst/>
        </p:spPr>
      </p:cxnSp>
      <p:cxnSp>
        <p:nvCxnSpPr>
          <p:cNvPr id="33" name="Straight Connector 15">
            <a:extLst>
              <a:ext uri="{FF2B5EF4-FFF2-40B4-BE49-F238E27FC236}">
                <a16:creationId xmlns:a16="http://schemas.microsoft.com/office/drawing/2014/main" xmlns="" id="{501978D8-47CC-4464-BD8C-5E3ABE10CEA5}"/>
              </a:ext>
            </a:extLst>
          </p:cNvPr>
          <p:cNvCxnSpPr>
            <a:stCxn id="30" idx="3"/>
            <a:endCxn id="27" idx="2"/>
          </p:cNvCxnSpPr>
          <p:nvPr/>
        </p:nvCxnSpPr>
        <p:spPr bwMode="gray">
          <a:xfrm flipV="1">
            <a:off x="6795136" y="4098598"/>
            <a:ext cx="1239715" cy="453446"/>
          </a:xfrm>
          <a:prstGeom prst="line">
            <a:avLst/>
          </a:prstGeom>
          <a:noFill/>
          <a:ln w="19050" cap="flat" cmpd="sng" algn="ctr">
            <a:solidFill>
              <a:sysClr val="windowText" lastClr="000000"/>
            </a:solidFill>
            <a:prstDash val="solid"/>
            <a:miter lim="800000"/>
          </a:ln>
          <a:effectLst/>
        </p:spPr>
      </p:cxnSp>
      <p:pic>
        <p:nvPicPr>
          <p:cNvPr id="34" name="图片 265">
            <a:extLst>
              <a:ext uri="{FF2B5EF4-FFF2-40B4-BE49-F238E27FC236}">
                <a16:creationId xmlns:a16="http://schemas.microsoft.com/office/drawing/2014/main" xmlns="" id="{FF0AA628-B6F6-45ED-9F83-023DCEA2EAC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9805046" y="4799515"/>
            <a:ext cx="348768" cy="306446"/>
          </a:xfrm>
          <a:prstGeom prst="rect">
            <a:avLst/>
          </a:prstGeom>
        </p:spPr>
      </p:pic>
      <p:cxnSp>
        <p:nvCxnSpPr>
          <p:cNvPr id="35" name="Straight Connector 67">
            <a:extLst>
              <a:ext uri="{FF2B5EF4-FFF2-40B4-BE49-F238E27FC236}">
                <a16:creationId xmlns:a16="http://schemas.microsoft.com/office/drawing/2014/main" xmlns="" id="{F2207002-1D85-41BB-BD48-902551C897B9}"/>
              </a:ext>
            </a:extLst>
          </p:cNvPr>
          <p:cNvCxnSpPr>
            <a:endCxn id="28" idx="2"/>
          </p:cNvCxnSpPr>
          <p:nvPr/>
        </p:nvCxnSpPr>
        <p:spPr bwMode="gray">
          <a:xfrm flipH="1" flipV="1">
            <a:off x="9117767" y="4098598"/>
            <a:ext cx="1257300" cy="453446"/>
          </a:xfrm>
          <a:prstGeom prst="line">
            <a:avLst/>
          </a:prstGeom>
          <a:noFill/>
          <a:ln w="19050" cap="flat" cmpd="sng" algn="ctr">
            <a:solidFill>
              <a:sysClr val="windowText" lastClr="000000"/>
            </a:solidFill>
            <a:prstDash val="solid"/>
            <a:miter lim="800000"/>
          </a:ln>
          <a:effectLst/>
        </p:spPr>
      </p:cxnSp>
      <p:cxnSp>
        <p:nvCxnSpPr>
          <p:cNvPr id="36" name="Straight Connector 70">
            <a:extLst>
              <a:ext uri="{FF2B5EF4-FFF2-40B4-BE49-F238E27FC236}">
                <a16:creationId xmlns:a16="http://schemas.microsoft.com/office/drawing/2014/main" xmlns="" id="{7B7062EB-2587-4944-B8EA-B8A6859A1BB2}"/>
              </a:ext>
            </a:extLst>
          </p:cNvPr>
          <p:cNvCxnSpPr>
            <a:endCxn id="34" idx="0"/>
          </p:cNvCxnSpPr>
          <p:nvPr/>
        </p:nvCxnSpPr>
        <p:spPr bwMode="gray">
          <a:xfrm flipH="1">
            <a:off x="9979430" y="4552044"/>
            <a:ext cx="395637" cy="247471"/>
          </a:xfrm>
          <a:prstGeom prst="line">
            <a:avLst/>
          </a:prstGeom>
          <a:noFill/>
          <a:ln w="19050" cap="flat" cmpd="sng" algn="ctr">
            <a:solidFill>
              <a:sysClr val="windowText" lastClr="000000"/>
            </a:solidFill>
            <a:prstDash val="solid"/>
            <a:miter lim="800000"/>
          </a:ln>
          <a:effectLst/>
        </p:spPr>
      </p:cxnSp>
      <p:pic>
        <p:nvPicPr>
          <p:cNvPr id="37" name="图片 265">
            <a:extLst>
              <a:ext uri="{FF2B5EF4-FFF2-40B4-BE49-F238E27FC236}">
                <a16:creationId xmlns:a16="http://schemas.microsoft.com/office/drawing/2014/main" xmlns="" id="{A87B5FFC-E2DF-4843-89C6-0D64C7C6465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10375067" y="4398821"/>
            <a:ext cx="348768" cy="306446"/>
          </a:xfrm>
          <a:prstGeom prst="rect">
            <a:avLst/>
          </a:prstGeom>
        </p:spPr>
      </p:pic>
      <p:cxnSp>
        <p:nvCxnSpPr>
          <p:cNvPr id="38" name="Straight Connector 18">
            <a:extLst>
              <a:ext uri="{FF2B5EF4-FFF2-40B4-BE49-F238E27FC236}">
                <a16:creationId xmlns:a16="http://schemas.microsoft.com/office/drawing/2014/main" xmlns="" id="{2435176F-B5A1-4AEF-8AC1-8B93CE9E3367}"/>
              </a:ext>
            </a:extLst>
          </p:cNvPr>
          <p:cNvCxnSpPr>
            <a:stCxn id="31" idx="3"/>
            <a:endCxn id="34" idx="1"/>
          </p:cNvCxnSpPr>
          <p:nvPr/>
        </p:nvCxnSpPr>
        <p:spPr bwMode="gray">
          <a:xfrm>
            <a:off x="7356347" y="4952738"/>
            <a:ext cx="2448699" cy="0"/>
          </a:xfrm>
          <a:prstGeom prst="line">
            <a:avLst/>
          </a:prstGeom>
          <a:noFill/>
          <a:ln w="19050" cap="flat" cmpd="sng" algn="ctr">
            <a:solidFill>
              <a:sysClr val="windowText" lastClr="000000"/>
            </a:solidFill>
            <a:prstDash val="solid"/>
            <a:miter lim="800000"/>
          </a:ln>
          <a:effectLst/>
        </p:spPr>
      </p:cxnSp>
      <p:cxnSp>
        <p:nvCxnSpPr>
          <p:cNvPr id="39" name="Straight Connector 15">
            <a:extLst>
              <a:ext uri="{FF2B5EF4-FFF2-40B4-BE49-F238E27FC236}">
                <a16:creationId xmlns:a16="http://schemas.microsoft.com/office/drawing/2014/main" xmlns="" id="{EAD229EA-8034-45BA-BB53-3774DAB71367}"/>
              </a:ext>
            </a:extLst>
          </p:cNvPr>
          <p:cNvCxnSpPr>
            <a:stCxn id="34" idx="0"/>
            <a:endCxn id="27" idx="2"/>
          </p:cNvCxnSpPr>
          <p:nvPr/>
        </p:nvCxnSpPr>
        <p:spPr bwMode="gray">
          <a:xfrm flipH="1" flipV="1">
            <a:off x="8034851" y="4098598"/>
            <a:ext cx="1944579" cy="700917"/>
          </a:xfrm>
          <a:prstGeom prst="line">
            <a:avLst/>
          </a:prstGeom>
          <a:noFill/>
          <a:ln w="19050" cap="flat" cmpd="sng" algn="ctr">
            <a:solidFill>
              <a:sysClr val="windowText" lastClr="000000"/>
            </a:solidFill>
            <a:prstDash val="solid"/>
            <a:miter lim="800000"/>
          </a:ln>
          <a:effectLst/>
        </p:spPr>
      </p:cxnSp>
      <p:cxnSp>
        <p:nvCxnSpPr>
          <p:cNvPr id="40" name="Straight Connector 15">
            <a:extLst>
              <a:ext uri="{FF2B5EF4-FFF2-40B4-BE49-F238E27FC236}">
                <a16:creationId xmlns:a16="http://schemas.microsoft.com/office/drawing/2014/main" xmlns="" id="{C39EAC84-ACD5-4FDD-BF5B-C0CA70B0C91D}"/>
              </a:ext>
            </a:extLst>
          </p:cNvPr>
          <p:cNvCxnSpPr>
            <a:stCxn id="31" idx="0"/>
            <a:endCxn id="28" idx="2"/>
          </p:cNvCxnSpPr>
          <p:nvPr/>
        </p:nvCxnSpPr>
        <p:spPr bwMode="gray">
          <a:xfrm flipV="1">
            <a:off x="7181963" y="4098598"/>
            <a:ext cx="1935804" cy="700917"/>
          </a:xfrm>
          <a:prstGeom prst="line">
            <a:avLst/>
          </a:prstGeom>
          <a:noFill/>
          <a:ln w="19050" cap="flat" cmpd="sng" algn="ctr">
            <a:solidFill>
              <a:sysClr val="windowText" lastClr="000000"/>
            </a:solidFill>
            <a:prstDash val="solid"/>
            <a:miter lim="800000"/>
          </a:ln>
          <a:effectLst/>
        </p:spPr>
      </p:cxnSp>
      <p:cxnSp>
        <p:nvCxnSpPr>
          <p:cNvPr id="41" name="Straight Connector 15">
            <a:extLst>
              <a:ext uri="{FF2B5EF4-FFF2-40B4-BE49-F238E27FC236}">
                <a16:creationId xmlns:a16="http://schemas.microsoft.com/office/drawing/2014/main" xmlns="" id="{279C66A2-8605-484A-923A-3311E94BDB59}"/>
              </a:ext>
            </a:extLst>
          </p:cNvPr>
          <p:cNvCxnSpPr>
            <a:cxnSpLocks/>
            <a:stCxn id="30" idx="3"/>
            <a:endCxn id="34" idx="1"/>
          </p:cNvCxnSpPr>
          <p:nvPr/>
        </p:nvCxnSpPr>
        <p:spPr bwMode="gray">
          <a:xfrm>
            <a:off x="6795136" y="4552044"/>
            <a:ext cx="3009910" cy="400694"/>
          </a:xfrm>
          <a:prstGeom prst="line">
            <a:avLst/>
          </a:prstGeom>
          <a:noFill/>
          <a:ln w="19050" cap="flat" cmpd="sng" algn="ctr">
            <a:solidFill>
              <a:sysClr val="windowText" lastClr="000000"/>
            </a:solidFill>
            <a:prstDash val="solid"/>
            <a:miter lim="800000"/>
          </a:ln>
          <a:effectLst/>
        </p:spPr>
      </p:cxnSp>
      <p:cxnSp>
        <p:nvCxnSpPr>
          <p:cNvPr id="42" name="Straight Connector 15">
            <a:extLst>
              <a:ext uri="{FF2B5EF4-FFF2-40B4-BE49-F238E27FC236}">
                <a16:creationId xmlns:a16="http://schemas.microsoft.com/office/drawing/2014/main" xmlns="" id="{3799962B-1597-4272-AC62-A27F6F01D7BF}"/>
              </a:ext>
            </a:extLst>
          </p:cNvPr>
          <p:cNvCxnSpPr>
            <a:stCxn id="31" idx="3"/>
            <a:endCxn id="37" idx="1"/>
          </p:cNvCxnSpPr>
          <p:nvPr/>
        </p:nvCxnSpPr>
        <p:spPr bwMode="gray">
          <a:xfrm flipV="1">
            <a:off x="7356347" y="4552044"/>
            <a:ext cx="3018720" cy="400694"/>
          </a:xfrm>
          <a:prstGeom prst="line">
            <a:avLst/>
          </a:prstGeom>
          <a:noFill/>
          <a:ln w="19050" cap="flat" cmpd="sng" algn="ctr">
            <a:solidFill>
              <a:sysClr val="windowText" lastClr="000000"/>
            </a:solidFill>
            <a:prstDash val="solid"/>
            <a:miter lim="800000"/>
          </a:ln>
          <a:effectLst/>
        </p:spPr>
      </p:cxnSp>
      <p:cxnSp>
        <p:nvCxnSpPr>
          <p:cNvPr id="44" name="Straight Connector 180">
            <a:extLst>
              <a:ext uri="{FF2B5EF4-FFF2-40B4-BE49-F238E27FC236}">
                <a16:creationId xmlns:a16="http://schemas.microsoft.com/office/drawing/2014/main" xmlns="" id="{0C7C1F2F-5A77-4F6C-A571-1F0E18307085}"/>
              </a:ext>
            </a:extLst>
          </p:cNvPr>
          <p:cNvCxnSpPr>
            <a:cxnSpLocks/>
            <a:stCxn id="25" idx="2"/>
            <a:endCxn id="30" idx="0"/>
          </p:cNvCxnSpPr>
          <p:nvPr/>
        </p:nvCxnSpPr>
        <p:spPr bwMode="gray">
          <a:xfrm flipH="1">
            <a:off x="6620752" y="3391280"/>
            <a:ext cx="1949339" cy="1007541"/>
          </a:xfrm>
          <a:prstGeom prst="line">
            <a:avLst/>
          </a:prstGeom>
          <a:noFill/>
          <a:ln w="19050" cap="flat" cmpd="sng" algn="ctr">
            <a:solidFill>
              <a:srgbClr val="FFC000"/>
            </a:solidFill>
            <a:prstDash val="sysDash"/>
            <a:miter lim="800000"/>
          </a:ln>
          <a:effectLst/>
        </p:spPr>
      </p:cxnSp>
      <p:cxnSp>
        <p:nvCxnSpPr>
          <p:cNvPr id="45" name="Straight Connector 180">
            <a:extLst>
              <a:ext uri="{FF2B5EF4-FFF2-40B4-BE49-F238E27FC236}">
                <a16:creationId xmlns:a16="http://schemas.microsoft.com/office/drawing/2014/main" xmlns="" id="{7CC47FBB-008E-473C-8976-06FF7B4EE0FB}"/>
              </a:ext>
            </a:extLst>
          </p:cNvPr>
          <p:cNvCxnSpPr>
            <a:cxnSpLocks/>
            <a:stCxn id="25" idx="2"/>
            <a:endCxn id="27" idx="0"/>
          </p:cNvCxnSpPr>
          <p:nvPr/>
        </p:nvCxnSpPr>
        <p:spPr bwMode="gray">
          <a:xfrm flipH="1">
            <a:off x="8034851" y="3391280"/>
            <a:ext cx="535240" cy="400872"/>
          </a:xfrm>
          <a:prstGeom prst="line">
            <a:avLst/>
          </a:prstGeom>
          <a:noFill/>
          <a:ln w="19050" cap="flat" cmpd="sng" algn="ctr">
            <a:solidFill>
              <a:srgbClr val="FFC000"/>
            </a:solidFill>
            <a:prstDash val="sysDash"/>
            <a:miter lim="800000"/>
          </a:ln>
          <a:effectLst/>
        </p:spPr>
      </p:cxnSp>
      <p:cxnSp>
        <p:nvCxnSpPr>
          <p:cNvPr id="46" name="Straight Connector 180">
            <a:extLst>
              <a:ext uri="{FF2B5EF4-FFF2-40B4-BE49-F238E27FC236}">
                <a16:creationId xmlns:a16="http://schemas.microsoft.com/office/drawing/2014/main" xmlns="" id="{88111835-5A32-4D1F-800D-87D7909A6BD3}"/>
              </a:ext>
            </a:extLst>
          </p:cNvPr>
          <p:cNvCxnSpPr>
            <a:cxnSpLocks/>
            <a:stCxn id="25" idx="2"/>
            <a:endCxn id="28" idx="0"/>
          </p:cNvCxnSpPr>
          <p:nvPr/>
        </p:nvCxnSpPr>
        <p:spPr bwMode="gray">
          <a:xfrm>
            <a:off x="8570091" y="3391280"/>
            <a:ext cx="547676" cy="400872"/>
          </a:xfrm>
          <a:prstGeom prst="line">
            <a:avLst/>
          </a:prstGeom>
          <a:noFill/>
          <a:ln w="19050" cap="flat" cmpd="sng" algn="ctr">
            <a:solidFill>
              <a:srgbClr val="FFC000"/>
            </a:solidFill>
            <a:prstDash val="sysDash"/>
            <a:miter lim="800000"/>
          </a:ln>
          <a:effectLst/>
        </p:spPr>
      </p:cxnSp>
      <p:cxnSp>
        <p:nvCxnSpPr>
          <p:cNvPr id="47" name="Straight Connector 180">
            <a:extLst>
              <a:ext uri="{FF2B5EF4-FFF2-40B4-BE49-F238E27FC236}">
                <a16:creationId xmlns:a16="http://schemas.microsoft.com/office/drawing/2014/main" xmlns="" id="{6021BB28-6E57-4B1F-86F9-B5F76D4D68A6}"/>
              </a:ext>
            </a:extLst>
          </p:cNvPr>
          <p:cNvCxnSpPr>
            <a:cxnSpLocks/>
            <a:stCxn id="25" idx="2"/>
            <a:endCxn id="37" idx="0"/>
          </p:cNvCxnSpPr>
          <p:nvPr/>
        </p:nvCxnSpPr>
        <p:spPr bwMode="gray">
          <a:xfrm>
            <a:off x="8570091" y="3391280"/>
            <a:ext cx="1979360" cy="1007541"/>
          </a:xfrm>
          <a:prstGeom prst="line">
            <a:avLst/>
          </a:prstGeom>
          <a:noFill/>
          <a:ln w="19050" cap="flat" cmpd="sng" algn="ctr">
            <a:solidFill>
              <a:srgbClr val="FFC000"/>
            </a:solidFill>
            <a:prstDash val="sysDash"/>
            <a:miter lim="800000"/>
          </a:ln>
          <a:effectLst/>
        </p:spPr>
      </p:cxnSp>
      <p:cxnSp>
        <p:nvCxnSpPr>
          <p:cNvPr id="48" name="Straight Connector 180">
            <a:extLst>
              <a:ext uri="{FF2B5EF4-FFF2-40B4-BE49-F238E27FC236}">
                <a16:creationId xmlns:a16="http://schemas.microsoft.com/office/drawing/2014/main" xmlns="" id="{0716FEE3-52BD-4949-AC0D-02344052CFDD}"/>
              </a:ext>
            </a:extLst>
          </p:cNvPr>
          <p:cNvCxnSpPr>
            <a:cxnSpLocks/>
            <a:stCxn id="25" idx="2"/>
            <a:endCxn id="34" idx="0"/>
          </p:cNvCxnSpPr>
          <p:nvPr/>
        </p:nvCxnSpPr>
        <p:spPr bwMode="gray">
          <a:xfrm>
            <a:off x="8570091" y="3391280"/>
            <a:ext cx="1409339" cy="1408235"/>
          </a:xfrm>
          <a:prstGeom prst="line">
            <a:avLst/>
          </a:prstGeom>
          <a:noFill/>
          <a:ln w="19050" cap="flat" cmpd="sng" algn="ctr">
            <a:solidFill>
              <a:srgbClr val="FFC000"/>
            </a:solidFill>
            <a:prstDash val="sysDash"/>
            <a:miter lim="800000"/>
          </a:ln>
          <a:effectLst/>
        </p:spPr>
      </p:cxnSp>
      <p:cxnSp>
        <p:nvCxnSpPr>
          <p:cNvPr id="49" name="Straight Connector 180">
            <a:extLst>
              <a:ext uri="{FF2B5EF4-FFF2-40B4-BE49-F238E27FC236}">
                <a16:creationId xmlns:a16="http://schemas.microsoft.com/office/drawing/2014/main" xmlns="" id="{937BC2B0-3337-4269-AC38-FB7C61B5BD55}"/>
              </a:ext>
            </a:extLst>
          </p:cNvPr>
          <p:cNvCxnSpPr>
            <a:cxnSpLocks/>
            <a:stCxn id="25" idx="2"/>
            <a:endCxn id="31" idx="0"/>
          </p:cNvCxnSpPr>
          <p:nvPr/>
        </p:nvCxnSpPr>
        <p:spPr bwMode="gray">
          <a:xfrm flipH="1">
            <a:off x="7181963" y="3391280"/>
            <a:ext cx="1388128" cy="1408235"/>
          </a:xfrm>
          <a:prstGeom prst="line">
            <a:avLst/>
          </a:prstGeom>
          <a:noFill/>
          <a:ln w="19050" cap="flat" cmpd="sng" algn="ctr">
            <a:solidFill>
              <a:srgbClr val="FFC000"/>
            </a:solidFill>
            <a:prstDash val="sysDash"/>
            <a:miter lim="800000"/>
          </a:ln>
          <a:effectLst/>
        </p:spPr>
      </p:cxnSp>
      <p:sp>
        <p:nvSpPr>
          <p:cNvPr id="50" name="文本框 49">
            <a:extLst>
              <a:ext uri="{FF2B5EF4-FFF2-40B4-BE49-F238E27FC236}">
                <a16:creationId xmlns:a16="http://schemas.microsoft.com/office/drawing/2014/main" xmlns="" id="{C7C14545-F192-4F5A-9466-25EA9448E8F3}"/>
              </a:ext>
            </a:extLst>
          </p:cNvPr>
          <p:cNvSpPr txBox="1"/>
          <p:nvPr/>
        </p:nvSpPr>
        <p:spPr bwMode="gray">
          <a:xfrm>
            <a:off x="7886261" y="2149955"/>
            <a:ext cx="1388871" cy="323165"/>
          </a:xfrm>
          <a:prstGeom prst="rect">
            <a:avLst/>
          </a:prstGeom>
          <a:noFill/>
        </p:spPr>
        <p:txBody>
          <a:bodyPr wrap="square" rtlCol="0">
            <a:spAutoFit/>
          </a:bodyPr>
          <a:lstStyle/>
          <a:p>
            <a:r>
              <a:rPr lang="en-US" altLang="zh-CN" sz="1500">
                <a:latin typeface="Huawei Sans" panose="020C0503030203020204" pitchFamily="34" charset="0"/>
                <a:ea typeface="方正兰亭黑简体" panose="02000000000000000000" pitchFamily="2" charset="-122"/>
                <a:sym typeface="Huawei Sans" panose="020C0503030203020204" pitchFamily="34" charset="0"/>
              </a:rPr>
              <a:t>RESTful API</a:t>
            </a:r>
            <a:endParaRPr lang="zh-CN" altLang="en-US" sz="150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53" name="图片 52">
            <a:extLst>
              <a:ext uri="{FF2B5EF4-FFF2-40B4-BE49-F238E27FC236}">
                <a16:creationId xmlns:a16="http://schemas.microsoft.com/office/drawing/2014/main" xmlns="" id="{60DE6801-1FE5-4DAB-8340-C025520F9DEF}"/>
              </a:ext>
            </a:extLst>
          </p:cNvPr>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2658116" y="4639657"/>
            <a:ext cx="540000" cy="442800"/>
          </a:xfrm>
          <a:prstGeom prst="rect">
            <a:avLst/>
          </a:prstGeom>
        </p:spPr>
      </p:pic>
      <p:sp>
        <p:nvSpPr>
          <p:cNvPr id="56" name="文本框 55">
            <a:extLst>
              <a:ext uri="{FF2B5EF4-FFF2-40B4-BE49-F238E27FC236}">
                <a16:creationId xmlns:a16="http://schemas.microsoft.com/office/drawing/2014/main" xmlns="" id="{3A3BE3BE-0050-4897-91B2-12E6F2911441}"/>
              </a:ext>
            </a:extLst>
          </p:cNvPr>
          <p:cNvSpPr txBox="1"/>
          <p:nvPr/>
        </p:nvSpPr>
        <p:spPr bwMode="gray">
          <a:xfrm>
            <a:off x="1474817" y="3169880"/>
            <a:ext cx="3626351" cy="553998"/>
          </a:xfrm>
          <a:prstGeom prst="rect">
            <a:avLst/>
          </a:prstGeom>
          <a:noFill/>
        </p:spPr>
        <p:txBody>
          <a:bodyPr wrap="square" rtlCol="0">
            <a:spAutoFit/>
          </a:bodyPr>
          <a:lstStyle/>
          <a:p>
            <a:r>
              <a:rPr lang="en-US" altLang="zh-CN" sz="1500">
                <a:latin typeface="Huawei Sans" panose="020C0503030203020204" pitchFamily="34" charset="0"/>
                <a:ea typeface="方正兰亭黑简体" panose="02000000000000000000" pitchFamily="2" charset="-122"/>
                <a:sym typeface="Huawei Sans" panose="020C0503030203020204" pitchFamily="34" charset="0"/>
              </a:rPr>
              <a:t>CLI/SSH</a:t>
            </a:r>
            <a:r>
              <a:rPr lang="zh-CN" altLang="en-US" sz="150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500">
                <a:latin typeface="Huawei Sans" panose="020C0503030203020204" pitchFamily="34" charset="0"/>
                <a:ea typeface="方正兰亭黑简体" panose="02000000000000000000" pitchFamily="2" charset="-122"/>
                <a:sym typeface="Huawei Sans" panose="020C0503030203020204" pitchFamily="34" charset="0"/>
              </a:rPr>
              <a:t>SNMP</a:t>
            </a:r>
            <a:r>
              <a:rPr lang="zh-CN" altLang="en-US" sz="150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500">
                <a:latin typeface="Huawei Sans" panose="020C0503030203020204" pitchFamily="34" charset="0"/>
                <a:ea typeface="方正兰亭黑简体" panose="02000000000000000000" pitchFamily="2" charset="-122"/>
                <a:sym typeface="Huawei Sans" panose="020C0503030203020204" pitchFamily="34" charset="0"/>
              </a:rPr>
              <a:t>NETCONF</a:t>
            </a:r>
            <a:r>
              <a:rPr lang="zh-CN" altLang="en-US" sz="150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500">
                <a:latin typeface="Huawei Sans" panose="020C0503030203020204" pitchFamily="34" charset="0"/>
                <a:ea typeface="方正兰亭黑简体" panose="02000000000000000000" pitchFamily="2" charset="-122"/>
                <a:sym typeface="Huawei Sans" panose="020C0503030203020204" pitchFamily="34" charset="0"/>
              </a:rPr>
              <a:t>RESTCONF</a:t>
            </a:r>
            <a:r>
              <a:rPr lang="zh-CN" altLang="en-US" sz="150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500">
                <a:latin typeface="Huawei Sans" panose="020C0503030203020204" pitchFamily="34" charset="0"/>
                <a:ea typeface="方正兰亭黑简体" panose="02000000000000000000" pitchFamily="2" charset="-122"/>
                <a:sym typeface="Huawei Sans" panose="020C0503030203020204" pitchFamily="34" charset="0"/>
              </a:rPr>
              <a:t>Telemetry</a:t>
            </a:r>
            <a:r>
              <a:rPr lang="zh-CN" altLang="en-US" sz="150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500">
                <a:latin typeface="Huawei Sans" panose="020C0503030203020204" pitchFamily="34" charset="0"/>
                <a:ea typeface="方正兰亭黑简体" panose="02000000000000000000" pitchFamily="2" charset="-122"/>
                <a:sym typeface="Huawei Sans" panose="020C0503030203020204" pitchFamily="34" charset="0"/>
              </a:rPr>
              <a:t>OPS</a:t>
            </a:r>
            <a:r>
              <a:rPr lang="zh-CN" altLang="en-US" sz="1500">
                <a:latin typeface="Huawei Sans" panose="020C0503030203020204" pitchFamily="34" charset="0"/>
                <a:ea typeface="方正兰亭黑简体" panose="02000000000000000000" pitchFamily="2" charset="-122"/>
                <a:sym typeface="Huawei Sans" panose="020C0503030203020204" pitchFamily="34" charset="0"/>
              </a:rPr>
              <a:t>等</a:t>
            </a:r>
            <a:r>
              <a:rPr lang="en-US" altLang="zh-CN" sz="1500">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5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7" name="文本框 56">
            <a:extLst>
              <a:ext uri="{FF2B5EF4-FFF2-40B4-BE49-F238E27FC236}">
                <a16:creationId xmlns:a16="http://schemas.microsoft.com/office/drawing/2014/main" xmlns="" id="{CE717B2A-478C-4389-BC11-6836B6EE6D41}"/>
              </a:ext>
            </a:extLst>
          </p:cNvPr>
          <p:cNvSpPr txBox="1"/>
          <p:nvPr/>
        </p:nvSpPr>
        <p:spPr bwMode="gray">
          <a:xfrm>
            <a:off x="1712141" y="5354429"/>
            <a:ext cx="2661126" cy="338554"/>
          </a:xfrm>
          <a:prstGeom prst="rect">
            <a:avLst/>
          </a:prstGeom>
          <a:noFill/>
        </p:spPr>
        <p:txBody>
          <a:bodyPr wrap="square" rtlCol="0">
            <a:spAutoFit/>
          </a:bodyPr>
          <a:lstStyle/>
          <a:p>
            <a:r>
              <a:rPr lang="zh-CN" altLang="en-US" sz="1600">
                <a:latin typeface="Huawei Sans" panose="020C0503030203020204" pitchFamily="34" charset="0"/>
                <a:ea typeface="方正兰亭黑简体" panose="02000000000000000000" pitchFamily="2" charset="-122"/>
                <a:sym typeface="Huawei Sans" panose="020C0503030203020204" pitchFamily="34" charset="0"/>
              </a:rPr>
              <a:t>基于设备的开放与可编程</a:t>
            </a:r>
          </a:p>
        </p:txBody>
      </p:sp>
      <p:sp>
        <p:nvSpPr>
          <p:cNvPr id="58" name="文本框 57">
            <a:extLst>
              <a:ext uri="{FF2B5EF4-FFF2-40B4-BE49-F238E27FC236}">
                <a16:creationId xmlns:a16="http://schemas.microsoft.com/office/drawing/2014/main" xmlns="" id="{36A78B03-D6A3-41C7-8AD1-D500B312F125}"/>
              </a:ext>
            </a:extLst>
          </p:cNvPr>
          <p:cNvSpPr txBox="1"/>
          <p:nvPr/>
        </p:nvSpPr>
        <p:spPr bwMode="gray">
          <a:xfrm>
            <a:off x="7239527" y="5388719"/>
            <a:ext cx="3309923" cy="338554"/>
          </a:xfrm>
          <a:prstGeom prst="rect">
            <a:avLst/>
          </a:prstGeom>
          <a:noFill/>
        </p:spPr>
        <p:txBody>
          <a:bodyPr wrap="square" rtlCol="0">
            <a:spAutoFit/>
          </a:bodyPr>
          <a:lstStyle/>
          <a:p>
            <a:r>
              <a:rPr lang="zh-CN" altLang="en-US" sz="1600">
                <a:latin typeface="Huawei Sans" panose="020C0503030203020204" pitchFamily="34" charset="0"/>
                <a:ea typeface="方正兰亭黑简体" panose="02000000000000000000" pitchFamily="2" charset="-122"/>
                <a:sym typeface="Huawei Sans" panose="020C0503030203020204" pitchFamily="34" charset="0"/>
              </a:rPr>
              <a:t>基于</a:t>
            </a:r>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SDN</a:t>
            </a:r>
            <a:r>
              <a:rPr lang="zh-CN" altLang="en-US" sz="1600">
                <a:latin typeface="Huawei Sans" panose="020C0503030203020204" pitchFamily="34" charset="0"/>
                <a:ea typeface="方正兰亭黑简体" panose="02000000000000000000" pitchFamily="2" charset="-122"/>
                <a:sym typeface="Huawei Sans" panose="020C0503030203020204" pitchFamily="34" charset="0"/>
              </a:rPr>
              <a:t>平台的开放与可编程</a:t>
            </a:r>
          </a:p>
        </p:txBody>
      </p:sp>
    </p:spTree>
    <p:extLst>
      <p:ext uri="{BB962C8B-B14F-4D97-AF65-F5344CB8AC3E}">
        <p14:creationId xmlns:p14="http://schemas.microsoft.com/office/powerpoint/2010/main" val="260967996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B6E132E9-AE43-41C8-A697-4946A6397330}"/>
              </a:ext>
            </a:extLst>
          </p:cNvPr>
          <p:cNvSpPr>
            <a:spLocks noGrp="1"/>
          </p:cNvSpPr>
          <p:nvPr>
            <p:ph type="title"/>
          </p:nvPr>
        </p:nvSpPr>
        <p:spPr bwMode="gray"/>
        <p:txBody>
          <a:bodyPr/>
          <a:lstStyle/>
          <a:p>
            <a:r>
              <a:rPr lang="zh-CN" altLang="en-US" dirty="0" smtClean="0">
                <a:sym typeface="Huawei Sans" panose="020C0503030203020204" pitchFamily="34" charset="0"/>
              </a:rPr>
              <a:t>华为</a:t>
            </a:r>
            <a:r>
              <a:rPr lang="en-US" altLang="zh-CN" dirty="0" smtClean="0">
                <a:sym typeface="Huawei Sans" panose="020C0503030203020204" pitchFamily="34" charset="0"/>
              </a:rPr>
              <a:t>iMaster NCE</a:t>
            </a:r>
            <a:r>
              <a:rPr lang="zh-CN" altLang="en-US" dirty="0" smtClean="0">
                <a:sym typeface="Huawei Sans" panose="020C0503030203020204" pitchFamily="34" charset="0"/>
              </a:rPr>
              <a:t>业务开放可编程</a:t>
            </a:r>
            <a:endParaRPr lang="zh-CN" altLang="en-US" dirty="0">
              <a:sym typeface="Huawei Sans" panose="020C0503030203020204" pitchFamily="34" charset="0"/>
            </a:endParaRPr>
          </a:p>
        </p:txBody>
      </p:sp>
      <p:sp>
        <p:nvSpPr>
          <p:cNvPr id="3" name="文本占位符 2">
            <a:extLst>
              <a:ext uri="{FF2B5EF4-FFF2-40B4-BE49-F238E27FC236}">
                <a16:creationId xmlns:a16="http://schemas.microsoft.com/office/drawing/2014/main" xmlns="" id="{F9484A0E-4CA8-4187-9E1D-F8849F4E06AC}"/>
              </a:ext>
            </a:extLst>
          </p:cNvPr>
          <p:cNvSpPr>
            <a:spLocks noGrp="1"/>
          </p:cNvSpPr>
          <p:nvPr>
            <p:ph type="body" sz="quarter" idx="10"/>
          </p:nvPr>
        </p:nvSpPr>
        <p:spPr bwMode="gray"/>
        <p:txBody>
          <a:bodyPr/>
          <a:lstStyle/>
          <a:p>
            <a:r>
              <a:rPr lang="en-US" altLang="zh-CN" sz="1600" dirty="0" smtClean="0">
                <a:sym typeface="Huawei Sans" panose="020C0503030203020204" pitchFamily="34" charset="0"/>
              </a:rPr>
              <a:t>iMaster NCE</a:t>
            </a:r>
            <a:r>
              <a:rPr lang="zh-CN" altLang="en-US" sz="1600" dirty="0" smtClean="0">
                <a:sym typeface="Huawei Sans" panose="020C0503030203020204" pitchFamily="34" charset="0"/>
              </a:rPr>
              <a:t>（简称</a:t>
            </a:r>
            <a:r>
              <a:rPr lang="en-US" altLang="zh-CN" sz="1600" dirty="0" smtClean="0">
                <a:sym typeface="Huawei Sans" panose="020C0503030203020204" pitchFamily="34" charset="0"/>
              </a:rPr>
              <a:t>NCE</a:t>
            </a:r>
            <a:r>
              <a:rPr lang="zh-CN" altLang="en-US" sz="1600" dirty="0" smtClean="0">
                <a:sym typeface="Huawei Sans" panose="020C0503030203020204" pitchFamily="34" charset="0"/>
              </a:rPr>
              <a:t>）是华为公司创新的网络云化引擎。在</a:t>
            </a:r>
            <a:r>
              <a:rPr lang="en-US" altLang="zh-CN" sz="1600" dirty="0" smtClean="0">
                <a:sym typeface="Huawei Sans" panose="020C0503030203020204" pitchFamily="34" charset="0"/>
              </a:rPr>
              <a:t>NCE</a:t>
            </a:r>
            <a:r>
              <a:rPr lang="zh-CN" altLang="en-US" sz="1600" dirty="0" smtClean="0">
                <a:sym typeface="Huawei Sans" panose="020C0503030203020204" pitchFamily="34" charset="0"/>
              </a:rPr>
              <a:t>的整体开放编程能力中，包括了自动化、分析和意图三大块，其目标是打造全生命周期的开放可编程架构，匹配客户开放可编程诉求。其中</a:t>
            </a:r>
            <a:r>
              <a:rPr lang="en-US" altLang="zh-CN" sz="1600" dirty="0" smtClean="0">
                <a:sym typeface="Huawei Sans" panose="020C0503030203020204" pitchFamily="34" charset="0"/>
              </a:rPr>
              <a:t>NCE</a:t>
            </a:r>
            <a:r>
              <a:rPr lang="zh-CN" altLang="en-US" sz="1600" dirty="0" smtClean="0">
                <a:sym typeface="Huawei Sans" panose="020C0503030203020204" pitchFamily="34" charset="0"/>
              </a:rPr>
              <a:t>业务开放可编程定位于助力客户实现业务自动化。</a:t>
            </a:r>
            <a:endParaRPr lang="en-US" altLang="zh-CN" sz="1600" dirty="0" smtClean="0">
              <a:sym typeface="Huawei Sans" panose="020C0503030203020204" pitchFamily="34" charset="0"/>
            </a:endParaRPr>
          </a:p>
          <a:p>
            <a:endParaRPr lang="en-US" altLang="zh-CN" sz="1600" dirty="0">
              <a:sym typeface="Huawei Sans" panose="020C0503030203020204" pitchFamily="34" charset="0"/>
            </a:endParaRPr>
          </a:p>
        </p:txBody>
      </p:sp>
      <p:sp>
        <p:nvSpPr>
          <p:cNvPr id="4" name="圆角矩形 3">
            <a:extLst>
              <a:ext uri="{FF2B5EF4-FFF2-40B4-BE49-F238E27FC236}">
                <a16:creationId xmlns:a16="http://schemas.microsoft.com/office/drawing/2014/main" xmlns="" id="{42CB77DE-1489-4022-88BD-802BEAD2FE21}"/>
              </a:ext>
            </a:extLst>
          </p:cNvPr>
          <p:cNvSpPr/>
          <p:nvPr/>
        </p:nvSpPr>
        <p:spPr bwMode="gray">
          <a:xfrm>
            <a:off x="3002520" y="2186883"/>
            <a:ext cx="5547745" cy="3821867"/>
          </a:xfrm>
          <a:prstGeom prst="roundRect">
            <a:avLst>
              <a:gd name="adj" fmla="val 6196"/>
            </a:avLst>
          </a:prstGeom>
          <a:noFill/>
          <a:ln w="19050" cap="flat" cmpd="sng" algn="ctr">
            <a:solidFill>
              <a:srgbClr val="30B5C5"/>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 name="圆角矩形 6">
            <a:extLst>
              <a:ext uri="{FF2B5EF4-FFF2-40B4-BE49-F238E27FC236}">
                <a16:creationId xmlns:a16="http://schemas.microsoft.com/office/drawing/2014/main" xmlns="" id="{21F7B0B1-03EA-4EA1-BC04-62063946CDAF}"/>
              </a:ext>
            </a:extLst>
          </p:cNvPr>
          <p:cNvSpPr/>
          <p:nvPr/>
        </p:nvSpPr>
        <p:spPr bwMode="gray">
          <a:xfrm>
            <a:off x="4967167" y="2277388"/>
            <a:ext cx="1984534" cy="1271501"/>
          </a:xfrm>
          <a:prstGeom prst="roundRect">
            <a:avLst>
              <a:gd name="adj" fmla="val 6546"/>
            </a:avLst>
          </a:prstGeom>
          <a:solidFill>
            <a:schemeClr val="accent3">
              <a:lumMod val="40000"/>
              <a:lumOff val="60000"/>
            </a:schemeClr>
          </a:solidFill>
          <a:ln w="19050" cap="flat" cmpd="sng" algn="ctr">
            <a:solidFill>
              <a:schemeClr val="accent3">
                <a:lumMod val="60000"/>
                <a:lumOff val="40000"/>
              </a:scheme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 name="文本框 5">
            <a:extLst>
              <a:ext uri="{FF2B5EF4-FFF2-40B4-BE49-F238E27FC236}">
                <a16:creationId xmlns:a16="http://schemas.microsoft.com/office/drawing/2014/main" xmlns="" id="{B73CF673-1D9B-42B0-B037-4D91F757C2A2}"/>
              </a:ext>
            </a:extLst>
          </p:cNvPr>
          <p:cNvSpPr txBox="1"/>
          <p:nvPr/>
        </p:nvSpPr>
        <p:spPr bwMode="gray">
          <a:xfrm>
            <a:off x="5573638" y="2251280"/>
            <a:ext cx="886781"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800" b="1" i="0" u="none" strike="noStrike" kern="0" cap="none" spc="0" normalizeH="0" baseline="0" noProof="0" dirty="0">
                <a:ln>
                  <a:noFill/>
                </a:ln>
                <a:effectLst/>
                <a:uLnTx/>
                <a:uFillTx/>
                <a:latin typeface="Huawei Sans" panose="020C0503030203020204" pitchFamily="34" charset="0"/>
                <a:ea typeface="方正兰亭黑简体" panose="02000000000000000000" pitchFamily="2" charset="-122"/>
                <a:sym typeface="Huawei Sans" panose="020C0503030203020204" pitchFamily="34" charset="0"/>
              </a:rPr>
              <a:t>Intent</a:t>
            </a:r>
            <a:endParaRPr kumimoji="0" lang="zh-CN" altLang="en-US" sz="1800" b="1" i="0" u="none" strike="noStrike" kern="0" cap="none" spc="0" normalizeH="0" baseline="0" noProof="0" dirty="0">
              <a:ln>
                <a:noFill/>
              </a:ln>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 name="圆角矩形 8">
            <a:extLst>
              <a:ext uri="{FF2B5EF4-FFF2-40B4-BE49-F238E27FC236}">
                <a16:creationId xmlns:a16="http://schemas.microsoft.com/office/drawing/2014/main" xmlns="" id="{CA9EEB39-617B-44EC-99B5-C706A76841E8}"/>
              </a:ext>
            </a:extLst>
          </p:cNvPr>
          <p:cNvSpPr/>
          <p:nvPr/>
        </p:nvSpPr>
        <p:spPr bwMode="gray">
          <a:xfrm>
            <a:off x="3321946" y="3833340"/>
            <a:ext cx="1855298" cy="1121447"/>
          </a:xfrm>
          <a:prstGeom prst="roundRect">
            <a:avLst>
              <a:gd name="adj" fmla="val 6546"/>
            </a:avLst>
          </a:prstGeom>
          <a:solidFill>
            <a:schemeClr val="accent2">
              <a:lumMod val="20000"/>
              <a:lumOff val="80000"/>
            </a:schemeClr>
          </a:solidFill>
          <a:ln w="19050" cap="flat" cmpd="sng" algn="ctr">
            <a:solidFill>
              <a:schemeClr val="accent2">
                <a:lumMod val="40000"/>
                <a:lumOff val="60000"/>
              </a:scheme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 name="文本框 7">
            <a:extLst>
              <a:ext uri="{FF2B5EF4-FFF2-40B4-BE49-F238E27FC236}">
                <a16:creationId xmlns:a16="http://schemas.microsoft.com/office/drawing/2014/main" xmlns="" id="{2B5674F3-C62C-4BFD-8D45-236CFD2AF2D8}"/>
              </a:ext>
            </a:extLst>
          </p:cNvPr>
          <p:cNvSpPr txBox="1"/>
          <p:nvPr/>
        </p:nvSpPr>
        <p:spPr bwMode="gray">
          <a:xfrm>
            <a:off x="3520464" y="3825646"/>
            <a:ext cx="1535998"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800" b="1" i="0" u="none" strike="noStrike" kern="0" cap="none" spc="0" normalizeH="0" baseline="0" noProof="0" dirty="0">
                <a:ln>
                  <a:noFill/>
                </a:ln>
                <a:effectLst/>
                <a:uLnTx/>
                <a:uFillTx/>
                <a:latin typeface="Huawei Sans" panose="020C0503030203020204" pitchFamily="34" charset="0"/>
                <a:ea typeface="方正兰亭黑简体" panose="02000000000000000000" pitchFamily="2" charset="-122"/>
                <a:sym typeface="Huawei Sans" panose="020C0503030203020204" pitchFamily="34" charset="0"/>
              </a:rPr>
              <a:t>Automation</a:t>
            </a:r>
            <a:endParaRPr kumimoji="0" lang="zh-CN" altLang="en-US" sz="1800" b="1" i="0" u="none" strike="noStrike" kern="0" cap="none" spc="0" normalizeH="0" baseline="0" noProof="0" dirty="0">
              <a:ln>
                <a:noFill/>
              </a:ln>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 name="圆角矩形 10">
            <a:extLst>
              <a:ext uri="{FF2B5EF4-FFF2-40B4-BE49-F238E27FC236}">
                <a16:creationId xmlns:a16="http://schemas.microsoft.com/office/drawing/2014/main" xmlns="" id="{0F0DEC99-E367-4BEC-B0E3-D29E049E4E13}"/>
              </a:ext>
            </a:extLst>
          </p:cNvPr>
          <p:cNvSpPr/>
          <p:nvPr/>
        </p:nvSpPr>
        <p:spPr bwMode="gray">
          <a:xfrm>
            <a:off x="6429112" y="3809584"/>
            <a:ext cx="1984534" cy="1121447"/>
          </a:xfrm>
          <a:prstGeom prst="roundRect">
            <a:avLst>
              <a:gd name="adj" fmla="val 6546"/>
            </a:avLst>
          </a:prstGeom>
          <a:solidFill>
            <a:schemeClr val="accent6">
              <a:lumMod val="20000"/>
              <a:lumOff val="80000"/>
            </a:schemeClr>
          </a:solidFill>
          <a:ln w="19050" cap="flat" cmpd="sng" algn="ctr">
            <a:solidFill>
              <a:schemeClr val="accent6">
                <a:lumMod val="75000"/>
              </a:scheme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 name="文本框 9">
            <a:extLst>
              <a:ext uri="{FF2B5EF4-FFF2-40B4-BE49-F238E27FC236}">
                <a16:creationId xmlns:a16="http://schemas.microsoft.com/office/drawing/2014/main" xmlns="" id="{23C3CA61-7B8B-4351-A854-D871D8F1A056}"/>
              </a:ext>
            </a:extLst>
          </p:cNvPr>
          <p:cNvSpPr txBox="1"/>
          <p:nvPr/>
        </p:nvSpPr>
        <p:spPr bwMode="gray">
          <a:xfrm>
            <a:off x="6833276" y="3790015"/>
            <a:ext cx="1192955"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800" b="1" i="0" u="none" strike="noStrike" kern="0" cap="none" spc="0" normalizeH="0" baseline="0" noProof="0" dirty="0">
                <a:ln>
                  <a:noFill/>
                </a:ln>
                <a:effectLst/>
                <a:uLnTx/>
                <a:uFillTx/>
                <a:latin typeface="Huawei Sans" panose="020C0503030203020204" pitchFamily="34" charset="0"/>
                <a:ea typeface="方正兰亭黑简体" panose="02000000000000000000" pitchFamily="2" charset="-122"/>
                <a:sym typeface="Huawei Sans" panose="020C0503030203020204" pitchFamily="34" charset="0"/>
              </a:rPr>
              <a:t>Analytics</a:t>
            </a:r>
            <a:endParaRPr kumimoji="0" lang="zh-CN" altLang="en-US" sz="1800" b="1" i="0" u="none" strike="noStrike" kern="0" cap="none" spc="0" normalizeH="0" baseline="0" noProof="0" dirty="0">
              <a:ln>
                <a:noFill/>
              </a:ln>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 name="文本框 10">
            <a:extLst>
              <a:ext uri="{FF2B5EF4-FFF2-40B4-BE49-F238E27FC236}">
                <a16:creationId xmlns:a16="http://schemas.microsoft.com/office/drawing/2014/main" xmlns="" id="{A0D423DC-FDF2-4AA1-92FA-D29622BBE68D}"/>
              </a:ext>
            </a:extLst>
          </p:cNvPr>
          <p:cNvSpPr txBox="1"/>
          <p:nvPr/>
        </p:nvSpPr>
        <p:spPr bwMode="gray">
          <a:xfrm>
            <a:off x="5515902" y="3199756"/>
            <a:ext cx="902811" cy="307777"/>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意图引擎</a:t>
            </a:r>
          </a:p>
        </p:txBody>
      </p:sp>
      <p:sp>
        <p:nvSpPr>
          <p:cNvPr id="12" name="文本框 11">
            <a:extLst>
              <a:ext uri="{FF2B5EF4-FFF2-40B4-BE49-F238E27FC236}">
                <a16:creationId xmlns:a16="http://schemas.microsoft.com/office/drawing/2014/main" xmlns="" id="{EE265BBD-4953-4D4E-8DD0-9FDF1363AF10}"/>
              </a:ext>
            </a:extLst>
          </p:cNvPr>
          <p:cNvSpPr txBox="1"/>
          <p:nvPr/>
        </p:nvSpPr>
        <p:spPr bwMode="gray">
          <a:xfrm>
            <a:off x="3720219" y="4606125"/>
            <a:ext cx="1082348" cy="307777"/>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自动化引擎</a:t>
            </a:r>
          </a:p>
        </p:txBody>
      </p:sp>
      <p:sp>
        <p:nvSpPr>
          <p:cNvPr id="13" name="文本框 12">
            <a:extLst>
              <a:ext uri="{FF2B5EF4-FFF2-40B4-BE49-F238E27FC236}">
                <a16:creationId xmlns:a16="http://schemas.microsoft.com/office/drawing/2014/main" xmlns="" id="{F7219C5C-178B-452F-A628-D4E36CC3C2B9}"/>
              </a:ext>
            </a:extLst>
          </p:cNvPr>
          <p:cNvSpPr txBox="1"/>
          <p:nvPr/>
        </p:nvSpPr>
        <p:spPr bwMode="gray">
          <a:xfrm>
            <a:off x="6998714" y="4608585"/>
            <a:ext cx="902811" cy="307777"/>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分析引擎</a:t>
            </a:r>
          </a:p>
        </p:txBody>
      </p:sp>
      <p:grpSp>
        <p:nvGrpSpPr>
          <p:cNvPr id="14" name="组合 13">
            <a:extLst>
              <a:ext uri="{FF2B5EF4-FFF2-40B4-BE49-F238E27FC236}">
                <a16:creationId xmlns:a16="http://schemas.microsoft.com/office/drawing/2014/main" xmlns="" id="{414EF8E0-B324-4020-98ED-6A68C59E57F1}"/>
              </a:ext>
            </a:extLst>
          </p:cNvPr>
          <p:cNvGrpSpPr/>
          <p:nvPr/>
        </p:nvGrpSpPr>
        <p:grpSpPr bwMode="gray">
          <a:xfrm>
            <a:off x="5020098" y="2610324"/>
            <a:ext cx="492443" cy="276999"/>
            <a:chOff x="5960910" y="3250231"/>
            <a:chExt cx="417246" cy="276044"/>
          </a:xfrm>
        </p:grpSpPr>
        <p:sp>
          <p:nvSpPr>
            <p:cNvPr id="15" name="矩形 14">
              <a:extLst>
                <a:ext uri="{FF2B5EF4-FFF2-40B4-BE49-F238E27FC236}">
                  <a16:creationId xmlns:a16="http://schemas.microsoft.com/office/drawing/2014/main" xmlns="" id="{FF78418E-9ADB-43DF-A1AF-1BE3B787253F}"/>
                </a:ext>
              </a:extLst>
            </p:cNvPr>
            <p:cNvSpPr/>
            <p:nvPr/>
          </p:nvSpPr>
          <p:spPr bwMode="gray">
            <a:xfrm>
              <a:off x="6014481" y="3267816"/>
              <a:ext cx="325469" cy="209348"/>
            </a:xfrm>
            <a:prstGeom prst="rect">
              <a:avLst/>
            </a:prstGeom>
            <a:solidFill>
              <a:sysClr val="window" lastClr="FFFFFF"/>
            </a:solidFill>
            <a:ln w="12700" cap="flat" cmpd="sng" algn="ctr">
              <a:solidFill>
                <a:srgbClr val="5B9BD5">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dirty="0">
                <a:ln>
                  <a:noFill/>
                </a:ln>
                <a:solidFill>
                  <a:srgbClr val="C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 name="文本框 15">
              <a:extLst>
                <a:ext uri="{FF2B5EF4-FFF2-40B4-BE49-F238E27FC236}">
                  <a16:creationId xmlns:a16="http://schemas.microsoft.com/office/drawing/2014/main" xmlns="" id="{9B73F5F2-E5B1-41F5-88F7-9FFD6A402F2B}"/>
                </a:ext>
              </a:extLst>
            </p:cNvPr>
            <p:cNvSpPr txBox="1"/>
            <p:nvPr/>
          </p:nvSpPr>
          <p:spPr bwMode="gray">
            <a:xfrm>
              <a:off x="5960910" y="3250231"/>
              <a:ext cx="417246" cy="276044"/>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设计</a:t>
              </a:r>
            </a:p>
          </p:txBody>
        </p:sp>
      </p:grpSp>
      <p:grpSp>
        <p:nvGrpSpPr>
          <p:cNvPr id="17" name="组合 16">
            <a:extLst>
              <a:ext uri="{FF2B5EF4-FFF2-40B4-BE49-F238E27FC236}">
                <a16:creationId xmlns:a16="http://schemas.microsoft.com/office/drawing/2014/main" xmlns="" id="{F9465F3A-DE6C-4EE6-B39F-89180EDBB6E0}"/>
              </a:ext>
            </a:extLst>
          </p:cNvPr>
          <p:cNvGrpSpPr/>
          <p:nvPr/>
        </p:nvGrpSpPr>
        <p:grpSpPr bwMode="gray">
          <a:xfrm>
            <a:off x="5962034" y="2610326"/>
            <a:ext cx="523807" cy="276999"/>
            <a:chOff x="6014481" y="3250231"/>
            <a:chExt cx="394262" cy="276999"/>
          </a:xfrm>
        </p:grpSpPr>
        <p:sp>
          <p:nvSpPr>
            <p:cNvPr id="18" name="矩形 17">
              <a:extLst>
                <a:ext uri="{FF2B5EF4-FFF2-40B4-BE49-F238E27FC236}">
                  <a16:creationId xmlns:a16="http://schemas.microsoft.com/office/drawing/2014/main" xmlns="" id="{3EBEB504-0C80-4CF1-AFFA-7993D04CDBD5}"/>
                </a:ext>
              </a:extLst>
            </p:cNvPr>
            <p:cNvSpPr/>
            <p:nvPr/>
          </p:nvSpPr>
          <p:spPr bwMode="gray">
            <a:xfrm>
              <a:off x="6014481" y="3267816"/>
              <a:ext cx="325469" cy="209348"/>
            </a:xfrm>
            <a:prstGeom prst="rect">
              <a:avLst/>
            </a:prstGeom>
            <a:solidFill>
              <a:sysClr val="window" lastClr="FFFFFF"/>
            </a:solidFill>
            <a:ln w="12700" cap="flat" cmpd="sng" algn="ctr">
              <a:solidFill>
                <a:srgbClr val="5B9BD5">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dirty="0">
                <a:ln>
                  <a:noFill/>
                </a:ln>
                <a:solidFill>
                  <a:srgbClr val="C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 name="文本框 18">
              <a:extLst>
                <a:ext uri="{FF2B5EF4-FFF2-40B4-BE49-F238E27FC236}">
                  <a16:creationId xmlns:a16="http://schemas.microsoft.com/office/drawing/2014/main" xmlns="" id="{054C5402-61DD-497F-B305-DC868FE38057}"/>
                </a:ext>
              </a:extLst>
            </p:cNvPr>
            <p:cNvSpPr txBox="1"/>
            <p:nvPr/>
          </p:nvSpPr>
          <p:spPr bwMode="gray">
            <a:xfrm>
              <a:off x="6014538" y="3250231"/>
              <a:ext cx="394205" cy="276999"/>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转换</a:t>
              </a:r>
            </a:p>
          </p:txBody>
        </p:sp>
      </p:grpSp>
      <p:sp>
        <p:nvSpPr>
          <p:cNvPr id="20" name="矩形 19">
            <a:extLst>
              <a:ext uri="{FF2B5EF4-FFF2-40B4-BE49-F238E27FC236}">
                <a16:creationId xmlns:a16="http://schemas.microsoft.com/office/drawing/2014/main" xmlns="" id="{59E91976-251F-412C-B09E-AF6A94C470F1}"/>
              </a:ext>
            </a:extLst>
          </p:cNvPr>
          <p:cNvSpPr/>
          <p:nvPr/>
        </p:nvSpPr>
        <p:spPr bwMode="gray">
          <a:xfrm>
            <a:off x="5738341" y="2907157"/>
            <a:ext cx="545632" cy="242235"/>
          </a:xfrm>
          <a:prstGeom prst="rect">
            <a:avLst/>
          </a:prstGeom>
          <a:solidFill>
            <a:sysClr val="window" lastClr="FFFFFF"/>
          </a:solidFill>
          <a:ln w="12700" cap="flat" cmpd="sng" algn="ctr">
            <a:solidFill>
              <a:srgbClr val="5B9BD5">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050" b="0" i="0" u="none" strike="noStrike" kern="0" cap="none" spc="0" normalizeH="0" baseline="0" noProof="0" dirty="0">
              <a:ln>
                <a:noFill/>
              </a:ln>
              <a:solidFill>
                <a:srgbClr val="C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 name="文本框 20">
            <a:extLst>
              <a:ext uri="{FF2B5EF4-FFF2-40B4-BE49-F238E27FC236}">
                <a16:creationId xmlns:a16="http://schemas.microsoft.com/office/drawing/2014/main" xmlns="" id="{C24BC017-671A-4607-840C-65AE2112EB1F}"/>
              </a:ext>
            </a:extLst>
          </p:cNvPr>
          <p:cNvSpPr txBox="1"/>
          <p:nvPr/>
        </p:nvSpPr>
        <p:spPr bwMode="gray">
          <a:xfrm>
            <a:off x="5800913" y="2882679"/>
            <a:ext cx="492443" cy="276999"/>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验证</a:t>
            </a:r>
          </a:p>
        </p:txBody>
      </p:sp>
      <p:cxnSp>
        <p:nvCxnSpPr>
          <p:cNvPr id="22" name="直接箭头连接符 21">
            <a:extLst>
              <a:ext uri="{FF2B5EF4-FFF2-40B4-BE49-F238E27FC236}">
                <a16:creationId xmlns:a16="http://schemas.microsoft.com/office/drawing/2014/main" xmlns="" id="{879481DB-4438-42F4-8383-BD2DE96522F3}"/>
              </a:ext>
            </a:extLst>
          </p:cNvPr>
          <p:cNvCxnSpPr>
            <a:stCxn id="16" idx="3"/>
            <a:endCxn id="19" idx="1"/>
          </p:cNvCxnSpPr>
          <p:nvPr/>
        </p:nvCxnSpPr>
        <p:spPr bwMode="gray">
          <a:xfrm>
            <a:off x="5512541" y="2748824"/>
            <a:ext cx="449573" cy="2"/>
          </a:xfrm>
          <a:prstGeom prst="straightConnector1">
            <a:avLst/>
          </a:prstGeom>
          <a:noFill/>
          <a:ln w="19050" cap="flat" cmpd="sng" algn="ctr">
            <a:solidFill>
              <a:sysClr val="window" lastClr="FFFFFF">
                <a:lumMod val="50000"/>
              </a:sysClr>
            </a:solidFill>
            <a:prstDash val="solid"/>
            <a:miter lim="800000"/>
            <a:tailEnd type="triangle"/>
          </a:ln>
          <a:effectLst/>
        </p:spPr>
      </p:cxnSp>
      <p:cxnSp>
        <p:nvCxnSpPr>
          <p:cNvPr id="23" name="肘形连接符 25">
            <a:extLst>
              <a:ext uri="{FF2B5EF4-FFF2-40B4-BE49-F238E27FC236}">
                <a16:creationId xmlns:a16="http://schemas.microsoft.com/office/drawing/2014/main" xmlns="" id="{E0164972-2BCB-4A29-99F7-09CE920345EE}"/>
              </a:ext>
            </a:extLst>
          </p:cNvPr>
          <p:cNvCxnSpPr/>
          <p:nvPr/>
        </p:nvCxnSpPr>
        <p:spPr bwMode="gray">
          <a:xfrm flipH="1">
            <a:off x="6343347" y="2748826"/>
            <a:ext cx="189890" cy="326639"/>
          </a:xfrm>
          <a:prstGeom prst="bentConnector3">
            <a:avLst>
              <a:gd name="adj1" fmla="val -120385"/>
            </a:avLst>
          </a:prstGeom>
          <a:noFill/>
          <a:ln w="19050" cap="flat" cmpd="sng" algn="ctr">
            <a:solidFill>
              <a:sysClr val="window" lastClr="FFFFFF">
                <a:lumMod val="50000"/>
              </a:sysClr>
            </a:solidFill>
            <a:prstDash val="solid"/>
            <a:miter lim="800000"/>
            <a:tailEnd type="triangle"/>
          </a:ln>
          <a:effectLst/>
        </p:spPr>
      </p:cxnSp>
      <p:cxnSp>
        <p:nvCxnSpPr>
          <p:cNvPr id="24" name="肘形连接符 26">
            <a:extLst>
              <a:ext uri="{FF2B5EF4-FFF2-40B4-BE49-F238E27FC236}">
                <a16:creationId xmlns:a16="http://schemas.microsoft.com/office/drawing/2014/main" xmlns="" id="{2DB962B4-5AAD-4B7E-83B8-193F70B6D555}"/>
              </a:ext>
            </a:extLst>
          </p:cNvPr>
          <p:cNvCxnSpPr/>
          <p:nvPr/>
        </p:nvCxnSpPr>
        <p:spPr bwMode="gray">
          <a:xfrm rot="10800000">
            <a:off x="5218821" y="2887323"/>
            <a:ext cx="439593" cy="188142"/>
          </a:xfrm>
          <a:prstGeom prst="bentConnector2">
            <a:avLst/>
          </a:prstGeom>
          <a:noFill/>
          <a:ln w="19050" cap="flat" cmpd="sng" algn="ctr">
            <a:solidFill>
              <a:sysClr val="window" lastClr="FFFFFF">
                <a:lumMod val="50000"/>
              </a:sysClr>
            </a:solidFill>
            <a:prstDash val="solid"/>
            <a:miter lim="800000"/>
            <a:tailEnd type="triangle"/>
          </a:ln>
          <a:effectLst/>
        </p:spPr>
      </p:cxnSp>
      <p:sp>
        <p:nvSpPr>
          <p:cNvPr id="28" name="矩形 27">
            <a:extLst>
              <a:ext uri="{FF2B5EF4-FFF2-40B4-BE49-F238E27FC236}">
                <a16:creationId xmlns:a16="http://schemas.microsoft.com/office/drawing/2014/main" xmlns="" id="{342DB3E7-CB04-4A7F-81B0-8053BB7F40A2}"/>
              </a:ext>
            </a:extLst>
          </p:cNvPr>
          <p:cNvSpPr/>
          <p:nvPr/>
        </p:nvSpPr>
        <p:spPr bwMode="gray">
          <a:xfrm>
            <a:off x="7222235" y="4254920"/>
            <a:ext cx="411987" cy="289561"/>
          </a:xfrm>
          <a:prstGeom prst="rect">
            <a:avLst/>
          </a:prstGeom>
          <a:solidFill>
            <a:sysClr val="window" lastClr="FFFFFF"/>
          </a:solidFill>
          <a:ln w="12700" cap="flat" cmpd="sng" algn="ctr">
            <a:solidFill>
              <a:srgbClr val="5B9BD5">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dirty="0">
              <a:ln>
                <a:noFill/>
              </a:ln>
              <a:solidFill>
                <a:srgbClr val="C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 name="文本框 28">
            <a:extLst>
              <a:ext uri="{FF2B5EF4-FFF2-40B4-BE49-F238E27FC236}">
                <a16:creationId xmlns:a16="http://schemas.microsoft.com/office/drawing/2014/main" xmlns="" id="{F7EF5161-5A3C-403B-A599-48D52E7AF425}"/>
              </a:ext>
            </a:extLst>
          </p:cNvPr>
          <p:cNvSpPr txBox="1"/>
          <p:nvPr/>
        </p:nvSpPr>
        <p:spPr bwMode="gray">
          <a:xfrm>
            <a:off x="7178732" y="4242550"/>
            <a:ext cx="492443" cy="276999"/>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分析</a:t>
            </a:r>
          </a:p>
        </p:txBody>
      </p:sp>
      <p:grpSp>
        <p:nvGrpSpPr>
          <p:cNvPr id="30" name="组合 29">
            <a:extLst>
              <a:ext uri="{FF2B5EF4-FFF2-40B4-BE49-F238E27FC236}">
                <a16:creationId xmlns:a16="http://schemas.microsoft.com/office/drawing/2014/main" xmlns="" id="{842FE03C-5E0D-45CB-8FD4-DAF952A12292}"/>
              </a:ext>
            </a:extLst>
          </p:cNvPr>
          <p:cNvGrpSpPr/>
          <p:nvPr/>
        </p:nvGrpSpPr>
        <p:grpSpPr bwMode="gray">
          <a:xfrm>
            <a:off x="7825275" y="4258459"/>
            <a:ext cx="502930" cy="280993"/>
            <a:chOff x="5993618" y="3262104"/>
            <a:chExt cx="346332" cy="216411"/>
          </a:xfrm>
        </p:grpSpPr>
        <p:sp>
          <p:nvSpPr>
            <p:cNvPr id="31" name="矩形 30">
              <a:extLst>
                <a:ext uri="{FF2B5EF4-FFF2-40B4-BE49-F238E27FC236}">
                  <a16:creationId xmlns:a16="http://schemas.microsoft.com/office/drawing/2014/main" xmlns="" id="{E7C6D1A4-4DDA-4DC6-9651-6536EC854004}"/>
                </a:ext>
              </a:extLst>
            </p:cNvPr>
            <p:cNvSpPr/>
            <p:nvPr/>
          </p:nvSpPr>
          <p:spPr bwMode="gray">
            <a:xfrm>
              <a:off x="6014481" y="3267816"/>
              <a:ext cx="325469" cy="209348"/>
            </a:xfrm>
            <a:prstGeom prst="rect">
              <a:avLst/>
            </a:prstGeom>
            <a:solidFill>
              <a:sysClr val="window" lastClr="FFFFFF"/>
            </a:solidFill>
            <a:ln w="12700" cap="flat" cmpd="sng" algn="ctr">
              <a:solidFill>
                <a:srgbClr val="5B9BD5">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dirty="0">
                <a:ln>
                  <a:noFill/>
                </a:ln>
                <a:solidFill>
                  <a:srgbClr val="C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 name="文本框 31">
              <a:extLst>
                <a:ext uri="{FF2B5EF4-FFF2-40B4-BE49-F238E27FC236}">
                  <a16:creationId xmlns:a16="http://schemas.microsoft.com/office/drawing/2014/main" xmlns="" id="{59FFB254-C3D6-44DA-8A85-DCCAB51B22A5}"/>
                </a:ext>
              </a:extLst>
            </p:cNvPr>
            <p:cNvSpPr txBox="1"/>
            <p:nvPr/>
          </p:nvSpPr>
          <p:spPr bwMode="gray">
            <a:xfrm>
              <a:off x="5993618" y="3262104"/>
              <a:ext cx="346332" cy="216411"/>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决策</a:t>
              </a:r>
            </a:p>
          </p:txBody>
        </p:sp>
      </p:grpSp>
      <p:sp>
        <p:nvSpPr>
          <p:cNvPr id="33" name="椭圆 32">
            <a:extLst>
              <a:ext uri="{FF2B5EF4-FFF2-40B4-BE49-F238E27FC236}">
                <a16:creationId xmlns:a16="http://schemas.microsoft.com/office/drawing/2014/main" xmlns="" id="{7A47CA45-1547-4F18-AA09-5001A799FD80}"/>
              </a:ext>
            </a:extLst>
          </p:cNvPr>
          <p:cNvSpPr/>
          <p:nvPr/>
        </p:nvSpPr>
        <p:spPr bwMode="gray">
          <a:xfrm>
            <a:off x="3419352" y="4159347"/>
            <a:ext cx="836440" cy="380233"/>
          </a:xfrm>
          <a:prstGeom prst="ellipse">
            <a:avLst/>
          </a:prstGeom>
          <a:solidFill>
            <a:schemeClr val="accent2">
              <a:lumMod val="40000"/>
              <a:lumOff val="6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 name="椭圆 33">
            <a:extLst>
              <a:ext uri="{FF2B5EF4-FFF2-40B4-BE49-F238E27FC236}">
                <a16:creationId xmlns:a16="http://schemas.microsoft.com/office/drawing/2014/main" xmlns="" id="{DCA8C33C-E105-42AA-ABB1-684489AD1194}"/>
              </a:ext>
            </a:extLst>
          </p:cNvPr>
          <p:cNvSpPr/>
          <p:nvPr/>
        </p:nvSpPr>
        <p:spPr bwMode="gray">
          <a:xfrm>
            <a:off x="4289750" y="4175351"/>
            <a:ext cx="833402" cy="359362"/>
          </a:xfrm>
          <a:prstGeom prst="ellipse">
            <a:avLst/>
          </a:prstGeom>
          <a:solidFill>
            <a:schemeClr val="accent2">
              <a:lumMod val="40000"/>
              <a:lumOff val="6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文本框 34">
            <a:extLst>
              <a:ext uri="{FF2B5EF4-FFF2-40B4-BE49-F238E27FC236}">
                <a16:creationId xmlns:a16="http://schemas.microsoft.com/office/drawing/2014/main" xmlns="" id="{BEB970DA-8A45-480B-9FF2-00D89FD08287}"/>
              </a:ext>
            </a:extLst>
          </p:cNvPr>
          <p:cNvSpPr txBox="1"/>
          <p:nvPr/>
        </p:nvSpPr>
        <p:spPr bwMode="gray">
          <a:xfrm>
            <a:off x="3462739" y="4203817"/>
            <a:ext cx="800219" cy="276999"/>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管理单元</a:t>
            </a:r>
          </a:p>
        </p:txBody>
      </p:sp>
      <p:sp>
        <p:nvSpPr>
          <p:cNvPr id="36" name="文本框 35">
            <a:extLst>
              <a:ext uri="{FF2B5EF4-FFF2-40B4-BE49-F238E27FC236}">
                <a16:creationId xmlns:a16="http://schemas.microsoft.com/office/drawing/2014/main" xmlns="" id="{99F35C5A-EBE2-4CC8-9869-897635C52CE7}"/>
              </a:ext>
            </a:extLst>
          </p:cNvPr>
          <p:cNvSpPr txBox="1"/>
          <p:nvPr/>
        </p:nvSpPr>
        <p:spPr bwMode="gray">
          <a:xfrm>
            <a:off x="4322933" y="4207495"/>
            <a:ext cx="800219" cy="276999"/>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控制单元</a:t>
            </a:r>
          </a:p>
        </p:txBody>
      </p:sp>
      <p:sp>
        <p:nvSpPr>
          <p:cNvPr id="37" name="椭圆 36">
            <a:extLst>
              <a:ext uri="{FF2B5EF4-FFF2-40B4-BE49-F238E27FC236}">
                <a16:creationId xmlns:a16="http://schemas.microsoft.com/office/drawing/2014/main" xmlns="" id="{EC3D0310-3178-4E90-B435-12B1BBEBE69C}"/>
              </a:ext>
            </a:extLst>
          </p:cNvPr>
          <p:cNvSpPr/>
          <p:nvPr/>
        </p:nvSpPr>
        <p:spPr bwMode="gray">
          <a:xfrm>
            <a:off x="3038856" y="3442582"/>
            <a:ext cx="2381479" cy="1847453"/>
          </a:xfrm>
          <a:prstGeom prst="ellipse">
            <a:avLst/>
          </a:prstGeom>
          <a:noFill/>
          <a:ln w="19050">
            <a:solidFill>
              <a:srgbClr val="EC706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38" name="直接箭头连接符 37">
            <a:extLst>
              <a:ext uri="{FF2B5EF4-FFF2-40B4-BE49-F238E27FC236}">
                <a16:creationId xmlns:a16="http://schemas.microsoft.com/office/drawing/2014/main" xmlns="" id="{FDAD1DF8-0B95-42BD-8ABA-071BFDF07C5E}"/>
              </a:ext>
            </a:extLst>
          </p:cNvPr>
          <p:cNvCxnSpPr/>
          <p:nvPr/>
        </p:nvCxnSpPr>
        <p:spPr bwMode="gray">
          <a:xfrm flipV="1">
            <a:off x="7691780" y="4396439"/>
            <a:ext cx="113812" cy="426"/>
          </a:xfrm>
          <a:prstGeom prst="straightConnector1">
            <a:avLst/>
          </a:prstGeom>
          <a:noFill/>
          <a:ln w="19050" cap="flat" cmpd="sng" algn="ctr">
            <a:solidFill>
              <a:sysClr val="window" lastClr="FFFFFF">
                <a:lumMod val="50000"/>
              </a:sysClr>
            </a:solidFill>
            <a:prstDash val="solid"/>
            <a:miter lim="800000"/>
            <a:tailEnd type="triangle"/>
          </a:ln>
          <a:effectLst/>
        </p:spPr>
      </p:cxnSp>
      <p:sp>
        <p:nvSpPr>
          <p:cNvPr id="39" name="文本框 38">
            <a:extLst>
              <a:ext uri="{FF2B5EF4-FFF2-40B4-BE49-F238E27FC236}">
                <a16:creationId xmlns:a16="http://schemas.microsoft.com/office/drawing/2014/main" xmlns="" id="{36AC5502-BEFB-4C1A-ABB6-7DDA37795D5B}"/>
              </a:ext>
            </a:extLst>
          </p:cNvPr>
          <p:cNvSpPr txBox="1"/>
          <p:nvPr/>
        </p:nvSpPr>
        <p:spPr bwMode="gray">
          <a:xfrm>
            <a:off x="3415182" y="5620331"/>
            <a:ext cx="2015295" cy="338554"/>
          </a:xfrm>
          <a:prstGeom prst="rect">
            <a:avLst/>
          </a:prstGeom>
          <a:noFill/>
        </p:spPr>
        <p:txBody>
          <a:bodyPr wrap="none" rtlCol="0">
            <a:spAutoFit/>
          </a:bodyPr>
          <a:lstStyle/>
          <a:p>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NCE</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业务开放可编程</a:t>
            </a:r>
          </a:p>
        </p:txBody>
      </p:sp>
      <p:sp>
        <p:nvSpPr>
          <p:cNvPr id="40" name="下箭头 62">
            <a:extLst>
              <a:ext uri="{FF2B5EF4-FFF2-40B4-BE49-F238E27FC236}">
                <a16:creationId xmlns:a16="http://schemas.microsoft.com/office/drawing/2014/main" xmlns="" id="{7414F3CE-034A-465B-B783-56779330426A}"/>
              </a:ext>
            </a:extLst>
          </p:cNvPr>
          <p:cNvSpPr/>
          <p:nvPr/>
        </p:nvSpPr>
        <p:spPr bwMode="gray">
          <a:xfrm rot="10800000">
            <a:off x="4146740" y="5304082"/>
            <a:ext cx="189730" cy="273223"/>
          </a:xfrm>
          <a:prstGeom prst="downArrow">
            <a:avLst/>
          </a:prstGeom>
          <a:solidFill>
            <a:srgbClr val="BEE9EE"/>
          </a:solidFill>
          <a:ln>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41" name="直接箭头连接符 40">
            <a:extLst>
              <a:ext uri="{FF2B5EF4-FFF2-40B4-BE49-F238E27FC236}">
                <a16:creationId xmlns:a16="http://schemas.microsoft.com/office/drawing/2014/main" xmlns="" id="{D7CA1167-5B3E-415E-BD3E-8256C77E17AC}"/>
              </a:ext>
            </a:extLst>
          </p:cNvPr>
          <p:cNvCxnSpPr/>
          <p:nvPr/>
        </p:nvCxnSpPr>
        <p:spPr bwMode="gray">
          <a:xfrm flipV="1">
            <a:off x="7036653" y="4394461"/>
            <a:ext cx="113812" cy="426"/>
          </a:xfrm>
          <a:prstGeom prst="straightConnector1">
            <a:avLst/>
          </a:prstGeom>
          <a:noFill/>
          <a:ln w="19050" cap="flat" cmpd="sng" algn="ctr">
            <a:solidFill>
              <a:sysClr val="window" lastClr="FFFFFF">
                <a:lumMod val="50000"/>
              </a:sysClr>
            </a:solidFill>
            <a:prstDash val="solid"/>
            <a:miter lim="800000"/>
            <a:tailEnd type="triangle"/>
          </a:ln>
          <a:effectLst/>
        </p:spPr>
      </p:cxnSp>
      <p:sp>
        <p:nvSpPr>
          <p:cNvPr id="44" name="矩形 43">
            <a:extLst>
              <a:ext uri="{FF2B5EF4-FFF2-40B4-BE49-F238E27FC236}">
                <a16:creationId xmlns:a16="http://schemas.microsoft.com/office/drawing/2014/main" xmlns="" id="{342DB3E7-CB04-4A7F-81B0-8053BB7F40A2}"/>
              </a:ext>
            </a:extLst>
          </p:cNvPr>
          <p:cNvSpPr/>
          <p:nvPr/>
        </p:nvSpPr>
        <p:spPr bwMode="gray">
          <a:xfrm>
            <a:off x="6556489" y="4253316"/>
            <a:ext cx="411987" cy="289561"/>
          </a:xfrm>
          <a:prstGeom prst="rect">
            <a:avLst/>
          </a:prstGeom>
          <a:solidFill>
            <a:sysClr val="window" lastClr="FFFFFF"/>
          </a:solidFill>
          <a:ln w="12700" cap="flat" cmpd="sng" algn="ctr">
            <a:solidFill>
              <a:srgbClr val="5B9BD5">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dirty="0">
              <a:ln>
                <a:noFill/>
              </a:ln>
              <a:solidFill>
                <a:srgbClr val="C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5" name="文本框 44">
            <a:extLst>
              <a:ext uri="{FF2B5EF4-FFF2-40B4-BE49-F238E27FC236}">
                <a16:creationId xmlns:a16="http://schemas.microsoft.com/office/drawing/2014/main" xmlns="" id="{F7EF5161-5A3C-403B-A599-48D52E7AF425}"/>
              </a:ext>
            </a:extLst>
          </p:cNvPr>
          <p:cNvSpPr txBox="1"/>
          <p:nvPr/>
        </p:nvSpPr>
        <p:spPr bwMode="gray">
          <a:xfrm>
            <a:off x="6512986" y="4240946"/>
            <a:ext cx="492443" cy="276999"/>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smtClean="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感知</a:t>
            </a:r>
            <a:endParaRPr kumimoji="0" lang="zh-CN" altLang="en-US" sz="12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234465975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bwMode="gray"/>
        <p:txBody>
          <a:bodyPr/>
          <a:lstStyle/>
          <a:p>
            <a:r>
              <a:rPr lang="zh-CN" altLang="en-US" dirty="0" smtClean="0">
                <a:solidFill>
                  <a:schemeClr val="bg1">
                    <a:lumMod val="50000"/>
                  </a:schemeClr>
                </a:solidFill>
                <a:sym typeface="Huawei Sans" panose="020C0503030203020204" pitchFamily="34" charset="0"/>
              </a:rPr>
              <a:t>网络编程与自动化概述</a:t>
            </a:r>
            <a:endParaRPr lang="en-US" altLang="zh-CN" dirty="0" smtClean="0">
              <a:solidFill>
                <a:schemeClr val="bg1">
                  <a:lumMod val="50000"/>
                </a:schemeClr>
              </a:solidFill>
              <a:sym typeface="Huawei Sans" panose="020C0503030203020204" pitchFamily="34" charset="0"/>
            </a:endParaRPr>
          </a:p>
          <a:p>
            <a:r>
              <a:rPr lang="zh-CN" altLang="en-US" b="1" dirty="0" smtClean="0">
                <a:sym typeface="Huawei Sans" panose="020C0503030203020204" pitchFamily="34" charset="0"/>
              </a:rPr>
              <a:t>网络自动化开发工程师</a:t>
            </a:r>
            <a:endParaRPr lang="en-US" altLang="zh-CN" b="1" dirty="0" smtClean="0">
              <a:sym typeface="Huawei Sans" panose="020C0503030203020204" pitchFamily="34" charset="0"/>
            </a:endParaRPr>
          </a:p>
          <a:p>
            <a:r>
              <a:rPr lang="zh-CN" altLang="en-US" dirty="0" smtClean="0">
                <a:solidFill>
                  <a:schemeClr val="bg1">
                    <a:lumMod val="50000"/>
                  </a:schemeClr>
                </a:solidFill>
                <a:sym typeface="Huawei Sans" panose="020C0503030203020204" pitchFamily="34" charset="0"/>
              </a:rPr>
              <a:t>网络自动化的分类</a:t>
            </a:r>
            <a:endParaRPr lang="en-US" altLang="zh-CN" dirty="0" smtClean="0">
              <a:solidFill>
                <a:schemeClr val="bg1">
                  <a:lumMod val="50000"/>
                </a:schemeClr>
              </a:solidFill>
              <a:sym typeface="Huawei Sans" panose="020C0503030203020204" pitchFamily="34" charset="0"/>
            </a:endParaRPr>
          </a:p>
          <a:p>
            <a:r>
              <a:rPr lang="zh-CN" altLang="en-US" dirty="0" smtClean="0">
                <a:solidFill>
                  <a:schemeClr val="bg1">
                    <a:lumMod val="50000"/>
                  </a:schemeClr>
                </a:solidFill>
                <a:sym typeface="Huawei Sans" panose="020C0503030203020204" pitchFamily="34" charset="0"/>
              </a:rPr>
              <a:t>网络人工智能概述</a:t>
            </a:r>
            <a:endParaRPr lang="en-US" altLang="zh-CN" dirty="0">
              <a:solidFill>
                <a:schemeClr val="bg1">
                  <a:lumMod val="50000"/>
                </a:schemeClr>
              </a:solidFill>
              <a:sym typeface="Huawei Sans" panose="020C0503030203020204" pitchFamily="34" charset="0"/>
            </a:endParaRPr>
          </a:p>
        </p:txBody>
      </p:sp>
    </p:spTree>
    <p:extLst>
      <p:ext uri="{BB962C8B-B14F-4D97-AF65-F5344CB8AC3E}">
        <p14:creationId xmlns:p14="http://schemas.microsoft.com/office/powerpoint/2010/main" val="368333443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xmlns="" id="{F8C14775-61E4-4226-83E4-16E66D69238E}"/>
              </a:ext>
            </a:extLst>
          </p:cNvPr>
          <p:cNvSpPr>
            <a:spLocks noGrp="1"/>
          </p:cNvSpPr>
          <p:nvPr>
            <p:ph type="title"/>
          </p:nvPr>
        </p:nvSpPr>
        <p:spPr bwMode="gray"/>
        <p:txBody>
          <a:bodyPr/>
          <a:lstStyle/>
          <a:p>
            <a:r>
              <a:rPr lang="zh-CN" altLang="en-US" smtClean="0">
                <a:sym typeface="Huawei Sans" panose="020C0503030203020204" pitchFamily="34" charset="0"/>
              </a:rPr>
              <a:t>网络自动化开发工程师</a:t>
            </a:r>
            <a:endParaRPr lang="zh-CN" altLang="en-US">
              <a:sym typeface="Huawei Sans" panose="020C0503030203020204" pitchFamily="34" charset="0"/>
            </a:endParaRPr>
          </a:p>
        </p:txBody>
      </p:sp>
      <p:sp>
        <p:nvSpPr>
          <p:cNvPr id="6" name="文本占位符 5"/>
          <p:cNvSpPr>
            <a:spLocks noGrp="1"/>
          </p:cNvSpPr>
          <p:nvPr>
            <p:ph type="body" sz="quarter" idx="10"/>
          </p:nvPr>
        </p:nvSpPr>
        <p:spPr bwMode="gray"/>
        <p:txBody>
          <a:bodyPr/>
          <a:lstStyle/>
          <a:p>
            <a:r>
              <a:rPr lang="zh-CN" altLang="en-US" sz="1800" dirty="0">
                <a:sym typeface="Huawei Sans" panose="020C0503030203020204" pitchFamily="34" charset="0"/>
              </a:rPr>
              <a:t>网络工程师：</a:t>
            </a:r>
          </a:p>
          <a:p>
            <a:pPr lvl="1"/>
            <a:r>
              <a:rPr lang="zh-CN" altLang="en-US" sz="1600" dirty="0">
                <a:sym typeface="Huawei Sans" panose="020C0503030203020204" pitchFamily="34" charset="0"/>
              </a:rPr>
              <a:t>是在网络工程领域，掌握专业的网络技术，具备一定的职业技能及职业素养，具有一定项目实施经验，能够在项目现场与客户或者其他项目干系人充分沟通，根据客户的需求及环境因素制定实施方案及项目计划（得到项目干系人认可），并充分调动各方资源保证项目按时、保质保量落地，以及在项目实施后对干系人进行培训及工程文档交付的职业。</a:t>
            </a:r>
          </a:p>
          <a:p>
            <a:r>
              <a:rPr lang="zh-CN" altLang="en-US" sz="1800" dirty="0">
                <a:sym typeface="Huawei Sans" panose="020C0503030203020204" pitchFamily="34" charset="0"/>
              </a:rPr>
              <a:t>网络自动化开发工程师：</a:t>
            </a:r>
          </a:p>
          <a:p>
            <a:pPr lvl="1"/>
            <a:r>
              <a:rPr lang="zh-CN" altLang="en-US" sz="1600" dirty="0">
                <a:sym typeface="Huawei Sans" panose="020C0503030203020204" pitchFamily="34" charset="0"/>
              </a:rPr>
              <a:t>在网络工程领域，掌握专业的网络和开发技术，具备一定的职业技能及职业素养，具有一定项目实施和开发经验，满足企业网络自动化部署、开发和运维需求的职业。</a:t>
            </a:r>
          </a:p>
          <a:p>
            <a:pPr lvl="1"/>
            <a:endParaRPr lang="zh-CN" altLang="en-US" sz="1600" dirty="0">
              <a:sym typeface="Huawei Sans" panose="020C0503030203020204" pitchFamily="34" charset="0"/>
            </a:endParaRPr>
          </a:p>
        </p:txBody>
      </p:sp>
    </p:spTree>
    <p:extLst>
      <p:ext uri="{BB962C8B-B14F-4D97-AF65-F5344CB8AC3E}">
        <p14:creationId xmlns:p14="http://schemas.microsoft.com/office/powerpoint/2010/main" val="128144616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bwMode="gray"/>
        <p:txBody>
          <a:bodyPr/>
          <a:lstStyle/>
          <a:p>
            <a:r>
              <a:rPr lang="zh-CN" altLang="en-US" smtClean="0">
                <a:sym typeface="Huawei Sans" panose="020C0503030203020204" pitchFamily="34" charset="0"/>
              </a:rPr>
              <a:t>综合能力模型</a:t>
            </a:r>
            <a:endParaRPr lang="zh-CN" altLang="en-US">
              <a:sym typeface="Huawei Sans" panose="020C0503030203020204" pitchFamily="34" charset="0"/>
            </a:endParaRPr>
          </a:p>
        </p:txBody>
      </p:sp>
      <p:sp>
        <p:nvSpPr>
          <p:cNvPr id="5" name="文本占位符 4"/>
          <p:cNvSpPr>
            <a:spLocks noGrp="1"/>
          </p:cNvSpPr>
          <p:nvPr>
            <p:ph type="body" sz="quarter" idx="10"/>
          </p:nvPr>
        </p:nvSpPr>
        <p:spPr bwMode="gray"/>
        <p:txBody>
          <a:bodyPr/>
          <a:lstStyle/>
          <a:p>
            <a:r>
              <a:rPr lang="zh-CN" altLang="en-US" sz="1800" dirty="0">
                <a:sym typeface="Huawei Sans" panose="020C0503030203020204" pitchFamily="34" charset="0"/>
              </a:rPr>
              <a:t>和网络工程师综合能力模型对比，网络自动化开发工程师具备相同的基本素质和职业技能，但在专业知识上有不同技能要求。</a:t>
            </a:r>
          </a:p>
          <a:p>
            <a:endParaRPr lang="zh-CN" altLang="en-US" sz="1800" dirty="0">
              <a:sym typeface="Huawei Sans" panose="020C0503030203020204" pitchFamily="34" charset="0"/>
            </a:endParaRPr>
          </a:p>
        </p:txBody>
      </p:sp>
      <p:sp>
        <p:nvSpPr>
          <p:cNvPr id="6" name="圆角矩形 75">
            <a:extLst>
              <a:ext uri="{FF2B5EF4-FFF2-40B4-BE49-F238E27FC236}">
                <a16:creationId xmlns:a16="http://schemas.microsoft.com/office/drawing/2014/main" xmlns="" id="{5B2F3EB6-496F-4BA4-9D84-DB27944D0803}"/>
              </a:ext>
            </a:extLst>
          </p:cNvPr>
          <p:cNvSpPr/>
          <p:nvPr/>
        </p:nvSpPr>
        <p:spPr bwMode="gray">
          <a:xfrm>
            <a:off x="703325" y="2187935"/>
            <a:ext cx="5392675" cy="340929"/>
          </a:xfrm>
          <a:prstGeom prst="roundRect">
            <a:avLst>
              <a:gd name="adj" fmla="val 10604"/>
            </a:avLst>
          </a:prstGeom>
          <a:solidFill>
            <a:srgbClr val="30B5C5"/>
          </a:solidFill>
          <a:ln>
            <a:solidFill>
              <a:srgbClr val="00B0F0"/>
            </a:solidFill>
          </a:ln>
        </p:spPr>
        <p:txBody>
          <a:bodyPr wrap="square" rtlCol="0" anchor="ctr" anchorCtr="0">
            <a:noAutofit/>
          </a:bodyPr>
          <a:lstStyle/>
          <a:p>
            <a:pPr algn="ctr" fontAlgn="auto">
              <a:spcBef>
                <a:spcPts val="0"/>
              </a:spcBef>
              <a:spcAft>
                <a:spcPts val="0"/>
              </a:spcAft>
            </a:pPr>
            <a:r>
              <a:rPr lang="zh-CN" altLang="en-US"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网络工程师综合能力模型</a:t>
            </a:r>
          </a:p>
        </p:txBody>
      </p:sp>
      <p:sp>
        <p:nvSpPr>
          <p:cNvPr id="7" name="圆角矩形 75">
            <a:extLst>
              <a:ext uri="{FF2B5EF4-FFF2-40B4-BE49-F238E27FC236}">
                <a16:creationId xmlns:a16="http://schemas.microsoft.com/office/drawing/2014/main" xmlns="" id="{A8231DF5-D624-4B2A-8F87-555EE95D3099}"/>
              </a:ext>
            </a:extLst>
          </p:cNvPr>
          <p:cNvSpPr/>
          <p:nvPr/>
        </p:nvSpPr>
        <p:spPr bwMode="gray">
          <a:xfrm>
            <a:off x="706459" y="2592862"/>
            <a:ext cx="5389541" cy="3043992"/>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36000" rIns="72000" bIns="36000" rtlCol="0" anchor="t" anchorCtr="0">
            <a:noAutofit/>
          </a:bodyPr>
          <a:lstStyle/>
          <a:p>
            <a:pPr marL="177800" indent="-177800" algn="just" fontAlgn="auto">
              <a:lnSpc>
                <a:spcPts val="2600"/>
              </a:lnSpc>
              <a:spcBef>
                <a:spcPts val="0"/>
              </a:spcBef>
              <a:spcAft>
                <a:spcPts val="600"/>
              </a:spcAft>
              <a:buFont typeface="Arial" panose="020B0604020202020204" pitchFamily="34" charset="0"/>
              <a:buChar char="•"/>
            </a:pP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 name="矩形 7">
            <a:extLst>
              <a:ext uri="{FF2B5EF4-FFF2-40B4-BE49-F238E27FC236}">
                <a16:creationId xmlns:a16="http://schemas.microsoft.com/office/drawing/2014/main" xmlns="" id="{CB6D8549-41B5-428F-B66A-31B69A746571}"/>
              </a:ext>
            </a:extLst>
          </p:cNvPr>
          <p:cNvSpPr/>
          <p:nvPr/>
        </p:nvSpPr>
        <p:spPr bwMode="gray">
          <a:xfrm>
            <a:off x="4504148" y="5015889"/>
            <a:ext cx="1181100" cy="355600"/>
          </a:xfrm>
          <a:prstGeom prst="rect">
            <a:avLst/>
          </a:prstGeom>
          <a:solidFill>
            <a:srgbClr val="56C4D2"/>
          </a:solidFill>
          <a:ln w="12700" cap="flat" cmpd="sng" algn="ctr">
            <a:solidFill>
              <a:srgbClr val="1AABE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14400"/>
            <a:r>
              <a:rPr lang="zh-CN" altLang="en-US" sz="1600"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专业知识</a:t>
            </a:r>
          </a:p>
        </p:txBody>
      </p:sp>
      <p:sp>
        <p:nvSpPr>
          <p:cNvPr id="9" name="矩形 8">
            <a:extLst>
              <a:ext uri="{FF2B5EF4-FFF2-40B4-BE49-F238E27FC236}">
                <a16:creationId xmlns:a16="http://schemas.microsoft.com/office/drawing/2014/main" xmlns="" id="{06D2336C-8CC6-4056-AACC-91DE29EE5D0F}"/>
              </a:ext>
            </a:extLst>
          </p:cNvPr>
          <p:cNvSpPr/>
          <p:nvPr/>
        </p:nvSpPr>
        <p:spPr bwMode="gray">
          <a:xfrm>
            <a:off x="4504148" y="4571389"/>
            <a:ext cx="1181100" cy="355600"/>
          </a:xfrm>
          <a:prstGeom prst="rect">
            <a:avLst/>
          </a:prstGeom>
          <a:noFill/>
          <a:ln w="12700" cap="flat" cmpd="sng" algn="ctr">
            <a:solidFill>
              <a:srgbClr val="ED6D00"/>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技术知识</a:t>
            </a:r>
          </a:p>
        </p:txBody>
      </p:sp>
      <p:sp>
        <p:nvSpPr>
          <p:cNvPr id="10" name="矩形 9">
            <a:extLst>
              <a:ext uri="{FF2B5EF4-FFF2-40B4-BE49-F238E27FC236}">
                <a16:creationId xmlns:a16="http://schemas.microsoft.com/office/drawing/2014/main" xmlns="" id="{440E3A9D-74C3-48DB-98B9-6E64E4FF23C7}"/>
              </a:ext>
            </a:extLst>
          </p:cNvPr>
          <p:cNvSpPr/>
          <p:nvPr/>
        </p:nvSpPr>
        <p:spPr bwMode="gray">
          <a:xfrm>
            <a:off x="4504148" y="4174699"/>
            <a:ext cx="1181100" cy="355600"/>
          </a:xfrm>
          <a:prstGeom prst="rect">
            <a:avLst/>
          </a:prstGeom>
          <a:noFill/>
          <a:ln w="12700" cap="flat" cmpd="sng" algn="ctr">
            <a:solidFill>
              <a:srgbClr val="ED6D00"/>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产品知识</a:t>
            </a:r>
          </a:p>
        </p:txBody>
      </p:sp>
      <p:sp>
        <p:nvSpPr>
          <p:cNvPr id="11" name="矩形 10">
            <a:extLst>
              <a:ext uri="{FF2B5EF4-FFF2-40B4-BE49-F238E27FC236}">
                <a16:creationId xmlns:a16="http://schemas.microsoft.com/office/drawing/2014/main" xmlns="" id="{D1C87924-A46D-49AE-940F-A2D90405B405}"/>
              </a:ext>
            </a:extLst>
          </p:cNvPr>
          <p:cNvSpPr/>
          <p:nvPr/>
        </p:nvSpPr>
        <p:spPr bwMode="gray">
          <a:xfrm>
            <a:off x="4504148" y="3778009"/>
            <a:ext cx="1181100" cy="355600"/>
          </a:xfrm>
          <a:prstGeom prst="rect">
            <a:avLst/>
          </a:prstGeom>
          <a:noFill/>
          <a:ln w="12700" cap="flat" cmpd="sng" algn="ctr">
            <a:solidFill>
              <a:srgbClr val="ED6D00"/>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工程知识</a:t>
            </a:r>
          </a:p>
        </p:txBody>
      </p:sp>
      <p:sp>
        <p:nvSpPr>
          <p:cNvPr id="12" name="矩形 11">
            <a:extLst>
              <a:ext uri="{FF2B5EF4-FFF2-40B4-BE49-F238E27FC236}">
                <a16:creationId xmlns:a16="http://schemas.microsoft.com/office/drawing/2014/main" xmlns="" id="{523C60FC-7C18-482B-85EC-1A433B7CE2A6}"/>
              </a:ext>
            </a:extLst>
          </p:cNvPr>
          <p:cNvSpPr/>
          <p:nvPr/>
        </p:nvSpPr>
        <p:spPr bwMode="gray">
          <a:xfrm>
            <a:off x="4504148" y="3381319"/>
            <a:ext cx="1181100" cy="355600"/>
          </a:xfrm>
          <a:prstGeom prst="rect">
            <a:avLst/>
          </a:prstGeom>
          <a:no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行业知识</a:t>
            </a:r>
          </a:p>
        </p:txBody>
      </p:sp>
      <p:sp>
        <p:nvSpPr>
          <p:cNvPr id="13" name="矩形 12">
            <a:extLst>
              <a:ext uri="{FF2B5EF4-FFF2-40B4-BE49-F238E27FC236}">
                <a16:creationId xmlns:a16="http://schemas.microsoft.com/office/drawing/2014/main" xmlns="" id="{B43A4115-B31D-4410-93A0-0EAB2C5F9908}"/>
              </a:ext>
            </a:extLst>
          </p:cNvPr>
          <p:cNvSpPr/>
          <p:nvPr/>
        </p:nvSpPr>
        <p:spPr bwMode="gray">
          <a:xfrm>
            <a:off x="4504148" y="2984629"/>
            <a:ext cx="1181100" cy="355600"/>
          </a:xfrm>
          <a:prstGeom prst="rect">
            <a:avLst/>
          </a:prstGeom>
          <a:no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流程规范</a:t>
            </a:r>
          </a:p>
        </p:txBody>
      </p:sp>
      <p:sp>
        <p:nvSpPr>
          <p:cNvPr id="14" name="矩形 13">
            <a:extLst>
              <a:ext uri="{FF2B5EF4-FFF2-40B4-BE49-F238E27FC236}">
                <a16:creationId xmlns:a16="http://schemas.microsoft.com/office/drawing/2014/main" xmlns="" id="{B117BEA4-807D-498B-8426-3FCC77966F13}"/>
              </a:ext>
            </a:extLst>
          </p:cNvPr>
          <p:cNvSpPr/>
          <p:nvPr/>
        </p:nvSpPr>
        <p:spPr bwMode="gray">
          <a:xfrm>
            <a:off x="1164072" y="5015889"/>
            <a:ext cx="1181100" cy="355600"/>
          </a:xfrm>
          <a:prstGeom prst="rect">
            <a:avLst/>
          </a:prstGeom>
          <a:solidFill>
            <a:srgbClr val="56C4D2"/>
          </a:solidFill>
          <a:ln w="12700" cap="flat" cmpd="sng" algn="ctr">
            <a:solidFill>
              <a:srgbClr val="1AABE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14400"/>
            <a:r>
              <a:rPr lang="zh-CN" altLang="en-US" sz="1600"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基本素质</a:t>
            </a:r>
          </a:p>
        </p:txBody>
      </p:sp>
      <p:sp>
        <p:nvSpPr>
          <p:cNvPr id="15" name="矩形 14">
            <a:extLst>
              <a:ext uri="{FF2B5EF4-FFF2-40B4-BE49-F238E27FC236}">
                <a16:creationId xmlns:a16="http://schemas.microsoft.com/office/drawing/2014/main" xmlns="" id="{645D4D77-0BBD-48A7-AF84-960296F7506B}"/>
              </a:ext>
            </a:extLst>
          </p:cNvPr>
          <p:cNvSpPr/>
          <p:nvPr/>
        </p:nvSpPr>
        <p:spPr bwMode="gray">
          <a:xfrm>
            <a:off x="1164072" y="4571389"/>
            <a:ext cx="1181100" cy="355600"/>
          </a:xfrm>
          <a:prstGeom prst="rect">
            <a:avLst/>
          </a:prstGeom>
          <a:no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学习能力</a:t>
            </a:r>
          </a:p>
        </p:txBody>
      </p:sp>
      <p:sp>
        <p:nvSpPr>
          <p:cNvPr id="16" name="矩形 15">
            <a:extLst>
              <a:ext uri="{FF2B5EF4-FFF2-40B4-BE49-F238E27FC236}">
                <a16:creationId xmlns:a16="http://schemas.microsoft.com/office/drawing/2014/main" xmlns="" id="{EB0298BC-2ED6-4E6D-B08B-C73CA4B4236D}"/>
              </a:ext>
            </a:extLst>
          </p:cNvPr>
          <p:cNvSpPr/>
          <p:nvPr/>
        </p:nvSpPr>
        <p:spPr bwMode="gray">
          <a:xfrm>
            <a:off x="1164072" y="4174699"/>
            <a:ext cx="1181100" cy="355600"/>
          </a:xfrm>
          <a:prstGeom prst="rect">
            <a:avLst/>
          </a:prstGeom>
          <a:no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信息搜集</a:t>
            </a:r>
          </a:p>
        </p:txBody>
      </p:sp>
      <p:sp>
        <p:nvSpPr>
          <p:cNvPr id="17" name="矩形 16">
            <a:extLst>
              <a:ext uri="{FF2B5EF4-FFF2-40B4-BE49-F238E27FC236}">
                <a16:creationId xmlns:a16="http://schemas.microsoft.com/office/drawing/2014/main" xmlns="" id="{AD6F3054-2CF9-407E-9C1B-0581E5A54786}"/>
              </a:ext>
            </a:extLst>
          </p:cNvPr>
          <p:cNvSpPr/>
          <p:nvPr/>
        </p:nvSpPr>
        <p:spPr bwMode="gray">
          <a:xfrm>
            <a:off x="1164072" y="3778009"/>
            <a:ext cx="1181100" cy="355600"/>
          </a:xfrm>
          <a:prstGeom prst="rect">
            <a:avLst/>
          </a:prstGeom>
          <a:no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服务意识</a:t>
            </a:r>
          </a:p>
        </p:txBody>
      </p:sp>
      <p:sp>
        <p:nvSpPr>
          <p:cNvPr id="18" name="矩形 17">
            <a:extLst>
              <a:ext uri="{FF2B5EF4-FFF2-40B4-BE49-F238E27FC236}">
                <a16:creationId xmlns:a16="http://schemas.microsoft.com/office/drawing/2014/main" xmlns="" id="{9CC64F8D-B9C2-4D32-BF24-E25361AD73C0}"/>
              </a:ext>
            </a:extLst>
          </p:cNvPr>
          <p:cNvSpPr/>
          <p:nvPr/>
        </p:nvSpPr>
        <p:spPr bwMode="gray">
          <a:xfrm>
            <a:off x="1164072" y="3381319"/>
            <a:ext cx="1181100" cy="355600"/>
          </a:xfrm>
          <a:prstGeom prst="rect">
            <a:avLst/>
          </a:prstGeom>
          <a:no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价值观</a:t>
            </a:r>
          </a:p>
        </p:txBody>
      </p:sp>
      <p:sp>
        <p:nvSpPr>
          <p:cNvPr id="19" name="矩形 18">
            <a:extLst>
              <a:ext uri="{FF2B5EF4-FFF2-40B4-BE49-F238E27FC236}">
                <a16:creationId xmlns:a16="http://schemas.microsoft.com/office/drawing/2014/main" xmlns="" id="{AE4FEA4B-A7B2-41BE-8FAB-3B5FF43EB8F1}"/>
              </a:ext>
            </a:extLst>
          </p:cNvPr>
          <p:cNvSpPr/>
          <p:nvPr/>
        </p:nvSpPr>
        <p:spPr bwMode="gray">
          <a:xfrm>
            <a:off x="1164072" y="2984629"/>
            <a:ext cx="1181100" cy="355600"/>
          </a:xfrm>
          <a:prstGeom prst="rect">
            <a:avLst/>
          </a:prstGeom>
          <a:no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商务礼仪</a:t>
            </a:r>
          </a:p>
        </p:txBody>
      </p:sp>
      <p:sp>
        <p:nvSpPr>
          <p:cNvPr id="20" name="矩形 19">
            <a:extLst>
              <a:ext uri="{FF2B5EF4-FFF2-40B4-BE49-F238E27FC236}">
                <a16:creationId xmlns:a16="http://schemas.microsoft.com/office/drawing/2014/main" xmlns="" id="{644CDD40-6EFF-4A41-A8E3-B3B73EEF73D2}"/>
              </a:ext>
            </a:extLst>
          </p:cNvPr>
          <p:cNvSpPr/>
          <p:nvPr/>
        </p:nvSpPr>
        <p:spPr bwMode="gray">
          <a:xfrm>
            <a:off x="2796022" y="5015889"/>
            <a:ext cx="1181100" cy="355600"/>
          </a:xfrm>
          <a:prstGeom prst="rect">
            <a:avLst/>
          </a:prstGeom>
          <a:solidFill>
            <a:srgbClr val="56C4D2"/>
          </a:solidFill>
          <a:ln w="12700" cap="flat" cmpd="sng" algn="ctr">
            <a:solidFill>
              <a:srgbClr val="1AABE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14400"/>
            <a:r>
              <a:rPr lang="zh-CN" altLang="en-US" sz="1600"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职业技能</a:t>
            </a:r>
          </a:p>
        </p:txBody>
      </p:sp>
      <p:sp>
        <p:nvSpPr>
          <p:cNvPr id="21" name="矩形 20">
            <a:extLst>
              <a:ext uri="{FF2B5EF4-FFF2-40B4-BE49-F238E27FC236}">
                <a16:creationId xmlns:a16="http://schemas.microsoft.com/office/drawing/2014/main" xmlns="" id="{6B4CFCB7-4DAF-44EC-91C9-5739D6D027D2}"/>
              </a:ext>
            </a:extLst>
          </p:cNvPr>
          <p:cNvSpPr/>
          <p:nvPr/>
        </p:nvSpPr>
        <p:spPr bwMode="gray">
          <a:xfrm>
            <a:off x="2796022" y="4571389"/>
            <a:ext cx="1181100" cy="355600"/>
          </a:xfrm>
          <a:prstGeom prst="rect">
            <a:avLst/>
          </a:prstGeom>
          <a:no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沟通能力</a:t>
            </a:r>
          </a:p>
        </p:txBody>
      </p:sp>
      <p:sp>
        <p:nvSpPr>
          <p:cNvPr id="22" name="矩形 21">
            <a:extLst>
              <a:ext uri="{FF2B5EF4-FFF2-40B4-BE49-F238E27FC236}">
                <a16:creationId xmlns:a16="http://schemas.microsoft.com/office/drawing/2014/main" xmlns="" id="{292DAECC-7FD5-4A9C-870C-FB248A68E3CF}"/>
              </a:ext>
            </a:extLst>
          </p:cNvPr>
          <p:cNvSpPr/>
          <p:nvPr/>
        </p:nvSpPr>
        <p:spPr bwMode="gray">
          <a:xfrm>
            <a:off x="2796022" y="4174699"/>
            <a:ext cx="1181100" cy="355600"/>
          </a:xfrm>
          <a:prstGeom prst="rect">
            <a:avLst/>
          </a:prstGeom>
          <a:no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问题解决</a:t>
            </a:r>
          </a:p>
        </p:txBody>
      </p:sp>
      <p:sp>
        <p:nvSpPr>
          <p:cNvPr id="23" name="矩形 22">
            <a:extLst>
              <a:ext uri="{FF2B5EF4-FFF2-40B4-BE49-F238E27FC236}">
                <a16:creationId xmlns:a16="http://schemas.microsoft.com/office/drawing/2014/main" xmlns="" id="{8444486E-47FB-4C61-A293-70C0C5737245}"/>
              </a:ext>
            </a:extLst>
          </p:cNvPr>
          <p:cNvSpPr/>
          <p:nvPr/>
        </p:nvSpPr>
        <p:spPr bwMode="gray">
          <a:xfrm>
            <a:off x="2796022" y="3778009"/>
            <a:ext cx="1181100" cy="355600"/>
          </a:xfrm>
          <a:prstGeom prst="rect">
            <a:avLst/>
          </a:prstGeom>
          <a:no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呈现能力</a:t>
            </a:r>
          </a:p>
        </p:txBody>
      </p:sp>
      <p:sp>
        <p:nvSpPr>
          <p:cNvPr id="24" name="矩形 23">
            <a:extLst>
              <a:ext uri="{FF2B5EF4-FFF2-40B4-BE49-F238E27FC236}">
                <a16:creationId xmlns:a16="http://schemas.microsoft.com/office/drawing/2014/main" xmlns="" id="{1F38591F-57FA-4CF6-9898-3C8B5B046F9D}"/>
              </a:ext>
            </a:extLst>
          </p:cNvPr>
          <p:cNvSpPr/>
          <p:nvPr/>
        </p:nvSpPr>
        <p:spPr bwMode="gray">
          <a:xfrm>
            <a:off x="2796022" y="3381319"/>
            <a:ext cx="1181100" cy="355600"/>
          </a:xfrm>
          <a:prstGeom prst="rect">
            <a:avLst/>
          </a:prstGeom>
          <a:no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业务管理</a:t>
            </a:r>
          </a:p>
        </p:txBody>
      </p:sp>
      <p:sp>
        <p:nvSpPr>
          <p:cNvPr id="25" name="矩形 24">
            <a:extLst>
              <a:ext uri="{FF2B5EF4-FFF2-40B4-BE49-F238E27FC236}">
                <a16:creationId xmlns:a16="http://schemas.microsoft.com/office/drawing/2014/main" xmlns="" id="{A136A0D7-0A87-4BD4-80E6-0013881931A2}"/>
              </a:ext>
            </a:extLst>
          </p:cNvPr>
          <p:cNvSpPr/>
          <p:nvPr/>
        </p:nvSpPr>
        <p:spPr bwMode="gray">
          <a:xfrm>
            <a:off x="2796022" y="2984629"/>
            <a:ext cx="1181100" cy="355600"/>
          </a:xfrm>
          <a:prstGeom prst="rect">
            <a:avLst/>
          </a:prstGeom>
          <a:no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团队协作</a:t>
            </a:r>
          </a:p>
        </p:txBody>
      </p:sp>
      <p:sp>
        <p:nvSpPr>
          <p:cNvPr id="43" name="文本占位符 3">
            <a:extLst>
              <a:ext uri="{FF2B5EF4-FFF2-40B4-BE49-F238E27FC236}">
                <a16:creationId xmlns:a16="http://schemas.microsoft.com/office/drawing/2014/main" xmlns="" id="{0815418C-49C2-480F-A9F8-23E1A8AB5DE6}"/>
              </a:ext>
            </a:extLst>
          </p:cNvPr>
          <p:cNvSpPr txBox="1">
            <a:spLocks/>
          </p:cNvSpPr>
          <p:nvPr/>
        </p:nvSpPr>
        <p:spPr bwMode="gray">
          <a:xfrm>
            <a:off x="6932941" y="3762319"/>
            <a:ext cx="4141459" cy="1259292"/>
          </a:xfrm>
          <a:prstGeom prst="rect">
            <a:avLst/>
          </a:prstGeom>
          <a:solidFill>
            <a:srgbClr val="F6B78C"/>
          </a:solidFill>
        </p:spPr>
        <p:txBody>
          <a:bodyPr/>
          <a:lstStyle>
            <a:lvl1pPr marL="302279" indent="-302279" algn="l" defTabSz="914034" rtl="0" eaLnBrk="1" latinLnBrk="0" hangingPunct="1">
              <a:lnSpc>
                <a:spcPct val="140000"/>
              </a:lnSpc>
              <a:spcBef>
                <a:spcPts val="792"/>
              </a:spcBef>
              <a:buFont typeface="Arial" panose="020B0604020202020204" pitchFamily="34" charset="0"/>
              <a:buChar char="•"/>
              <a:defRPr sz="2199" kern="1200">
                <a:solidFill>
                  <a:schemeClr val="tx1"/>
                </a:solidFill>
                <a:latin typeface="+mn-lt"/>
                <a:ea typeface="+mn-ea"/>
                <a:cs typeface="+mn-cs"/>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marL="0" indent="0">
              <a:buNone/>
            </a:pPr>
            <a:r>
              <a:rPr lang="zh-CN" altLang="en-US" sz="1800">
                <a:latin typeface="Huawei Sans" panose="020C0503030203020204" pitchFamily="34" charset="0"/>
                <a:ea typeface="方正兰亭黑简体" panose="02000000000000000000" pitchFamily="2" charset="-122"/>
                <a:sym typeface="Huawei Sans" panose="020C0503030203020204" pitchFamily="34" charset="0"/>
              </a:rPr>
              <a:t>网络自动化开发工程师的专业知识除通用的基础网络技术外，需掌握开发相关的技术、产品和工程知识。</a:t>
            </a:r>
            <a:endParaRPr lang="en-US" altLang="zh-CN" sz="16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4" name="箭头: 右 43">
            <a:extLst>
              <a:ext uri="{FF2B5EF4-FFF2-40B4-BE49-F238E27FC236}">
                <a16:creationId xmlns:a16="http://schemas.microsoft.com/office/drawing/2014/main" xmlns="" id="{70E38926-ED00-49D3-BDC5-FED4FD4103BB}"/>
              </a:ext>
            </a:extLst>
          </p:cNvPr>
          <p:cNvSpPr/>
          <p:nvPr/>
        </p:nvSpPr>
        <p:spPr bwMode="gray">
          <a:xfrm>
            <a:off x="6148774" y="4111623"/>
            <a:ext cx="662778" cy="437780"/>
          </a:xfrm>
          <a:prstGeom prst="rightArrow">
            <a:avLst/>
          </a:prstGeom>
          <a:solidFill>
            <a:srgbClr val="F6B78C"/>
          </a:solidFill>
        </p:spPr>
        <p:txBody>
          <a:bodyPr/>
          <a:lstStyle/>
          <a:p>
            <a:pPr defTabSz="914034">
              <a:lnSpc>
                <a:spcPct val="140000"/>
              </a:lnSpc>
              <a:spcBef>
                <a:spcPts val="792"/>
              </a:spcBef>
            </a:pPr>
            <a:endParaRPr lang="zh-CN" altLang="en-US">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349098777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bwMode="gray"/>
        <p:txBody>
          <a:bodyPr/>
          <a:lstStyle/>
          <a:p>
            <a:r>
              <a:rPr lang="zh-CN" altLang="en-US" smtClean="0">
                <a:sym typeface="Huawei Sans" panose="020C0503030203020204" pitchFamily="34" charset="0"/>
              </a:rPr>
              <a:t>专业知识技能</a:t>
            </a:r>
            <a:endParaRPr lang="zh-CN" altLang="en-US">
              <a:sym typeface="Huawei Sans" panose="020C0503030203020204" pitchFamily="34" charset="0"/>
            </a:endParaRPr>
          </a:p>
        </p:txBody>
      </p:sp>
      <p:sp>
        <p:nvSpPr>
          <p:cNvPr id="18" name="文本占位符 17"/>
          <p:cNvSpPr>
            <a:spLocks noGrp="1"/>
          </p:cNvSpPr>
          <p:nvPr>
            <p:ph type="body" sz="quarter" idx="10"/>
          </p:nvPr>
        </p:nvSpPr>
        <p:spPr bwMode="gray"/>
        <p:txBody>
          <a:bodyPr/>
          <a:lstStyle/>
          <a:p>
            <a:r>
              <a:rPr lang="zh-CN" altLang="en-US" sz="1800" dirty="0">
                <a:sym typeface="Huawei Sans" panose="020C0503030203020204" pitchFamily="34" charset="0"/>
              </a:rPr>
              <a:t>网络自动化开发工程师专业技能上需要具备网络工程师、系统工程师和开发工程师的融合能力，包括但不限于：</a:t>
            </a:r>
          </a:p>
          <a:p>
            <a:endParaRPr lang="zh-CN" altLang="en-US" sz="1800" dirty="0">
              <a:sym typeface="Huawei Sans" panose="020C0503030203020204" pitchFamily="34" charset="0"/>
            </a:endParaRPr>
          </a:p>
          <a:p>
            <a:endParaRPr lang="zh-CN" altLang="en-US" sz="1800" dirty="0">
              <a:sym typeface="Huawei Sans" panose="020C0503030203020204" pitchFamily="34" charset="0"/>
            </a:endParaRPr>
          </a:p>
        </p:txBody>
      </p:sp>
      <p:sp>
        <p:nvSpPr>
          <p:cNvPr id="5" name="圆角矩形 5">
            <a:extLst>
              <a:ext uri="{FF2B5EF4-FFF2-40B4-BE49-F238E27FC236}">
                <a16:creationId xmlns:a16="http://schemas.microsoft.com/office/drawing/2014/main" xmlns="" id="{7A94B40D-089B-4AC3-AF2F-DE9E89C68CB9}"/>
              </a:ext>
            </a:extLst>
          </p:cNvPr>
          <p:cNvSpPr/>
          <p:nvPr/>
        </p:nvSpPr>
        <p:spPr bwMode="gray">
          <a:xfrm>
            <a:off x="2558850" y="3315521"/>
            <a:ext cx="2019299" cy="368903"/>
          </a:xfrm>
          <a:prstGeom prst="roundRect">
            <a:avLst/>
          </a:prstGeom>
          <a:noFill/>
          <a:ln w="12700">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操作系统</a:t>
            </a:r>
          </a:p>
        </p:txBody>
      </p:sp>
      <p:sp>
        <p:nvSpPr>
          <p:cNvPr id="6" name="圆角矩形 5">
            <a:extLst>
              <a:ext uri="{FF2B5EF4-FFF2-40B4-BE49-F238E27FC236}">
                <a16:creationId xmlns:a16="http://schemas.microsoft.com/office/drawing/2014/main" xmlns="" id="{36436F2F-BDBF-4B86-997C-A268CC1D3995}"/>
              </a:ext>
            </a:extLst>
          </p:cNvPr>
          <p:cNvSpPr/>
          <p:nvPr/>
        </p:nvSpPr>
        <p:spPr bwMode="gray">
          <a:xfrm>
            <a:off x="2558850" y="3926474"/>
            <a:ext cx="2019299" cy="368903"/>
          </a:xfrm>
          <a:prstGeom prst="roundRect">
            <a:avLst/>
          </a:prstGeom>
          <a:noFill/>
          <a:ln w="12700">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网络技术</a:t>
            </a:r>
          </a:p>
        </p:txBody>
      </p:sp>
      <p:sp>
        <p:nvSpPr>
          <p:cNvPr id="7" name="圆角矩形 5">
            <a:extLst>
              <a:ext uri="{FF2B5EF4-FFF2-40B4-BE49-F238E27FC236}">
                <a16:creationId xmlns:a16="http://schemas.microsoft.com/office/drawing/2014/main" xmlns="" id="{E1DA6E23-CD67-4DF9-9A9D-76BBA1819644}"/>
              </a:ext>
            </a:extLst>
          </p:cNvPr>
          <p:cNvSpPr/>
          <p:nvPr/>
        </p:nvSpPr>
        <p:spPr bwMode="gray">
          <a:xfrm>
            <a:off x="2558850" y="4537427"/>
            <a:ext cx="2019299" cy="368903"/>
          </a:xfrm>
          <a:prstGeom prst="roundRect">
            <a:avLst/>
          </a:prstGeom>
          <a:noFill/>
          <a:ln w="12700">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开放网络结构</a:t>
            </a:r>
          </a:p>
        </p:txBody>
      </p:sp>
      <p:sp>
        <p:nvSpPr>
          <p:cNvPr id="8" name="圆角矩形 5">
            <a:extLst>
              <a:ext uri="{FF2B5EF4-FFF2-40B4-BE49-F238E27FC236}">
                <a16:creationId xmlns:a16="http://schemas.microsoft.com/office/drawing/2014/main" xmlns="" id="{699AA71F-9650-46AB-95FB-9D994694A281}"/>
              </a:ext>
            </a:extLst>
          </p:cNvPr>
          <p:cNvSpPr/>
          <p:nvPr/>
        </p:nvSpPr>
        <p:spPr bwMode="gray">
          <a:xfrm>
            <a:off x="2558850" y="2704568"/>
            <a:ext cx="2019299" cy="368903"/>
          </a:xfrm>
          <a:prstGeom prst="roundRect">
            <a:avLst/>
          </a:prstGeom>
          <a:noFill/>
          <a:ln w="12700">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编程语言</a:t>
            </a:r>
          </a:p>
        </p:txBody>
      </p:sp>
      <p:sp>
        <p:nvSpPr>
          <p:cNvPr id="9" name="圆角矩形 5">
            <a:extLst>
              <a:ext uri="{FF2B5EF4-FFF2-40B4-BE49-F238E27FC236}">
                <a16:creationId xmlns:a16="http://schemas.microsoft.com/office/drawing/2014/main" xmlns="" id="{9437C3FF-4A09-47F4-A014-56C79E79162D}"/>
              </a:ext>
            </a:extLst>
          </p:cNvPr>
          <p:cNvSpPr/>
          <p:nvPr/>
        </p:nvSpPr>
        <p:spPr bwMode="gray">
          <a:xfrm>
            <a:off x="2558850" y="2093615"/>
            <a:ext cx="2019299" cy="368903"/>
          </a:xfrm>
          <a:prstGeom prst="roundRect">
            <a:avLst/>
          </a:prstGeom>
          <a:noFill/>
          <a:ln w="12700">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源代码管理</a:t>
            </a:r>
          </a:p>
        </p:txBody>
      </p:sp>
      <p:sp>
        <p:nvSpPr>
          <p:cNvPr id="2" name="文本框 1">
            <a:extLst>
              <a:ext uri="{FF2B5EF4-FFF2-40B4-BE49-F238E27FC236}">
                <a16:creationId xmlns:a16="http://schemas.microsoft.com/office/drawing/2014/main" xmlns="" id="{9BF996E1-6476-430C-8571-A0B862EEFFD7}"/>
              </a:ext>
            </a:extLst>
          </p:cNvPr>
          <p:cNvSpPr txBox="1"/>
          <p:nvPr/>
        </p:nvSpPr>
        <p:spPr bwMode="gray">
          <a:xfrm>
            <a:off x="5149649" y="2712048"/>
            <a:ext cx="2582758" cy="353943"/>
          </a:xfrm>
          <a:prstGeom prst="rect">
            <a:avLst/>
          </a:prstGeom>
          <a:noFill/>
        </p:spPr>
        <p:txBody>
          <a:bodyPr wrap="none" rtlCol="0">
            <a:spAutoFit/>
          </a:bodyPr>
          <a:lstStyle/>
          <a:p>
            <a:r>
              <a:rPr lang="zh-CN" altLang="en-US" sz="1700">
                <a:latin typeface="Huawei Sans" panose="020C0503030203020204" pitchFamily="34" charset="0"/>
                <a:ea typeface="方正兰亭黑简体" panose="02000000000000000000" pitchFamily="2" charset="-122"/>
                <a:sym typeface="Huawei Sans" panose="020C0503030203020204" pitchFamily="34" charset="0"/>
              </a:rPr>
              <a:t>掌握至少一种编程语言。</a:t>
            </a:r>
          </a:p>
        </p:txBody>
      </p:sp>
      <p:sp>
        <p:nvSpPr>
          <p:cNvPr id="10" name="文本框 9">
            <a:extLst>
              <a:ext uri="{FF2B5EF4-FFF2-40B4-BE49-F238E27FC236}">
                <a16:creationId xmlns:a16="http://schemas.microsoft.com/office/drawing/2014/main" xmlns="" id="{DCC4237C-0888-435A-847C-9E11B7063E31}"/>
              </a:ext>
            </a:extLst>
          </p:cNvPr>
          <p:cNvSpPr txBox="1"/>
          <p:nvPr/>
        </p:nvSpPr>
        <p:spPr bwMode="gray">
          <a:xfrm>
            <a:off x="5149649" y="2101095"/>
            <a:ext cx="4762842" cy="353943"/>
          </a:xfrm>
          <a:prstGeom prst="rect">
            <a:avLst/>
          </a:prstGeom>
          <a:noFill/>
        </p:spPr>
        <p:txBody>
          <a:bodyPr wrap="none" rtlCol="0">
            <a:spAutoFit/>
          </a:bodyPr>
          <a:lstStyle/>
          <a:p>
            <a:r>
              <a:rPr lang="zh-CN" altLang="en-US" sz="1700">
                <a:latin typeface="Huawei Sans" panose="020C0503030203020204" pitchFamily="34" charset="0"/>
                <a:ea typeface="方正兰亭黑简体" panose="02000000000000000000" pitchFamily="2" charset="-122"/>
                <a:sym typeface="Huawei Sans" panose="020C0503030203020204" pitchFamily="34" charset="0"/>
              </a:rPr>
              <a:t>源代码控制可以帮助开发人员管理和存储代码。</a:t>
            </a:r>
          </a:p>
        </p:txBody>
      </p:sp>
      <p:sp>
        <p:nvSpPr>
          <p:cNvPr id="11" name="文本框 10">
            <a:extLst>
              <a:ext uri="{FF2B5EF4-FFF2-40B4-BE49-F238E27FC236}">
                <a16:creationId xmlns:a16="http://schemas.microsoft.com/office/drawing/2014/main" xmlns="" id="{F32622EC-BC69-4126-85A7-5767FBA53CD5}"/>
              </a:ext>
            </a:extLst>
          </p:cNvPr>
          <p:cNvSpPr txBox="1"/>
          <p:nvPr/>
        </p:nvSpPr>
        <p:spPr bwMode="gray">
          <a:xfrm>
            <a:off x="5149649" y="4544907"/>
            <a:ext cx="3890809" cy="353943"/>
          </a:xfrm>
          <a:prstGeom prst="rect">
            <a:avLst/>
          </a:prstGeom>
          <a:noFill/>
        </p:spPr>
        <p:txBody>
          <a:bodyPr wrap="none" rtlCol="0">
            <a:spAutoFit/>
          </a:bodyPr>
          <a:lstStyle/>
          <a:p>
            <a:r>
              <a:rPr lang="zh-CN" altLang="en-US" sz="1700">
                <a:latin typeface="Huawei Sans" panose="020C0503030203020204" pitchFamily="34" charset="0"/>
                <a:ea typeface="方正兰亭黑简体" panose="02000000000000000000" pitchFamily="2" charset="-122"/>
                <a:sym typeface="Huawei Sans" panose="020C0503030203020204" pitchFamily="34" charset="0"/>
              </a:rPr>
              <a:t>掌握开放网络的数据结构和资源结构。</a:t>
            </a:r>
          </a:p>
        </p:txBody>
      </p:sp>
      <p:sp>
        <p:nvSpPr>
          <p:cNvPr id="12" name="文本框 11">
            <a:extLst>
              <a:ext uri="{FF2B5EF4-FFF2-40B4-BE49-F238E27FC236}">
                <a16:creationId xmlns:a16="http://schemas.microsoft.com/office/drawing/2014/main" xmlns="" id="{659BDC4B-B77F-4065-B2D7-8DFDCA98CA94}"/>
              </a:ext>
            </a:extLst>
          </p:cNvPr>
          <p:cNvSpPr txBox="1"/>
          <p:nvPr/>
        </p:nvSpPr>
        <p:spPr bwMode="gray">
          <a:xfrm>
            <a:off x="5149649" y="3933954"/>
            <a:ext cx="4326826" cy="353943"/>
          </a:xfrm>
          <a:prstGeom prst="rect">
            <a:avLst/>
          </a:prstGeom>
          <a:noFill/>
        </p:spPr>
        <p:txBody>
          <a:bodyPr wrap="none" rtlCol="0">
            <a:spAutoFit/>
          </a:bodyPr>
          <a:lstStyle/>
          <a:p>
            <a:r>
              <a:rPr lang="zh-CN" altLang="en-US" sz="1700" dirty="0">
                <a:latin typeface="Huawei Sans" panose="020C0503030203020204" pitchFamily="34" charset="0"/>
                <a:ea typeface="方正兰亭黑简体" panose="02000000000000000000" pitchFamily="2" charset="-122"/>
                <a:sym typeface="Huawei Sans" panose="020C0503030203020204" pitchFamily="34" charset="0"/>
              </a:rPr>
              <a:t>掌握基本的网络协议原理和网络工程技术。</a:t>
            </a:r>
          </a:p>
        </p:txBody>
      </p:sp>
      <p:sp>
        <p:nvSpPr>
          <p:cNvPr id="13" name="文本框 12">
            <a:extLst>
              <a:ext uri="{FF2B5EF4-FFF2-40B4-BE49-F238E27FC236}">
                <a16:creationId xmlns:a16="http://schemas.microsoft.com/office/drawing/2014/main" xmlns="" id="{DAADBE7F-53AD-4606-963D-331803F8A014}"/>
              </a:ext>
            </a:extLst>
          </p:cNvPr>
          <p:cNvSpPr txBox="1"/>
          <p:nvPr/>
        </p:nvSpPr>
        <p:spPr bwMode="gray">
          <a:xfrm>
            <a:off x="5149649" y="3323001"/>
            <a:ext cx="3454792" cy="353943"/>
          </a:xfrm>
          <a:prstGeom prst="rect">
            <a:avLst/>
          </a:prstGeom>
          <a:noFill/>
        </p:spPr>
        <p:txBody>
          <a:bodyPr wrap="none" rtlCol="0">
            <a:spAutoFit/>
          </a:bodyPr>
          <a:lstStyle/>
          <a:p>
            <a:r>
              <a:rPr lang="zh-CN" altLang="en-US" sz="1700">
                <a:latin typeface="Huawei Sans" panose="020C0503030203020204" pitchFamily="34" charset="0"/>
                <a:ea typeface="方正兰亭黑简体" panose="02000000000000000000" pitchFamily="2" charset="-122"/>
                <a:sym typeface="Huawei Sans" panose="020C0503030203020204" pitchFamily="34" charset="0"/>
              </a:rPr>
              <a:t>了解操作系统的基本原理和机制。</a:t>
            </a:r>
          </a:p>
        </p:txBody>
      </p:sp>
      <p:sp>
        <p:nvSpPr>
          <p:cNvPr id="14" name="圆角矩形 5">
            <a:extLst>
              <a:ext uri="{FF2B5EF4-FFF2-40B4-BE49-F238E27FC236}">
                <a16:creationId xmlns:a16="http://schemas.microsoft.com/office/drawing/2014/main" xmlns="" id="{4E1657BB-B03A-4926-BDFD-C47C99337827}"/>
              </a:ext>
            </a:extLst>
          </p:cNvPr>
          <p:cNvSpPr/>
          <p:nvPr/>
        </p:nvSpPr>
        <p:spPr bwMode="gray">
          <a:xfrm>
            <a:off x="2558850" y="5148379"/>
            <a:ext cx="2019299" cy="368903"/>
          </a:xfrm>
          <a:prstGeom prst="roundRect">
            <a:avLst/>
          </a:prstGeom>
          <a:noFill/>
          <a:ln w="12700">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其他专业知识</a:t>
            </a:r>
          </a:p>
        </p:txBody>
      </p:sp>
      <p:sp>
        <p:nvSpPr>
          <p:cNvPr id="15" name="文本框 14">
            <a:extLst>
              <a:ext uri="{FF2B5EF4-FFF2-40B4-BE49-F238E27FC236}">
                <a16:creationId xmlns:a16="http://schemas.microsoft.com/office/drawing/2014/main" xmlns="" id="{D0DF75A3-7D3D-49FF-880C-8CF29D0945FA}"/>
              </a:ext>
            </a:extLst>
          </p:cNvPr>
          <p:cNvSpPr txBox="1"/>
          <p:nvPr/>
        </p:nvSpPr>
        <p:spPr bwMode="gray">
          <a:xfrm>
            <a:off x="5149649" y="5155859"/>
            <a:ext cx="3672800" cy="353943"/>
          </a:xfrm>
          <a:prstGeom prst="rect">
            <a:avLst/>
          </a:prstGeom>
          <a:noFill/>
        </p:spPr>
        <p:txBody>
          <a:bodyPr wrap="none" rtlCol="0">
            <a:spAutoFit/>
          </a:bodyPr>
          <a:lstStyle/>
          <a:p>
            <a:r>
              <a:rPr lang="zh-CN" altLang="en-US" sz="1700">
                <a:latin typeface="Huawei Sans" panose="020C0503030203020204" pitchFamily="34" charset="0"/>
                <a:ea typeface="方正兰亭黑简体" panose="02000000000000000000" pitchFamily="2" charset="-122"/>
                <a:sym typeface="Huawei Sans" panose="020C0503030203020204" pitchFamily="34" charset="0"/>
              </a:rPr>
              <a:t>其他相关专业知识，例如数据库等。</a:t>
            </a:r>
          </a:p>
        </p:txBody>
      </p:sp>
    </p:spTree>
    <p:extLst>
      <p:ext uri="{BB962C8B-B14F-4D97-AF65-F5344CB8AC3E}">
        <p14:creationId xmlns:p14="http://schemas.microsoft.com/office/powerpoint/2010/main" val="365247943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bwMode="gray"/>
        <p:txBody>
          <a:bodyPr/>
          <a:lstStyle/>
          <a:p>
            <a:r>
              <a:rPr lang="zh-CN" altLang="en-US" dirty="0" smtClean="0">
                <a:solidFill>
                  <a:schemeClr val="bg1">
                    <a:lumMod val="50000"/>
                  </a:schemeClr>
                </a:solidFill>
                <a:sym typeface="Huawei Sans" panose="020C0503030203020204" pitchFamily="34" charset="0"/>
              </a:rPr>
              <a:t>网络编程与自动化概述</a:t>
            </a:r>
            <a:endParaRPr lang="en-US" altLang="zh-CN" dirty="0" smtClean="0">
              <a:solidFill>
                <a:schemeClr val="bg1">
                  <a:lumMod val="50000"/>
                </a:schemeClr>
              </a:solidFill>
              <a:sym typeface="Huawei Sans" panose="020C0503030203020204" pitchFamily="34" charset="0"/>
            </a:endParaRPr>
          </a:p>
          <a:p>
            <a:r>
              <a:rPr lang="zh-CN" altLang="en-US" dirty="0" smtClean="0">
                <a:solidFill>
                  <a:schemeClr val="bg1">
                    <a:lumMod val="50000"/>
                  </a:schemeClr>
                </a:solidFill>
                <a:sym typeface="Huawei Sans" panose="020C0503030203020204" pitchFamily="34" charset="0"/>
              </a:rPr>
              <a:t>网络自动化开发工程师</a:t>
            </a:r>
            <a:endParaRPr lang="en-US" altLang="zh-CN" dirty="0" smtClean="0">
              <a:solidFill>
                <a:schemeClr val="bg1">
                  <a:lumMod val="50000"/>
                </a:schemeClr>
              </a:solidFill>
              <a:sym typeface="Huawei Sans" panose="020C0503030203020204" pitchFamily="34" charset="0"/>
            </a:endParaRPr>
          </a:p>
          <a:p>
            <a:r>
              <a:rPr lang="zh-CN" altLang="en-US" b="1" dirty="0" smtClean="0">
                <a:sym typeface="Huawei Sans" panose="020C0503030203020204" pitchFamily="34" charset="0"/>
              </a:rPr>
              <a:t>网络自动化的分类</a:t>
            </a:r>
            <a:endParaRPr lang="en-US" altLang="zh-CN" b="1" dirty="0" smtClean="0">
              <a:sym typeface="Huawei Sans" panose="020C0503030203020204" pitchFamily="34" charset="0"/>
            </a:endParaRPr>
          </a:p>
          <a:p>
            <a:r>
              <a:rPr lang="zh-CN" altLang="en-US" dirty="0" smtClean="0">
                <a:solidFill>
                  <a:schemeClr val="bg1">
                    <a:lumMod val="50000"/>
                  </a:schemeClr>
                </a:solidFill>
                <a:sym typeface="Huawei Sans" panose="020C0503030203020204" pitchFamily="34" charset="0"/>
              </a:rPr>
              <a:t>网络人工智能概述</a:t>
            </a:r>
            <a:endParaRPr lang="en-US" altLang="zh-CN" dirty="0">
              <a:solidFill>
                <a:schemeClr val="bg1">
                  <a:lumMod val="50000"/>
                </a:schemeClr>
              </a:solidFill>
              <a:sym typeface="Huawei Sans" panose="020C0503030203020204" pitchFamily="34" charset="0"/>
            </a:endParaRPr>
          </a:p>
        </p:txBody>
      </p:sp>
    </p:spTree>
    <p:extLst>
      <p:ext uri="{BB962C8B-B14F-4D97-AF65-F5344CB8AC3E}">
        <p14:creationId xmlns:p14="http://schemas.microsoft.com/office/powerpoint/2010/main" val="132686047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矩形 30">
            <a:extLst>
              <a:ext uri="{FF2B5EF4-FFF2-40B4-BE49-F238E27FC236}">
                <a16:creationId xmlns:a16="http://schemas.microsoft.com/office/drawing/2014/main" xmlns="" id="{16DD76A3-A4CC-4987-B3D5-E1D8414330AC}"/>
              </a:ext>
            </a:extLst>
          </p:cNvPr>
          <p:cNvSpPr/>
          <p:nvPr/>
        </p:nvSpPr>
        <p:spPr bwMode="gray">
          <a:xfrm>
            <a:off x="1021280" y="3085428"/>
            <a:ext cx="7647708" cy="677768"/>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 name="标题 1">
            <a:extLst>
              <a:ext uri="{FF2B5EF4-FFF2-40B4-BE49-F238E27FC236}">
                <a16:creationId xmlns:a16="http://schemas.microsoft.com/office/drawing/2014/main" xmlns="" id="{F58EE0FB-FD09-4F46-81A8-462BF0A14171}"/>
              </a:ext>
            </a:extLst>
          </p:cNvPr>
          <p:cNvSpPr>
            <a:spLocks noGrp="1"/>
          </p:cNvSpPr>
          <p:nvPr>
            <p:ph type="title"/>
          </p:nvPr>
        </p:nvSpPr>
        <p:spPr bwMode="gray"/>
        <p:txBody>
          <a:bodyPr/>
          <a:lstStyle/>
          <a:p>
            <a:r>
              <a:rPr lang="zh-CN" altLang="en-US" smtClean="0">
                <a:sym typeface="Huawei Sans" panose="020C0503030203020204" pitchFamily="34" charset="0"/>
              </a:rPr>
              <a:t>设备开放可编程</a:t>
            </a:r>
            <a:endParaRPr lang="zh-CN" altLang="en-US">
              <a:sym typeface="Huawei Sans" panose="020C0503030203020204" pitchFamily="34" charset="0"/>
            </a:endParaRPr>
          </a:p>
        </p:txBody>
      </p:sp>
      <p:sp>
        <p:nvSpPr>
          <p:cNvPr id="7" name="文本占位符 6"/>
          <p:cNvSpPr>
            <a:spLocks noGrp="1"/>
          </p:cNvSpPr>
          <p:nvPr>
            <p:ph type="body" sz="quarter" idx="10"/>
          </p:nvPr>
        </p:nvSpPr>
        <p:spPr bwMode="gray"/>
        <p:txBody>
          <a:bodyPr/>
          <a:lstStyle/>
          <a:p>
            <a:r>
              <a:rPr lang="zh-CN" altLang="en-US" sz="1800" dirty="0">
                <a:sym typeface="Huawei Sans" panose="020C0503030203020204" pitchFamily="34" charset="0"/>
              </a:rPr>
              <a:t>设备开放可编程定位于指导工程师根据设备开放</a:t>
            </a:r>
            <a:r>
              <a:rPr lang="zh-CN" altLang="en-US" sz="1800" dirty="0" smtClean="0">
                <a:sym typeface="Huawei Sans" panose="020C0503030203020204" pitchFamily="34" charset="0"/>
              </a:rPr>
              <a:t>能力进行编程从而实现</a:t>
            </a:r>
            <a:r>
              <a:rPr lang="zh-CN" altLang="en-US" sz="1800" dirty="0">
                <a:sym typeface="Huawei Sans" panose="020C0503030203020204" pitchFamily="34" charset="0"/>
              </a:rPr>
              <a:t>网络自动化。</a:t>
            </a:r>
          </a:p>
          <a:p>
            <a:r>
              <a:rPr lang="zh-CN" altLang="en-US" sz="1800" dirty="0">
                <a:sym typeface="Huawei Sans" panose="020C0503030203020204" pitchFamily="34" charset="0"/>
              </a:rPr>
              <a:t>华为网络设备的开放能力如下图所</a:t>
            </a:r>
            <a:r>
              <a:rPr lang="zh-CN" altLang="en-US" sz="1800" dirty="0" smtClean="0">
                <a:sym typeface="Huawei Sans" panose="020C0503030203020204" pitchFamily="34" charset="0"/>
              </a:rPr>
              <a:t>示。</a:t>
            </a:r>
            <a:endParaRPr lang="zh-CN" altLang="en-US" sz="1800" dirty="0">
              <a:sym typeface="Huawei Sans" panose="020C0503030203020204" pitchFamily="34" charset="0"/>
            </a:endParaRPr>
          </a:p>
          <a:p>
            <a:endParaRPr lang="zh-CN" altLang="en-US" sz="1800" dirty="0">
              <a:sym typeface="Huawei Sans" panose="020C0503030203020204" pitchFamily="34" charset="0"/>
            </a:endParaRPr>
          </a:p>
        </p:txBody>
      </p:sp>
      <p:sp>
        <p:nvSpPr>
          <p:cNvPr id="4" name="矩形 3">
            <a:extLst>
              <a:ext uri="{FF2B5EF4-FFF2-40B4-BE49-F238E27FC236}">
                <a16:creationId xmlns:a16="http://schemas.microsoft.com/office/drawing/2014/main" xmlns="" id="{5CB8FAD0-8B8F-43A2-94BD-0EFBC9EA7515}"/>
              </a:ext>
            </a:extLst>
          </p:cNvPr>
          <p:cNvSpPr/>
          <p:nvPr/>
        </p:nvSpPr>
        <p:spPr bwMode="gray">
          <a:xfrm>
            <a:off x="4377144" y="2034967"/>
            <a:ext cx="2688670" cy="1009261"/>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 name="文本框 7">
            <a:extLst>
              <a:ext uri="{FF2B5EF4-FFF2-40B4-BE49-F238E27FC236}">
                <a16:creationId xmlns:a16="http://schemas.microsoft.com/office/drawing/2014/main" xmlns="" id="{89F25998-AE9C-4536-9022-C33318562EC8}"/>
              </a:ext>
            </a:extLst>
          </p:cNvPr>
          <p:cNvSpPr txBox="1"/>
          <p:nvPr/>
        </p:nvSpPr>
        <p:spPr bwMode="gray">
          <a:xfrm>
            <a:off x="4553823" y="2529386"/>
            <a:ext cx="2500120" cy="538609"/>
          </a:xfrm>
          <a:prstGeom prst="rect">
            <a:avLst/>
          </a:prstGeom>
          <a:noFill/>
        </p:spPr>
        <p:txBody>
          <a:bodyPr wrap="square" rtlCol="0">
            <a:spAutoFit/>
          </a:bodyPr>
          <a:lstStyle/>
          <a:p>
            <a:r>
              <a:rPr lang="en-US" altLang="zh-CN" sz="1500" b="1"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500" b="1" dirty="0" err="1">
                <a:latin typeface="Huawei Sans" panose="020C0503030203020204" pitchFamily="34" charset="0"/>
                <a:ea typeface="方正兰亭黑简体" panose="02000000000000000000" pitchFamily="2" charset="-122"/>
                <a:sym typeface="Huawei Sans" panose="020C0503030203020204" pitchFamily="34" charset="0"/>
              </a:rPr>
              <a:t>usr</a:t>
            </a:r>
            <a:r>
              <a:rPr lang="en-US" altLang="zh-CN" sz="1500" b="1" dirty="0">
                <a:latin typeface="Huawei Sans" panose="020C0503030203020204" pitchFamily="34" charset="0"/>
                <a:ea typeface="方正兰亭黑简体" panose="02000000000000000000" pitchFamily="2" charset="-122"/>
                <a:sym typeface="Huawei Sans" panose="020C0503030203020204" pitchFamily="34" charset="0"/>
              </a:rPr>
              <a:t>/bin/</a:t>
            </a:r>
            <a:r>
              <a:rPr lang="en-US" altLang="zh-CN" sz="1500" b="1" dirty="0" err="1">
                <a:latin typeface="Huawei Sans" panose="020C0503030203020204" pitchFamily="34" charset="0"/>
                <a:ea typeface="方正兰亭黑简体" panose="02000000000000000000" pitchFamily="2" charset="-122"/>
                <a:sym typeface="Huawei Sans" panose="020C0503030203020204" pitchFamily="34" charset="0"/>
              </a:rPr>
              <a:t>env</a:t>
            </a:r>
            <a:r>
              <a:rPr lang="en-US" altLang="zh-CN" sz="1500" b="1" dirty="0">
                <a:latin typeface="Huawei Sans" panose="020C0503030203020204" pitchFamily="34" charset="0"/>
                <a:ea typeface="方正兰亭黑简体" panose="02000000000000000000" pitchFamily="2" charset="-122"/>
                <a:sym typeface="Huawei Sans" panose="020C0503030203020204" pitchFamily="34" charset="0"/>
              </a:rPr>
              <a:t> python</a:t>
            </a:r>
          </a:p>
          <a:p>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a:t>
            </a:r>
          </a:p>
        </p:txBody>
      </p:sp>
      <p:pic>
        <p:nvPicPr>
          <p:cNvPr id="9" name="图片 8" descr="PC.png">
            <a:extLst>
              <a:ext uri="{FF2B5EF4-FFF2-40B4-BE49-F238E27FC236}">
                <a16:creationId xmlns:a16="http://schemas.microsoft.com/office/drawing/2014/main" xmlns="" id="{9483D891-9DA7-4CA3-81E6-D354C3C1F031}"/>
              </a:ext>
            </a:extLst>
          </p:cNvPr>
          <p:cNvPicPr>
            <a:picLocks noChangeAspect="1"/>
          </p:cNvPicPr>
          <p:nvPr/>
        </p:nvPicPr>
        <p:blipFill>
          <a:blip r:embed="rId3" cstate="print"/>
          <a:stretch>
            <a:fillRect/>
          </a:stretch>
        </p:blipFill>
        <p:spPr bwMode="gray">
          <a:xfrm>
            <a:off x="7028582" y="2723708"/>
            <a:ext cx="612140" cy="470123"/>
          </a:xfrm>
          <a:prstGeom prst="rect">
            <a:avLst/>
          </a:prstGeom>
        </p:spPr>
      </p:pic>
      <p:sp>
        <p:nvSpPr>
          <p:cNvPr id="10" name="文本框 9">
            <a:extLst>
              <a:ext uri="{FF2B5EF4-FFF2-40B4-BE49-F238E27FC236}">
                <a16:creationId xmlns:a16="http://schemas.microsoft.com/office/drawing/2014/main" xmlns="" id="{091805B5-5202-4BE7-8586-7723B8E76B57}"/>
              </a:ext>
            </a:extLst>
          </p:cNvPr>
          <p:cNvSpPr txBox="1"/>
          <p:nvPr/>
        </p:nvSpPr>
        <p:spPr bwMode="gray">
          <a:xfrm>
            <a:off x="4553823" y="2138959"/>
            <a:ext cx="1388871" cy="338554"/>
          </a:xfrm>
          <a:prstGeom prst="rect">
            <a:avLst/>
          </a:prstGeom>
          <a:noFill/>
        </p:spPr>
        <p:txBody>
          <a:bodyPr wrap="square" rtlCol="0">
            <a:spAutoFit/>
          </a:bodyPr>
          <a:lstStyle/>
          <a:p>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Python</a:t>
            </a:r>
            <a:r>
              <a:rPr lang="zh-CN" altLang="en-US" sz="1600">
                <a:latin typeface="Huawei Sans" panose="020C0503030203020204" pitchFamily="34" charset="0"/>
                <a:ea typeface="方正兰亭黑简体" panose="02000000000000000000" pitchFamily="2" charset="-122"/>
                <a:sym typeface="Huawei Sans" panose="020C0503030203020204" pitchFamily="34" charset="0"/>
              </a:rPr>
              <a:t>代码</a:t>
            </a:r>
          </a:p>
        </p:txBody>
      </p:sp>
      <p:sp>
        <p:nvSpPr>
          <p:cNvPr id="11" name="矩形 10">
            <a:extLst>
              <a:ext uri="{FF2B5EF4-FFF2-40B4-BE49-F238E27FC236}">
                <a16:creationId xmlns:a16="http://schemas.microsoft.com/office/drawing/2014/main" xmlns="" id="{47072F42-85BA-4BA1-8291-E9459DEA6F0D}"/>
              </a:ext>
            </a:extLst>
          </p:cNvPr>
          <p:cNvSpPr/>
          <p:nvPr/>
        </p:nvSpPr>
        <p:spPr bwMode="gray">
          <a:xfrm>
            <a:off x="1021278" y="5144313"/>
            <a:ext cx="10070275" cy="77570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 name="文本框 11">
            <a:extLst>
              <a:ext uri="{FF2B5EF4-FFF2-40B4-BE49-F238E27FC236}">
                <a16:creationId xmlns:a16="http://schemas.microsoft.com/office/drawing/2014/main" xmlns="" id="{95CC0AAF-2791-4030-8E1A-8867CA1ADFA5}"/>
              </a:ext>
            </a:extLst>
          </p:cNvPr>
          <p:cNvSpPr txBox="1"/>
          <p:nvPr/>
        </p:nvSpPr>
        <p:spPr bwMode="gray">
          <a:xfrm>
            <a:off x="1536263" y="5368536"/>
            <a:ext cx="1107996" cy="369332"/>
          </a:xfrm>
          <a:prstGeom prst="rect">
            <a:avLst/>
          </a:prstGeom>
          <a:noFill/>
        </p:spPr>
        <p:txBody>
          <a:bodyPr wrap="none" rtlCol="0">
            <a:spAutoFit/>
          </a:bodyPr>
          <a:lstStyle/>
          <a:p>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网络设备</a:t>
            </a:r>
          </a:p>
        </p:txBody>
      </p:sp>
      <p:sp>
        <p:nvSpPr>
          <p:cNvPr id="13" name="箭头: 上下 12">
            <a:extLst>
              <a:ext uri="{FF2B5EF4-FFF2-40B4-BE49-F238E27FC236}">
                <a16:creationId xmlns:a16="http://schemas.microsoft.com/office/drawing/2014/main" xmlns="" id="{18EE7ECF-3767-4519-8C54-34C35E57CA84}"/>
              </a:ext>
            </a:extLst>
          </p:cNvPr>
          <p:cNvSpPr/>
          <p:nvPr/>
        </p:nvSpPr>
        <p:spPr bwMode="gray">
          <a:xfrm>
            <a:off x="1662544" y="3968656"/>
            <a:ext cx="308758" cy="1060393"/>
          </a:xfrm>
          <a:prstGeom prst="upDownArrow">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 name="文本框 13">
            <a:extLst>
              <a:ext uri="{FF2B5EF4-FFF2-40B4-BE49-F238E27FC236}">
                <a16:creationId xmlns:a16="http://schemas.microsoft.com/office/drawing/2014/main" xmlns="" id="{B1D8310B-DCAB-4134-835A-008F94AFFAEE}"/>
              </a:ext>
            </a:extLst>
          </p:cNvPr>
          <p:cNvSpPr txBox="1"/>
          <p:nvPr/>
        </p:nvSpPr>
        <p:spPr bwMode="gray">
          <a:xfrm>
            <a:off x="1971302" y="4314186"/>
            <a:ext cx="1018227" cy="369332"/>
          </a:xfrm>
          <a:prstGeom prst="rect">
            <a:avLst/>
          </a:prstGeom>
          <a:noFill/>
        </p:spPr>
        <p:txBody>
          <a:bodyPr wrap="none" rtlCol="0">
            <a:spAutoFit/>
          </a:bodyPr>
          <a:lstStyle/>
          <a:p>
            <a:r>
              <a:rPr lang="en-US" altLang="zh-CN">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CLI/SSH</a:t>
            </a:r>
            <a:endParaRPr lang="zh-CN" altLang="en-US">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 name="箭头: 上下 14">
            <a:extLst>
              <a:ext uri="{FF2B5EF4-FFF2-40B4-BE49-F238E27FC236}">
                <a16:creationId xmlns:a16="http://schemas.microsoft.com/office/drawing/2014/main" xmlns="" id="{725B6D5F-7A7A-4A0D-8036-3C20A2DD2817}"/>
              </a:ext>
            </a:extLst>
          </p:cNvPr>
          <p:cNvSpPr/>
          <p:nvPr/>
        </p:nvSpPr>
        <p:spPr bwMode="gray">
          <a:xfrm>
            <a:off x="3290946" y="3968656"/>
            <a:ext cx="308758" cy="1060393"/>
          </a:xfrm>
          <a:prstGeom prst="upDownArrow">
            <a:avLst/>
          </a:prstGeom>
          <a:solidFill>
            <a:srgbClr val="BEE9EE"/>
          </a:solidFill>
          <a:ln>
            <a:solidFill>
              <a:srgbClr val="94D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 name="文本框 15">
            <a:extLst>
              <a:ext uri="{FF2B5EF4-FFF2-40B4-BE49-F238E27FC236}">
                <a16:creationId xmlns:a16="http://schemas.microsoft.com/office/drawing/2014/main" xmlns="" id="{781194F3-E110-4A2D-85C2-DE3825777BA2}"/>
              </a:ext>
            </a:extLst>
          </p:cNvPr>
          <p:cNvSpPr txBox="1"/>
          <p:nvPr/>
        </p:nvSpPr>
        <p:spPr bwMode="gray">
          <a:xfrm>
            <a:off x="3599704" y="4314186"/>
            <a:ext cx="830677" cy="369332"/>
          </a:xfrm>
          <a:prstGeom prst="rect">
            <a:avLst/>
          </a:prstGeom>
          <a:noFill/>
        </p:spPr>
        <p:txBody>
          <a:bodyPr wrap="none" rtlCol="0">
            <a:spAutoFit/>
          </a:bodyPr>
          <a:lstStyle/>
          <a:p>
            <a:r>
              <a:rPr lang="en-US" altLang="zh-CN"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SNMP</a:t>
            </a:r>
            <a:endParaRPr lang="zh-CN" altLang="en-US"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 name="箭头: 上下 16">
            <a:extLst>
              <a:ext uri="{FF2B5EF4-FFF2-40B4-BE49-F238E27FC236}">
                <a16:creationId xmlns:a16="http://schemas.microsoft.com/office/drawing/2014/main" xmlns="" id="{00B6710A-EBF1-44D6-A882-A6D88870379B}"/>
              </a:ext>
            </a:extLst>
          </p:cNvPr>
          <p:cNvSpPr/>
          <p:nvPr/>
        </p:nvSpPr>
        <p:spPr bwMode="gray">
          <a:xfrm>
            <a:off x="4634344" y="3968656"/>
            <a:ext cx="308758" cy="1060393"/>
          </a:xfrm>
          <a:prstGeom prst="upDownArrow">
            <a:avLst/>
          </a:prstGeom>
          <a:solidFill>
            <a:srgbClr val="8BC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 name="文本框 17">
            <a:extLst>
              <a:ext uri="{FF2B5EF4-FFF2-40B4-BE49-F238E27FC236}">
                <a16:creationId xmlns:a16="http://schemas.microsoft.com/office/drawing/2014/main" xmlns="" id="{8CD97208-9A7C-4150-9EB9-ED6456F2BE76}"/>
              </a:ext>
            </a:extLst>
          </p:cNvPr>
          <p:cNvSpPr txBox="1"/>
          <p:nvPr/>
        </p:nvSpPr>
        <p:spPr bwMode="gray">
          <a:xfrm>
            <a:off x="4943102" y="4314186"/>
            <a:ext cx="1237839" cy="369332"/>
          </a:xfrm>
          <a:prstGeom prst="rect">
            <a:avLst/>
          </a:prstGeom>
          <a:noFill/>
        </p:spPr>
        <p:txBody>
          <a:bodyPr wrap="none" rtlCol="0">
            <a:spAutoFit/>
          </a:bodyPr>
          <a:lstStyle/>
          <a:p>
            <a:r>
              <a:rPr lang="en-US" altLang="zh-CN">
                <a:solidFill>
                  <a:schemeClr val="accent3">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NETCONF</a:t>
            </a:r>
            <a:endParaRPr lang="zh-CN" altLang="en-US">
              <a:solidFill>
                <a:schemeClr val="accent3">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 name="箭头: 上下 18">
            <a:extLst>
              <a:ext uri="{FF2B5EF4-FFF2-40B4-BE49-F238E27FC236}">
                <a16:creationId xmlns:a16="http://schemas.microsoft.com/office/drawing/2014/main" xmlns="" id="{F8E98A89-D6FF-4561-8927-C31D450013BC}"/>
              </a:ext>
            </a:extLst>
          </p:cNvPr>
          <p:cNvSpPr/>
          <p:nvPr/>
        </p:nvSpPr>
        <p:spPr bwMode="gray">
          <a:xfrm>
            <a:off x="6143996" y="3968656"/>
            <a:ext cx="308758" cy="1060393"/>
          </a:xfrm>
          <a:prstGeom prst="upDownArrow">
            <a:avLst/>
          </a:prstGeom>
          <a:solidFill>
            <a:srgbClr val="8BC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 name="文本框 19">
            <a:extLst>
              <a:ext uri="{FF2B5EF4-FFF2-40B4-BE49-F238E27FC236}">
                <a16:creationId xmlns:a16="http://schemas.microsoft.com/office/drawing/2014/main" xmlns="" id="{9126D35B-15D2-4C2B-8237-D03D8CBCF933}"/>
              </a:ext>
            </a:extLst>
          </p:cNvPr>
          <p:cNvSpPr txBox="1"/>
          <p:nvPr/>
        </p:nvSpPr>
        <p:spPr bwMode="gray">
          <a:xfrm>
            <a:off x="6452754" y="4314186"/>
            <a:ext cx="1326004" cy="369332"/>
          </a:xfrm>
          <a:prstGeom prst="rect">
            <a:avLst/>
          </a:prstGeom>
          <a:noFill/>
        </p:spPr>
        <p:txBody>
          <a:bodyPr wrap="none" rtlCol="0">
            <a:spAutoFit/>
          </a:bodyPr>
          <a:lstStyle/>
          <a:p>
            <a:r>
              <a:rPr lang="en-US" altLang="zh-CN">
                <a:solidFill>
                  <a:schemeClr val="accent3">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RESTCONF</a:t>
            </a:r>
            <a:endParaRPr lang="zh-CN" altLang="en-US">
              <a:solidFill>
                <a:schemeClr val="accent3">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 name="箭头: 上下 20">
            <a:extLst>
              <a:ext uri="{FF2B5EF4-FFF2-40B4-BE49-F238E27FC236}">
                <a16:creationId xmlns:a16="http://schemas.microsoft.com/office/drawing/2014/main" xmlns="" id="{F6FC1164-7C95-4E33-86E8-52C25C6C9C92}"/>
              </a:ext>
            </a:extLst>
          </p:cNvPr>
          <p:cNvSpPr/>
          <p:nvPr/>
        </p:nvSpPr>
        <p:spPr bwMode="gray">
          <a:xfrm>
            <a:off x="7789313" y="3968656"/>
            <a:ext cx="308758" cy="1060393"/>
          </a:xfrm>
          <a:prstGeom prst="upDownArrow">
            <a:avLst/>
          </a:prstGeom>
          <a:solidFill>
            <a:srgbClr val="8BC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 name="文本框 21">
            <a:extLst>
              <a:ext uri="{FF2B5EF4-FFF2-40B4-BE49-F238E27FC236}">
                <a16:creationId xmlns:a16="http://schemas.microsoft.com/office/drawing/2014/main" xmlns="" id="{C837E067-2C17-4CF7-9CDA-C06B4FA4B683}"/>
              </a:ext>
            </a:extLst>
          </p:cNvPr>
          <p:cNvSpPr txBox="1"/>
          <p:nvPr/>
        </p:nvSpPr>
        <p:spPr bwMode="gray">
          <a:xfrm>
            <a:off x="8098071" y="4314186"/>
            <a:ext cx="1234633" cy="369332"/>
          </a:xfrm>
          <a:prstGeom prst="rect">
            <a:avLst/>
          </a:prstGeom>
          <a:noFill/>
        </p:spPr>
        <p:txBody>
          <a:bodyPr wrap="none" rtlCol="0">
            <a:spAutoFit/>
          </a:bodyPr>
          <a:lstStyle/>
          <a:p>
            <a:r>
              <a:rPr lang="en-US" altLang="zh-CN">
                <a:solidFill>
                  <a:schemeClr val="accent3">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Telemetry</a:t>
            </a:r>
            <a:endParaRPr lang="zh-CN" altLang="en-US">
              <a:solidFill>
                <a:schemeClr val="accent3">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 name="矩形: 圆角 22">
            <a:extLst>
              <a:ext uri="{FF2B5EF4-FFF2-40B4-BE49-F238E27FC236}">
                <a16:creationId xmlns:a16="http://schemas.microsoft.com/office/drawing/2014/main" xmlns="" id="{95C3D61C-D474-4728-8489-272CFF9FDC65}"/>
              </a:ext>
            </a:extLst>
          </p:cNvPr>
          <p:cNvSpPr/>
          <p:nvPr/>
        </p:nvSpPr>
        <p:spPr bwMode="gray">
          <a:xfrm>
            <a:off x="3023670" y="5289893"/>
            <a:ext cx="1659579" cy="545441"/>
          </a:xfrm>
          <a:prstGeom prst="round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 name="文本框 23">
            <a:extLst>
              <a:ext uri="{FF2B5EF4-FFF2-40B4-BE49-F238E27FC236}">
                <a16:creationId xmlns:a16="http://schemas.microsoft.com/office/drawing/2014/main" xmlns="" id="{FC371BAA-69C5-46BD-81BF-CFD954DAE18A}"/>
              </a:ext>
            </a:extLst>
          </p:cNvPr>
          <p:cNvSpPr txBox="1"/>
          <p:nvPr/>
        </p:nvSpPr>
        <p:spPr bwMode="gray">
          <a:xfrm>
            <a:off x="3485527" y="5389823"/>
            <a:ext cx="604653" cy="369332"/>
          </a:xfrm>
          <a:prstGeom prst="rect">
            <a:avLst/>
          </a:prstGeom>
          <a:noFill/>
        </p:spPr>
        <p:txBody>
          <a:bodyPr wrap="none" rtlCol="0">
            <a:spAutoFit/>
          </a:bodyPr>
          <a:lstStyle/>
          <a:p>
            <a:r>
              <a:rPr lang="en-US" altLang="zh-CN">
                <a:latin typeface="Huawei Sans" panose="020C0503030203020204" pitchFamily="34" charset="0"/>
                <a:ea typeface="方正兰亭黑简体" panose="02000000000000000000" pitchFamily="2" charset="-122"/>
                <a:sym typeface="Huawei Sans" panose="020C0503030203020204" pitchFamily="34" charset="0"/>
              </a:rPr>
              <a:t>MIB</a:t>
            </a: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矩形: 圆角 24">
            <a:extLst>
              <a:ext uri="{FF2B5EF4-FFF2-40B4-BE49-F238E27FC236}">
                <a16:creationId xmlns:a16="http://schemas.microsoft.com/office/drawing/2014/main" xmlns="" id="{71F2341D-D928-48D1-944D-0B5F42CCBBF3}"/>
              </a:ext>
            </a:extLst>
          </p:cNvPr>
          <p:cNvSpPr/>
          <p:nvPr/>
        </p:nvSpPr>
        <p:spPr bwMode="gray">
          <a:xfrm>
            <a:off x="4967286" y="5289893"/>
            <a:ext cx="1659579" cy="545441"/>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 name="文本框 25">
            <a:extLst>
              <a:ext uri="{FF2B5EF4-FFF2-40B4-BE49-F238E27FC236}">
                <a16:creationId xmlns:a16="http://schemas.microsoft.com/office/drawing/2014/main" xmlns="" id="{26AC1B13-F709-4189-AFB7-9241BFB8997B}"/>
              </a:ext>
            </a:extLst>
          </p:cNvPr>
          <p:cNvSpPr txBox="1"/>
          <p:nvPr/>
        </p:nvSpPr>
        <p:spPr bwMode="gray">
          <a:xfrm>
            <a:off x="5429143" y="5389823"/>
            <a:ext cx="806631" cy="369332"/>
          </a:xfrm>
          <a:prstGeom prst="rect">
            <a:avLst/>
          </a:prstGeom>
          <a:noFill/>
        </p:spPr>
        <p:txBody>
          <a:bodyPr wrap="none" rtlCol="0">
            <a:spAutoFit/>
          </a:bodyPr>
          <a:lstStyle/>
          <a:p>
            <a:r>
              <a:rPr lang="en-US" altLang="zh-CN">
                <a:latin typeface="Huawei Sans" panose="020C0503030203020204" pitchFamily="34" charset="0"/>
                <a:ea typeface="方正兰亭黑简体" panose="02000000000000000000" pitchFamily="2" charset="-122"/>
                <a:sym typeface="Huawei Sans" panose="020C0503030203020204" pitchFamily="34" charset="0"/>
              </a:rPr>
              <a:t>YANG</a:t>
            </a: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 name="矩形: 圆角 26">
            <a:extLst>
              <a:ext uri="{FF2B5EF4-FFF2-40B4-BE49-F238E27FC236}">
                <a16:creationId xmlns:a16="http://schemas.microsoft.com/office/drawing/2014/main" xmlns="" id="{C9FD3F74-E986-4880-9F44-8724FF12915B}"/>
              </a:ext>
            </a:extLst>
          </p:cNvPr>
          <p:cNvSpPr/>
          <p:nvPr/>
        </p:nvSpPr>
        <p:spPr bwMode="gray">
          <a:xfrm>
            <a:off x="6935613" y="5289893"/>
            <a:ext cx="3645554" cy="545441"/>
          </a:xfrm>
          <a:prstGeom prst="round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 name="文本框 27">
            <a:extLst>
              <a:ext uri="{FF2B5EF4-FFF2-40B4-BE49-F238E27FC236}">
                <a16:creationId xmlns:a16="http://schemas.microsoft.com/office/drawing/2014/main" xmlns="" id="{527CFABD-6C4F-4A43-BA1C-5FB0E0319E2E}"/>
              </a:ext>
            </a:extLst>
          </p:cNvPr>
          <p:cNvSpPr txBox="1"/>
          <p:nvPr/>
        </p:nvSpPr>
        <p:spPr bwMode="gray">
          <a:xfrm>
            <a:off x="7028582" y="5382583"/>
            <a:ext cx="3403496" cy="369332"/>
          </a:xfrm>
          <a:prstGeom prst="rect">
            <a:avLst/>
          </a:prstGeom>
          <a:noFill/>
        </p:spPr>
        <p:txBody>
          <a:bodyPr wrap="none" rtlCol="0">
            <a:spAutoFit/>
          </a:bodyPr>
          <a:lstStyle/>
          <a:p>
            <a:r>
              <a:rPr lang="en-US" altLang="zh-CN">
                <a:latin typeface="Huawei Sans" panose="020C0503030203020204" pitchFamily="34" charset="0"/>
                <a:ea typeface="方正兰亭黑简体" panose="02000000000000000000" pitchFamily="2" charset="-122"/>
                <a:sym typeface="Huawei Sans" panose="020C0503030203020204" pitchFamily="34" charset="0"/>
              </a:rPr>
              <a:t>Open Programmability System</a:t>
            </a: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 name="箭头: 上下 28">
            <a:extLst>
              <a:ext uri="{FF2B5EF4-FFF2-40B4-BE49-F238E27FC236}">
                <a16:creationId xmlns:a16="http://schemas.microsoft.com/office/drawing/2014/main" xmlns="" id="{1DBE35B4-DFED-491A-97F8-C4099A876DC5}"/>
              </a:ext>
            </a:extLst>
          </p:cNvPr>
          <p:cNvSpPr/>
          <p:nvPr/>
        </p:nvSpPr>
        <p:spPr bwMode="gray">
          <a:xfrm>
            <a:off x="9434630" y="3968656"/>
            <a:ext cx="308758" cy="1060393"/>
          </a:xfrm>
          <a:prstGeom prst="upDownArrow">
            <a:avLst/>
          </a:prstGeom>
          <a:solidFill>
            <a:srgbClr val="F7C6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 name="文本框 29">
            <a:extLst>
              <a:ext uri="{FF2B5EF4-FFF2-40B4-BE49-F238E27FC236}">
                <a16:creationId xmlns:a16="http://schemas.microsoft.com/office/drawing/2014/main" xmlns="" id="{35A76EC0-A4B5-49C7-8C01-268989C03AED}"/>
              </a:ext>
            </a:extLst>
          </p:cNvPr>
          <p:cNvSpPr txBox="1"/>
          <p:nvPr/>
        </p:nvSpPr>
        <p:spPr bwMode="gray">
          <a:xfrm>
            <a:off x="9743388" y="4314186"/>
            <a:ext cx="567784" cy="369332"/>
          </a:xfrm>
          <a:prstGeom prst="rect">
            <a:avLst/>
          </a:prstGeom>
          <a:noFill/>
        </p:spPr>
        <p:txBody>
          <a:bodyPr wrap="none" rtlCol="0">
            <a:spAutoFit/>
          </a:bodyPr>
          <a:lstStyle/>
          <a:p>
            <a:r>
              <a:rPr lang="en-US" altLang="zh-CN" dirty="0">
                <a:solidFill>
                  <a:schemeClr val="accent2"/>
                </a:solidFill>
                <a:latin typeface="Huawei Sans" panose="020C0503030203020204" pitchFamily="34" charset="0"/>
                <a:ea typeface="方正兰亭黑简体" panose="02000000000000000000" pitchFamily="2" charset="-122"/>
                <a:sym typeface="Huawei Sans" panose="020C0503030203020204" pitchFamily="34" charset="0"/>
              </a:rPr>
              <a:t>FTP</a:t>
            </a:r>
            <a:endParaRPr lang="zh-CN" altLang="en-US" dirty="0">
              <a:solidFill>
                <a:schemeClr val="accent2"/>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 name="文本框 31">
            <a:extLst>
              <a:ext uri="{FF2B5EF4-FFF2-40B4-BE49-F238E27FC236}">
                <a16:creationId xmlns:a16="http://schemas.microsoft.com/office/drawing/2014/main" xmlns="" id="{D58C7F5A-DCC1-4C67-9345-6FE26B263DEF}"/>
              </a:ext>
            </a:extLst>
          </p:cNvPr>
          <p:cNvSpPr txBox="1"/>
          <p:nvPr/>
        </p:nvSpPr>
        <p:spPr bwMode="gray">
          <a:xfrm>
            <a:off x="1343434" y="3244326"/>
            <a:ext cx="1183337" cy="369332"/>
          </a:xfrm>
          <a:prstGeom prst="rect">
            <a:avLst/>
          </a:prstGeom>
          <a:noFill/>
        </p:spPr>
        <p:txBody>
          <a:bodyPr wrap="none" rtlCol="0">
            <a:spAutoFit/>
          </a:bodyPr>
          <a:lstStyle/>
          <a:p>
            <a:r>
              <a:rPr lang="en-US" altLang="zh-CN">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paramiko</a:t>
            </a:r>
            <a:endParaRPr lang="zh-CN" altLang="en-US">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 name="文本框 32">
            <a:extLst>
              <a:ext uri="{FF2B5EF4-FFF2-40B4-BE49-F238E27FC236}">
                <a16:creationId xmlns:a16="http://schemas.microsoft.com/office/drawing/2014/main" xmlns="" id="{CAA59323-4E00-487A-A87B-0F882D6D6C07}"/>
              </a:ext>
            </a:extLst>
          </p:cNvPr>
          <p:cNvSpPr txBox="1"/>
          <p:nvPr/>
        </p:nvSpPr>
        <p:spPr bwMode="gray">
          <a:xfrm>
            <a:off x="3018111" y="3244326"/>
            <a:ext cx="1005403" cy="369332"/>
          </a:xfrm>
          <a:prstGeom prst="rect">
            <a:avLst/>
          </a:prstGeom>
          <a:noFill/>
        </p:spPr>
        <p:txBody>
          <a:bodyPr wrap="none" rtlCol="0">
            <a:spAutoFit/>
          </a:bodyPr>
          <a:lstStyle/>
          <a:p>
            <a:r>
              <a:rPr lang="en-US" altLang="zh-CN" dirty="0" err="1">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pysnmp</a:t>
            </a:r>
            <a:endParaRPr lang="zh-CN" altLang="en-US"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 name="文本框 33">
            <a:extLst>
              <a:ext uri="{FF2B5EF4-FFF2-40B4-BE49-F238E27FC236}">
                <a16:creationId xmlns:a16="http://schemas.microsoft.com/office/drawing/2014/main" xmlns="" id="{B6252EE4-1E58-4B27-A035-D419D311BDFE}"/>
              </a:ext>
            </a:extLst>
          </p:cNvPr>
          <p:cNvSpPr txBox="1"/>
          <p:nvPr/>
        </p:nvSpPr>
        <p:spPr bwMode="gray">
          <a:xfrm>
            <a:off x="4371682" y="3244326"/>
            <a:ext cx="992579" cy="369332"/>
          </a:xfrm>
          <a:prstGeom prst="rect">
            <a:avLst/>
          </a:prstGeom>
          <a:noFill/>
        </p:spPr>
        <p:txBody>
          <a:bodyPr wrap="none" rtlCol="0">
            <a:spAutoFit/>
          </a:bodyPr>
          <a:lstStyle/>
          <a:p>
            <a:r>
              <a:rPr lang="en-US" altLang="zh-CN">
                <a:solidFill>
                  <a:schemeClr val="accent3">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ncclient</a:t>
            </a:r>
            <a:endParaRPr lang="zh-CN" altLang="en-US">
              <a:solidFill>
                <a:schemeClr val="accent3">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文本框 34">
            <a:extLst>
              <a:ext uri="{FF2B5EF4-FFF2-40B4-BE49-F238E27FC236}">
                <a16:creationId xmlns:a16="http://schemas.microsoft.com/office/drawing/2014/main" xmlns="" id="{7A146374-4001-45CC-AB32-F61F492C569D}"/>
              </a:ext>
            </a:extLst>
          </p:cNvPr>
          <p:cNvSpPr txBox="1"/>
          <p:nvPr/>
        </p:nvSpPr>
        <p:spPr bwMode="gray">
          <a:xfrm>
            <a:off x="5829675" y="3244326"/>
            <a:ext cx="1061509" cy="369332"/>
          </a:xfrm>
          <a:prstGeom prst="rect">
            <a:avLst/>
          </a:prstGeom>
          <a:noFill/>
        </p:spPr>
        <p:txBody>
          <a:bodyPr wrap="none" rtlCol="0">
            <a:spAutoFit/>
          </a:bodyPr>
          <a:lstStyle/>
          <a:p>
            <a:r>
              <a:rPr lang="en-US" altLang="zh-CN">
                <a:solidFill>
                  <a:schemeClr val="accent3">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requests</a:t>
            </a:r>
            <a:endParaRPr lang="zh-CN" altLang="en-US">
              <a:solidFill>
                <a:schemeClr val="accent3">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 name="文本框 35">
            <a:extLst>
              <a:ext uri="{FF2B5EF4-FFF2-40B4-BE49-F238E27FC236}">
                <a16:creationId xmlns:a16="http://schemas.microsoft.com/office/drawing/2014/main" xmlns="" id="{34F42EF3-EBC8-4BCC-B3CC-8BBA098474E0}"/>
              </a:ext>
            </a:extLst>
          </p:cNvPr>
          <p:cNvSpPr txBox="1"/>
          <p:nvPr/>
        </p:nvSpPr>
        <p:spPr bwMode="gray">
          <a:xfrm>
            <a:off x="7607299" y="3244326"/>
            <a:ext cx="731290" cy="369332"/>
          </a:xfrm>
          <a:prstGeom prst="rect">
            <a:avLst/>
          </a:prstGeom>
          <a:noFill/>
        </p:spPr>
        <p:txBody>
          <a:bodyPr wrap="none" rtlCol="0">
            <a:spAutoFit/>
          </a:bodyPr>
          <a:lstStyle/>
          <a:p>
            <a:r>
              <a:rPr lang="en-US" altLang="zh-CN" smtClean="0">
                <a:solidFill>
                  <a:schemeClr val="accent3">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gRPC</a:t>
            </a:r>
            <a:endParaRPr lang="zh-CN" altLang="en-US">
              <a:solidFill>
                <a:schemeClr val="accent3">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7" name="文本框 36">
            <a:extLst>
              <a:ext uri="{FF2B5EF4-FFF2-40B4-BE49-F238E27FC236}">
                <a16:creationId xmlns:a16="http://schemas.microsoft.com/office/drawing/2014/main" xmlns="" id="{47CD55B2-1B0C-4CA5-827A-D5A35E1811E4}"/>
              </a:ext>
            </a:extLst>
          </p:cNvPr>
          <p:cNvSpPr txBox="1"/>
          <p:nvPr/>
        </p:nvSpPr>
        <p:spPr bwMode="gray">
          <a:xfrm>
            <a:off x="8980293" y="3275104"/>
            <a:ext cx="1271502" cy="338554"/>
          </a:xfrm>
          <a:prstGeom prst="rect">
            <a:avLst/>
          </a:prstGeom>
          <a:noFill/>
        </p:spPr>
        <p:txBody>
          <a:bodyPr wrap="none" rtlCol="0">
            <a:spAutoFit/>
          </a:bodyPr>
          <a:lstStyle/>
          <a:p>
            <a:r>
              <a:rPr lang="zh-CN" altLang="en-US" sz="1600">
                <a:solidFill>
                  <a:schemeClr val="accent2"/>
                </a:solidFill>
                <a:latin typeface="Huawei Sans" panose="020C0503030203020204" pitchFamily="34" charset="0"/>
                <a:ea typeface="方正兰亭黑简体" panose="02000000000000000000" pitchFamily="2" charset="-122"/>
                <a:sym typeface="Huawei Sans" panose="020C0503030203020204" pitchFamily="34" charset="0"/>
              </a:rPr>
              <a:t>上传</a:t>
            </a:r>
            <a:r>
              <a:rPr lang="en-US" altLang="zh-CN" sz="1600">
                <a:solidFill>
                  <a:schemeClr val="accent2"/>
                </a:solidFill>
                <a:latin typeface="Huawei Sans" panose="020C0503030203020204" pitchFamily="34" charset="0"/>
                <a:ea typeface="方正兰亭黑简体" panose="02000000000000000000" pitchFamily="2" charset="-122"/>
                <a:sym typeface="Huawei Sans" panose="020C0503030203020204" pitchFamily="34" charset="0"/>
              </a:rPr>
              <a:t>.py</a:t>
            </a:r>
            <a:r>
              <a:rPr lang="zh-CN" altLang="en-US" sz="1600">
                <a:solidFill>
                  <a:schemeClr val="accent2"/>
                </a:solidFill>
                <a:latin typeface="Huawei Sans" panose="020C0503030203020204" pitchFamily="34" charset="0"/>
                <a:ea typeface="方正兰亭黑简体" panose="02000000000000000000" pitchFamily="2" charset="-122"/>
                <a:sym typeface="Huawei Sans" panose="020C0503030203020204" pitchFamily="34" charset="0"/>
              </a:rPr>
              <a:t>文件</a:t>
            </a:r>
          </a:p>
        </p:txBody>
      </p:sp>
    </p:spTree>
    <p:extLst>
      <p:ext uri="{BB962C8B-B14F-4D97-AF65-F5344CB8AC3E}">
        <p14:creationId xmlns:p14="http://schemas.microsoft.com/office/powerpoint/2010/main" val="357146471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C5287DF1-1F96-465A-A51D-A5D6CBCD1003}"/>
              </a:ext>
            </a:extLst>
          </p:cNvPr>
          <p:cNvSpPr>
            <a:spLocks noGrp="1"/>
          </p:cNvSpPr>
          <p:nvPr>
            <p:ph type="title"/>
          </p:nvPr>
        </p:nvSpPr>
        <p:spPr bwMode="gray"/>
        <p:txBody>
          <a:bodyPr/>
          <a:lstStyle/>
          <a:p>
            <a:r>
              <a:rPr lang="en-US" altLang="zh-CN" smtClean="0">
                <a:sym typeface="Huawei Sans" panose="020C0503030203020204" pitchFamily="34" charset="0"/>
              </a:rPr>
              <a:t>NCE</a:t>
            </a:r>
            <a:r>
              <a:rPr lang="zh-CN" altLang="en-US" smtClean="0">
                <a:sym typeface="Huawei Sans" panose="020C0503030203020204" pitchFamily="34" charset="0"/>
              </a:rPr>
              <a:t>北向开放</a:t>
            </a:r>
            <a:endParaRPr lang="zh-CN" altLang="en-US">
              <a:sym typeface="Huawei Sans" panose="020C0503030203020204" pitchFamily="34" charset="0"/>
            </a:endParaRPr>
          </a:p>
        </p:txBody>
      </p:sp>
      <p:sp>
        <p:nvSpPr>
          <p:cNvPr id="38" name="文本占位符 37"/>
          <p:cNvSpPr>
            <a:spLocks noGrp="1"/>
          </p:cNvSpPr>
          <p:nvPr>
            <p:ph type="body" sz="quarter" idx="10"/>
          </p:nvPr>
        </p:nvSpPr>
        <p:spPr bwMode="gray"/>
        <p:txBody>
          <a:bodyPr/>
          <a:lstStyle/>
          <a:p>
            <a:r>
              <a:rPr lang="zh-CN" altLang="en-US" sz="1800" dirty="0">
                <a:sym typeface="Huawei Sans" panose="020C0503030203020204" pitchFamily="34" charset="0"/>
              </a:rPr>
              <a:t>控制器开放可编程定位于指导工程师根据</a:t>
            </a:r>
            <a:r>
              <a:rPr lang="en-US" altLang="zh-CN" sz="1800" dirty="0">
                <a:sym typeface="Huawei Sans" panose="020C0503030203020204" pitchFamily="34" charset="0"/>
              </a:rPr>
              <a:t>SDN</a:t>
            </a:r>
            <a:r>
              <a:rPr lang="zh-CN" altLang="en-US" sz="1800" dirty="0">
                <a:sym typeface="Huawei Sans" panose="020C0503030203020204" pitchFamily="34" charset="0"/>
              </a:rPr>
              <a:t>控制器</a:t>
            </a:r>
            <a:r>
              <a:rPr lang="zh-CN" altLang="en-US" sz="1800">
                <a:sym typeface="Huawei Sans" panose="020C0503030203020204" pitchFamily="34" charset="0"/>
              </a:rPr>
              <a:t>开放</a:t>
            </a:r>
            <a:r>
              <a:rPr lang="zh-CN" altLang="en-US" sz="1800" smtClean="0">
                <a:sym typeface="Huawei Sans" panose="020C0503030203020204" pitchFamily="34" charset="0"/>
              </a:rPr>
              <a:t>能力进行编程从而实现</a:t>
            </a:r>
            <a:r>
              <a:rPr lang="zh-CN" altLang="en-US" sz="1800" dirty="0">
                <a:sym typeface="Huawei Sans" panose="020C0503030203020204" pitchFamily="34" charset="0"/>
              </a:rPr>
              <a:t>网络自动化。</a:t>
            </a:r>
          </a:p>
          <a:p>
            <a:r>
              <a:rPr lang="zh-CN" altLang="en-US" sz="1800" dirty="0">
                <a:sym typeface="Huawei Sans" panose="020C0503030203020204" pitchFamily="34" charset="0"/>
              </a:rPr>
              <a:t>华为</a:t>
            </a:r>
            <a:r>
              <a:rPr lang="en-US" altLang="zh-CN" sz="1800" dirty="0" err="1">
                <a:sym typeface="Huawei Sans" panose="020C0503030203020204" pitchFamily="34" charset="0"/>
              </a:rPr>
              <a:t>iMaster</a:t>
            </a:r>
            <a:r>
              <a:rPr lang="en-US" altLang="zh-CN" sz="1800" dirty="0">
                <a:sym typeface="Huawei Sans" panose="020C0503030203020204" pitchFamily="34" charset="0"/>
              </a:rPr>
              <a:t> </a:t>
            </a:r>
            <a:r>
              <a:rPr lang="en-US" altLang="zh-CN" sz="1800" dirty="0" smtClean="0">
                <a:sym typeface="Huawei Sans" panose="020C0503030203020204" pitchFamily="34" charset="0"/>
              </a:rPr>
              <a:t>NCE</a:t>
            </a:r>
            <a:r>
              <a:rPr lang="zh-CN" altLang="en-US" sz="1800" dirty="0" smtClean="0">
                <a:sym typeface="Huawei Sans" panose="020C0503030203020204" pitchFamily="34" charset="0"/>
              </a:rPr>
              <a:t>提供北</a:t>
            </a:r>
            <a:r>
              <a:rPr lang="zh-CN" altLang="en-US" sz="1800" dirty="0">
                <a:sym typeface="Huawei Sans" panose="020C0503030203020204" pitchFamily="34" charset="0"/>
              </a:rPr>
              <a:t>向开放</a:t>
            </a:r>
            <a:r>
              <a:rPr lang="en-US" altLang="zh-CN" sz="1800" dirty="0">
                <a:sym typeface="Huawei Sans" panose="020C0503030203020204" pitchFamily="34" charset="0"/>
              </a:rPr>
              <a:t>RESTful API</a:t>
            </a:r>
            <a:r>
              <a:rPr lang="zh-CN" altLang="en-US" sz="1800" dirty="0" smtClean="0">
                <a:sym typeface="Huawei Sans" panose="020C0503030203020204" pitchFamily="34" charset="0"/>
              </a:rPr>
              <a:t>。</a:t>
            </a:r>
            <a:endParaRPr lang="zh-CN" altLang="en-US" sz="1800" dirty="0">
              <a:sym typeface="Huawei Sans" panose="020C0503030203020204" pitchFamily="34" charset="0"/>
            </a:endParaRPr>
          </a:p>
        </p:txBody>
      </p:sp>
      <p:sp>
        <p:nvSpPr>
          <p:cNvPr id="4" name="Right Arrow 157">
            <a:extLst>
              <a:ext uri="{FF2B5EF4-FFF2-40B4-BE49-F238E27FC236}">
                <a16:creationId xmlns:a16="http://schemas.microsoft.com/office/drawing/2014/main" xmlns="" id="{89869E59-FCB1-451C-A619-BC7C1967AD36}"/>
              </a:ext>
            </a:extLst>
          </p:cNvPr>
          <p:cNvSpPr/>
          <p:nvPr/>
        </p:nvSpPr>
        <p:spPr bwMode="gray">
          <a:xfrm rot="16200000">
            <a:off x="5649015" y="2237569"/>
            <a:ext cx="647343" cy="356242"/>
          </a:xfrm>
          <a:prstGeom prst="rightArrow">
            <a:avLst>
              <a:gd name="adj1" fmla="val 40000"/>
              <a:gd name="adj2" fmla="val 50000"/>
            </a:avLst>
          </a:prstGeom>
          <a:gradFill flip="none" rotWithShape="1">
            <a:gsLst>
              <a:gs pos="15000">
                <a:schemeClr val="accent1">
                  <a:lumMod val="5000"/>
                  <a:lumOff val="95000"/>
                  <a:alpha val="0"/>
                </a:schemeClr>
              </a:gs>
              <a:gs pos="81000">
                <a:srgbClr val="FFF2CC"/>
              </a:gs>
            </a:gsLst>
            <a:lin ang="0" scaled="1"/>
            <a:tileRect/>
          </a:gradFill>
          <a:ln w="15875">
            <a:gradFill flip="none" rotWithShape="1">
              <a:gsLst>
                <a:gs pos="11000">
                  <a:schemeClr val="accent1">
                    <a:lumMod val="0"/>
                    <a:lumOff val="100000"/>
                    <a:alpha val="0"/>
                  </a:schemeClr>
                </a:gs>
                <a:gs pos="67000">
                  <a:srgbClr val="FFD17D"/>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 name="Oval 124">
            <a:extLst>
              <a:ext uri="{FF2B5EF4-FFF2-40B4-BE49-F238E27FC236}">
                <a16:creationId xmlns:a16="http://schemas.microsoft.com/office/drawing/2014/main" xmlns="" id="{F2576457-C676-4A6C-99B7-D61869749356}"/>
              </a:ext>
            </a:extLst>
          </p:cNvPr>
          <p:cNvSpPr/>
          <p:nvPr/>
        </p:nvSpPr>
        <p:spPr bwMode="gray">
          <a:xfrm>
            <a:off x="3281144" y="4196555"/>
            <a:ext cx="5440680" cy="1479672"/>
          </a:xfrm>
          <a:prstGeom prst="ellipse">
            <a:avLst/>
          </a:prstGeom>
          <a:gradFill flip="none" rotWithShape="1">
            <a:gsLst>
              <a:gs pos="0">
                <a:srgbClr val="5B9BD5">
                  <a:lumMod val="5000"/>
                  <a:lumOff val="95000"/>
                </a:srgbClr>
              </a:gs>
              <a:gs pos="100000">
                <a:srgbClr val="BEE9EE"/>
              </a:gs>
            </a:gsLst>
            <a:lin ang="5400000" scaled="1"/>
            <a:tileRect/>
          </a:gradFill>
          <a:ln w="12700" cap="flat" cmpd="sng" algn="ctr">
            <a:noFill/>
            <a:prstDash val="solid"/>
            <a:miter lim="800000"/>
          </a:ln>
          <a:effectLst/>
        </p:spPr>
        <p:txBody>
          <a:bodyPr rtlCol="0" anchor="ctr"/>
          <a:lstStyle/>
          <a:p>
            <a:pPr marL="0" marR="0" lvl="0" indent="0" algn="ctr" defTabSz="914309"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7" name="图片 265">
            <a:extLst>
              <a:ext uri="{FF2B5EF4-FFF2-40B4-BE49-F238E27FC236}">
                <a16:creationId xmlns:a16="http://schemas.microsoft.com/office/drawing/2014/main" xmlns="" id="{DBBF17FF-D46E-4611-8376-FC5A40B23B0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5289451" y="4149055"/>
            <a:ext cx="348768" cy="306446"/>
          </a:xfrm>
          <a:prstGeom prst="rect">
            <a:avLst/>
          </a:prstGeom>
        </p:spPr>
      </p:pic>
      <p:pic>
        <p:nvPicPr>
          <p:cNvPr id="8" name="图片 265">
            <a:extLst>
              <a:ext uri="{FF2B5EF4-FFF2-40B4-BE49-F238E27FC236}">
                <a16:creationId xmlns:a16="http://schemas.microsoft.com/office/drawing/2014/main" xmlns="" id="{A782E346-1B30-4BFF-8529-DEAE7B65573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6372367" y="4149055"/>
            <a:ext cx="348768" cy="306446"/>
          </a:xfrm>
          <a:prstGeom prst="rect">
            <a:avLst/>
          </a:prstGeom>
        </p:spPr>
      </p:pic>
      <p:cxnSp>
        <p:nvCxnSpPr>
          <p:cNvPr id="9" name="Straight Connector 4">
            <a:extLst>
              <a:ext uri="{FF2B5EF4-FFF2-40B4-BE49-F238E27FC236}">
                <a16:creationId xmlns:a16="http://schemas.microsoft.com/office/drawing/2014/main" xmlns="" id="{09F53F08-3984-4508-AA71-4B220357F8B5}"/>
              </a:ext>
            </a:extLst>
          </p:cNvPr>
          <p:cNvCxnSpPr>
            <a:cxnSpLocks/>
          </p:cNvCxnSpPr>
          <p:nvPr/>
        </p:nvCxnSpPr>
        <p:spPr bwMode="gray">
          <a:xfrm>
            <a:off x="5638219" y="4416578"/>
            <a:ext cx="734148" cy="0"/>
          </a:xfrm>
          <a:prstGeom prst="line">
            <a:avLst/>
          </a:prstGeom>
          <a:noFill/>
          <a:ln w="19050" cap="flat" cmpd="sng" algn="ctr">
            <a:solidFill>
              <a:sysClr val="windowText" lastClr="000000"/>
            </a:solidFill>
            <a:prstDash val="solid"/>
            <a:miter lim="800000"/>
          </a:ln>
          <a:effectLst/>
        </p:spPr>
      </p:cxnSp>
      <p:pic>
        <p:nvPicPr>
          <p:cNvPr id="10" name="图片 265">
            <a:extLst>
              <a:ext uri="{FF2B5EF4-FFF2-40B4-BE49-F238E27FC236}">
                <a16:creationId xmlns:a16="http://schemas.microsoft.com/office/drawing/2014/main" xmlns="" id="{B1FE24A5-9812-4233-9CED-7909924450F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3875352" y="4755724"/>
            <a:ext cx="348768" cy="306446"/>
          </a:xfrm>
          <a:prstGeom prst="rect">
            <a:avLst/>
          </a:prstGeom>
        </p:spPr>
      </p:pic>
      <p:pic>
        <p:nvPicPr>
          <p:cNvPr id="11" name="图片 265">
            <a:extLst>
              <a:ext uri="{FF2B5EF4-FFF2-40B4-BE49-F238E27FC236}">
                <a16:creationId xmlns:a16="http://schemas.microsoft.com/office/drawing/2014/main" xmlns="" id="{D68FB95F-99F5-4455-93FB-2A44623752B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4436563" y="5156418"/>
            <a:ext cx="348768" cy="306446"/>
          </a:xfrm>
          <a:prstGeom prst="rect">
            <a:avLst/>
          </a:prstGeom>
        </p:spPr>
      </p:pic>
      <p:cxnSp>
        <p:nvCxnSpPr>
          <p:cNvPr id="12" name="Straight Connector 9">
            <a:extLst>
              <a:ext uri="{FF2B5EF4-FFF2-40B4-BE49-F238E27FC236}">
                <a16:creationId xmlns:a16="http://schemas.microsoft.com/office/drawing/2014/main" xmlns="" id="{A802B687-A8EB-454A-BCDC-479558E16997}"/>
              </a:ext>
            </a:extLst>
          </p:cNvPr>
          <p:cNvCxnSpPr>
            <a:stCxn id="10" idx="3"/>
            <a:endCxn id="11" idx="0"/>
          </p:cNvCxnSpPr>
          <p:nvPr/>
        </p:nvCxnSpPr>
        <p:spPr bwMode="gray">
          <a:xfrm>
            <a:off x="4224120" y="4908947"/>
            <a:ext cx="386827" cy="247471"/>
          </a:xfrm>
          <a:prstGeom prst="line">
            <a:avLst/>
          </a:prstGeom>
          <a:noFill/>
          <a:ln w="19050" cap="flat" cmpd="sng" algn="ctr">
            <a:solidFill>
              <a:sysClr val="windowText" lastClr="000000"/>
            </a:solidFill>
            <a:prstDash val="solid"/>
            <a:miter lim="800000"/>
          </a:ln>
          <a:effectLst/>
        </p:spPr>
      </p:cxnSp>
      <p:cxnSp>
        <p:nvCxnSpPr>
          <p:cNvPr id="13" name="Straight Connector 15">
            <a:extLst>
              <a:ext uri="{FF2B5EF4-FFF2-40B4-BE49-F238E27FC236}">
                <a16:creationId xmlns:a16="http://schemas.microsoft.com/office/drawing/2014/main" xmlns="" id="{35CA2F18-103B-461A-B00A-1A31F9281DA9}"/>
              </a:ext>
            </a:extLst>
          </p:cNvPr>
          <p:cNvCxnSpPr>
            <a:stCxn id="10" idx="3"/>
            <a:endCxn id="7" idx="2"/>
          </p:cNvCxnSpPr>
          <p:nvPr/>
        </p:nvCxnSpPr>
        <p:spPr bwMode="gray">
          <a:xfrm flipV="1">
            <a:off x="4224120" y="4455501"/>
            <a:ext cx="1239715" cy="453446"/>
          </a:xfrm>
          <a:prstGeom prst="line">
            <a:avLst/>
          </a:prstGeom>
          <a:noFill/>
          <a:ln w="19050" cap="flat" cmpd="sng" algn="ctr">
            <a:solidFill>
              <a:sysClr val="windowText" lastClr="000000"/>
            </a:solidFill>
            <a:prstDash val="solid"/>
            <a:miter lim="800000"/>
          </a:ln>
          <a:effectLst/>
        </p:spPr>
      </p:cxnSp>
      <p:pic>
        <p:nvPicPr>
          <p:cNvPr id="14" name="图片 265">
            <a:extLst>
              <a:ext uri="{FF2B5EF4-FFF2-40B4-BE49-F238E27FC236}">
                <a16:creationId xmlns:a16="http://schemas.microsoft.com/office/drawing/2014/main" xmlns="" id="{2F3CD32A-E99B-4C0D-8DF6-E4709282743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7234030" y="5156418"/>
            <a:ext cx="348768" cy="306446"/>
          </a:xfrm>
          <a:prstGeom prst="rect">
            <a:avLst/>
          </a:prstGeom>
        </p:spPr>
      </p:pic>
      <p:cxnSp>
        <p:nvCxnSpPr>
          <p:cNvPr id="15" name="Straight Connector 67">
            <a:extLst>
              <a:ext uri="{FF2B5EF4-FFF2-40B4-BE49-F238E27FC236}">
                <a16:creationId xmlns:a16="http://schemas.microsoft.com/office/drawing/2014/main" xmlns="" id="{E0451DAA-466D-4BE7-8194-C2F203785446}"/>
              </a:ext>
            </a:extLst>
          </p:cNvPr>
          <p:cNvCxnSpPr>
            <a:endCxn id="8" idx="2"/>
          </p:cNvCxnSpPr>
          <p:nvPr/>
        </p:nvCxnSpPr>
        <p:spPr bwMode="gray">
          <a:xfrm flipH="1" flipV="1">
            <a:off x="6546751" y="4455501"/>
            <a:ext cx="1257300" cy="453446"/>
          </a:xfrm>
          <a:prstGeom prst="line">
            <a:avLst/>
          </a:prstGeom>
          <a:noFill/>
          <a:ln w="19050" cap="flat" cmpd="sng" algn="ctr">
            <a:solidFill>
              <a:sysClr val="windowText" lastClr="000000"/>
            </a:solidFill>
            <a:prstDash val="solid"/>
            <a:miter lim="800000"/>
          </a:ln>
          <a:effectLst/>
        </p:spPr>
      </p:cxnSp>
      <p:cxnSp>
        <p:nvCxnSpPr>
          <p:cNvPr id="16" name="Straight Connector 70">
            <a:extLst>
              <a:ext uri="{FF2B5EF4-FFF2-40B4-BE49-F238E27FC236}">
                <a16:creationId xmlns:a16="http://schemas.microsoft.com/office/drawing/2014/main" xmlns="" id="{BB378A57-B60A-4D3E-9A16-899E932E46BF}"/>
              </a:ext>
            </a:extLst>
          </p:cNvPr>
          <p:cNvCxnSpPr>
            <a:endCxn id="14" idx="0"/>
          </p:cNvCxnSpPr>
          <p:nvPr/>
        </p:nvCxnSpPr>
        <p:spPr bwMode="gray">
          <a:xfrm flipH="1">
            <a:off x="7408414" y="4908947"/>
            <a:ext cx="395637" cy="247471"/>
          </a:xfrm>
          <a:prstGeom prst="line">
            <a:avLst/>
          </a:prstGeom>
          <a:noFill/>
          <a:ln w="19050" cap="flat" cmpd="sng" algn="ctr">
            <a:solidFill>
              <a:sysClr val="windowText" lastClr="000000"/>
            </a:solidFill>
            <a:prstDash val="solid"/>
            <a:miter lim="800000"/>
          </a:ln>
          <a:effectLst/>
        </p:spPr>
      </p:cxnSp>
      <p:pic>
        <p:nvPicPr>
          <p:cNvPr id="17" name="图片 265">
            <a:extLst>
              <a:ext uri="{FF2B5EF4-FFF2-40B4-BE49-F238E27FC236}">
                <a16:creationId xmlns:a16="http://schemas.microsoft.com/office/drawing/2014/main" xmlns="" id="{5CA53EC6-F41A-470C-8F65-6D1AC1B3D6D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7804051" y="4755724"/>
            <a:ext cx="348768" cy="306446"/>
          </a:xfrm>
          <a:prstGeom prst="rect">
            <a:avLst/>
          </a:prstGeom>
        </p:spPr>
      </p:pic>
      <p:cxnSp>
        <p:nvCxnSpPr>
          <p:cNvPr id="18" name="Straight Connector 18">
            <a:extLst>
              <a:ext uri="{FF2B5EF4-FFF2-40B4-BE49-F238E27FC236}">
                <a16:creationId xmlns:a16="http://schemas.microsoft.com/office/drawing/2014/main" xmlns="" id="{D9B14C83-2563-4677-A9AB-F35D1CF758BF}"/>
              </a:ext>
            </a:extLst>
          </p:cNvPr>
          <p:cNvCxnSpPr>
            <a:stCxn id="11" idx="3"/>
            <a:endCxn id="14" idx="1"/>
          </p:cNvCxnSpPr>
          <p:nvPr/>
        </p:nvCxnSpPr>
        <p:spPr bwMode="gray">
          <a:xfrm>
            <a:off x="4785331" y="5309641"/>
            <a:ext cx="2448699" cy="0"/>
          </a:xfrm>
          <a:prstGeom prst="line">
            <a:avLst/>
          </a:prstGeom>
          <a:noFill/>
          <a:ln w="19050" cap="flat" cmpd="sng" algn="ctr">
            <a:solidFill>
              <a:sysClr val="windowText" lastClr="000000"/>
            </a:solidFill>
            <a:prstDash val="solid"/>
            <a:miter lim="800000"/>
          </a:ln>
          <a:effectLst/>
        </p:spPr>
      </p:cxnSp>
      <p:cxnSp>
        <p:nvCxnSpPr>
          <p:cNvPr id="19" name="Straight Connector 15">
            <a:extLst>
              <a:ext uri="{FF2B5EF4-FFF2-40B4-BE49-F238E27FC236}">
                <a16:creationId xmlns:a16="http://schemas.microsoft.com/office/drawing/2014/main" xmlns="" id="{83B31A62-6555-487B-9FED-C5928F1E76CE}"/>
              </a:ext>
            </a:extLst>
          </p:cNvPr>
          <p:cNvCxnSpPr>
            <a:stCxn id="14" idx="0"/>
            <a:endCxn id="7" idx="2"/>
          </p:cNvCxnSpPr>
          <p:nvPr/>
        </p:nvCxnSpPr>
        <p:spPr bwMode="gray">
          <a:xfrm flipH="1" flipV="1">
            <a:off x="5463835" y="4455501"/>
            <a:ext cx="1944579" cy="700917"/>
          </a:xfrm>
          <a:prstGeom prst="line">
            <a:avLst/>
          </a:prstGeom>
          <a:noFill/>
          <a:ln w="19050" cap="flat" cmpd="sng" algn="ctr">
            <a:solidFill>
              <a:sysClr val="windowText" lastClr="000000"/>
            </a:solidFill>
            <a:prstDash val="solid"/>
            <a:miter lim="800000"/>
          </a:ln>
          <a:effectLst/>
        </p:spPr>
      </p:cxnSp>
      <p:cxnSp>
        <p:nvCxnSpPr>
          <p:cNvPr id="20" name="Straight Connector 15">
            <a:extLst>
              <a:ext uri="{FF2B5EF4-FFF2-40B4-BE49-F238E27FC236}">
                <a16:creationId xmlns:a16="http://schemas.microsoft.com/office/drawing/2014/main" xmlns="" id="{7C0260CC-26E9-4504-A3EA-4F5E51B12117}"/>
              </a:ext>
            </a:extLst>
          </p:cNvPr>
          <p:cNvCxnSpPr>
            <a:stCxn id="11" idx="0"/>
            <a:endCxn id="8" idx="2"/>
          </p:cNvCxnSpPr>
          <p:nvPr/>
        </p:nvCxnSpPr>
        <p:spPr bwMode="gray">
          <a:xfrm flipV="1">
            <a:off x="4610947" y="4455501"/>
            <a:ext cx="1935804" cy="700917"/>
          </a:xfrm>
          <a:prstGeom prst="line">
            <a:avLst/>
          </a:prstGeom>
          <a:noFill/>
          <a:ln w="19050" cap="flat" cmpd="sng" algn="ctr">
            <a:solidFill>
              <a:sysClr val="windowText" lastClr="000000"/>
            </a:solidFill>
            <a:prstDash val="solid"/>
            <a:miter lim="800000"/>
          </a:ln>
          <a:effectLst/>
        </p:spPr>
      </p:cxnSp>
      <p:cxnSp>
        <p:nvCxnSpPr>
          <p:cNvPr id="21" name="Straight Connector 15">
            <a:extLst>
              <a:ext uri="{FF2B5EF4-FFF2-40B4-BE49-F238E27FC236}">
                <a16:creationId xmlns:a16="http://schemas.microsoft.com/office/drawing/2014/main" xmlns="" id="{10973969-D73E-42B2-A798-8E65588ECCA4}"/>
              </a:ext>
            </a:extLst>
          </p:cNvPr>
          <p:cNvCxnSpPr>
            <a:cxnSpLocks/>
            <a:stCxn id="10" idx="3"/>
            <a:endCxn id="14" idx="1"/>
          </p:cNvCxnSpPr>
          <p:nvPr/>
        </p:nvCxnSpPr>
        <p:spPr bwMode="gray">
          <a:xfrm>
            <a:off x="4224120" y="4908947"/>
            <a:ext cx="3009910" cy="400694"/>
          </a:xfrm>
          <a:prstGeom prst="line">
            <a:avLst/>
          </a:prstGeom>
          <a:noFill/>
          <a:ln w="19050" cap="flat" cmpd="sng" algn="ctr">
            <a:solidFill>
              <a:sysClr val="windowText" lastClr="000000"/>
            </a:solidFill>
            <a:prstDash val="solid"/>
            <a:miter lim="800000"/>
          </a:ln>
          <a:effectLst/>
        </p:spPr>
      </p:cxnSp>
      <p:cxnSp>
        <p:nvCxnSpPr>
          <p:cNvPr id="22" name="Straight Connector 15">
            <a:extLst>
              <a:ext uri="{FF2B5EF4-FFF2-40B4-BE49-F238E27FC236}">
                <a16:creationId xmlns:a16="http://schemas.microsoft.com/office/drawing/2014/main" xmlns="" id="{2754A6A9-D389-40E2-B986-5D38E424DB30}"/>
              </a:ext>
            </a:extLst>
          </p:cNvPr>
          <p:cNvCxnSpPr>
            <a:stCxn id="11" idx="3"/>
            <a:endCxn id="17" idx="1"/>
          </p:cNvCxnSpPr>
          <p:nvPr/>
        </p:nvCxnSpPr>
        <p:spPr bwMode="gray">
          <a:xfrm flipV="1">
            <a:off x="4785331" y="4908947"/>
            <a:ext cx="3018720" cy="400694"/>
          </a:xfrm>
          <a:prstGeom prst="line">
            <a:avLst/>
          </a:prstGeom>
          <a:noFill/>
          <a:ln w="19050" cap="flat" cmpd="sng" algn="ctr">
            <a:solidFill>
              <a:sysClr val="windowText" lastClr="000000"/>
            </a:solidFill>
            <a:prstDash val="solid"/>
            <a:miter lim="800000"/>
          </a:ln>
          <a:effectLst/>
        </p:spPr>
      </p:cxnSp>
      <p:cxnSp>
        <p:nvCxnSpPr>
          <p:cNvPr id="23" name="Straight Connector 180">
            <a:extLst>
              <a:ext uri="{FF2B5EF4-FFF2-40B4-BE49-F238E27FC236}">
                <a16:creationId xmlns:a16="http://schemas.microsoft.com/office/drawing/2014/main" xmlns="" id="{75519428-EE24-49EA-A6A8-E1C0BD3BBDCD}"/>
              </a:ext>
            </a:extLst>
          </p:cNvPr>
          <p:cNvCxnSpPr>
            <a:cxnSpLocks/>
            <a:stCxn id="5" idx="2"/>
            <a:endCxn id="10" idx="0"/>
          </p:cNvCxnSpPr>
          <p:nvPr/>
        </p:nvCxnSpPr>
        <p:spPr bwMode="gray">
          <a:xfrm flipH="1">
            <a:off x="4049736" y="3748183"/>
            <a:ext cx="1949339" cy="1007541"/>
          </a:xfrm>
          <a:prstGeom prst="line">
            <a:avLst/>
          </a:prstGeom>
          <a:noFill/>
          <a:ln w="19050" cap="flat" cmpd="sng" algn="ctr">
            <a:solidFill>
              <a:srgbClr val="FFC000"/>
            </a:solidFill>
            <a:prstDash val="sysDash"/>
            <a:miter lim="800000"/>
          </a:ln>
          <a:effectLst/>
        </p:spPr>
      </p:cxnSp>
      <p:cxnSp>
        <p:nvCxnSpPr>
          <p:cNvPr id="24" name="Straight Connector 180">
            <a:extLst>
              <a:ext uri="{FF2B5EF4-FFF2-40B4-BE49-F238E27FC236}">
                <a16:creationId xmlns:a16="http://schemas.microsoft.com/office/drawing/2014/main" xmlns="" id="{C39A2082-027E-40F3-A1AD-471870C3402E}"/>
              </a:ext>
            </a:extLst>
          </p:cNvPr>
          <p:cNvCxnSpPr>
            <a:cxnSpLocks/>
            <a:stCxn id="5" idx="2"/>
            <a:endCxn id="7" idx="0"/>
          </p:cNvCxnSpPr>
          <p:nvPr/>
        </p:nvCxnSpPr>
        <p:spPr bwMode="gray">
          <a:xfrm flipH="1">
            <a:off x="5463835" y="3748183"/>
            <a:ext cx="535240" cy="400872"/>
          </a:xfrm>
          <a:prstGeom prst="line">
            <a:avLst/>
          </a:prstGeom>
          <a:noFill/>
          <a:ln w="19050" cap="flat" cmpd="sng" algn="ctr">
            <a:solidFill>
              <a:srgbClr val="FFC000"/>
            </a:solidFill>
            <a:prstDash val="sysDash"/>
            <a:miter lim="800000"/>
          </a:ln>
          <a:effectLst/>
        </p:spPr>
      </p:cxnSp>
      <p:cxnSp>
        <p:nvCxnSpPr>
          <p:cNvPr id="25" name="Straight Connector 180">
            <a:extLst>
              <a:ext uri="{FF2B5EF4-FFF2-40B4-BE49-F238E27FC236}">
                <a16:creationId xmlns:a16="http://schemas.microsoft.com/office/drawing/2014/main" xmlns="" id="{79360EF3-FCD3-4A19-812C-BA1F72D31DFD}"/>
              </a:ext>
            </a:extLst>
          </p:cNvPr>
          <p:cNvCxnSpPr>
            <a:cxnSpLocks/>
            <a:stCxn id="5" idx="2"/>
            <a:endCxn id="8" idx="0"/>
          </p:cNvCxnSpPr>
          <p:nvPr/>
        </p:nvCxnSpPr>
        <p:spPr bwMode="gray">
          <a:xfrm>
            <a:off x="5999075" y="3748183"/>
            <a:ext cx="547676" cy="400872"/>
          </a:xfrm>
          <a:prstGeom prst="line">
            <a:avLst/>
          </a:prstGeom>
          <a:noFill/>
          <a:ln w="19050" cap="flat" cmpd="sng" algn="ctr">
            <a:solidFill>
              <a:srgbClr val="FFC000"/>
            </a:solidFill>
            <a:prstDash val="sysDash"/>
            <a:miter lim="800000"/>
          </a:ln>
          <a:effectLst/>
        </p:spPr>
      </p:cxnSp>
      <p:cxnSp>
        <p:nvCxnSpPr>
          <p:cNvPr id="26" name="Straight Connector 180">
            <a:extLst>
              <a:ext uri="{FF2B5EF4-FFF2-40B4-BE49-F238E27FC236}">
                <a16:creationId xmlns:a16="http://schemas.microsoft.com/office/drawing/2014/main" xmlns="" id="{DE6CCA58-AEE3-40B1-BC20-D5C15C171453}"/>
              </a:ext>
            </a:extLst>
          </p:cNvPr>
          <p:cNvCxnSpPr>
            <a:cxnSpLocks/>
            <a:stCxn id="5" idx="2"/>
            <a:endCxn id="17" idx="0"/>
          </p:cNvCxnSpPr>
          <p:nvPr/>
        </p:nvCxnSpPr>
        <p:spPr bwMode="gray">
          <a:xfrm>
            <a:off x="5999075" y="3748183"/>
            <a:ext cx="1979360" cy="1007541"/>
          </a:xfrm>
          <a:prstGeom prst="line">
            <a:avLst/>
          </a:prstGeom>
          <a:noFill/>
          <a:ln w="19050" cap="flat" cmpd="sng" algn="ctr">
            <a:solidFill>
              <a:srgbClr val="FFC000"/>
            </a:solidFill>
            <a:prstDash val="sysDash"/>
            <a:miter lim="800000"/>
          </a:ln>
          <a:effectLst/>
        </p:spPr>
      </p:cxnSp>
      <p:cxnSp>
        <p:nvCxnSpPr>
          <p:cNvPr id="27" name="Straight Connector 180">
            <a:extLst>
              <a:ext uri="{FF2B5EF4-FFF2-40B4-BE49-F238E27FC236}">
                <a16:creationId xmlns:a16="http://schemas.microsoft.com/office/drawing/2014/main" xmlns="" id="{63D6B4BB-6E50-4CAB-86C0-D4181268E40E}"/>
              </a:ext>
            </a:extLst>
          </p:cNvPr>
          <p:cNvCxnSpPr>
            <a:cxnSpLocks/>
            <a:stCxn id="5" idx="2"/>
            <a:endCxn id="14" idx="0"/>
          </p:cNvCxnSpPr>
          <p:nvPr/>
        </p:nvCxnSpPr>
        <p:spPr bwMode="gray">
          <a:xfrm>
            <a:off x="5999075" y="3748183"/>
            <a:ext cx="1409339" cy="1408235"/>
          </a:xfrm>
          <a:prstGeom prst="line">
            <a:avLst/>
          </a:prstGeom>
          <a:noFill/>
          <a:ln w="19050" cap="flat" cmpd="sng" algn="ctr">
            <a:solidFill>
              <a:srgbClr val="FFC000"/>
            </a:solidFill>
            <a:prstDash val="sysDash"/>
            <a:miter lim="800000"/>
          </a:ln>
          <a:effectLst/>
        </p:spPr>
      </p:cxnSp>
      <p:cxnSp>
        <p:nvCxnSpPr>
          <p:cNvPr id="28" name="Straight Connector 180">
            <a:extLst>
              <a:ext uri="{FF2B5EF4-FFF2-40B4-BE49-F238E27FC236}">
                <a16:creationId xmlns:a16="http://schemas.microsoft.com/office/drawing/2014/main" xmlns="" id="{10CBAC3B-FD15-4E3D-A43F-5EE4D510F3FB}"/>
              </a:ext>
            </a:extLst>
          </p:cNvPr>
          <p:cNvCxnSpPr>
            <a:cxnSpLocks/>
            <a:stCxn id="5" idx="2"/>
            <a:endCxn id="11" idx="0"/>
          </p:cNvCxnSpPr>
          <p:nvPr/>
        </p:nvCxnSpPr>
        <p:spPr bwMode="gray">
          <a:xfrm flipH="1">
            <a:off x="4610947" y="3748183"/>
            <a:ext cx="1388128" cy="1408235"/>
          </a:xfrm>
          <a:prstGeom prst="line">
            <a:avLst/>
          </a:prstGeom>
          <a:noFill/>
          <a:ln w="19050" cap="flat" cmpd="sng" algn="ctr">
            <a:solidFill>
              <a:srgbClr val="FFC000"/>
            </a:solidFill>
            <a:prstDash val="sysDash"/>
            <a:miter lim="800000"/>
          </a:ln>
          <a:effectLst/>
        </p:spPr>
      </p:cxnSp>
      <p:sp>
        <p:nvSpPr>
          <p:cNvPr id="29" name="文本框 28">
            <a:extLst>
              <a:ext uri="{FF2B5EF4-FFF2-40B4-BE49-F238E27FC236}">
                <a16:creationId xmlns:a16="http://schemas.microsoft.com/office/drawing/2014/main" xmlns="" id="{0E9F108D-B9F6-4400-84F4-1A2271A3CD12}"/>
              </a:ext>
            </a:extLst>
          </p:cNvPr>
          <p:cNvSpPr txBox="1"/>
          <p:nvPr/>
        </p:nvSpPr>
        <p:spPr bwMode="gray">
          <a:xfrm>
            <a:off x="4521690" y="2151940"/>
            <a:ext cx="1388871" cy="338554"/>
          </a:xfrm>
          <a:prstGeom prst="rect">
            <a:avLst/>
          </a:prstGeom>
          <a:noFill/>
        </p:spPr>
        <p:txBody>
          <a:bodyPr wrap="square" rtlCol="0">
            <a:spAutoFit/>
          </a:bodyPr>
          <a:lstStyle/>
          <a:p>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RESTful API</a:t>
            </a:r>
            <a:endParaRPr lang="zh-CN" altLang="en-US" sz="16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 name="Oval 124">
            <a:extLst>
              <a:ext uri="{FF2B5EF4-FFF2-40B4-BE49-F238E27FC236}">
                <a16:creationId xmlns:a16="http://schemas.microsoft.com/office/drawing/2014/main" xmlns="" id="{8CBBB274-9BE7-42BC-957B-BC78A8387BD1}"/>
              </a:ext>
            </a:extLst>
          </p:cNvPr>
          <p:cNvSpPr/>
          <p:nvPr/>
        </p:nvSpPr>
        <p:spPr bwMode="gray">
          <a:xfrm>
            <a:off x="1594177" y="2663461"/>
            <a:ext cx="8951112" cy="796610"/>
          </a:xfrm>
          <a:prstGeom prst="ellipse">
            <a:avLst/>
          </a:prstGeom>
          <a:gradFill flip="none" rotWithShape="1">
            <a:gsLst>
              <a:gs pos="0">
                <a:srgbClr val="5B9BD5">
                  <a:lumMod val="5000"/>
                  <a:lumOff val="95000"/>
                </a:srgbClr>
              </a:gs>
              <a:gs pos="100000">
                <a:schemeClr val="accent2">
                  <a:lumMod val="40000"/>
                  <a:lumOff val="60000"/>
                </a:schemeClr>
              </a:gs>
            </a:gsLst>
            <a:lin ang="5400000" scaled="1"/>
            <a:tileRect/>
          </a:gradFill>
          <a:ln w="12700" cap="flat" cmpd="sng" algn="ctr">
            <a:noFill/>
            <a:prstDash val="solid"/>
            <a:miter lim="800000"/>
          </a:ln>
          <a:effectLst/>
        </p:spPr>
        <p:txBody>
          <a:bodyPr rtlCol="0" anchor="ctr"/>
          <a:lstStyle/>
          <a:p>
            <a:pPr marL="0" marR="0" lvl="0" indent="0" algn="ctr" defTabSz="914309"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 name="文本框 31">
            <a:extLst>
              <a:ext uri="{FF2B5EF4-FFF2-40B4-BE49-F238E27FC236}">
                <a16:creationId xmlns:a16="http://schemas.microsoft.com/office/drawing/2014/main" xmlns="" id="{40630848-3891-4FD4-87D0-9E7FCD6D0258}"/>
              </a:ext>
            </a:extLst>
          </p:cNvPr>
          <p:cNvSpPr txBox="1"/>
          <p:nvPr/>
        </p:nvSpPr>
        <p:spPr bwMode="gray">
          <a:xfrm>
            <a:off x="1672422" y="2969118"/>
            <a:ext cx="2120400" cy="324000"/>
          </a:xfrm>
          <a:prstGeom prst="rect">
            <a:avLst/>
          </a:prstGeom>
          <a:gradFill>
            <a:gsLst>
              <a:gs pos="0">
                <a:schemeClr val="bg1"/>
              </a:gs>
              <a:gs pos="100000">
                <a:schemeClr val="accent6">
                  <a:lumMod val="40000"/>
                  <a:lumOff val="60000"/>
                </a:schemeClr>
              </a:gs>
            </a:gsLst>
            <a:lin ang="5400000" scaled="1"/>
          </a:gradFill>
          <a:ln w="127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algn="ctr">
              <a:defRPr>
                <a:solidFill>
                  <a:srgbClr val="0082B4"/>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iMaster NCE-Fabric</a:t>
            </a:r>
            <a:endParaRPr lang="zh-CN" altLang="en-US">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5" name="图片 4">
            <a:extLst>
              <a:ext uri="{FF2B5EF4-FFF2-40B4-BE49-F238E27FC236}">
                <a16:creationId xmlns:a16="http://schemas.microsoft.com/office/drawing/2014/main" xmlns="" id="{9BD75B09-4744-4DE8-9FCF-583055F4B7C6}"/>
              </a:ext>
            </a:extLst>
          </p:cNvPr>
          <p:cNvPicPr>
            <a:picLocks/>
          </p:cNvPicPr>
          <p:nvPr/>
        </p:nvPicPr>
        <p:blipFill>
          <a:blip r:embed="rId4" cstate="print">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bwMode="gray">
          <a:xfrm>
            <a:off x="5729075" y="3305383"/>
            <a:ext cx="540000" cy="442800"/>
          </a:xfrm>
          <a:prstGeom prst="rect">
            <a:avLst/>
          </a:prstGeom>
        </p:spPr>
      </p:pic>
      <p:sp>
        <p:nvSpPr>
          <p:cNvPr id="37" name="文本框 57">
            <a:extLst>
              <a:ext uri="{FF2B5EF4-FFF2-40B4-BE49-F238E27FC236}">
                <a16:creationId xmlns:a16="http://schemas.microsoft.com/office/drawing/2014/main" xmlns="" id="{8F655848-82EE-4037-9E07-77DE440A307F}"/>
              </a:ext>
            </a:extLst>
          </p:cNvPr>
          <p:cNvSpPr txBox="1"/>
          <p:nvPr/>
        </p:nvSpPr>
        <p:spPr bwMode="gray">
          <a:xfrm>
            <a:off x="5569991" y="5338491"/>
            <a:ext cx="889341" cy="246221"/>
          </a:xfrm>
          <a:prstGeom prst="rect">
            <a:avLst/>
          </a:prstGeom>
          <a:noFill/>
        </p:spPr>
        <p:txBody>
          <a:bodyPr wrap="square" lIns="0" tIns="0" rIns="0" bIns="0" rtlCol="0">
            <a:spAutoFit/>
          </a:bodyPr>
          <a:lstStyle/>
          <a:p>
            <a:pPr marL="0" marR="0" lvl="0" indent="0" algn="ctr" defTabSz="914309" eaLnBrk="1" fontAlgn="auto" latinLnBrk="0" hangingPunct="1">
              <a:lnSpc>
                <a:spcPct val="100000"/>
              </a:lnSpc>
              <a:spcBef>
                <a:spcPts val="0"/>
              </a:spcBef>
              <a:spcAft>
                <a:spcPts val="0"/>
              </a:spcAft>
              <a:buClrTx/>
              <a:buSzTx/>
              <a:buFontTx/>
              <a:buNone/>
              <a:tabLst/>
              <a:defRPr/>
            </a:pPr>
            <a:r>
              <a:rPr kumimoji="0" lang="zh-CN" altLang="en-US" sz="1600" b="1" i="0" u="none" strike="noStrike" kern="0" cap="none" spc="0" normalizeH="0" baseline="0" noProof="0">
                <a:ln>
                  <a:noFill/>
                </a:ln>
                <a:effectLst/>
                <a:uLnTx/>
                <a:uFillTx/>
                <a:latin typeface="Huawei Sans" panose="020C0503030203020204" pitchFamily="34" charset="0"/>
                <a:ea typeface="方正兰亭黑简体" panose="02000000000000000000" pitchFamily="2" charset="-122"/>
                <a:sym typeface="Huawei Sans" panose="020C0503030203020204" pitchFamily="34" charset="0"/>
              </a:rPr>
              <a:t>网络</a:t>
            </a:r>
            <a:r>
              <a:rPr lang="zh-CN" altLang="en-US" sz="1600" b="1" kern="0">
                <a:latin typeface="Huawei Sans" panose="020C0503030203020204" pitchFamily="34" charset="0"/>
                <a:ea typeface="方正兰亭黑简体" panose="02000000000000000000" pitchFamily="2" charset="-122"/>
                <a:sym typeface="Huawei Sans" panose="020C0503030203020204" pitchFamily="34" charset="0"/>
              </a:rPr>
              <a:t>设备</a:t>
            </a:r>
            <a:endParaRPr kumimoji="0" lang="zh-CN" altLang="en-US" sz="1600" b="1" i="0" u="none" strike="noStrike" kern="0" cap="none" spc="0" normalizeH="0" baseline="0" noProof="0" dirty="0">
              <a:ln>
                <a:noFill/>
              </a:ln>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 name="文本框 35">
            <a:extLst>
              <a:ext uri="{FF2B5EF4-FFF2-40B4-BE49-F238E27FC236}">
                <a16:creationId xmlns:a16="http://schemas.microsoft.com/office/drawing/2014/main" xmlns="" id="{40630848-3891-4FD4-87D0-9E7FCD6D0258}"/>
              </a:ext>
            </a:extLst>
          </p:cNvPr>
          <p:cNvSpPr txBox="1"/>
          <p:nvPr/>
        </p:nvSpPr>
        <p:spPr bwMode="gray">
          <a:xfrm>
            <a:off x="3922825" y="2969117"/>
            <a:ext cx="2396953" cy="324000"/>
          </a:xfrm>
          <a:prstGeom prst="rect">
            <a:avLst/>
          </a:prstGeom>
          <a:gradFill>
            <a:gsLst>
              <a:gs pos="0">
                <a:schemeClr val="bg1"/>
              </a:gs>
              <a:gs pos="100000">
                <a:schemeClr val="accent6">
                  <a:lumMod val="40000"/>
                  <a:lumOff val="60000"/>
                </a:schemeClr>
              </a:gs>
            </a:gsLst>
            <a:lin ang="5400000" scaled="1"/>
          </a:gradFill>
          <a:ln w="127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algn="ctr">
              <a:defRPr>
                <a:solidFill>
                  <a:srgbClr val="0082B4"/>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iMaster NCE-Campus</a:t>
            </a:r>
            <a:endParaRPr lang="zh-CN" altLang="en-US">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9" name="文本框 38">
            <a:extLst>
              <a:ext uri="{FF2B5EF4-FFF2-40B4-BE49-F238E27FC236}">
                <a16:creationId xmlns:a16="http://schemas.microsoft.com/office/drawing/2014/main" xmlns="" id="{40630848-3891-4FD4-87D0-9E7FCD6D0258}"/>
              </a:ext>
            </a:extLst>
          </p:cNvPr>
          <p:cNvSpPr txBox="1"/>
          <p:nvPr/>
        </p:nvSpPr>
        <p:spPr bwMode="gray">
          <a:xfrm>
            <a:off x="6425302" y="2969118"/>
            <a:ext cx="2120400" cy="324000"/>
          </a:xfrm>
          <a:prstGeom prst="rect">
            <a:avLst/>
          </a:prstGeom>
          <a:gradFill>
            <a:gsLst>
              <a:gs pos="0">
                <a:schemeClr val="bg1"/>
              </a:gs>
              <a:gs pos="100000">
                <a:schemeClr val="accent6">
                  <a:lumMod val="40000"/>
                  <a:lumOff val="60000"/>
                </a:schemeClr>
              </a:gs>
            </a:gsLst>
            <a:lin ang="5400000" scaled="1"/>
          </a:gradFill>
          <a:ln w="127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algn="ctr">
              <a:defRPr>
                <a:solidFill>
                  <a:srgbClr val="0082B4"/>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iMaster NCE-WAN</a:t>
            </a:r>
            <a:endParaRPr lang="zh-CN" altLang="en-US">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文本框 39">
            <a:extLst>
              <a:ext uri="{FF2B5EF4-FFF2-40B4-BE49-F238E27FC236}">
                <a16:creationId xmlns:a16="http://schemas.microsoft.com/office/drawing/2014/main" xmlns="" id="{40630848-3891-4FD4-87D0-9E7FCD6D0258}"/>
              </a:ext>
            </a:extLst>
          </p:cNvPr>
          <p:cNvSpPr txBox="1"/>
          <p:nvPr/>
        </p:nvSpPr>
        <p:spPr bwMode="gray">
          <a:xfrm>
            <a:off x="8634714" y="2969118"/>
            <a:ext cx="1799790" cy="324000"/>
          </a:xfrm>
          <a:prstGeom prst="rect">
            <a:avLst/>
          </a:prstGeom>
          <a:gradFill>
            <a:gsLst>
              <a:gs pos="0">
                <a:schemeClr val="bg1"/>
              </a:gs>
              <a:gs pos="100000">
                <a:schemeClr val="accent6">
                  <a:lumMod val="40000"/>
                  <a:lumOff val="60000"/>
                </a:schemeClr>
              </a:gs>
            </a:gsLst>
            <a:lin ang="5400000" scaled="1"/>
          </a:gradFill>
          <a:ln w="127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algn="ctr">
              <a:defRPr>
                <a:solidFill>
                  <a:srgbClr val="0082B4"/>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iMaster NCE-IP</a:t>
            </a:r>
            <a:endParaRPr lang="zh-CN" altLang="en-US">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274766436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A00E34A6-FDA6-4E4D-9345-71CD3F43084B}"/>
              </a:ext>
            </a:extLst>
          </p:cNvPr>
          <p:cNvSpPr>
            <a:spLocks noGrp="1"/>
          </p:cNvSpPr>
          <p:nvPr>
            <p:ph type="title"/>
          </p:nvPr>
        </p:nvSpPr>
        <p:spPr bwMode="gray"/>
        <p:txBody>
          <a:bodyPr/>
          <a:lstStyle/>
          <a:p>
            <a:r>
              <a:rPr lang="zh-CN" altLang="en-US" smtClean="0">
                <a:sym typeface="Huawei Sans" panose="020C0503030203020204" pitchFamily="34" charset="0"/>
              </a:rPr>
              <a:t>华为</a:t>
            </a:r>
            <a:r>
              <a:rPr lang="en-US" altLang="zh-CN" smtClean="0">
                <a:sym typeface="Huawei Sans" panose="020C0503030203020204" pitchFamily="34" charset="0"/>
              </a:rPr>
              <a:t>iMaster NCE</a:t>
            </a:r>
            <a:r>
              <a:rPr lang="zh-CN" altLang="en-US" smtClean="0">
                <a:sym typeface="Huawei Sans" panose="020C0503030203020204" pitchFamily="34" charset="0"/>
              </a:rPr>
              <a:t>业务开放可编程</a:t>
            </a:r>
            <a:endParaRPr lang="zh-CN" altLang="en-US">
              <a:sym typeface="Huawei Sans" panose="020C0503030203020204" pitchFamily="34" charset="0"/>
            </a:endParaRPr>
          </a:p>
        </p:txBody>
      </p:sp>
      <p:sp>
        <p:nvSpPr>
          <p:cNvPr id="3" name="文本占位符 3">
            <a:extLst>
              <a:ext uri="{FF2B5EF4-FFF2-40B4-BE49-F238E27FC236}">
                <a16:creationId xmlns:a16="http://schemas.microsoft.com/office/drawing/2014/main" xmlns="" id="{89A9CC07-3B64-43CE-A5D1-08884882D017}"/>
              </a:ext>
            </a:extLst>
          </p:cNvPr>
          <p:cNvSpPr txBox="1">
            <a:spLocks/>
          </p:cNvSpPr>
          <p:nvPr/>
        </p:nvSpPr>
        <p:spPr bwMode="gray">
          <a:xfrm>
            <a:off x="6930242" y="1242453"/>
            <a:ext cx="4827810" cy="3854268"/>
          </a:xfrm>
          <a:prstGeom prst="rect">
            <a:avLst/>
          </a:prstGeom>
        </p:spPr>
        <p:txBody>
          <a:bodyPr/>
          <a:lstStyle>
            <a:lvl1pPr marL="302279" indent="-302279" algn="l" defTabSz="914034" rtl="0" eaLnBrk="1" latinLnBrk="0" hangingPunct="1">
              <a:lnSpc>
                <a:spcPct val="140000"/>
              </a:lnSpc>
              <a:spcBef>
                <a:spcPts val="792"/>
              </a:spcBef>
              <a:buFont typeface="Arial" panose="020B0604020202020204" pitchFamily="34" charset="0"/>
              <a:buChar char="•"/>
              <a:defRPr sz="2199" kern="1200">
                <a:solidFill>
                  <a:schemeClr val="tx1"/>
                </a:solidFill>
                <a:latin typeface="+mn-lt"/>
                <a:ea typeface="+mn-ea"/>
                <a:cs typeface="+mn-cs"/>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r>
              <a:rPr lang="en-US" altLang="zh-CN" sz="1600" smtClean="0">
                <a:latin typeface="Huawei Sans" panose="020C0503030203020204" pitchFamily="34" charset="0"/>
                <a:ea typeface="方正兰亭黑简体" panose="02000000000000000000" pitchFamily="2" charset="-122"/>
                <a:sym typeface="Huawei Sans" panose="020C0503030203020204" pitchFamily="34" charset="0"/>
              </a:rPr>
              <a:t>iMaster NCE</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业务开放</a:t>
            </a:r>
            <a:r>
              <a:rPr lang="zh-CN" altLang="en-US" sz="1600">
                <a:latin typeface="Huawei Sans" panose="020C0503030203020204" pitchFamily="34" charset="0"/>
                <a:ea typeface="方正兰亭黑简体" panose="02000000000000000000" pitchFamily="2" charset="-122"/>
                <a:sym typeface="Huawei Sans" panose="020C0503030203020204" pitchFamily="34" charset="0"/>
              </a:rPr>
              <a:t>可编程</a:t>
            </a:r>
            <a:r>
              <a:rPr lang="zh-CN" altLang="en-US" sz="1600" smtClean="0">
                <a:latin typeface="Huawei Sans" panose="020C0503030203020204" pitchFamily="34" charset="0"/>
                <a:ea typeface="方正兰亭黑简体" panose="02000000000000000000" pitchFamily="2" charset="-122"/>
                <a:sym typeface="Huawei Sans" panose="020C0503030203020204" pitchFamily="34" charset="0"/>
              </a:rPr>
              <a:t>是</a:t>
            </a:r>
            <a:r>
              <a:rPr lang="en-US" altLang="zh-CN" sz="1600" smtClean="0">
                <a:latin typeface="Huawei Sans" panose="020C0503030203020204" pitchFamily="34" charset="0"/>
                <a:ea typeface="方正兰亭黑简体" panose="02000000000000000000" pitchFamily="2" charset="-122"/>
                <a:sym typeface="Huawei Sans" panose="020C0503030203020204" pitchFamily="34" charset="0"/>
              </a:rPr>
              <a:t>iMaster NCE</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产品的一个子系统，提供端</a:t>
            </a:r>
            <a:r>
              <a:rPr lang="zh-CN" altLang="en-US" sz="1600">
                <a:latin typeface="Huawei Sans" panose="020C0503030203020204" pitchFamily="34" charset="0"/>
                <a:ea typeface="方正兰亭黑简体" panose="02000000000000000000" pitchFamily="2" charset="-122"/>
                <a:sym typeface="Huawei Sans" panose="020C0503030203020204" pitchFamily="34" charset="0"/>
              </a:rPr>
              <a:t>到</a:t>
            </a:r>
            <a:r>
              <a:rPr lang="zh-CN" altLang="en-US" sz="1600" smtClean="0">
                <a:latin typeface="Huawei Sans" panose="020C0503030203020204" pitchFamily="34" charset="0"/>
                <a:ea typeface="方正兰亭黑简体" panose="02000000000000000000" pitchFamily="2" charset="-122"/>
                <a:sym typeface="Huawei Sans" panose="020C0503030203020204" pitchFamily="34" charset="0"/>
              </a:rPr>
              <a:t>端的</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开放可编程能力，包括网元层功能和网络业务功能的开放。</a:t>
            </a:r>
            <a:endParaRPr lang="en-US" altLang="zh-CN" sz="1600" dirty="0">
              <a:latin typeface="Huawei Sans" panose="020C0503030203020204" pitchFamily="34" charset="0"/>
              <a:ea typeface="方正兰亭黑简体" panose="02000000000000000000" pitchFamily="2" charset="-122"/>
              <a:sym typeface="Huawei Sans" panose="020C0503030203020204" pitchFamily="34" charset="0"/>
            </a:endParaRPr>
          </a:p>
          <a:p>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工程师通过编写网元驱动包（</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Specific NE Driver</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SND</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）和业务包（</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Specific Service Plugin</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SSP</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）实现：</a:t>
            </a:r>
            <a:endParaRPr lang="en-US" altLang="zh-CN" sz="1600" dirty="0">
              <a:latin typeface="Huawei Sans" panose="020C0503030203020204" pitchFamily="34" charset="0"/>
              <a:ea typeface="方正兰亭黑简体" panose="02000000000000000000" pitchFamily="2" charset="-122"/>
              <a:sym typeface="Huawei Sans" panose="020C0503030203020204" pitchFamily="34" charset="0"/>
            </a:endParaRPr>
          </a:p>
          <a:p>
            <a:pPr lvl="1"/>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异厂家的设备管理</a:t>
            </a:r>
            <a:endParaRPr lang="en-US" altLang="zh-CN" sz="1600" dirty="0">
              <a:latin typeface="Huawei Sans" panose="020C0503030203020204" pitchFamily="34" charset="0"/>
              <a:ea typeface="方正兰亭黑简体" panose="02000000000000000000" pitchFamily="2" charset="-122"/>
              <a:sym typeface="Huawei Sans" panose="020C0503030203020204" pitchFamily="34" charset="0"/>
            </a:endParaRPr>
          </a:p>
          <a:p>
            <a:pPr lvl="1"/>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用户自定义网络业务</a:t>
            </a:r>
            <a:endParaRPr lang="en-US" altLang="zh-CN" sz="1600" dirty="0">
              <a:latin typeface="Huawei Sans" panose="020C0503030203020204" pitchFamily="34" charset="0"/>
              <a:ea typeface="方正兰亭黑简体" panose="02000000000000000000" pitchFamily="2" charset="-122"/>
              <a:sym typeface="Huawei Sans" panose="020C0503030203020204" pitchFamily="34" charset="0"/>
            </a:endParaRPr>
          </a:p>
          <a:p>
            <a:pPr lvl="1"/>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基于</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Web</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的业务管理</a:t>
            </a:r>
            <a:endParaRPr lang="en-US" altLang="zh-CN" sz="1600" dirty="0">
              <a:latin typeface="Huawei Sans" panose="020C0503030203020204" pitchFamily="34" charset="0"/>
              <a:ea typeface="方正兰亭黑简体" panose="02000000000000000000" pitchFamily="2" charset="-122"/>
              <a:sym typeface="Huawei Sans" panose="020C0503030203020204" pitchFamily="34" charset="0"/>
            </a:endParaRPr>
          </a:p>
          <a:p>
            <a:pPr lvl="1"/>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自动生成北向</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RESTful API</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开放</a:t>
            </a:r>
            <a:endParaRPr lang="en-US" altLang="zh-CN" sz="1600" dirty="0">
              <a:latin typeface="Huawei Sans" panose="020C0503030203020204" pitchFamily="34" charset="0"/>
              <a:ea typeface="方正兰亭黑简体" panose="02000000000000000000" pitchFamily="2" charset="-122"/>
              <a:sym typeface="Huawei Sans" panose="020C0503030203020204" pitchFamily="34" charset="0"/>
            </a:endParaRPr>
          </a:p>
          <a:p>
            <a:pPr lvl="1"/>
            <a:endParaRPr lang="en-US" altLang="zh-CN"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2" name="矩形 41">
            <a:extLst>
              <a:ext uri="{FF2B5EF4-FFF2-40B4-BE49-F238E27FC236}">
                <a16:creationId xmlns:a16="http://schemas.microsoft.com/office/drawing/2014/main" xmlns="" id="{1A14C52A-7749-4391-8FB2-72442DEF14A5}"/>
              </a:ext>
            </a:extLst>
          </p:cNvPr>
          <p:cNvSpPr/>
          <p:nvPr/>
        </p:nvSpPr>
        <p:spPr bwMode="gray">
          <a:xfrm>
            <a:off x="495888" y="1681521"/>
            <a:ext cx="5348246" cy="3987333"/>
          </a:xfrm>
          <a:prstGeom prst="rect">
            <a:avLst/>
          </a:prstGeom>
          <a:solidFill>
            <a:srgbClr val="BEE9EE"/>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1" name="矩形 80">
            <a:extLst>
              <a:ext uri="{FF2B5EF4-FFF2-40B4-BE49-F238E27FC236}">
                <a16:creationId xmlns:a16="http://schemas.microsoft.com/office/drawing/2014/main" xmlns="" id="{2438E7A2-F812-4686-8291-FAE5AEE7EC54}"/>
              </a:ext>
            </a:extLst>
          </p:cNvPr>
          <p:cNvSpPr/>
          <p:nvPr/>
        </p:nvSpPr>
        <p:spPr bwMode="gray">
          <a:xfrm>
            <a:off x="703183" y="2751911"/>
            <a:ext cx="1323488" cy="409575"/>
          </a:xfrm>
          <a:prstGeom prst="rect">
            <a:avLst/>
          </a:prstGeom>
          <a:solidFill>
            <a:srgbClr val="FFF2CC"/>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400" b="1" i="0" u="none" strike="noStrike" kern="0" cap="none" spc="0" normalizeH="0" baseline="0" noProof="0">
                <a:ln>
                  <a:noFill/>
                </a:ln>
                <a:effectLst/>
                <a:uLnTx/>
                <a:uFillTx/>
                <a:latin typeface="Huawei Sans" panose="020C0503030203020204" pitchFamily="34" charset="0"/>
                <a:ea typeface="方正兰亭黑简体" panose="02000000000000000000" pitchFamily="2" charset="-122"/>
                <a:sym typeface="Huawei Sans" panose="020C0503030203020204" pitchFamily="34" charset="0"/>
              </a:rPr>
              <a:t>业务包</a:t>
            </a:r>
            <a:r>
              <a:rPr kumimoji="0" lang="en-US" altLang="zh-CN" sz="1400" b="1" i="0" u="none" strike="noStrike" kern="0" cap="none" spc="0" normalizeH="0" baseline="0" noProof="0">
                <a:ln>
                  <a:noFill/>
                </a:ln>
                <a:effectLst/>
                <a:uLnTx/>
                <a:uFillTx/>
                <a:latin typeface="Huawei Sans" panose="020C0503030203020204" pitchFamily="34" charset="0"/>
                <a:ea typeface="方正兰亭黑简体" panose="02000000000000000000" pitchFamily="2" charset="-122"/>
                <a:sym typeface="Huawei Sans" panose="020C0503030203020204" pitchFamily="34" charset="0"/>
              </a:rPr>
              <a:t>SSP</a:t>
            </a:r>
            <a:endParaRPr kumimoji="0" lang="zh-CN" altLang="en-US" sz="1400" b="1" i="0" u="none" strike="noStrike" kern="0" cap="none" spc="0" normalizeH="0" baseline="0" noProof="0" dirty="0">
              <a:ln>
                <a:noFill/>
              </a:ln>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2" name="矩形 81">
            <a:extLst>
              <a:ext uri="{FF2B5EF4-FFF2-40B4-BE49-F238E27FC236}">
                <a16:creationId xmlns:a16="http://schemas.microsoft.com/office/drawing/2014/main" xmlns="" id="{E9816FE2-919E-4D0E-BBE4-C97F9875E177}"/>
              </a:ext>
            </a:extLst>
          </p:cNvPr>
          <p:cNvSpPr/>
          <p:nvPr/>
        </p:nvSpPr>
        <p:spPr bwMode="gray">
          <a:xfrm>
            <a:off x="620058" y="4854616"/>
            <a:ext cx="1489934" cy="357086"/>
          </a:xfrm>
          <a:prstGeom prst="rect">
            <a:avLst/>
          </a:prstGeom>
          <a:solidFill>
            <a:srgbClr val="56C4D2"/>
          </a:solidFill>
          <a:ln w="25400" cap="flat" cmpd="sng" algn="ctr">
            <a:noFill/>
            <a:prstDash val="solid"/>
          </a:ln>
          <a:effectLst/>
        </p:spPr>
        <p:txBody>
          <a:bodyPr rtlCol="0" anchor="ctr"/>
          <a:lstStyle/>
          <a:p>
            <a:pPr algn="ctr" defTabSz="914400"/>
            <a:r>
              <a:rPr lang="zh-CN" altLang="en-US" sz="1400" kern="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网元驱动包</a:t>
            </a:r>
            <a:r>
              <a:rPr lang="en-US" altLang="zh-CN" sz="1400" kern="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SND</a:t>
            </a:r>
            <a:endParaRPr lang="zh-CN" altLang="en-US" sz="1400" kern="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3" name="文本框 82">
            <a:extLst>
              <a:ext uri="{FF2B5EF4-FFF2-40B4-BE49-F238E27FC236}">
                <a16:creationId xmlns:a16="http://schemas.microsoft.com/office/drawing/2014/main" xmlns="" id="{6202AED6-3D4F-4518-8A71-28B8FCBD2AAB}"/>
              </a:ext>
            </a:extLst>
          </p:cNvPr>
          <p:cNvSpPr txBox="1"/>
          <p:nvPr/>
        </p:nvSpPr>
        <p:spPr bwMode="gray">
          <a:xfrm>
            <a:off x="2042136" y="1782372"/>
            <a:ext cx="2869696" cy="307777"/>
          </a:xfrm>
          <a:prstGeom prst="rect">
            <a:avLst/>
          </a:prstGeom>
          <a:noFill/>
        </p:spPr>
        <p:txBody>
          <a:bodyPr wrap="none" rtlCol="0">
            <a:spAutoFit/>
          </a:bodyPr>
          <a:lstStyle/>
          <a:p>
            <a:pPr defTabSz="914400"/>
            <a:r>
              <a:rPr lang="zh-CN" altLang="en-US" sz="1400" b="1" dirty="0" smtClean="0">
                <a:latin typeface="Huawei Sans" panose="020C0503030203020204" pitchFamily="34" charset="0"/>
                <a:ea typeface="方正兰亭黑简体" panose="02000000000000000000" pitchFamily="2" charset="-122"/>
                <a:sym typeface="Huawei Sans" panose="020C0503030203020204" pitchFamily="34" charset="0"/>
              </a:rPr>
              <a:t>华为</a:t>
            </a:r>
            <a:r>
              <a:rPr lang="en-US" altLang="zh-CN" sz="1400" b="1" dirty="0" err="1" smtClean="0">
                <a:latin typeface="Huawei Sans" panose="020C0503030203020204" pitchFamily="34" charset="0"/>
                <a:ea typeface="方正兰亭黑简体" panose="02000000000000000000" pitchFamily="2" charset="-122"/>
                <a:sym typeface="Huawei Sans" panose="020C0503030203020204" pitchFamily="34" charset="0"/>
              </a:rPr>
              <a:t>iMaster</a:t>
            </a:r>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 NCE</a:t>
            </a: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开放可编程框架</a:t>
            </a:r>
          </a:p>
        </p:txBody>
      </p:sp>
      <p:sp>
        <p:nvSpPr>
          <p:cNvPr id="85" name="矩形 84">
            <a:extLst>
              <a:ext uri="{FF2B5EF4-FFF2-40B4-BE49-F238E27FC236}">
                <a16:creationId xmlns:a16="http://schemas.microsoft.com/office/drawing/2014/main" xmlns="" id="{500225BC-57F5-4447-A684-C5754C9B17D8}"/>
              </a:ext>
            </a:extLst>
          </p:cNvPr>
          <p:cNvSpPr/>
          <p:nvPr/>
        </p:nvSpPr>
        <p:spPr bwMode="gray">
          <a:xfrm>
            <a:off x="2482225" y="2150530"/>
            <a:ext cx="3175443" cy="2320922"/>
          </a:xfrm>
          <a:prstGeom prst="rect">
            <a:avLst/>
          </a:prstGeom>
          <a:solidFill>
            <a:srgbClr val="FFF2CC"/>
          </a:solidFill>
          <a:ln w="25400" cap="flat" cmpd="sng" algn="ctr">
            <a:noFill/>
            <a:prstDash val="solid"/>
          </a:ln>
          <a:effectLst/>
        </p:spPr>
        <p:txBody>
          <a:bodyPr rtlCol="0" anchor="ctr"/>
          <a:lstStyle/>
          <a:p>
            <a:pPr algn="ctr" defTabSz="914400"/>
            <a:endParaRPr lang="zh-CN" altLang="en-US" sz="1400" b="1" kern="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86" name="直接箭头连接符 85">
            <a:extLst>
              <a:ext uri="{FF2B5EF4-FFF2-40B4-BE49-F238E27FC236}">
                <a16:creationId xmlns:a16="http://schemas.microsoft.com/office/drawing/2014/main" xmlns="" id="{C19E172C-E365-408E-990A-1C8D22BADB48}"/>
              </a:ext>
            </a:extLst>
          </p:cNvPr>
          <p:cNvCxnSpPr/>
          <p:nvPr/>
        </p:nvCxnSpPr>
        <p:spPr bwMode="gray">
          <a:xfrm flipV="1">
            <a:off x="5264599" y="1591625"/>
            <a:ext cx="0" cy="3466479"/>
          </a:xfrm>
          <a:prstGeom prst="straightConnector1">
            <a:avLst/>
          </a:prstGeom>
          <a:noFill/>
          <a:ln w="19050" cap="flat" cmpd="sng" algn="ctr">
            <a:solidFill>
              <a:srgbClr val="00B0F0"/>
            </a:solidFill>
            <a:prstDash val="sysDash"/>
            <a:headEnd type="none" w="med" len="med"/>
            <a:tailEnd type="none" w="med" len="med"/>
          </a:ln>
          <a:effectLst/>
        </p:spPr>
      </p:cxnSp>
      <p:sp>
        <p:nvSpPr>
          <p:cNvPr id="87" name="矩形 86">
            <a:extLst>
              <a:ext uri="{FF2B5EF4-FFF2-40B4-BE49-F238E27FC236}">
                <a16:creationId xmlns:a16="http://schemas.microsoft.com/office/drawing/2014/main" xmlns="" id="{9B578E5C-50ED-47F9-8887-5805BF4A04D7}"/>
              </a:ext>
            </a:extLst>
          </p:cNvPr>
          <p:cNvSpPr/>
          <p:nvPr/>
        </p:nvSpPr>
        <p:spPr bwMode="gray">
          <a:xfrm>
            <a:off x="2482225" y="4607877"/>
            <a:ext cx="3175443" cy="858899"/>
          </a:xfrm>
          <a:prstGeom prst="rect">
            <a:avLst/>
          </a:prstGeom>
          <a:solidFill>
            <a:srgbClr val="94DAE2"/>
          </a:solidFill>
          <a:ln w="25400" cap="flat" cmpd="sng" algn="ctr">
            <a:noFill/>
            <a:prstDash val="solid"/>
          </a:ln>
          <a:effectLst/>
        </p:spPr>
        <p:txBody>
          <a:bodyPr rtlCol="0" anchor="ctr"/>
          <a:lstStyle/>
          <a:p>
            <a:pPr algn="ctr" defTabSz="914400"/>
            <a:endParaRPr lang="zh-CN" altLang="en-US" sz="1400" b="1"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8" name="文本框 87">
            <a:extLst>
              <a:ext uri="{FF2B5EF4-FFF2-40B4-BE49-F238E27FC236}">
                <a16:creationId xmlns:a16="http://schemas.microsoft.com/office/drawing/2014/main" xmlns="" id="{0FCA0E6A-E5F0-4B5B-819F-5F8967BD789F}"/>
              </a:ext>
            </a:extLst>
          </p:cNvPr>
          <p:cNvSpPr txBox="1"/>
          <p:nvPr/>
        </p:nvSpPr>
        <p:spPr bwMode="gray">
          <a:xfrm>
            <a:off x="2672707" y="2314166"/>
            <a:ext cx="723275" cy="307777"/>
          </a:xfrm>
          <a:prstGeom prst="rect">
            <a:avLst/>
          </a:prstGeom>
          <a:noFill/>
        </p:spPr>
        <p:txBody>
          <a:bodyPr wrap="none" rtlCol="0">
            <a:spAutoFit/>
          </a:bodyPr>
          <a:lstStyle/>
          <a:p>
            <a:pPr defTabSz="914400"/>
            <a:r>
              <a:rPr lang="zh-CN" altLang="en-US" sz="1400" b="1" dirty="0">
                <a:latin typeface="Huawei Sans" panose="020C0503030203020204" pitchFamily="34" charset="0"/>
                <a:ea typeface="方正兰亭黑简体" panose="02000000000000000000" pitchFamily="2" charset="-122"/>
                <a:cs typeface="Microsoft YaHei" charset="-122"/>
                <a:sym typeface="Huawei Sans" panose="020C0503030203020204" pitchFamily="34" charset="0"/>
              </a:rPr>
              <a:t>业务包</a:t>
            </a:r>
          </a:p>
        </p:txBody>
      </p:sp>
      <p:sp>
        <p:nvSpPr>
          <p:cNvPr id="89" name="文本框 88">
            <a:extLst>
              <a:ext uri="{FF2B5EF4-FFF2-40B4-BE49-F238E27FC236}">
                <a16:creationId xmlns:a16="http://schemas.microsoft.com/office/drawing/2014/main" xmlns="" id="{53F10B90-948D-49DE-93FB-288270F46C89}"/>
              </a:ext>
            </a:extLst>
          </p:cNvPr>
          <p:cNvSpPr txBox="1"/>
          <p:nvPr/>
        </p:nvSpPr>
        <p:spPr bwMode="gray">
          <a:xfrm>
            <a:off x="3586531" y="4661734"/>
            <a:ext cx="1082348" cy="307777"/>
          </a:xfrm>
          <a:prstGeom prst="rect">
            <a:avLst/>
          </a:prstGeom>
          <a:noFill/>
        </p:spPr>
        <p:txBody>
          <a:bodyPr wrap="none" rtlCol="0">
            <a:spAutoFit/>
          </a:bodyPr>
          <a:lstStyle/>
          <a:p>
            <a:pPr defTabSz="914400"/>
            <a:r>
              <a:rPr lang="zh-CN" altLang="en-US" sz="1400" b="1">
                <a:latin typeface="Huawei Sans" panose="020C0503030203020204" pitchFamily="34" charset="0"/>
                <a:ea typeface="方正兰亭黑简体" panose="02000000000000000000" pitchFamily="2" charset="-122"/>
                <a:cs typeface="Microsoft YaHei" charset="-122"/>
                <a:sym typeface="Huawei Sans" panose="020C0503030203020204" pitchFamily="34" charset="0"/>
              </a:rPr>
              <a:t>网元驱动包</a:t>
            </a:r>
            <a:endParaRPr lang="zh-CN" altLang="en-US" sz="1400" b="1" dirty="0">
              <a:latin typeface="Huawei Sans" panose="020C0503030203020204" pitchFamily="34" charset="0"/>
              <a:ea typeface="方正兰亭黑简体" panose="02000000000000000000" pitchFamily="2" charset="-122"/>
              <a:cs typeface="Microsoft YaHei" charset="-122"/>
              <a:sym typeface="Huawei Sans" panose="020C0503030203020204" pitchFamily="34" charset="0"/>
            </a:endParaRPr>
          </a:p>
        </p:txBody>
      </p:sp>
      <p:cxnSp>
        <p:nvCxnSpPr>
          <p:cNvPr id="90" name="直接箭头连接符 89">
            <a:extLst>
              <a:ext uri="{FF2B5EF4-FFF2-40B4-BE49-F238E27FC236}">
                <a16:creationId xmlns:a16="http://schemas.microsoft.com/office/drawing/2014/main" xmlns="" id="{78636C31-3A4F-4168-A210-A5E9AE353D64}"/>
              </a:ext>
            </a:extLst>
          </p:cNvPr>
          <p:cNvCxnSpPr>
            <a:endCxn id="81" idx="0"/>
          </p:cNvCxnSpPr>
          <p:nvPr/>
        </p:nvCxnSpPr>
        <p:spPr bwMode="gray">
          <a:xfrm>
            <a:off x="1364927" y="1586489"/>
            <a:ext cx="0" cy="1165422"/>
          </a:xfrm>
          <a:prstGeom prst="straightConnector1">
            <a:avLst/>
          </a:prstGeom>
          <a:noFill/>
          <a:ln w="19050" cap="flat" cmpd="sng" algn="ctr">
            <a:solidFill>
              <a:schemeClr val="accent2"/>
            </a:solidFill>
            <a:prstDash val="solid"/>
            <a:headEnd type="triangle"/>
            <a:tailEnd type="triangle"/>
          </a:ln>
          <a:effectLst/>
        </p:spPr>
      </p:cxnSp>
      <p:cxnSp>
        <p:nvCxnSpPr>
          <p:cNvPr id="91" name="直接箭头连接符 90">
            <a:extLst>
              <a:ext uri="{FF2B5EF4-FFF2-40B4-BE49-F238E27FC236}">
                <a16:creationId xmlns:a16="http://schemas.microsoft.com/office/drawing/2014/main" xmlns="" id="{D91C34FD-2A97-4757-9C10-1AE62A73CC1D}"/>
              </a:ext>
            </a:extLst>
          </p:cNvPr>
          <p:cNvCxnSpPr>
            <a:cxnSpLocks/>
            <a:stCxn id="81" idx="2"/>
            <a:endCxn id="82" idx="0"/>
          </p:cNvCxnSpPr>
          <p:nvPr/>
        </p:nvCxnSpPr>
        <p:spPr bwMode="gray">
          <a:xfrm>
            <a:off x="1364927" y="3161486"/>
            <a:ext cx="98" cy="1693130"/>
          </a:xfrm>
          <a:prstGeom prst="straightConnector1">
            <a:avLst/>
          </a:prstGeom>
          <a:noFill/>
          <a:ln w="19050" cap="flat" cmpd="sng" algn="ctr">
            <a:solidFill>
              <a:schemeClr val="accent2"/>
            </a:solidFill>
            <a:prstDash val="solid"/>
            <a:headEnd type="triangle"/>
            <a:tailEnd type="triangle"/>
          </a:ln>
          <a:effectLst/>
        </p:spPr>
      </p:cxnSp>
      <p:sp>
        <p:nvSpPr>
          <p:cNvPr id="92" name="矩形 91">
            <a:extLst>
              <a:ext uri="{FF2B5EF4-FFF2-40B4-BE49-F238E27FC236}">
                <a16:creationId xmlns:a16="http://schemas.microsoft.com/office/drawing/2014/main" xmlns="" id="{59BBDFEF-E739-46CA-A859-DB86CE1B73F6}"/>
              </a:ext>
            </a:extLst>
          </p:cNvPr>
          <p:cNvSpPr/>
          <p:nvPr/>
        </p:nvSpPr>
        <p:spPr bwMode="gray">
          <a:xfrm>
            <a:off x="495888" y="5731542"/>
            <a:ext cx="5348243" cy="412455"/>
          </a:xfrm>
          <a:prstGeom prst="rect">
            <a:avLst/>
          </a:prstGeom>
          <a:solidFill>
            <a:srgbClr val="D8B3B3"/>
          </a:solidFill>
          <a:ln w="25400" cap="flat" cmpd="sng" algn="ctr">
            <a:noFill/>
            <a:prstDash val="solid"/>
          </a:ln>
          <a:effectLst/>
        </p:spPr>
        <p:txBody>
          <a:bodyPr rtlCol="0" anchor="ctr"/>
          <a:lstStyle/>
          <a:p>
            <a:pPr algn="ctr" defTabSz="914400"/>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自动生成</a:t>
            </a: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NETCONF</a:t>
            </a: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报文或</a:t>
            </a: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CLI/SSH</a:t>
            </a: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到设备</a:t>
            </a:r>
          </a:p>
        </p:txBody>
      </p:sp>
      <p:cxnSp>
        <p:nvCxnSpPr>
          <p:cNvPr id="93" name="直接箭头连接符 92">
            <a:extLst>
              <a:ext uri="{FF2B5EF4-FFF2-40B4-BE49-F238E27FC236}">
                <a16:creationId xmlns:a16="http://schemas.microsoft.com/office/drawing/2014/main" xmlns="" id="{D5CEC4C1-3E81-4E5B-82C1-9CCFAD70E53E}"/>
              </a:ext>
            </a:extLst>
          </p:cNvPr>
          <p:cNvCxnSpPr>
            <a:cxnSpLocks/>
          </p:cNvCxnSpPr>
          <p:nvPr/>
        </p:nvCxnSpPr>
        <p:spPr bwMode="gray">
          <a:xfrm>
            <a:off x="1779051" y="1603064"/>
            <a:ext cx="0" cy="3287177"/>
          </a:xfrm>
          <a:prstGeom prst="straightConnector1">
            <a:avLst/>
          </a:prstGeom>
          <a:noFill/>
          <a:ln w="19050" cap="flat" cmpd="sng" algn="ctr">
            <a:solidFill>
              <a:srgbClr val="00B0F0"/>
            </a:solidFill>
            <a:prstDash val="solid"/>
            <a:headEnd type="triangle"/>
            <a:tailEnd type="triangle"/>
          </a:ln>
          <a:effectLst/>
        </p:spPr>
      </p:cxnSp>
      <p:cxnSp>
        <p:nvCxnSpPr>
          <p:cNvPr id="94" name="直接箭头连接符 93">
            <a:extLst>
              <a:ext uri="{FF2B5EF4-FFF2-40B4-BE49-F238E27FC236}">
                <a16:creationId xmlns:a16="http://schemas.microsoft.com/office/drawing/2014/main" xmlns="" id="{C37A35D1-CCCD-49BD-B21A-E4FBEB8C9630}"/>
              </a:ext>
            </a:extLst>
          </p:cNvPr>
          <p:cNvCxnSpPr>
            <a:cxnSpLocks/>
            <a:stCxn id="82" idx="2"/>
          </p:cNvCxnSpPr>
          <p:nvPr/>
        </p:nvCxnSpPr>
        <p:spPr bwMode="gray">
          <a:xfrm>
            <a:off x="1365025" y="5211702"/>
            <a:ext cx="0" cy="567340"/>
          </a:xfrm>
          <a:prstGeom prst="straightConnector1">
            <a:avLst/>
          </a:prstGeom>
          <a:noFill/>
          <a:ln w="19050" cap="flat" cmpd="sng" algn="ctr">
            <a:solidFill>
              <a:srgbClr val="00B0F0"/>
            </a:solidFill>
            <a:prstDash val="solid"/>
            <a:headEnd type="triangle"/>
            <a:tailEnd type="triangle"/>
          </a:ln>
          <a:effectLst/>
        </p:spPr>
      </p:cxnSp>
      <p:cxnSp>
        <p:nvCxnSpPr>
          <p:cNvPr id="95" name="直接箭头连接符 94">
            <a:extLst>
              <a:ext uri="{FF2B5EF4-FFF2-40B4-BE49-F238E27FC236}">
                <a16:creationId xmlns:a16="http://schemas.microsoft.com/office/drawing/2014/main" xmlns="" id="{9BEB9F82-7D8D-4615-B57C-4685241BD487}"/>
              </a:ext>
            </a:extLst>
          </p:cNvPr>
          <p:cNvCxnSpPr>
            <a:cxnSpLocks/>
            <a:stCxn id="81" idx="3"/>
          </p:cNvCxnSpPr>
          <p:nvPr/>
        </p:nvCxnSpPr>
        <p:spPr bwMode="gray">
          <a:xfrm>
            <a:off x="2026671" y="2956699"/>
            <a:ext cx="451724" cy="0"/>
          </a:xfrm>
          <a:prstGeom prst="straightConnector1">
            <a:avLst/>
          </a:prstGeom>
          <a:noFill/>
          <a:ln w="19050" cap="flat" cmpd="sng" algn="ctr">
            <a:solidFill>
              <a:schemeClr val="accent6">
                <a:lumMod val="75000"/>
              </a:schemeClr>
            </a:solidFill>
            <a:prstDash val="sysDash"/>
            <a:headEnd type="none" w="med" len="med"/>
            <a:tailEnd type="none" w="med" len="med"/>
          </a:ln>
          <a:effectLst/>
        </p:spPr>
      </p:cxnSp>
      <p:cxnSp>
        <p:nvCxnSpPr>
          <p:cNvPr id="96" name="直接箭头连接符 95">
            <a:extLst>
              <a:ext uri="{FF2B5EF4-FFF2-40B4-BE49-F238E27FC236}">
                <a16:creationId xmlns:a16="http://schemas.microsoft.com/office/drawing/2014/main" xmlns="" id="{F382197A-AE55-46C4-8BD4-6570FCB47F00}"/>
              </a:ext>
            </a:extLst>
          </p:cNvPr>
          <p:cNvCxnSpPr>
            <a:cxnSpLocks/>
            <a:stCxn id="82" idx="3"/>
            <a:endCxn id="87" idx="1"/>
          </p:cNvCxnSpPr>
          <p:nvPr/>
        </p:nvCxnSpPr>
        <p:spPr bwMode="gray">
          <a:xfrm>
            <a:off x="2109992" y="5033159"/>
            <a:ext cx="372233" cy="4168"/>
          </a:xfrm>
          <a:prstGeom prst="straightConnector1">
            <a:avLst/>
          </a:prstGeom>
          <a:noFill/>
          <a:ln w="19050" cap="flat" cmpd="sng" algn="ctr">
            <a:solidFill>
              <a:srgbClr val="00B0F0"/>
            </a:solidFill>
            <a:prstDash val="sysDash"/>
            <a:headEnd type="none" w="med" len="med"/>
            <a:tailEnd type="none" w="med" len="med"/>
          </a:ln>
          <a:effectLst/>
        </p:spPr>
      </p:cxnSp>
      <p:sp>
        <p:nvSpPr>
          <p:cNvPr id="97" name="矩形 96">
            <a:extLst>
              <a:ext uri="{FF2B5EF4-FFF2-40B4-BE49-F238E27FC236}">
                <a16:creationId xmlns:a16="http://schemas.microsoft.com/office/drawing/2014/main" xmlns="" id="{B84B6D47-8EB1-4018-AC64-2EAC8638D2B8}"/>
              </a:ext>
            </a:extLst>
          </p:cNvPr>
          <p:cNvSpPr/>
          <p:nvPr/>
        </p:nvSpPr>
        <p:spPr bwMode="gray">
          <a:xfrm>
            <a:off x="3179807" y="2781504"/>
            <a:ext cx="1817831" cy="320984"/>
          </a:xfrm>
          <a:prstGeom prst="rect">
            <a:avLst/>
          </a:prstGeom>
          <a:solidFill>
            <a:schemeClr val="accent2">
              <a:lumMod val="40000"/>
              <a:lumOff val="60000"/>
            </a:schemeClr>
          </a:solidFill>
          <a:ln w="25400" cap="flat" cmpd="sng" algn="ctr">
            <a:noFill/>
            <a:prstDash val="solid"/>
          </a:ln>
          <a:effectLst/>
        </p:spPr>
        <p:txBody>
          <a:bodyPr rtlCol="0" anchor="ctr"/>
          <a:lstStyle/>
          <a:p>
            <a:pPr algn="ctr" defTabSz="914400"/>
            <a:r>
              <a:rPr lang="en-US" altLang="zh-CN" sz="1400" kern="0" dirty="0">
                <a:latin typeface="Huawei Sans" panose="020C0503030203020204" pitchFamily="34" charset="0"/>
                <a:ea typeface="方正兰亭黑简体" panose="02000000000000000000" pitchFamily="2" charset="-122"/>
                <a:sym typeface="Huawei Sans" panose="020C0503030203020204" pitchFamily="34" charset="0"/>
              </a:rPr>
              <a:t>YANG</a:t>
            </a:r>
            <a:endParaRPr lang="zh-CN" altLang="en-US" sz="14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8" name="矩形 97">
            <a:extLst>
              <a:ext uri="{FF2B5EF4-FFF2-40B4-BE49-F238E27FC236}">
                <a16:creationId xmlns:a16="http://schemas.microsoft.com/office/drawing/2014/main" xmlns="" id="{89D56947-1F2D-47E9-BA5F-4920D9B336C1}"/>
              </a:ext>
            </a:extLst>
          </p:cNvPr>
          <p:cNvSpPr/>
          <p:nvPr/>
        </p:nvSpPr>
        <p:spPr bwMode="gray">
          <a:xfrm>
            <a:off x="3170225" y="3339773"/>
            <a:ext cx="1844006" cy="320984"/>
          </a:xfrm>
          <a:prstGeom prst="rect">
            <a:avLst/>
          </a:prstGeom>
          <a:solidFill>
            <a:schemeClr val="accent2">
              <a:lumMod val="40000"/>
              <a:lumOff val="60000"/>
            </a:schemeClr>
          </a:solidFill>
          <a:ln w="25400" cap="flat" cmpd="sng" algn="ctr">
            <a:noFill/>
            <a:prstDash val="solid"/>
          </a:ln>
          <a:effectLst/>
        </p:spPr>
        <p:txBody>
          <a:bodyPr rtlCol="0" anchor="ctr"/>
          <a:lstStyle/>
          <a:p>
            <a:pPr algn="ctr" defTabSz="914400"/>
            <a:r>
              <a:rPr lang="zh-CN" altLang="en-US" sz="1400" kern="0" dirty="0">
                <a:latin typeface="Huawei Sans" panose="020C0503030203020204" pitchFamily="34" charset="0"/>
                <a:ea typeface="方正兰亭黑简体" panose="02000000000000000000" pitchFamily="2" charset="-122"/>
                <a:sym typeface="Huawei Sans" panose="020C0503030203020204" pitchFamily="34" charset="0"/>
              </a:rPr>
              <a:t>业务回调逻辑</a:t>
            </a:r>
          </a:p>
        </p:txBody>
      </p:sp>
      <p:sp>
        <p:nvSpPr>
          <p:cNvPr id="99" name="矩形 98">
            <a:extLst>
              <a:ext uri="{FF2B5EF4-FFF2-40B4-BE49-F238E27FC236}">
                <a16:creationId xmlns:a16="http://schemas.microsoft.com/office/drawing/2014/main" xmlns="" id="{04E73CD1-F4F8-4D17-9425-685A292E4787}"/>
              </a:ext>
            </a:extLst>
          </p:cNvPr>
          <p:cNvSpPr/>
          <p:nvPr/>
        </p:nvSpPr>
        <p:spPr bwMode="gray">
          <a:xfrm>
            <a:off x="2647357" y="3964653"/>
            <a:ext cx="1332145" cy="328838"/>
          </a:xfrm>
          <a:prstGeom prst="rect">
            <a:avLst/>
          </a:prstGeom>
          <a:solidFill>
            <a:schemeClr val="accent2">
              <a:lumMod val="40000"/>
              <a:lumOff val="60000"/>
            </a:scheme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400" u="none" strike="noStrike" kern="0" cap="none" spc="0" normalizeH="0" baseline="0" noProof="0" dirty="0">
                <a:ln>
                  <a:noFill/>
                </a:ln>
                <a:effectLst/>
                <a:uLnTx/>
                <a:uFillTx/>
                <a:latin typeface="Huawei Sans" panose="020C0503030203020204" pitchFamily="34" charset="0"/>
                <a:ea typeface="方正兰亭黑简体" panose="02000000000000000000" pitchFamily="2" charset="-122"/>
                <a:cs typeface="Microsoft YaHei" charset="-122"/>
                <a:sym typeface="Huawei Sans" panose="020C0503030203020204" pitchFamily="34" charset="0"/>
              </a:rPr>
              <a:t>网元模板</a:t>
            </a:r>
            <a:r>
              <a:rPr kumimoji="0" lang="en-US" altLang="zh-CN" sz="1400" u="none" strike="noStrike" kern="0" cap="none" spc="0" normalizeH="0" baseline="0" noProof="0">
                <a:ln>
                  <a:noFill/>
                </a:ln>
                <a:effectLst/>
                <a:uLnTx/>
                <a:uFillTx/>
                <a:latin typeface="Huawei Sans" panose="020C0503030203020204" pitchFamily="34" charset="0"/>
                <a:ea typeface="方正兰亭黑简体" panose="02000000000000000000" pitchFamily="2" charset="-122"/>
                <a:cs typeface="Microsoft YaHei" charset="-122"/>
                <a:sym typeface="Huawei Sans" panose="020C0503030203020204" pitchFamily="34" charset="0"/>
              </a:rPr>
              <a:t>1</a:t>
            </a:r>
            <a:endParaRPr kumimoji="0" lang="zh-CN" altLang="en-US" sz="1400" u="none" strike="noStrike" kern="0" cap="none" spc="0" normalizeH="0" baseline="0" noProof="0" dirty="0">
              <a:ln>
                <a:noFill/>
              </a:ln>
              <a:effectLst/>
              <a:uLnTx/>
              <a:uFillTx/>
              <a:latin typeface="Huawei Sans" panose="020C0503030203020204" pitchFamily="34" charset="0"/>
              <a:ea typeface="方正兰亭黑简体" panose="02000000000000000000" pitchFamily="2" charset="-122"/>
              <a:cs typeface="Microsoft YaHei" charset="-122"/>
              <a:sym typeface="Huawei Sans" panose="020C0503030203020204" pitchFamily="34" charset="0"/>
            </a:endParaRPr>
          </a:p>
        </p:txBody>
      </p:sp>
      <p:sp>
        <p:nvSpPr>
          <p:cNvPr id="101" name="矩形 100">
            <a:extLst>
              <a:ext uri="{FF2B5EF4-FFF2-40B4-BE49-F238E27FC236}">
                <a16:creationId xmlns:a16="http://schemas.microsoft.com/office/drawing/2014/main" xmlns="" id="{B5FD1477-449C-499A-BD9E-465C675D26B0}"/>
              </a:ext>
            </a:extLst>
          </p:cNvPr>
          <p:cNvSpPr/>
          <p:nvPr/>
        </p:nvSpPr>
        <p:spPr bwMode="gray">
          <a:xfrm>
            <a:off x="4157659" y="3964653"/>
            <a:ext cx="1369775" cy="328838"/>
          </a:xfrm>
          <a:prstGeom prst="rect">
            <a:avLst/>
          </a:prstGeom>
          <a:solidFill>
            <a:schemeClr val="accent2">
              <a:lumMod val="40000"/>
              <a:lumOff val="60000"/>
            </a:schemeClr>
          </a:solidFill>
          <a:ln w="25400" cap="flat" cmpd="sng" algn="ctr">
            <a:noFill/>
            <a:prstDash val="solid"/>
          </a:ln>
          <a:effectLst/>
        </p:spPr>
        <p:txBody>
          <a:bodyPr rtlCol="0" anchor="ctr"/>
          <a:lstStyle/>
          <a:p>
            <a:pPr algn="ctr" defTabSz="914400"/>
            <a:r>
              <a:rPr lang="zh-CN" altLang="en-US" sz="1400" kern="0" dirty="0">
                <a:latin typeface="Huawei Sans" panose="020C0503030203020204" pitchFamily="34" charset="0"/>
                <a:ea typeface="方正兰亭黑简体" panose="02000000000000000000" pitchFamily="2" charset="-122"/>
                <a:sym typeface="Huawei Sans" panose="020C0503030203020204" pitchFamily="34" charset="0"/>
              </a:rPr>
              <a:t>网</a:t>
            </a:r>
            <a:r>
              <a:rPr lang="zh-CN" altLang="en-US" sz="1400" kern="0">
                <a:latin typeface="Huawei Sans" panose="020C0503030203020204" pitchFamily="34" charset="0"/>
                <a:ea typeface="方正兰亭黑简体" panose="02000000000000000000" pitchFamily="2" charset="-122"/>
                <a:sym typeface="Huawei Sans" panose="020C0503030203020204" pitchFamily="34" charset="0"/>
              </a:rPr>
              <a:t>元模板</a:t>
            </a:r>
            <a:r>
              <a:rPr lang="en-US" altLang="zh-CN" sz="1400" kern="0" dirty="0">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4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2" name="矩形 101">
            <a:extLst>
              <a:ext uri="{FF2B5EF4-FFF2-40B4-BE49-F238E27FC236}">
                <a16:creationId xmlns:a16="http://schemas.microsoft.com/office/drawing/2014/main" xmlns="" id="{15647DCD-74A9-485C-B666-D127D0F34221}"/>
              </a:ext>
            </a:extLst>
          </p:cNvPr>
          <p:cNvSpPr/>
          <p:nvPr/>
        </p:nvSpPr>
        <p:spPr bwMode="gray">
          <a:xfrm>
            <a:off x="4175340" y="5002364"/>
            <a:ext cx="1341488" cy="311948"/>
          </a:xfrm>
          <a:prstGeom prst="rect">
            <a:avLst/>
          </a:prstGeom>
          <a:solidFill>
            <a:srgbClr val="56C4D2"/>
          </a:solidFill>
          <a:ln w="25400" cap="flat" cmpd="sng" algn="ctr">
            <a:noFill/>
            <a:prstDash val="solid"/>
          </a:ln>
          <a:effectLst/>
        </p:spPr>
        <p:txBody>
          <a:bodyPr rtlCol="0" anchor="ctr"/>
          <a:lstStyle/>
          <a:p>
            <a:pPr algn="ctr" defTabSz="914400"/>
            <a:r>
              <a:rPr lang="zh-CN" altLang="en-US" sz="1400" kern="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网元</a:t>
            </a:r>
            <a:r>
              <a:rPr lang="en-US" altLang="zh-CN" sz="1400" kern="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YANG 2</a:t>
            </a:r>
            <a:endParaRPr lang="zh-CN" altLang="en-US" sz="1400" kern="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3" name="矩形 102">
            <a:extLst>
              <a:ext uri="{FF2B5EF4-FFF2-40B4-BE49-F238E27FC236}">
                <a16:creationId xmlns:a16="http://schemas.microsoft.com/office/drawing/2014/main" xmlns="" id="{048B950B-6392-49D2-814C-3F5F4D446C2C}"/>
              </a:ext>
            </a:extLst>
          </p:cNvPr>
          <p:cNvSpPr/>
          <p:nvPr/>
        </p:nvSpPr>
        <p:spPr bwMode="gray">
          <a:xfrm>
            <a:off x="495888" y="1047322"/>
            <a:ext cx="5349229" cy="567617"/>
          </a:xfrm>
          <a:prstGeom prst="rect">
            <a:avLst/>
          </a:prstGeom>
          <a:solidFill>
            <a:srgbClr val="BEE9EE"/>
          </a:solidFill>
          <a:ln w="25400" cap="flat" cmpd="sng" algn="ctr">
            <a:noFill/>
            <a:prstDash val="solid"/>
          </a:ln>
          <a:effectLst/>
        </p:spPr>
        <p:txBody>
          <a:bodyPr rtlCol="0" anchor="ctr"/>
          <a:lstStyle/>
          <a:p>
            <a:pPr algn="ctr" defTabSz="914400"/>
            <a:endParaRPr lang="zh-CN" altLang="en-US" sz="1400" ker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4" name="矩形 103">
            <a:extLst>
              <a:ext uri="{FF2B5EF4-FFF2-40B4-BE49-F238E27FC236}">
                <a16:creationId xmlns:a16="http://schemas.microsoft.com/office/drawing/2014/main" xmlns="" id="{877AE988-B66A-4E7A-8C5D-337D2F7D1AEC}"/>
              </a:ext>
            </a:extLst>
          </p:cNvPr>
          <p:cNvSpPr/>
          <p:nvPr/>
        </p:nvSpPr>
        <p:spPr bwMode="gray">
          <a:xfrm>
            <a:off x="715059" y="1167615"/>
            <a:ext cx="1894332" cy="318851"/>
          </a:xfrm>
          <a:prstGeom prst="rect">
            <a:avLst/>
          </a:prstGeom>
          <a:solidFill>
            <a:srgbClr val="56C4D2"/>
          </a:solidFill>
          <a:ln w="25400" cap="flat" cmpd="sng" algn="ctr">
            <a:noFill/>
            <a:prstDash val="solid"/>
          </a:ln>
          <a:effectLst/>
        </p:spPr>
        <p:txBody>
          <a:bodyPr rtlCol="0" anchor="ctr"/>
          <a:lstStyle/>
          <a:p>
            <a:pPr algn="ctr" defTabSz="914400"/>
            <a:r>
              <a:rPr lang="en-US" altLang="zh-CN" sz="1400" kern="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RESTful API</a:t>
            </a:r>
            <a:endParaRPr lang="zh-CN" altLang="en-US" sz="1400" kern="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5" name="矩形 104">
            <a:extLst>
              <a:ext uri="{FF2B5EF4-FFF2-40B4-BE49-F238E27FC236}">
                <a16:creationId xmlns:a16="http://schemas.microsoft.com/office/drawing/2014/main" xmlns="" id="{DCD426F1-2878-4498-BFA3-A73E68E9E388}"/>
              </a:ext>
            </a:extLst>
          </p:cNvPr>
          <p:cNvSpPr/>
          <p:nvPr/>
        </p:nvSpPr>
        <p:spPr bwMode="gray">
          <a:xfrm>
            <a:off x="3154235" y="1167615"/>
            <a:ext cx="1994709" cy="318851"/>
          </a:xfrm>
          <a:prstGeom prst="rect">
            <a:avLst/>
          </a:prstGeom>
          <a:solidFill>
            <a:srgbClr val="56C4D2"/>
          </a:solidFill>
          <a:ln w="25400" cap="flat" cmpd="sng" algn="ctr">
            <a:noFill/>
            <a:prstDash val="solid"/>
          </a:ln>
          <a:effectLst/>
        </p:spPr>
        <p:txBody>
          <a:bodyPr rtlCol="0" anchor="ctr"/>
          <a:lstStyle/>
          <a:p>
            <a:pPr algn="ctr" defTabSz="914400"/>
            <a:r>
              <a:rPr lang="en-US" altLang="zh-CN" sz="1400" ker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Web-UI</a:t>
            </a:r>
            <a:endParaRPr lang="zh-CN" altLang="en-US" sz="1400" kern="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06" name="直接箭头连接符 105">
            <a:extLst>
              <a:ext uri="{FF2B5EF4-FFF2-40B4-BE49-F238E27FC236}">
                <a16:creationId xmlns:a16="http://schemas.microsoft.com/office/drawing/2014/main" xmlns="" id="{FD3F2A0A-3F9D-4FC6-8F12-D061BCDB70E1}"/>
              </a:ext>
            </a:extLst>
          </p:cNvPr>
          <p:cNvCxnSpPr>
            <a:stCxn id="98" idx="0"/>
            <a:endCxn id="97" idx="2"/>
          </p:cNvCxnSpPr>
          <p:nvPr/>
        </p:nvCxnSpPr>
        <p:spPr bwMode="gray">
          <a:xfrm flipH="1" flipV="1">
            <a:off x="4088723" y="3102488"/>
            <a:ext cx="3505" cy="237285"/>
          </a:xfrm>
          <a:prstGeom prst="straightConnector1">
            <a:avLst/>
          </a:prstGeom>
          <a:noFill/>
          <a:ln w="19050" cap="flat" cmpd="sng" algn="ctr">
            <a:solidFill>
              <a:srgbClr val="EC7061"/>
            </a:solidFill>
            <a:prstDash val="sysDash"/>
            <a:headEnd type="none" w="med" len="med"/>
            <a:tailEnd type="none" w="med" len="med"/>
          </a:ln>
          <a:effectLst/>
        </p:spPr>
      </p:cxnSp>
      <p:cxnSp>
        <p:nvCxnSpPr>
          <p:cNvPr id="107" name="直接箭头连接符 106">
            <a:extLst>
              <a:ext uri="{FF2B5EF4-FFF2-40B4-BE49-F238E27FC236}">
                <a16:creationId xmlns:a16="http://schemas.microsoft.com/office/drawing/2014/main" xmlns="" id="{C4DA649C-AA84-43E4-BDC0-4C36357975C1}"/>
              </a:ext>
            </a:extLst>
          </p:cNvPr>
          <p:cNvCxnSpPr>
            <a:stCxn id="99" idx="0"/>
            <a:endCxn id="98" idx="2"/>
          </p:cNvCxnSpPr>
          <p:nvPr/>
        </p:nvCxnSpPr>
        <p:spPr bwMode="gray">
          <a:xfrm flipV="1">
            <a:off x="3313430" y="3660757"/>
            <a:ext cx="778798" cy="303896"/>
          </a:xfrm>
          <a:prstGeom prst="straightConnector1">
            <a:avLst/>
          </a:prstGeom>
          <a:noFill/>
          <a:ln w="19050" cap="flat" cmpd="sng" algn="ctr">
            <a:solidFill>
              <a:srgbClr val="EC7061"/>
            </a:solidFill>
            <a:prstDash val="sysDash"/>
            <a:headEnd type="none" w="med" len="med"/>
            <a:tailEnd type="none" w="med" len="med"/>
          </a:ln>
          <a:effectLst/>
        </p:spPr>
      </p:cxnSp>
      <p:cxnSp>
        <p:nvCxnSpPr>
          <p:cNvPr id="108" name="直接箭头连接符 107">
            <a:extLst>
              <a:ext uri="{FF2B5EF4-FFF2-40B4-BE49-F238E27FC236}">
                <a16:creationId xmlns:a16="http://schemas.microsoft.com/office/drawing/2014/main" xmlns="" id="{D8AE23AB-1D66-4D44-A753-7AC21B4D5BDA}"/>
              </a:ext>
            </a:extLst>
          </p:cNvPr>
          <p:cNvCxnSpPr>
            <a:stCxn id="101" idx="0"/>
            <a:endCxn id="98" idx="2"/>
          </p:cNvCxnSpPr>
          <p:nvPr/>
        </p:nvCxnSpPr>
        <p:spPr bwMode="gray">
          <a:xfrm flipH="1" flipV="1">
            <a:off x="4092228" y="3660757"/>
            <a:ext cx="750319" cy="303896"/>
          </a:xfrm>
          <a:prstGeom prst="straightConnector1">
            <a:avLst/>
          </a:prstGeom>
          <a:noFill/>
          <a:ln w="19050" cap="flat" cmpd="sng" algn="ctr">
            <a:solidFill>
              <a:srgbClr val="EC7061"/>
            </a:solidFill>
            <a:prstDash val="sysDash"/>
            <a:headEnd type="none" w="med" len="med"/>
            <a:tailEnd type="none" w="med" len="med"/>
          </a:ln>
          <a:effectLst/>
        </p:spPr>
      </p:cxnSp>
      <p:cxnSp>
        <p:nvCxnSpPr>
          <p:cNvPr id="109" name="直接箭头连接符 108">
            <a:extLst>
              <a:ext uri="{FF2B5EF4-FFF2-40B4-BE49-F238E27FC236}">
                <a16:creationId xmlns:a16="http://schemas.microsoft.com/office/drawing/2014/main" xmlns="" id="{531D6354-2006-42AC-AAE9-1FEED07DE5A2}"/>
              </a:ext>
            </a:extLst>
          </p:cNvPr>
          <p:cNvCxnSpPr>
            <a:stCxn id="100" idx="0"/>
            <a:endCxn id="99" idx="2"/>
          </p:cNvCxnSpPr>
          <p:nvPr/>
        </p:nvCxnSpPr>
        <p:spPr bwMode="gray">
          <a:xfrm flipH="1" flipV="1">
            <a:off x="3313430" y="4293491"/>
            <a:ext cx="4671" cy="714685"/>
          </a:xfrm>
          <a:prstGeom prst="straightConnector1">
            <a:avLst/>
          </a:prstGeom>
          <a:noFill/>
          <a:ln w="19050" cap="flat" cmpd="sng" algn="ctr">
            <a:solidFill>
              <a:srgbClr val="EC7061"/>
            </a:solidFill>
            <a:prstDash val="sysDash"/>
            <a:headEnd type="none" w="med" len="med"/>
            <a:tailEnd type="none" w="med" len="med"/>
          </a:ln>
          <a:effectLst/>
        </p:spPr>
      </p:cxnSp>
      <p:cxnSp>
        <p:nvCxnSpPr>
          <p:cNvPr id="110" name="直接箭头连接符 109">
            <a:extLst>
              <a:ext uri="{FF2B5EF4-FFF2-40B4-BE49-F238E27FC236}">
                <a16:creationId xmlns:a16="http://schemas.microsoft.com/office/drawing/2014/main" xmlns="" id="{E280B299-BB13-43D3-86F3-9DD021A41799}"/>
              </a:ext>
            </a:extLst>
          </p:cNvPr>
          <p:cNvCxnSpPr>
            <a:stCxn id="102" idx="0"/>
            <a:endCxn id="101" idx="2"/>
          </p:cNvCxnSpPr>
          <p:nvPr/>
        </p:nvCxnSpPr>
        <p:spPr bwMode="gray">
          <a:xfrm flipH="1" flipV="1">
            <a:off x="4842547" y="4293491"/>
            <a:ext cx="3537" cy="708873"/>
          </a:xfrm>
          <a:prstGeom prst="straightConnector1">
            <a:avLst/>
          </a:prstGeom>
          <a:noFill/>
          <a:ln w="19050" cap="flat" cmpd="sng" algn="ctr">
            <a:solidFill>
              <a:srgbClr val="EC7061"/>
            </a:solidFill>
            <a:prstDash val="sysDash"/>
            <a:headEnd type="none" w="med" len="med"/>
            <a:tailEnd type="none" w="med" len="med"/>
          </a:ln>
          <a:effectLst/>
        </p:spPr>
      </p:cxnSp>
      <p:cxnSp>
        <p:nvCxnSpPr>
          <p:cNvPr id="111" name="直接箭头连接符 110">
            <a:extLst>
              <a:ext uri="{FF2B5EF4-FFF2-40B4-BE49-F238E27FC236}">
                <a16:creationId xmlns:a16="http://schemas.microsoft.com/office/drawing/2014/main" xmlns="" id="{9F946F73-8AFF-4E6D-A705-B931556F7437}"/>
              </a:ext>
            </a:extLst>
          </p:cNvPr>
          <p:cNvCxnSpPr>
            <a:stCxn id="97" idx="0"/>
          </p:cNvCxnSpPr>
          <p:nvPr/>
        </p:nvCxnSpPr>
        <p:spPr bwMode="gray">
          <a:xfrm flipH="1" flipV="1">
            <a:off x="4084272" y="1562478"/>
            <a:ext cx="4451" cy="1219026"/>
          </a:xfrm>
          <a:prstGeom prst="straightConnector1">
            <a:avLst/>
          </a:prstGeom>
          <a:noFill/>
          <a:ln w="19050" cap="flat" cmpd="sng" algn="ctr">
            <a:solidFill>
              <a:srgbClr val="EC7061"/>
            </a:solidFill>
            <a:prstDash val="sysDash"/>
            <a:headEnd type="none" w="med" len="med"/>
            <a:tailEnd type="none" w="med" len="med"/>
          </a:ln>
          <a:effectLst/>
        </p:spPr>
      </p:cxnSp>
      <p:sp>
        <p:nvSpPr>
          <p:cNvPr id="112" name="矩形 111">
            <a:extLst>
              <a:ext uri="{FF2B5EF4-FFF2-40B4-BE49-F238E27FC236}">
                <a16:creationId xmlns:a16="http://schemas.microsoft.com/office/drawing/2014/main" xmlns="" id="{3DC42988-7AAB-4A88-9508-579F43BFB3BE}"/>
              </a:ext>
            </a:extLst>
          </p:cNvPr>
          <p:cNvSpPr/>
          <p:nvPr/>
        </p:nvSpPr>
        <p:spPr bwMode="gray">
          <a:xfrm>
            <a:off x="5912274" y="3913697"/>
            <a:ext cx="923518" cy="576272"/>
          </a:xfrm>
          <a:prstGeom prst="rect">
            <a:avLst/>
          </a:prstGeom>
          <a:solidFill>
            <a:srgbClr val="FFF2CC"/>
          </a:solidFill>
          <a:ln w="25400" cap="flat" cmpd="sng" algn="ctr">
            <a:noFill/>
            <a:prstDash val="solid"/>
          </a:ln>
          <a:effectLst/>
        </p:spPr>
        <p:txBody>
          <a:bodyPr rtlCol="0" anchor="ctr"/>
          <a:lstStyle/>
          <a:p>
            <a:pPr algn="ctr" defTabSz="914400"/>
            <a:r>
              <a:rPr lang="en-US" altLang="zh-CN" sz="1400" kern="0" dirty="0" smtClean="0">
                <a:latin typeface="Huawei Sans" panose="020C0503030203020204" pitchFamily="34" charset="0"/>
                <a:ea typeface="方正兰亭黑简体" panose="02000000000000000000" pitchFamily="2" charset="-122"/>
                <a:sym typeface="Huawei Sans" panose="020C0503030203020204" pitchFamily="34" charset="0"/>
              </a:rPr>
              <a:t>Jinja2</a:t>
            </a:r>
            <a:endParaRPr lang="zh-CN" altLang="en-US" sz="14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3" name="矩形 112">
            <a:extLst>
              <a:ext uri="{FF2B5EF4-FFF2-40B4-BE49-F238E27FC236}">
                <a16:creationId xmlns:a16="http://schemas.microsoft.com/office/drawing/2014/main" xmlns="" id="{C33525C8-4937-40A0-BC1A-90213320A7F5}"/>
              </a:ext>
            </a:extLst>
          </p:cNvPr>
          <p:cNvSpPr/>
          <p:nvPr/>
        </p:nvSpPr>
        <p:spPr bwMode="gray">
          <a:xfrm>
            <a:off x="5912274" y="3049173"/>
            <a:ext cx="923518" cy="800315"/>
          </a:xfrm>
          <a:prstGeom prst="rect">
            <a:avLst/>
          </a:prstGeom>
          <a:solidFill>
            <a:srgbClr val="FFF2CC"/>
          </a:solidFill>
          <a:ln w="25400" cap="flat" cmpd="sng" algn="ctr">
            <a:noFill/>
            <a:prstDash val="solid"/>
          </a:ln>
          <a:effectLst/>
        </p:spPr>
        <p:txBody>
          <a:bodyPr rtlCol="0" anchor="ctr"/>
          <a:lstStyle/>
          <a:p>
            <a:pPr algn="ctr" defTabSz="914400"/>
            <a:r>
              <a:rPr lang="en-US" altLang="zh-CN" sz="1400" kern="0" dirty="0">
                <a:latin typeface="Huawei Sans" panose="020C0503030203020204" pitchFamily="34" charset="0"/>
                <a:ea typeface="方正兰亭黑简体" panose="02000000000000000000" pitchFamily="2" charset="-122"/>
                <a:sym typeface="Huawei Sans" panose="020C0503030203020204" pitchFamily="34" charset="0"/>
              </a:rPr>
              <a:t>Python</a:t>
            </a:r>
            <a:endParaRPr lang="zh-CN" altLang="en-US" sz="14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4" name="矩形 113">
            <a:extLst>
              <a:ext uri="{FF2B5EF4-FFF2-40B4-BE49-F238E27FC236}">
                <a16:creationId xmlns:a16="http://schemas.microsoft.com/office/drawing/2014/main" xmlns="" id="{A5ADB445-8791-47D0-8173-E590707165C4}"/>
              </a:ext>
            </a:extLst>
          </p:cNvPr>
          <p:cNvSpPr/>
          <p:nvPr/>
        </p:nvSpPr>
        <p:spPr bwMode="gray">
          <a:xfrm>
            <a:off x="5912274" y="2186405"/>
            <a:ext cx="923518" cy="798559"/>
          </a:xfrm>
          <a:prstGeom prst="rect">
            <a:avLst/>
          </a:prstGeom>
          <a:solidFill>
            <a:srgbClr val="FFF2CC"/>
          </a:solidFill>
          <a:ln w="25400" cap="flat" cmpd="sng" algn="ctr">
            <a:noFill/>
            <a:prstDash val="solid"/>
          </a:ln>
          <a:effectLst/>
        </p:spPr>
        <p:txBody>
          <a:bodyPr rtlCol="0" anchor="ctr"/>
          <a:lstStyle/>
          <a:p>
            <a:pPr algn="ctr" defTabSz="914400"/>
            <a:r>
              <a:rPr lang="en-US" altLang="zh-CN" sz="1400" kern="0">
                <a:latin typeface="Huawei Sans" panose="020C0503030203020204" pitchFamily="34" charset="0"/>
                <a:ea typeface="方正兰亭黑简体" panose="02000000000000000000" pitchFamily="2" charset="-122"/>
                <a:sym typeface="Huawei Sans" panose="020C0503030203020204" pitchFamily="34" charset="0"/>
              </a:rPr>
              <a:t>YANG</a:t>
            </a:r>
            <a:endParaRPr lang="zh-CN" altLang="en-US" sz="14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5" name="矩形 114">
            <a:extLst>
              <a:ext uri="{FF2B5EF4-FFF2-40B4-BE49-F238E27FC236}">
                <a16:creationId xmlns:a16="http://schemas.microsoft.com/office/drawing/2014/main" xmlns="" id="{8AE19351-507C-432F-A3C2-0B293C957BF4}"/>
              </a:ext>
            </a:extLst>
          </p:cNvPr>
          <p:cNvSpPr/>
          <p:nvPr/>
        </p:nvSpPr>
        <p:spPr bwMode="gray">
          <a:xfrm>
            <a:off x="5912274" y="4607877"/>
            <a:ext cx="923518" cy="1055292"/>
          </a:xfrm>
          <a:prstGeom prst="rect">
            <a:avLst/>
          </a:prstGeom>
          <a:solidFill>
            <a:srgbClr val="94DAE2"/>
          </a:solidFill>
          <a:ln w="25400" cap="flat" cmpd="sng" algn="ctr">
            <a:noFill/>
            <a:prstDash val="solid"/>
          </a:ln>
          <a:effectLst/>
        </p:spPr>
        <p:txBody>
          <a:bodyPr rtlCol="0" anchor="ctr"/>
          <a:lstStyle/>
          <a:p>
            <a:pPr algn="ctr" defTabSz="914400"/>
            <a:r>
              <a:rPr lang="en-US" altLang="zh-CN" sz="1400" kern="0" dirty="0">
                <a:latin typeface="Huawei Sans" panose="020C0503030203020204" pitchFamily="34" charset="0"/>
                <a:ea typeface="方正兰亭黑简体" panose="02000000000000000000" pitchFamily="2" charset="-122"/>
                <a:sym typeface="Huawei Sans" panose="020C0503030203020204" pitchFamily="34" charset="0"/>
              </a:rPr>
              <a:t>YANG</a:t>
            </a:r>
            <a:endParaRPr lang="zh-CN" altLang="en-US" sz="14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0" name="矩形 99">
            <a:extLst>
              <a:ext uri="{FF2B5EF4-FFF2-40B4-BE49-F238E27FC236}">
                <a16:creationId xmlns:a16="http://schemas.microsoft.com/office/drawing/2014/main" xmlns="" id="{8077E8B3-8CB4-4741-9BDA-980DA8AA9DC1}"/>
              </a:ext>
            </a:extLst>
          </p:cNvPr>
          <p:cNvSpPr/>
          <p:nvPr/>
        </p:nvSpPr>
        <p:spPr bwMode="gray">
          <a:xfrm>
            <a:off x="2647357" y="5008176"/>
            <a:ext cx="1341488" cy="311948"/>
          </a:xfrm>
          <a:prstGeom prst="rect">
            <a:avLst/>
          </a:prstGeom>
          <a:solidFill>
            <a:srgbClr val="56C4D2"/>
          </a:solidFill>
          <a:ln w="25400" cap="flat" cmpd="sng" algn="ctr">
            <a:noFill/>
            <a:prstDash val="solid"/>
          </a:ln>
          <a:effectLst/>
        </p:spPr>
        <p:txBody>
          <a:bodyPr rtlCol="0" anchor="ctr"/>
          <a:lstStyle/>
          <a:p>
            <a:pPr algn="ctr" defTabSz="914400"/>
            <a:r>
              <a:rPr lang="zh-CN" altLang="en-US" sz="1400" kern="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网元</a:t>
            </a:r>
            <a:r>
              <a:rPr lang="en-US" altLang="zh-CN" sz="1400" kern="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YANG 1</a:t>
            </a:r>
            <a:endParaRPr lang="zh-CN" altLang="en-US" sz="1400" kern="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19" name="直接箭头连接符 118">
            <a:extLst>
              <a:ext uri="{FF2B5EF4-FFF2-40B4-BE49-F238E27FC236}">
                <a16:creationId xmlns:a16="http://schemas.microsoft.com/office/drawing/2014/main" xmlns="" id="{DE1769EF-D54B-4163-A3F1-61BA5CBFF700}"/>
              </a:ext>
            </a:extLst>
          </p:cNvPr>
          <p:cNvCxnSpPr>
            <a:cxnSpLocks/>
          </p:cNvCxnSpPr>
          <p:nvPr/>
        </p:nvCxnSpPr>
        <p:spPr bwMode="gray">
          <a:xfrm flipV="1">
            <a:off x="4846084" y="5371462"/>
            <a:ext cx="0" cy="360080"/>
          </a:xfrm>
          <a:prstGeom prst="straightConnector1">
            <a:avLst/>
          </a:prstGeom>
          <a:noFill/>
          <a:ln w="19050" cap="flat" cmpd="sng" algn="ctr">
            <a:solidFill>
              <a:srgbClr val="00B0F0"/>
            </a:solidFill>
            <a:prstDash val="sysDash"/>
            <a:headEnd type="none" w="med" len="med"/>
            <a:tailEnd type="none" w="med" len="med"/>
          </a:ln>
          <a:effectLst/>
        </p:spPr>
      </p:cxnSp>
      <p:cxnSp>
        <p:nvCxnSpPr>
          <p:cNvPr id="120" name="直接箭头连接符 119">
            <a:extLst>
              <a:ext uri="{FF2B5EF4-FFF2-40B4-BE49-F238E27FC236}">
                <a16:creationId xmlns:a16="http://schemas.microsoft.com/office/drawing/2014/main" xmlns="" id="{456EC785-ACF9-4936-9215-11F9D72B7E13}"/>
              </a:ext>
            </a:extLst>
          </p:cNvPr>
          <p:cNvCxnSpPr>
            <a:cxnSpLocks/>
          </p:cNvCxnSpPr>
          <p:nvPr/>
        </p:nvCxnSpPr>
        <p:spPr bwMode="gray">
          <a:xfrm flipH="1" flipV="1">
            <a:off x="3312559" y="5371462"/>
            <a:ext cx="5542" cy="360080"/>
          </a:xfrm>
          <a:prstGeom prst="straightConnector1">
            <a:avLst/>
          </a:prstGeom>
          <a:noFill/>
          <a:ln w="19050" cap="flat" cmpd="sng" algn="ctr">
            <a:solidFill>
              <a:srgbClr val="00B0F0"/>
            </a:solidFill>
            <a:prstDash val="sysDash"/>
            <a:headEnd type="none" w="med" len="med"/>
            <a:tailEnd type="none" w="med" len="med"/>
          </a:ln>
          <a:effectLst/>
        </p:spPr>
      </p:cxnSp>
    </p:spTree>
    <p:extLst>
      <p:ext uri="{BB962C8B-B14F-4D97-AF65-F5344CB8AC3E}">
        <p14:creationId xmlns:p14="http://schemas.microsoft.com/office/powerpoint/2010/main" val="49557774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bwMode="gray"/>
        <p:txBody>
          <a:bodyPr/>
          <a:lstStyle/>
          <a:p>
            <a:r>
              <a:rPr lang="zh-CN" altLang="en-US" dirty="0" smtClean="0">
                <a:solidFill>
                  <a:schemeClr val="bg1">
                    <a:lumMod val="50000"/>
                  </a:schemeClr>
                </a:solidFill>
                <a:sym typeface="Huawei Sans" panose="020C0503030203020204" pitchFamily="34" charset="0"/>
              </a:rPr>
              <a:t>网络编程与自动化概述</a:t>
            </a:r>
            <a:endParaRPr lang="en-US" altLang="zh-CN" dirty="0" smtClean="0">
              <a:solidFill>
                <a:schemeClr val="bg1">
                  <a:lumMod val="50000"/>
                </a:schemeClr>
              </a:solidFill>
              <a:sym typeface="Huawei Sans" panose="020C0503030203020204" pitchFamily="34" charset="0"/>
            </a:endParaRPr>
          </a:p>
          <a:p>
            <a:r>
              <a:rPr lang="zh-CN" altLang="en-US" dirty="0" smtClean="0">
                <a:solidFill>
                  <a:schemeClr val="bg1">
                    <a:lumMod val="50000"/>
                  </a:schemeClr>
                </a:solidFill>
                <a:sym typeface="Huawei Sans" panose="020C0503030203020204" pitchFamily="34" charset="0"/>
              </a:rPr>
              <a:t>网络自动化开发工程师</a:t>
            </a:r>
            <a:endParaRPr lang="en-US" altLang="zh-CN" dirty="0" smtClean="0">
              <a:solidFill>
                <a:schemeClr val="bg1">
                  <a:lumMod val="50000"/>
                </a:schemeClr>
              </a:solidFill>
              <a:sym typeface="Huawei Sans" panose="020C0503030203020204" pitchFamily="34" charset="0"/>
            </a:endParaRPr>
          </a:p>
          <a:p>
            <a:r>
              <a:rPr lang="zh-CN" altLang="en-US" dirty="0" smtClean="0">
                <a:solidFill>
                  <a:schemeClr val="bg1">
                    <a:lumMod val="50000"/>
                  </a:schemeClr>
                </a:solidFill>
                <a:sym typeface="Huawei Sans" panose="020C0503030203020204" pitchFamily="34" charset="0"/>
              </a:rPr>
              <a:t>网络自动化的分类</a:t>
            </a:r>
            <a:endParaRPr lang="en-US" altLang="zh-CN" dirty="0" smtClean="0">
              <a:solidFill>
                <a:schemeClr val="bg1">
                  <a:lumMod val="50000"/>
                </a:schemeClr>
              </a:solidFill>
              <a:sym typeface="Huawei Sans" panose="020C0503030203020204" pitchFamily="34" charset="0"/>
            </a:endParaRPr>
          </a:p>
          <a:p>
            <a:r>
              <a:rPr lang="zh-CN" altLang="en-US" b="1" dirty="0" smtClean="0">
                <a:sym typeface="Huawei Sans" panose="020C0503030203020204" pitchFamily="34" charset="0"/>
              </a:rPr>
              <a:t>网络人工智能概述</a:t>
            </a:r>
            <a:endParaRPr lang="en-US" altLang="zh-CN" b="1" dirty="0">
              <a:sym typeface="Huawei Sans" panose="020C0503030203020204" pitchFamily="34" charset="0"/>
            </a:endParaRPr>
          </a:p>
        </p:txBody>
      </p:sp>
    </p:spTree>
    <p:extLst>
      <p:ext uri="{BB962C8B-B14F-4D97-AF65-F5344CB8AC3E}">
        <p14:creationId xmlns:p14="http://schemas.microsoft.com/office/powerpoint/2010/main" val="256023428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xmlns="" id="{712E1936-C30B-4089-B071-6E339774D652}"/>
              </a:ext>
            </a:extLst>
          </p:cNvPr>
          <p:cNvSpPr>
            <a:spLocks noGrp="1"/>
          </p:cNvSpPr>
          <p:nvPr>
            <p:ph type="title"/>
          </p:nvPr>
        </p:nvSpPr>
        <p:spPr bwMode="gray"/>
        <p:txBody>
          <a:bodyPr/>
          <a:lstStyle/>
          <a:p>
            <a:r>
              <a:rPr lang="en-US" altLang="zh-CN" smtClean="0">
                <a:sym typeface="Huawei Sans" panose="020C0503030203020204" pitchFamily="34" charset="0"/>
              </a:rPr>
              <a:t>AI</a:t>
            </a:r>
            <a:r>
              <a:rPr lang="zh-CN" altLang="en-US" smtClean="0">
                <a:sym typeface="Huawei Sans" panose="020C0503030203020204" pitchFamily="34" charset="0"/>
              </a:rPr>
              <a:t>是一种新的通用目的技术</a:t>
            </a:r>
            <a:endParaRPr lang="zh-CN" altLang="en-US">
              <a:sym typeface="Huawei Sans" panose="020C0503030203020204" pitchFamily="34" charset="0"/>
            </a:endParaRPr>
          </a:p>
        </p:txBody>
      </p:sp>
      <p:sp>
        <p:nvSpPr>
          <p:cNvPr id="13" name="横跨整个经济的多种用途     巨大的技术性互补和溢出效应">
            <a:extLst>
              <a:ext uri="{FF2B5EF4-FFF2-40B4-BE49-F238E27FC236}">
                <a16:creationId xmlns:a16="http://schemas.microsoft.com/office/drawing/2014/main" xmlns="" id="{A118C215-3960-447C-8D3F-EB4EBE06CE26}"/>
              </a:ext>
            </a:extLst>
          </p:cNvPr>
          <p:cNvSpPr txBox="1"/>
          <p:nvPr/>
        </p:nvSpPr>
        <p:spPr bwMode="gray">
          <a:xfrm>
            <a:off x="3107444" y="5381821"/>
            <a:ext cx="5981874" cy="319746"/>
          </a:xfrm>
          <a:prstGeom prst="rect">
            <a:avLst/>
          </a:prstGeom>
          <a:ln w="3175">
            <a:miter lim="400000"/>
          </a:ln>
          <a:extLst>
            <a:ext uri="{C572A759-6A51-4108-AA02-DFA0A04FC94B}">
              <ma14:wrappingTextBoxFlag xmlns="" xmlns:ma14="http://schemas.microsoft.com/office/mac/drawingml/2011/main" val="1"/>
            </a:ext>
          </a:extLst>
        </p:spPr>
        <p:txBody>
          <a:bodyPr wrap="none" lIns="21167" tIns="21167" rIns="21167" bIns="21167" anchor="ctr">
            <a:spAutoFit/>
          </a:bodyPr>
          <a:lstStyle>
            <a:lvl1pPr defTabSz="509567">
              <a:defRPr sz="4400" b="0">
                <a:solidFill>
                  <a:srgbClr val="A9A9A9"/>
                </a:solidFill>
                <a:latin typeface="FZLanTingHeiS-DB1-GBK"/>
                <a:ea typeface="FZLanTingHeiS-DB1-GBK"/>
                <a:cs typeface="FZLanTingHeiS-DB1-GBK"/>
                <a:sym typeface="FZLanTingHeiS-DB1-GBK"/>
              </a:defRPr>
            </a:lvl1pPr>
          </a:lstStyle>
          <a:p>
            <a:pPr algn="ctr" hangingPunct="0"/>
            <a:r>
              <a:rPr sz="1800" b="1" kern="0" dirty="0" err="1">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横跨整个经济的多种用途</a:t>
            </a:r>
            <a:r>
              <a:rPr sz="1800" b="1" kern="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     </a:t>
            </a:r>
            <a:r>
              <a:rPr sz="1800" b="1" kern="0" dirty="0" err="1">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巨大的技术互补</a:t>
            </a:r>
            <a:r>
              <a:rPr lang="zh-CN" altLang="en-US" sz="1800" b="1" kern="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性</a:t>
            </a:r>
            <a:r>
              <a:rPr sz="1800" b="1" kern="0" dirty="0" err="1">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和溢出效应</a:t>
            </a:r>
            <a:endParaRPr sz="1800" b="1" kern="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12" name="21st Century">
            <a:extLst>
              <a:ext uri="{FF2B5EF4-FFF2-40B4-BE49-F238E27FC236}">
                <a16:creationId xmlns:a16="http://schemas.microsoft.com/office/drawing/2014/main" xmlns="" id="{96182A78-64D3-4AFC-8E86-9BCA1A402F2E}"/>
              </a:ext>
            </a:extLst>
          </p:cNvPr>
          <p:cNvSpPr txBox="1"/>
          <p:nvPr/>
        </p:nvSpPr>
        <p:spPr bwMode="gray">
          <a:xfrm>
            <a:off x="9129446" y="1617691"/>
            <a:ext cx="3190582" cy="405318"/>
          </a:xfrm>
          <a:prstGeom prst="rect">
            <a:avLst/>
          </a:prstGeom>
          <a:ln w="3175">
            <a:miter lim="400000"/>
          </a:ln>
          <a:extLst>
            <a:ext uri="{C572A759-6A51-4108-AA02-DFA0A04FC94B}">
              <ma14:wrappingTextBoxFlag xmlns="" xmlns:ma14="http://schemas.microsoft.com/office/mac/drawingml/2011/main" val="1"/>
            </a:ext>
          </a:extLst>
        </p:spPr>
        <p:txBody>
          <a:bodyPr lIns="0" tIns="0" rIns="0" bIns="0" anchor="ctr"/>
          <a:lstStyle/>
          <a:p>
            <a:pPr algn="ctr" defTabSz="609493" hangingPunct="0">
              <a:lnSpc>
                <a:spcPct val="80000"/>
              </a:lnSpc>
              <a:defRPr sz="3200">
                <a:latin typeface="Akkurat Pro"/>
                <a:ea typeface="Akkurat Pro"/>
                <a:cs typeface="Akkurat Pro"/>
                <a:sym typeface="Akkurat Pro"/>
              </a:defRPr>
            </a:pPr>
            <a:r>
              <a:rPr sz="1600" b="1" kern="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21</a:t>
            </a:r>
            <a:r>
              <a:rPr sz="1600" b="1" kern="0" baseline="30875"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st </a:t>
            </a:r>
            <a:r>
              <a:rPr sz="1600" b="1" kern="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Century</a:t>
            </a:r>
          </a:p>
        </p:txBody>
      </p:sp>
      <p:sp>
        <p:nvSpPr>
          <p:cNvPr id="7" name="线条">
            <a:extLst>
              <a:ext uri="{FF2B5EF4-FFF2-40B4-BE49-F238E27FC236}">
                <a16:creationId xmlns:a16="http://schemas.microsoft.com/office/drawing/2014/main" xmlns="" id="{9AD72DFD-382E-470E-93E9-C3BCB8726292}"/>
              </a:ext>
            </a:extLst>
          </p:cNvPr>
          <p:cNvSpPr/>
          <p:nvPr/>
        </p:nvSpPr>
        <p:spPr bwMode="gray">
          <a:xfrm>
            <a:off x="717074" y="2354053"/>
            <a:ext cx="543168" cy="0"/>
          </a:xfrm>
          <a:prstGeom prst="line">
            <a:avLst/>
          </a:prstGeom>
          <a:ln w="25400">
            <a:solidFill>
              <a:srgbClr val="56C4D2"/>
            </a:solidFill>
            <a:miter lim="400000"/>
            <a:headEnd type="oval"/>
          </a:ln>
        </p:spPr>
        <p:txBody>
          <a:bodyPr lIns="27093" tIns="27093" rIns="27093" bIns="27093" anchor="ctr"/>
          <a:lstStyle/>
          <a:p>
            <a:pPr algn="ctr" defTabSz="440266" hangingPunct="0">
              <a:defRPr sz="2400" b="0">
                <a:latin typeface="+mn-lt"/>
                <a:ea typeface="+mn-ea"/>
                <a:cs typeface="+mn-cs"/>
                <a:sym typeface="Helvetica Neue Medium"/>
              </a:defRPr>
            </a:pPr>
            <a:endParaRPr sz="1600" kern="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8" name="9000BC~1000AD">
            <a:extLst>
              <a:ext uri="{FF2B5EF4-FFF2-40B4-BE49-F238E27FC236}">
                <a16:creationId xmlns:a16="http://schemas.microsoft.com/office/drawing/2014/main" xmlns="" id="{C159BC0F-0B28-4AF3-A4D6-7DDC7EC3634A}"/>
              </a:ext>
            </a:extLst>
          </p:cNvPr>
          <p:cNvSpPr txBox="1"/>
          <p:nvPr/>
        </p:nvSpPr>
        <p:spPr bwMode="gray">
          <a:xfrm>
            <a:off x="317500" y="1630391"/>
            <a:ext cx="2252150" cy="333484"/>
          </a:xfrm>
          <a:prstGeom prst="rect">
            <a:avLst/>
          </a:prstGeom>
          <a:ln w="3175">
            <a:miter lim="400000"/>
          </a:ln>
          <a:extLst>
            <a:ext uri="{C572A759-6A51-4108-AA02-DFA0A04FC94B}">
              <ma14:wrappingTextBoxFlag xmlns="" xmlns:ma14="http://schemas.microsoft.com/office/mac/drawingml/2011/main" val="1"/>
            </a:ext>
          </a:extLst>
        </p:spPr>
        <p:txBody>
          <a:bodyPr lIns="0" tIns="0" rIns="0" bIns="0" anchor="ctr"/>
          <a:lstStyle>
            <a:lvl1pPr defTabSz="902953">
              <a:lnSpc>
                <a:spcPct val="80000"/>
              </a:lnSpc>
              <a:defRPr sz="3200">
                <a:latin typeface="Akkurat Pro"/>
                <a:ea typeface="Akkurat Pro"/>
                <a:cs typeface="Akkurat Pro"/>
                <a:sym typeface="Akkurat Pro"/>
              </a:defRPr>
            </a:lvl1pPr>
          </a:lstStyle>
          <a:p>
            <a:pPr algn="ctr" hangingPunct="0"/>
            <a:r>
              <a:rPr sz="1600" b="1" kern="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9000</a:t>
            </a:r>
            <a:r>
              <a:rPr lang="en-US" sz="1600" b="1" kern="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 </a:t>
            </a:r>
            <a:r>
              <a:rPr sz="1600" b="1" kern="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BC~1000</a:t>
            </a:r>
            <a:r>
              <a:rPr lang="en-US" sz="1600" b="1" kern="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 </a:t>
            </a:r>
            <a:r>
              <a:rPr sz="1600" b="1" kern="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AD</a:t>
            </a:r>
          </a:p>
        </p:txBody>
      </p:sp>
      <p:sp>
        <p:nvSpPr>
          <p:cNvPr id="9" name="15th ~18th Century">
            <a:extLst>
              <a:ext uri="{FF2B5EF4-FFF2-40B4-BE49-F238E27FC236}">
                <a16:creationId xmlns:a16="http://schemas.microsoft.com/office/drawing/2014/main" xmlns="" id="{FD8EA18C-B86C-489D-A1D0-19DB06710822}"/>
              </a:ext>
            </a:extLst>
          </p:cNvPr>
          <p:cNvSpPr txBox="1"/>
          <p:nvPr/>
        </p:nvSpPr>
        <p:spPr bwMode="gray">
          <a:xfrm>
            <a:off x="2376948" y="1630391"/>
            <a:ext cx="2637554" cy="333483"/>
          </a:xfrm>
          <a:prstGeom prst="rect">
            <a:avLst/>
          </a:prstGeom>
          <a:ln w="3175">
            <a:miter lim="400000"/>
          </a:ln>
          <a:extLst>
            <a:ext uri="{C572A759-6A51-4108-AA02-DFA0A04FC94B}">
              <ma14:wrappingTextBoxFlag xmlns="" xmlns:ma14="http://schemas.microsoft.com/office/mac/drawingml/2011/main" val="1"/>
            </a:ext>
          </a:extLst>
        </p:spPr>
        <p:txBody>
          <a:bodyPr lIns="0" tIns="0" rIns="0" bIns="0" anchor="ctr"/>
          <a:lstStyle/>
          <a:p>
            <a:pPr algn="ctr" defTabSz="609493" hangingPunct="0">
              <a:lnSpc>
                <a:spcPct val="80000"/>
              </a:lnSpc>
              <a:defRPr sz="3200">
                <a:latin typeface="Akkurat Pro"/>
                <a:ea typeface="Akkurat Pro"/>
                <a:cs typeface="Akkurat Pro"/>
                <a:sym typeface="Akkurat Pro"/>
              </a:defRPr>
            </a:pPr>
            <a:r>
              <a:rPr sz="1600" b="1" kern="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15</a:t>
            </a:r>
            <a:r>
              <a:rPr sz="1600" b="1" kern="0" baseline="30875"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th</a:t>
            </a:r>
            <a:r>
              <a:rPr sz="1600" b="1" kern="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 ~18</a:t>
            </a:r>
            <a:r>
              <a:rPr sz="1600" b="1" kern="0" baseline="30875"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th</a:t>
            </a:r>
            <a:r>
              <a:rPr sz="1600" b="1" kern="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 Century</a:t>
            </a:r>
          </a:p>
        </p:txBody>
      </p:sp>
      <p:sp>
        <p:nvSpPr>
          <p:cNvPr id="10" name="19th Century">
            <a:extLst>
              <a:ext uri="{FF2B5EF4-FFF2-40B4-BE49-F238E27FC236}">
                <a16:creationId xmlns:a16="http://schemas.microsoft.com/office/drawing/2014/main" xmlns="" id="{A8C6FE9C-51D4-4B73-9A66-057E37CEF1B3}"/>
              </a:ext>
            </a:extLst>
          </p:cNvPr>
          <p:cNvSpPr txBox="1"/>
          <p:nvPr/>
        </p:nvSpPr>
        <p:spPr bwMode="gray">
          <a:xfrm>
            <a:off x="4889401" y="1541491"/>
            <a:ext cx="2252150" cy="549478"/>
          </a:xfrm>
          <a:prstGeom prst="rect">
            <a:avLst/>
          </a:prstGeom>
          <a:ln w="3175">
            <a:miter lim="400000"/>
          </a:ln>
          <a:extLst>
            <a:ext uri="{C572A759-6A51-4108-AA02-DFA0A04FC94B}">
              <ma14:wrappingTextBoxFlag xmlns="" xmlns:ma14="http://schemas.microsoft.com/office/mac/drawingml/2011/main" val="1"/>
            </a:ext>
          </a:extLst>
        </p:spPr>
        <p:txBody>
          <a:bodyPr lIns="0" tIns="0" rIns="0" bIns="0" anchor="ctr"/>
          <a:lstStyle/>
          <a:p>
            <a:pPr algn="ctr" defTabSz="609493" hangingPunct="0">
              <a:lnSpc>
                <a:spcPct val="80000"/>
              </a:lnSpc>
              <a:defRPr sz="3200">
                <a:latin typeface="Akkurat Pro"/>
                <a:ea typeface="Akkurat Pro"/>
                <a:cs typeface="Akkurat Pro"/>
                <a:sym typeface="Akkurat Pro"/>
              </a:defRPr>
            </a:pPr>
            <a:r>
              <a:rPr sz="1600" b="1" kern="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19</a:t>
            </a:r>
            <a:r>
              <a:rPr sz="1600" b="1" kern="0" baseline="30875"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th</a:t>
            </a:r>
            <a:r>
              <a:rPr sz="1600" b="1" kern="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 Century</a:t>
            </a:r>
          </a:p>
        </p:txBody>
      </p:sp>
      <p:sp>
        <p:nvSpPr>
          <p:cNvPr id="11" name="20th Century">
            <a:extLst>
              <a:ext uri="{FF2B5EF4-FFF2-40B4-BE49-F238E27FC236}">
                <a16:creationId xmlns:a16="http://schemas.microsoft.com/office/drawing/2014/main" xmlns="" id="{6DF903FF-4A60-4BBC-B880-B032E14ECF2B}"/>
              </a:ext>
            </a:extLst>
          </p:cNvPr>
          <p:cNvSpPr txBox="1"/>
          <p:nvPr/>
        </p:nvSpPr>
        <p:spPr bwMode="gray">
          <a:xfrm>
            <a:off x="6547057" y="1630391"/>
            <a:ext cx="3190582" cy="405318"/>
          </a:xfrm>
          <a:prstGeom prst="rect">
            <a:avLst/>
          </a:prstGeom>
          <a:ln w="3175">
            <a:miter lim="400000"/>
          </a:ln>
          <a:extLst>
            <a:ext uri="{C572A759-6A51-4108-AA02-DFA0A04FC94B}">
              <ma14:wrappingTextBoxFlag xmlns="" xmlns:ma14="http://schemas.microsoft.com/office/mac/drawingml/2011/main" val="1"/>
            </a:ext>
          </a:extLst>
        </p:spPr>
        <p:txBody>
          <a:bodyPr lIns="0" tIns="0" rIns="0" bIns="0" anchor="ctr"/>
          <a:lstStyle/>
          <a:p>
            <a:pPr algn="ctr" defTabSz="609493" hangingPunct="0">
              <a:lnSpc>
                <a:spcPct val="80000"/>
              </a:lnSpc>
              <a:defRPr sz="3200">
                <a:latin typeface="Akkurat Pro"/>
                <a:ea typeface="Akkurat Pro"/>
                <a:cs typeface="Akkurat Pro"/>
                <a:sym typeface="Akkurat Pro"/>
              </a:defRPr>
            </a:pPr>
            <a:r>
              <a:rPr sz="1600" b="1" kern="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20</a:t>
            </a:r>
            <a:r>
              <a:rPr sz="1600" b="1" kern="0" baseline="30875"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th</a:t>
            </a:r>
            <a:r>
              <a:rPr sz="1600" b="1" kern="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 Century</a:t>
            </a:r>
          </a:p>
        </p:txBody>
      </p:sp>
      <p:grpSp>
        <p:nvGrpSpPr>
          <p:cNvPr id="14" name="成组">
            <a:extLst>
              <a:ext uri="{FF2B5EF4-FFF2-40B4-BE49-F238E27FC236}">
                <a16:creationId xmlns:a16="http://schemas.microsoft.com/office/drawing/2014/main" xmlns="" id="{57A03AF4-77EA-4836-9C9F-B570D50F636A}"/>
              </a:ext>
            </a:extLst>
          </p:cNvPr>
          <p:cNvGrpSpPr/>
          <p:nvPr/>
        </p:nvGrpSpPr>
        <p:grpSpPr bwMode="gray">
          <a:xfrm>
            <a:off x="1260240" y="2229701"/>
            <a:ext cx="231466" cy="241547"/>
            <a:chOff x="0" y="0"/>
            <a:chExt cx="715691" cy="715691"/>
          </a:xfrm>
        </p:grpSpPr>
        <p:sp>
          <p:nvSpPr>
            <p:cNvPr id="15" name="圆形">
              <a:extLst>
                <a:ext uri="{FF2B5EF4-FFF2-40B4-BE49-F238E27FC236}">
                  <a16:creationId xmlns:a16="http://schemas.microsoft.com/office/drawing/2014/main" xmlns="" id="{2481DDD6-C40C-4037-8D31-FF947333F55A}"/>
                </a:ext>
              </a:extLst>
            </p:cNvPr>
            <p:cNvSpPr/>
            <p:nvPr/>
          </p:nvSpPr>
          <p:spPr bwMode="gray">
            <a:xfrm>
              <a:off x="164680" y="164678"/>
              <a:ext cx="386335" cy="386335"/>
            </a:xfrm>
            <a:prstGeom prst="ellipse">
              <a:avLst/>
            </a:prstGeom>
            <a:solidFill>
              <a:srgbClr val="6C6C6C"/>
            </a:solidFill>
            <a:ln w="3175" cap="flat">
              <a:noFill/>
              <a:miter lim="400000"/>
            </a:ln>
            <a:effectLst/>
          </p:spPr>
          <p:txBody>
            <a:bodyPr wrap="square" lIns="27093" tIns="27093" rIns="27093" bIns="27093" numCol="1" anchor="ctr">
              <a:noAutofit/>
            </a:bodyPr>
            <a:lstStyle/>
            <a:p>
              <a:pPr algn="ctr" defTabSz="440266" hangingPunct="0">
                <a:defRPr sz="2400" b="0">
                  <a:latin typeface="+mn-lt"/>
                  <a:ea typeface="+mn-ea"/>
                  <a:cs typeface="+mn-cs"/>
                  <a:sym typeface="Helvetica Neue Medium"/>
                </a:defRPr>
              </a:pPr>
              <a:endParaRPr sz="1600" kern="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16" name="圆形">
              <a:extLst>
                <a:ext uri="{FF2B5EF4-FFF2-40B4-BE49-F238E27FC236}">
                  <a16:creationId xmlns:a16="http://schemas.microsoft.com/office/drawing/2014/main" xmlns="" id="{3198BC10-A0CB-4826-BCE7-0B8EFBA211E8}"/>
                </a:ext>
              </a:extLst>
            </p:cNvPr>
            <p:cNvSpPr/>
            <p:nvPr/>
          </p:nvSpPr>
          <p:spPr bwMode="gray">
            <a:xfrm>
              <a:off x="0" y="0"/>
              <a:ext cx="715692" cy="715692"/>
            </a:xfrm>
            <a:prstGeom prst="ellipse">
              <a:avLst/>
            </a:prstGeom>
            <a:noFill/>
            <a:ln w="25400" cap="flat">
              <a:solidFill>
                <a:srgbClr val="6C6C6C"/>
              </a:solidFill>
              <a:prstDash val="solid"/>
              <a:miter lim="400000"/>
            </a:ln>
            <a:effectLst/>
          </p:spPr>
          <p:txBody>
            <a:bodyPr wrap="square" lIns="27093" tIns="27093" rIns="27093" bIns="27093" numCol="1" anchor="ctr">
              <a:noAutofit/>
            </a:bodyPr>
            <a:lstStyle/>
            <a:p>
              <a:pPr algn="ctr" defTabSz="440266" hangingPunct="0">
                <a:defRPr sz="2400" b="0">
                  <a:latin typeface="+mn-lt"/>
                  <a:ea typeface="+mn-ea"/>
                  <a:cs typeface="+mn-cs"/>
                  <a:sym typeface="Helvetica Neue Medium"/>
                </a:defRPr>
              </a:pPr>
              <a:endParaRPr sz="1600" kern="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grpSp>
      <p:sp>
        <p:nvSpPr>
          <p:cNvPr id="18" name="文本框 17">
            <a:extLst>
              <a:ext uri="{FF2B5EF4-FFF2-40B4-BE49-F238E27FC236}">
                <a16:creationId xmlns:a16="http://schemas.microsoft.com/office/drawing/2014/main" xmlns="" id="{C6CC5EAC-3F33-4E62-A236-73875F72F0BF}"/>
              </a:ext>
            </a:extLst>
          </p:cNvPr>
          <p:cNvSpPr txBox="1"/>
          <p:nvPr/>
        </p:nvSpPr>
        <p:spPr bwMode="gray">
          <a:xfrm>
            <a:off x="1446724" y="2471247"/>
            <a:ext cx="2133264" cy="2636619"/>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t">
            <a:spAutoFit/>
          </a:bodyPr>
          <a:lstStyle/>
          <a:p>
            <a:pPr defTabSz="412750" hangingPunct="0">
              <a:lnSpc>
                <a:spcPct val="150000"/>
              </a:lnSpc>
            </a:pPr>
            <a:r>
              <a:rPr lang="zh-CN" altLang="en-US" sz="1400" b="1" kern="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驯化植物</a:t>
            </a:r>
            <a:endParaRPr lang="en-US" altLang="zh-CN" sz="1400" b="1" kern="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p>
            <a:pPr defTabSz="412750" hangingPunct="0">
              <a:lnSpc>
                <a:spcPct val="150000"/>
              </a:lnSpc>
            </a:pPr>
            <a:r>
              <a:rPr lang="zh-CN" altLang="en-US" sz="1400" b="1" kern="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动物驯养</a:t>
            </a:r>
            <a:endParaRPr lang="en-US" altLang="zh-CN" sz="1400" b="1" kern="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p>
            <a:pPr defTabSz="412750" hangingPunct="0">
              <a:lnSpc>
                <a:spcPct val="150000"/>
              </a:lnSpc>
            </a:pPr>
            <a:r>
              <a:rPr lang="zh-CN" altLang="en-US" sz="1400" b="1" kern="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冶炼矿石</a:t>
            </a:r>
            <a:endParaRPr lang="en-US" altLang="zh-CN" sz="1400" b="1" kern="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p>
            <a:pPr defTabSz="412750" hangingPunct="0">
              <a:lnSpc>
                <a:spcPct val="150000"/>
              </a:lnSpc>
            </a:pPr>
            <a:r>
              <a:rPr lang="zh-CN" altLang="en-US" sz="1400" b="1" kern="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轮子</a:t>
            </a:r>
            <a:endParaRPr lang="en-US" altLang="zh-CN" sz="1400" b="1" kern="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p>
            <a:pPr defTabSz="412750" hangingPunct="0">
              <a:lnSpc>
                <a:spcPct val="150000"/>
              </a:lnSpc>
            </a:pPr>
            <a:r>
              <a:rPr lang="zh-CN" altLang="en-US" sz="1400" b="1" kern="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写作</a:t>
            </a:r>
            <a:endParaRPr lang="en-US" altLang="zh-CN" sz="1400" b="1" kern="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p>
            <a:pPr defTabSz="412750" hangingPunct="0">
              <a:lnSpc>
                <a:spcPct val="150000"/>
              </a:lnSpc>
            </a:pPr>
            <a:r>
              <a:rPr lang="zh-CN" altLang="en-US" sz="1400" b="1" kern="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青铜</a:t>
            </a:r>
            <a:endParaRPr lang="en-US" altLang="zh-CN" sz="1400" b="1" kern="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p>
            <a:pPr defTabSz="412750" hangingPunct="0">
              <a:lnSpc>
                <a:spcPct val="150000"/>
              </a:lnSpc>
            </a:pPr>
            <a:r>
              <a:rPr lang="zh-CN" altLang="en-US" sz="1400" b="1" kern="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铁</a:t>
            </a:r>
            <a:endParaRPr lang="en-US" altLang="zh-CN" sz="1400" b="1" kern="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p>
            <a:pPr defTabSz="412750" hangingPunct="0">
              <a:lnSpc>
                <a:spcPct val="150000"/>
              </a:lnSpc>
            </a:pPr>
            <a:r>
              <a:rPr lang="zh-CN" altLang="en-US" sz="1400" b="1" kern="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水轮</a:t>
            </a:r>
            <a:endParaRPr lang="en-US" altLang="zh-CN" sz="1400" b="1" kern="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grpSp>
        <p:nvGrpSpPr>
          <p:cNvPr id="20" name="成组">
            <a:extLst>
              <a:ext uri="{FF2B5EF4-FFF2-40B4-BE49-F238E27FC236}">
                <a16:creationId xmlns:a16="http://schemas.microsoft.com/office/drawing/2014/main" xmlns="" id="{1828AD89-42CF-4B2C-819D-1051B93BD0FE}"/>
              </a:ext>
            </a:extLst>
          </p:cNvPr>
          <p:cNvGrpSpPr/>
          <p:nvPr/>
        </p:nvGrpSpPr>
        <p:grpSpPr bwMode="gray">
          <a:xfrm>
            <a:off x="3579991" y="2229701"/>
            <a:ext cx="231466" cy="241547"/>
            <a:chOff x="0" y="0"/>
            <a:chExt cx="715691" cy="715691"/>
          </a:xfrm>
        </p:grpSpPr>
        <p:sp>
          <p:nvSpPr>
            <p:cNvPr id="21" name="圆形">
              <a:extLst>
                <a:ext uri="{FF2B5EF4-FFF2-40B4-BE49-F238E27FC236}">
                  <a16:creationId xmlns:a16="http://schemas.microsoft.com/office/drawing/2014/main" xmlns="" id="{2154D1CC-72A4-4C0C-B179-99912A29FE7B}"/>
                </a:ext>
              </a:extLst>
            </p:cNvPr>
            <p:cNvSpPr/>
            <p:nvPr/>
          </p:nvSpPr>
          <p:spPr bwMode="gray">
            <a:xfrm>
              <a:off x="164680" y="164678"/>
              <a:ext cx="386335" cy="386335"/>
            </a:xfrm>
            <a:prstGeom prst="ellipse">
              <a:avLst/>
            </a:prstGeom>
            <a:solidFill>
              <a:srgbClr val="6C6C6C"/>
            </a:solidFill>
            <a:ln w="3175" cap="flat">
              <a:noFill/>
              <a:miter lim="400000"/>
            </a:ln>
            <a:effectLst/>
          </p:spPr>
          <p:txBody>
            <a:bodyPr wrap="square" lIns="27093" tIns="27093" rIns="27093" bIns="27093" numCol="1" anchor="ctr">
              <a:noAutofit/>
            </a:bodyPr>
            <a:lstStyle/>
            <a:p>
              <a:pPr algn="ctr" defTabSz="440266" hangingPunct="0">
                <a:defRPr sz="2400" b="0">
                  <a:latin typeface="+mn-lt"/>
                  <a:ea typeface="+mn-ea"/>
                  <a:cs typeface="+mn-cs"/>
                  <a:sym typeface="Helvetica Neue Medium"/>
                </a:defRPr>
              </a:pPr>
              <a:endParaRPr sz="1600" kern="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22" name="圆形">
              <a:extLst>
                <a:ext uri="{FF2B5EF4-FFF2-40B4-BE49-F238E27FC236}">
                  <a16:creationId xmlns:a16="http://schemas.microsoft.com/office/drawing/2014/main" xmlns="" id="{6D47E418-8853-486C-BF21-CD075B2A724E}"/>
                </a:ext>
              </a:extLst>
            </p:cNvPr>
            <p:cNvSpPr/>
            <p:nvPr/>
          </p:nvSpPr>
          <p:spPr bwMode="gray">
            <a:xfrm>
              <a:off x="0" y="0"/>
              <a:ext cx="715692" cy="715692"/>
            </a:xfrm>
            <a:prstGeom prst="ellipse">
              <a:avLst/>
            </a:prstGeom>
            <a:noFill/>
            <a:ln w="25400" cap="flat">
              <a:solidFill>
                <a:srgbClr val="6C6C6C"/>
              </a:solidFill>
              <a:prstDash val="solid"/>
              <a:miter lim="400000"/>
            </a:ln>
            <a:effectLst/>
          </p:spPr>
          <p:txBody>
            <a:bodyPr wrap="square" lIns="27093" tIns="27093" rIns="27093" bIns="27093" numCol="1" anchor="ctr">
              <a:noAutofit/>
            </a:bodyPr>
            <a:lstStyle/>
            <a:p>
              <a:pPr algn="ctr" defTabSz="440266" hangingPunct="0">
                <a:defRPr sz="2400" b="0">
                  <a:latin typeface="+mn-lt"/>
                  <a:ea typeface="+mn-ea"/>
                  <a:cs typeface="+mn-cs"/>
                  <a:sym typeface="Helvetica Neue Medium"/>
                </a:defRPr>
              </a:pPr>
              <a:endParaRPr sz="1600" kern="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grpSp>
      <p:grpSp>
        <p:nvGrpSpPr>
          <p:cNvPr id="23" name="成组">
            <a:extLst>
              <a:ext uri="{FF2B5EF4-FFF2-40B4-BE49-F238E27FC236}">
                <a16:creationId xmlns:a16="http://schemas.microsoft.com/office/drawing/2014/main" xmlns="" id="{395326A4-1A84-4618-8DFC-E7EAE4CD659A}"/>
              </a:ext>
            </a:extLst>
          </p:cNvPr>
          <p:cNvGrpSpPr/>
          <p:nvPr/>
        </p:nvGrpSpPr>
        <p:grpSpPr bwMode="gray">
          <a:xfrm>
            <a:off x="5899743" y="2229701"/>
            <a:ext cx="231466" cy="241547"/>
            <a:chOff x="0" y="0"/>
            <a:chExt cx="715691" cy="715691"/>
          </a:xfrm>
        </p:grpSpPr>
        <p:sp>
          <p:nvSpPr>
            <p:cNvPr id="24" name="圆形">
              <a:extLst>
                <a:ext uri="{FF2B5EF4-FFF2-40B4-BE49-F238E27FC236}">
                  <a16:creationId xmlns:a16="http://schemas.microsoft.com/office/drawing/2014/main" xmlns="" id="{7C6982FD-791C-4E12-AB9E-211CC4E4D816}"/>
                </a:ext>
              </a:extLst>
            </p:cNvPr>
            <p:cNvSpPr/>
            <p:nvPr/>
          </p:nvSpPr>
          <p:spPr bwMode="gray">
            <a:xfrm>
              <a:off x="164680" y="164678"/>
              <a:ext cx="386335" cy="386335"/>
            </a:xfrm>
            <a:prstGeom prst="ellipse">
              <a:avLst/>
            </a:prstGeom>
            <a:solidFill>
              <a:srgbClr val="6C6C6C"/>
            </a:solidFill>
            <a:ln w="3175" cap="flat">
              <a:noFill/>
              <a:miter lim="400000"/>
            </a:ln>
            <a:effectLst/>
          </p:spPr>
          <p:txBody>
            <a:bodyPr wrap="square" lIns="27093" tIns="27093" rIns="27093" bIns="27093" numCol="1" anchor="ctr">
              <a:noAutofit/>
            </a:bodyPr>
            <a:lstStyle/>
            <a:p>
              <a:pPr algn="ctr" defTabSz="440266" hangingPunct="0">
                <a:defRPr sz="2400" b="0">
                  <a:latin typeface="+mn-lt"/>
                  <a:ea typeface="+mn-ea"/>
                  <a:cs typeface="+mn-cs"/>
                  <a:sym typeface="Helvetica Neue Medium"/>
                </a:defRPr>
              </a:pPr>
              <a:endParaRPr sz="1600" kern="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25" name="圆形">
              <a:extLst>
                <a:ext uri="{FF2B5EF4-FFF2-40B4-BE49-F238E27FC236}">
                  <a16:creationId xmlns:a16="http://schemas.microsoft.com/office/drawing/2014/main" xmlns="" id="{11638D0E-A474-434F-92FA-69F9F2BA61C5}"/>
                </a:ext>
              </a:extLst>
            </p:cNvPr>
            <p:cNvSpPr/>
            <p:nvPr/>
          </p:nvSpPr>
          <p:spPr bwMode="gray">
            <a:xfrm>
              <a:off x="0" y="0"/>
              <a:ext cx="715692" cy="715692"/>
            </a:xfrm>
            <a:prstGeom prst="ellipse">
              <a:avLst/>
            </a:prstGeom>
            <a:noFill/>
            <a:ln w="25400" cap="flat">
              <a:solidFill>
                <a:srgbClr val="6C6C6C"/>
              </a:solidFill>
              <a:prstDash val="solid"/>
              <a:miter lim="400000"/>
            </a:ln>
            <a:effectLst/>
          </p:spPr>
          <p:txBody>
            <a:bodyPr wrap="square" lIns="27093" tIns="27093" rIns="27093" bIns="27093" numCol="1" anchor="ctr">
              <a:noAutofit/>
            </a:bodyPr>
            <a:lstStyle/>
            <a:p>
              <a:pPr algn="ctr" defTabSz="440266" hangingPunct="0">
                <a:defRPr sz="2400" b="0">
                  <a:latin typeface="+mn-lt"/>
                  <a:ea typeface="+mn-ea"/>
                  <a:cs typeface="+mn-cs"/>
                  <a:sym typeface="Helvetica Neue Medium"/>
                </a:defRPr>
              </a:pPr>
              <a:endParaRPr sz="1600" kern="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grpSp>
      <p:sp>
        <p:nvSpPr>
          <p:cNvPr id="26" name="线条">
            <a:extLst>
              <a:ext uri="{FF2B5EF4-FFF2-40B4-BE49-F238E27FC236}">
                <a16:creationId xmlns:a16="http://schemas.microsoft.com/office/drawing/2014/main" xmlns="" id="{2F60F1D4-6253-46FF-98EB-4EF20C990CBD}"/>
              </a:ext>
            </a:extLst>
          </p:cNvPr>
          <p:cNvSpPr/>
          <p:nvPr/>
        </p:nvSpPr>
        <p:spPr bwMode="gray">
          <a:xfrm flipV="1">
            <a:off x="1375974" y="2479501"/>
            <a:ext cx="1" cy="1977189"/>
          </a:xfrm>
          <a:prstGeom prst="line">
            <a:avLst/>
          </a:prstGeom>
          <a:ln w="25400">
            <a:solidFill>
              <a:srgbClr val="6C6C6C"/>
            </a:solidFill>
            <a:miter lim="400000"/>
            <a:headEnd type="oval"/>
          </a:ln>
        </p:spPr>
        <p:txBody>
          <a:bodyPr lIns="25400" tIns="25400" rIns="25400" bIns="25400" anchor="ctr"/>
          <a:lstStyle/>
          <a:p>
            <a:pPr algn="ctr" defTabSz="412750" hangingPunct="0">
              <a:defRPr sz="2200" b="0">
                <a:latin typeface="+mn-lt"/>
                <a:ea typeface="+mn-ea"/>
                <a:cs typeface="+mn-cs"/>
                <a:sym typeface="Helvetica Neue Medium"/>
              </a:defRPr>
            </a:pPr>
            <a:endParaRPr sz="1600" kern="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27" name="线条">
            <a:extLst>
              <a:ext uri="{FF2B5EF4-FFF2-40B4-BE49-F238E27FC236}">
                <a16:creationId xmlns:a16="http://schemas.microsoft.com/office/drawing/2014/main" xmlns="" id="{503CE23C-2B89-41C3-AD2A-71486FEA30C6}"/>
              </a:ext>
            </a:extLst>
          </p:cNvPr>
          <p:cNvSpPr/>
          <p:nvPr/>
        </p:nvSpPr>
        <p:spPr bwMode="gray">
          <a:xfrm flipV="1">
            <a:off x="3695725" y="2479500"/>
            <a:ext cx="0" cy="1002887"/>
          </a:xfrm>
          <a:prstGeom prst="line">
            <a:avLst/>
          </a:prstGeom>
          <a:ln w="25400">
            <a:solidFill>
              <a:srgbClr val="6C6C6C"/>
            </a:solidFill>
            <a:miter lim="400000"/>
            <a:headEnd type="oval"/>
          </a:ln>
        </p:spPr>
        <p:txBody>
          <a:bodyPr lIns="25400" tIns="25400" rIns="25400" bIns="25400" anchor="ctr"/>
          <a:lstStyle/>
          <a:p>
            <a:pPr algn="ctr" defTabSz="412750" hangingPunct="0">
              <a:defRPr sz="2200" b="0">
                <a:latin typeface="+mn-lt"/>
                <a:ea typeface="+mn-ea"/>
                <a:cs typeface="+mn-cs"/>
                <a:sym typeface="Helvetica Neue Medium"/>
              </a:defRPr>
            </a:pPr>
            <a:endParaRPr sz="1600" kern="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28" name="线条">
            <a:extLst>
              <a:ext uri="{FF2B5EF4-FFF2-40B4-BE49-F238E27FC236}">
                <a16:creationId xmlns:a16="http://schemas.microsoft.com/office/drawing/2014/main" xmlns="" id="{7BABE4C2-79D7-4984-8517-D3EF45D1BBFE}"/>
              </a:ext>
            </a:extLst>
          </p:cNvPr>
          <p:cNvSpPr/>
          <p:nvPr/>
        </p:nvSpPr>
        <p:spPr bwMode="gray">
          <a:xfrm flipV="1">
            <a:off x="6015477" y="2479500"/>
            <a:ext cx="0" cy="1219995"/>
          </a:xfrm>
          <a:prstGeom prst="line">
            <a:avLst/>
          </a:prstGeom>
          <a:ln w="25400">
            <a:solidFill>
              <a:srgbClr val="6C6C6C"/>
            </a:solidFill>
            <a:miter lim="400000"/>
            <a:headEnd type="oval"/>
          </a:ln>
        </p:spPr>
        <p:txBody>
          <a:bodyPr lIns="25400" tIns="25400" rIns="25400" bIns="25400" anchor="ctr"/>
          <a:lstStyle/>
          <a:p>
            <a:pPr algn="ctr" defTabSz="412750" hangingPunct="0">
              <a:defRPr sz="2200" b="0">
                <a:latin typeface="+mn-lt"/>
                <a:ea typeface="+mn-ea"/>
                <a:cs typeface="+mn-cs"/>
                <a:sym typeface="Helvetica Neue Medium"/>
              </a:defRPr>
            </a:pPr>
            <a:endParaRPr sz="1600" kern="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29" name="线条">
            <a:extLst>
              <a:ext uri="{FF2B5EF4-FFF2-40B4-BE49-F238E27FC236}">
                <a16:creationId xmlns:a16="http://schemas.microsoft.com/office/drawing/2014/main" xmlns="" id="{5511D5D9-A720-443A-BEE5-85B5F8774E97}"/>
              </a:ext>
            </a:extLst>
          </p:cNvPr>
          <p:cNvSpPr/>
          <p:nvPr/>
        </p:nvSpPr>
        <p:spPr bwMode="gray">
          <a:xfrm flipV="1">
            <a:off x="8142348" y="2479501"/>
            <a:ext cx="0" cy="1764428"/>
          </a:xfrm>
          <a:prstGeom prst="line">
            <a:avLst/>
          </a:prstGeom>
          <a:ln w="25400">
            <a:solidFill>
              <a:srgbClr val="6C6C6C"/>
            </a:solidFill>
            <a:miter lim="400000"/>
            <a:headEnd type="oval"/>
          </a:ln>
        </p:spPr>
        <p:txBody>
          <a:bodyPr lIns="25400" tIns="25400" rIns="25400" bIns="25400" anchor="ctr"/>
          <a:lstStyle/>
          <a:p>
            <a:pPr algn="ctr" defTabSz="412750" hangingPunct="0">
              <a:defRPr sz="2200" b="0">
                <a:latin typeface="+mn-lt"/>
                <a:ea typeface="+mn-ea"/>
                <a:cs typeface="+mn-cs"/>
                <a:sym typeface="Helvetica Neue Medium"/>
              </a:defRPr>
            </a:pPr>
            <a:endParaRPr sz="1600" kern="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grpSp>
        <p:nvGrpSpPr>
          <p:cNvPr id="30" name="成组">
            <a:extLst>
              <a:ext uri="{FF2B5EF4-FFF2-40B4-BE49-F238E27FC236}">
                <a16:creationId xmlns:a16="http://schemas.microsoft.com/office/drawing/2014/main" xmlns="" id="{CB4E44EF-96F9-43CA-83C8-E434E9153CE0}"/>
              </a:ext>
            </a:extLst>
          </p:cNvPr>
          <p:cNvGrpSpPr/>
          <p:nvPr/>
        </p:nvGrpSpPr>
        <p:grpSpPr bwMode="gray">
          <a:xfrm>
            <a:off x="8026615" y="2229701"/>
            <a:ext cx="231466" cy="241547"/>
            <a:chOff x="0" y="0"/>
            <a:chExt cx="715691" cy="715691"/>
          </a:xfrm>
        </p:grpSpPr>
        <p:sp>
          <p:nvSpPr>
            <p:cNvPr id="31" name="圆形">
              <a:extLst>
                <a:ext uri="{FF2B5EF4-FFF2-40B4-BE49-F238E27FC236}">
                  <a16:creationId xmlns:a16="http://schemas.microsoft.com/office/drawing/2014/main" xmlns="" id="{F12A872E-0F6D-4FBD-96D4-2257B3650007}"/>
                </a:ext>
              </a:extLst>
            </p:cNvPr>
            <p:cNvSpPr/>
            <p:nvPr/>
          </p:nvSpPr>
          <p:spPr bwMode="gray">
            <a:xfrm>
              <a:off x="164680" y="164678"/>
              <a:ext cx="386335" cy="386335"/>
            </a:xfrm>
            <a:prstGeom prst="ellipse">
              <a:avLst/>
            </a:prstGeom>
            <a:solidFill>
              <a:srgbClr val="6C6C6C"/>
            </a:solidFill>
            <a:ln w="3175" cap="flat">
              <a:noFill/>
              <a:miter lim="400000"/>
            </a:ln>
            <a:effectLst/>
          </p:spPr>
          <p:txBody>
            <a:bodyPr wrap="square" lIns="27093" tIns="27093" rIns="27093" bIns="27093" numCol="1" anchor="ctr">
              <a:noAutofit/>
            </a:bodyPr>
            <a:lstStyle/>
            <a:p>
              <a:pPr algn="ctr" defTabSz="440266" hangingPunct="0">
                <a:defRPr sz="2400" b="0">
                  <a:latin typeface="+mn-lt"/>
                  <a:ea typeface="+mn-ea"/>
                  <a:cs typeface="+mn-cs"/>
                  <a:sym typeface="Helvetica Neue Medium"/>
                </a:defRPr>
              </a:pPr>
              <a:endParaRPr sz="1600" kern="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32" name="圆形">
              <a:extLst>
                <a:ext uri="{FF2B5EF4-FFF2-40B4-BE49-F238E27FC236}">
                  <a16:creationId xmlns:a16="http://schemas.microsoft.com/office/drawing/2014/main" xmlns="" id="{20AD9D96-B894-4DA8-89A1-61F0C287ABB9}"/>
                </a:ext>
              </a:extLst>
            </p:cNvPr>
            <p:cNvSpPr/>
            <p:nvPr/>
          </p:nvSpPr>
          <p:spPr bwMode="gray">
            <a:xfrm>
              <a:off x="0" y="0"/>
              <a:ext cx="715692" cy="715692"/>
            </a:xfrm>
            <a:prstGeom prst="ellipse">
              <a:avLst/>
            </a:prstGeom>
            <a:noFill/>
            <a:ln w="25400" cap="flat">
              <a:solidFill>
                <a:srgbClr val="6C6C6C"/>
              </a:solidFill>
              <a:prstDash val="solid"/>
              <a:miter lim="400000"/>
            </a:ln>
            <a:effectLst/>
          </p:spPr>
          <p:txBody>
            <a:bodyPr wrap="square" lIns="27093" tIns="27093" rIns="27093" bIns="27093" numCol="1" anchor="ctr">
              <a:noAutofit/>
            </a:bodyPr>
            <a:lstStyle/>
            <a:p>
              <a:pPr algn="ctr" defTabSz="440266" hangingPunct="0">
                <a:defRPr sz="2400" b="0">
                  <a:latin typeface="+mn-lt"/>
                  <a:ea typeface="+mn-ea"/>
                  <a:cs typeface="+mn-cs"/>
                  <a:sym typeface="Helvetica Neue Medium"/>
                </a:defRPr>
              </a:pPr>
              <a:endParaRPr sz="1600" kern="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grpSp>
      <p:grpSp>
        <p:nvGrpSpPr>
          <p:cNvPr id="33" name="组合 32">
            <a:extLst>
              <a:ext uri="{FF2B5EF4-FFF2-40B4-BE49-F238E27FC236}">
                <a16:creationId xmlns:a16="http://schemas.microsoft.com/office/drawing/2014/main" xmlns="" id="{E661A9B2-B231-43F1-8526-CE382CF5B45C}"/>
              </a:ext>
            </a:extLst>
          </p:cNvPr>
          <p:cNvGrpSpPr/>
          <p:nvPr/>
        </p:nvGrpSpPr>
        <p:grpSpPr bwMode="gray">
          <a:xfrm>
            <a:off x="10235274" y="2229701"/>
            <a:ext cx="231466" cy="914234"/>
            <a:chOff x="1739605" y="4497739"/>
            <a:chExt cx="357847" cy="1354420"/>
          </a:xfrm>
        </p:grpSpPr>
        <p:sp>
          <p:nvSpPr>
            <p:cNvPr id="34" name="线条">
              <a:extLst>
                <a:ext uri="{FF2B5EF4-FFF2-40B4-BE49-F238E27FC236}">
                  <a16:creationId xmlns:a16="http://schemas.microsoft.com/office/drawing/2014/main" xmlns="" id="{11DF1CBD-53FE-456E-9968-E6A3A4D8D0D4}"/>
                </a:ext>
              </a:extLst>
            </p:cNvPr>
            <p:cNvSpPr/>
            <p:nvPr/>
          </p:nvSpPr>
          <p:spPr bwMode="gray">
            <a:xfrm flipV="1">
              <a:off x="1918530" y="4867810"/>
              <a:ext cx="0" cy="984349"/>
            </a:xfrm>
            <a:prstGeom prst="line">
              <a:avLst/>
            </a:prstGeom>
            <a:ln w="25400">
              <a:solidFill>
                <a:srgbClr val="EC7061"/>
              </a:solidFill>
              <a:miter lim="400000"/>
              <a:headEnd type="oval"/>
            </a:ln>
          </p:spPr>
          <p:txBody>
            <a:bodyPr lIns="25400" tIns="25400" rIns="25400" bIns="25400" anchor="ctr"/>
            <a:lstStyle/>
            <a:p>
              <a:pPr algn="ctr" defTabSz="412750" hangingPunct="0">
                <a:defRPr sz="2200" b="0">
                  <a:latin typeface="+mn-lt"/>
                  <a:ea typeface="+mn-ea"/>
                  <a:cs typeface="+mn-cs"/>
                  <a:sym typeface="Helvetica Neue Medium"/>
                </a:defRPr>
              </a:pPr>
              <a:endParaRPr sz="1600" kern="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grpSp>
          <p:nvGrpSpPr>
            <p:cNvPr id="35" name="成组">
              <a:extLst>
                <a:ext uri="{FF2B5EF4-FFF2-40B4-BE49-F238E27FC236}">
                  <a16:creationId xmlns:a16="http://schemas.microsoft.com/office/drawing/2014/main" xmlns="" id="{C46EEB56-CA86-4A3C-A84F-91BFE58C50E9}"/>
                </a:ext>
              </a:extLst>
            </p:cNvPr>
            <p:cNvGrpSpPr/>
            <p:nvPr/>
          </p:nvGrpSpPr>
          <p:grpSpPr bwMode="gray">
            <a:xfrm>
              <a:off x="1739605" y="4497739"/>
              <a:ext cx="357847" cy="357847"/>
              <a:chOff x="0" y="0"/>
              <a:chExt cx="715691" cy="715691"/>
            </a:xfrm>
          </p:grpSpPr>
          <p:sp>
            <p:nvSpPr>
              <p:cNvPr id="36" name="圆形">
                <a:extLst>
                  <a:ext uri="{FF2B5EF4-FFF2-40B4-BE49-F238E27FC236}">
                    <a16:creationId xmlns:a16="http://schemas.microsoft.com/office/drawing/2014/main" xmlns="" id="{56095CA7-9A61-4AEB-8D55-1F3A8D589226}"/>
                  </a:ext>
                </a:extLst>
              </p:cNvPr>
              <p:cNvSpPr/>
              <p:nvPr/>
            </p:nvSpPr>
            <p:spPr bwMode="gray">
              <a:xfrm>
                <a:off x="164680" y="164678"/>
                <a:ext cx="386335" cy="386335"/>
              </a:xfrm>
              <a:prstGeom prst="ellipse">
                <a:avLst/>
              </a:prstGeom>
              <a:solidFill>
                <a:srgbClr val="EC7061"/>
              </a:solidFill>
              <a:ln w="3175" cap="flat">
                <a:solidFill>
                  <a:srgbClr val="EC7061"/>
                </a:solidFill>
                <a:miter lim="400000"/>
              </a:ln>
              <a:effectLst/>
            </p:spPr>
            <p:txBody>
              <a:bodyPr wrap="square" lIns="27093" tIns="27093" rIns="27093" bIns="27093" numCol="1" anchor="ctr">
                <a:noAutofit/>
              </a:bodyPr>
              <a:lstStyle/>
              <a:p>
                <a:pPr algn="ctr" defTabSz="440266" hangingPunct="0">
                  <a:defRPr sz="2400" b="0">
                    <a:latin typeface="+mn-lt"/>
                    <a:ea typeface="+mn-ea"/>
                    <a:cs typeface="+mn-cs"/>
                    <a:sym typeface="Helvetica Neue Medium"/>
                  </a:defRPr>
                </a:pPr>
                <a:endParaRPr sz="1600" kern="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37" name="圆形">
                <a:extLst>
                  <a:ext uri="{FF2B5EF4-FFF2-40B4-BE49-F238E27FC236}">
                    <a16:creationId xmlns:a16="http://schemas.microsoft.com/office/drawing/2014/main" xmlns="" id="{3218F321-C301-4726-A129-6D13CE49CB59}"/>
                  </a:ext>
                </a:extLst>
              </p:cNvPr>
              <p:cNvSpPr/>
              <p:nvPr/>
            </p:nvSpPr>
            <p:spPr bwMode="gray">
              <a:xfrm>
                <a:off x="0" y="0"/>
                <a:ext cx="715692" cy="715692"/>
              </a:xfrm>
              <a:prstGeom prst="ellipse">
                <a:avLst/>
              </a:prstGeom>
              <a:noFill/>
              <a:ln w="25400" cap="flat">
                <a:solidFill>
                  <a:srgbClr val="EC7061"/>
                </a:solidFill>
                <a:prstDash val="solid"/>
                <a:miter lim="400000"/>
              </a:ln>
              <a:effectLst/>
            </p:spPr>
            <p:txBody>
              <a:bodyPr wrap="square" lIns="27093" tIns="27093" rIns="27093" bIns="27093" numCol="1" anchor="ctr">
                <a:noAutofit/>
              </a:bodyPr>
              <a:lstStyle/>
              <a:p>
                <a:pPr algn="ctr" defTabSz="440266" hangingPunct="0">
                  <a:defRPr sz="2400" b="0">
                    <a:latin typeface="+mn-lt"/>
                    <a:ea typeface="+mn-ea"/>
                    <a:cs typeface="+mn-cs"/>
                    <a:sym typeface="Helvetica Neue Medium"/>
                  </a:defRPr>
                </a:pPr>
                <a:endParaRPr sz="1600" kern="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grpSp>
      </p:grpSp>
      <p:sp>
        <p:nvSpPr>
          <p:cNvPr id="38" name="文本框 37">
            <a:extLst>
              <a:ext uri="{FF2B5EF4-FFF2-40B4-BE49-F238E27FC236}">
                <a16:creationId xmlns:a16="http://schemas.microsoft.com/office/drawing/2014/main" xmlns="" id="{C2318E0F-459B-42EF-AA30-BF4198086198}"/>
              </a:ext>
            </a:extLst>
          </p:cNvPr>
          <p:cNvSpPr txBox="1"/>
          <p:nvPr/>
        </p:nvSpPr>
        <p:spPr bwMode="gray">
          <a:xfrm>
            <a:off x="3753524" y="2471247"/>
            <a:ext cx="2030482" cy="1343958"/>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t">
            <a:spAutoFit/>
          </a:bodyPr>
          <a:lstStyle/>
          <a:p>
            <a:pPr defTabSz="412750" hangingPunct="0">
              <a:lnSpc>
                <a:spcPct val="150000"/>
              </a:lnSpc>
            </a:pPr>
            <a:r>
              <a:rPr lang="zh-CN" altLang="en-US" sz="1400" b="1" kern="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三帆帆船</a:t>
            </a:r>
          </a:p>
          <a:p>
            <a:pPr defTabSz="412750" hangingPunct="0">
              <a:lnSpc>
                <a:spcPct val="150000"/>
              </a:lnSpc>
            </a:pPr>
            <a:r>
              <a:rPr lang="zh-CN" altLang="en-US" sz="1400" b="1" kern="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印刷</a:t>
            </a:r>
          </a:p>
          <a:p>
            <a:pPr defTabSz="412750" hangingPunct="0">
              <a:lnSpc>
                <a:spcPct val="150000"/>
              </a:lnSpc>
            </a:pPr>
            <a:r>
              <a:rPr lang="zh-CN" altLang="en-US" sz="1400" b="1" kern="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工厂体系</a:t>
            </a:r>
          </a:p>
          <a:p>
            <a:pPr defTabSz="412750" hangingPunct="0">
              <a:lnSpc>
                <a:spcPct val="150000"/>
              </a:lnSpc>
            </a:pPr>
            <a:r>
              <a:rPr lang="zh-CN" altLang="en-US" sz="1400" b="1" kern="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蒸汽机</a:t>
            </a:r>
          </a:p>
        </p:txBody>
      </p:sp>
      <p:sp>
        <p:nvSpPr>
          <p:cNvPr id="40" name="文本框 39">
            <a:extLst>
              <a:ext uri="{FF2B5EF4-FFF2-40B4-BE49-F238E27FC236}">
                <a16:creationId xmlns:a16="http://schemas.microsoft.com/office/drawing/2014/main" xmlns="" id="{6D23AACE-0484-4B39-953B-6B187F8D8A7E}"/>
              </a:ext>
            </a:extLst>
          </p:cNvPr>
          <p:cNvSpPr txBox="1"/>
          <p:nvPr/>
        </p:nvSpPr>
        <p:spPr bwMode="gray">
          <a:xfrm>
            <a:off x="6081152" y="2471247"/>
            <a:ext cx="1975028" cy="1343958"/>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t">
            <a:spAutoFit/>
          </a:bodyPr>
          <a:lstStyle/>
          <a:p>
            <a:pPr defTabSz="412750" hangingPunct="0">
              <a:lnSpc>
                <a:spcPct val="150000"/>
              </a:lnSpc>
            </a:pPr>
            <a:r>
              <a:rPr lang="zh-CN" altLang="en-US" sz="1400" b="1" kern="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铁路</a:t>
            </a:r>
          </a:p>
          <a:p>
            <a:pPr defTabSz="412750" hangingPunct="0">
              <a:lnSpc>
                <a:spcPct val="150000"/>
              </a:lnSpc>
            </a:pPr>
            <a:r>
              <a:rPr lang="zh-CN" altLang="en-US" sz="1400" b="1" kern="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铁轮船</a:t>
            </a:r>
          </a:p>
          <a:p>
            <a:pPr defTabSz="412750" hangingPunct="0">
              <a:lnSpc>
                <a:spcPct val="150000"/>
              </a:lnSpc>
            </a:pPr>
            <a:r>
              <a:rPr lang="zh-CN" altLang="en-US" sz="1400" b="1" kern="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内燃机</a:t>
            </a:r>
          </a:p>
          <a:p>
            <a:pPr defTabSz="412750" hangingPunct="0">
              <a:lnSpc>
                <a:spcPct val="150000"/>
              </a:lnSpc>
            </a:pPr>
            <a:r>
              <a:rPr lang="zh-CN" altLang="en-US" sz="1400" b="1" kern="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电力</a:t>
            </a:r>
            <a:endParaRPr lang="zh-CN" altLang="en-US" sz="1400" b="1" kern="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41" name="文本框 40">
            <a:extLst>
              <a:ext uri="{FF2B5EF4-FFF2-40B4-BE49-F238E27FC236}">
                <a16:creationId xmlns:a16="http://schemas.microsoft.com/office/drawing/2014/main" xmlns="" id="{F5F60DCA-18C0-499C-A204-984F4A42B920}"/>
              </a:ext>
            </a:extLst>
          </p:cNvPr>
          <p:cNvSpPr txBox="1"/>
          <p:nvPr/>
        </p:nvSpPr>
        <p:spPr bwMode="gray">
          <a:xfrm>
            <a:off x="8285170" y="2471247"/>
            <a:ext cx="2003365" cy="2313454"/>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t">
            <a:spAutoFit/>
          </a:bodyPr>
          <a:lstStyle/>
          <a:p>
            <a:pPr defTabSz="412750" hangingPunct="0">
              <a:lnSpc>
                <a:spcPct val="150000"/>
              </a:lnSpc>
            </a:pPr>
            <a:r>
              <a:rPr lang="zh-CN" altLang="en-US" sz="1400" b="1" kern="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汽车</a:t>
            </a:r>
          </a:p>
          <a:p>
            <a:pPr defTabSz="412750" hangingPunct="0">
              <a:lnSpc>
                <a:spcPct val="150000"/>
              </a:lnSpc>
            </a:pPr>
            <a:r>
              <a:rPr lang="zh-CN" altLang="en-US" sz="1400" b="1" kern="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飞机</a:t>
            </a:r>
          </a:p>
          <a:p>
            <a:pPr defTabSz="412750" hangingPunct="0">
              <a:lnSpc>
                <a:spcPct val="150000"/>
              </a:lnSpc>
            </a:pPr>
            <a:r>
              <a:rPr lang="zh-CN" altLang="en-US" sz="1400" b="1" kern="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大规模生产</a:t>
            </a:r>
          </a:p>
          <a:p>
            <a:pPr defTabSz="412750" hangingPunct="0">
              <a:lnSpc>
                <a:spcPct val="150000"/>
              </a:lnSpc>
            </a:pPr>
            <a:r>
              <a:rPr lang="zh-CN" altLang="en-US" sz="1400" b="1" kern="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电脑</a:t>
            </a:r>
          </a:p>
          <a:p>
            <a:pPr defTabSz="412750" hangingPunct="0">
              <a:lnSpc>
                <a:spcPct val="150000"/>
              </a:lnSpc>
            </a:pPr>
            <a:r>
              <a:rPr lang="zh-CN" altLang="en-US" sz="1400" b="1" kern="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精益生产</a:t>
            </a:r>
          </a:p>
          <a:p>
            <a:pPr defTabSz="412750" hangingPunct="0">
              <a:lnSpc>
                <a:spcPct val="150000"/>
              </a:lnSpc>
            </a:pPr>
            <a:r>
              <a:rPr lang="zh-CN" altLang="en-US" sz="1400" b="1" kern="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互联网</a:t>
            </a:r>
          </a:p>
          <a:p>
            <a:pPr defTabSz="412750" hangingPunct="0">
              <a:lnSpc>
                <a:spcPct val="150000"/>
              </a:lnSpc>
            </a:pPr>
            <a:r>
              <a:rPr lang="zh-CN" altLang="en-US" sz="1400" b="1" kern="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生物技术</a:t>
            </a:r>
          </a:p>
        </p:txBody>
      </p:sp>
      <p:sp>
        <p:nvSpPr>
          <p:cNvPr id="43" name="文本框 42">
            <a:extLst>
              <a:ext uri="{FF2B5EF4-FFF2-40B4-BE49-F238E27FC236}">
                <a16:creationId xmlns:a16="http://schemas.microsoft.com/office/drawing/2014/main" xmlns="" id="{F140D526-ADEA-416D-A8CB-BF4D49BAA7A1}"/>
              </a:ext>
            </a:extLst>
          </p:cNvPr>
          <p:cNvSpPr txBox="1"/>
          <p:nvPr/>
        </p:nvSpPr>
        <p:spPr bwMode="gray">
          <a:xfrm>
            <a:off x="10437178" y="2471248"/>
            <a:ext cx="2212022" cy="697627"/>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t">
            <a:spAutoFit/>
          </a:bodyPr>
          <a:lstStyle/>
          <a:p>
            <a:pPr defTabSz="412750" hangingPunct="0">
              <a:lnSpc>
                <a:spcPct val="150000"/>
              </a:lnSpc>
            </a:pPr>
            <a:r>
              <a:rPr lang="zh-CN" altLang="en-US" sz="1400" b="1" kern="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商业虚拟化</a:t>
            </a:r>
          </a:p>
          <a:p>
            <a:pPr defTabSz="412750" hangingPunct="0">
              <a:lnSpc>
                <a:spcPct val="150000"/>
              </a:lnSpc>
            </a:pPr>
            <a:r>
              <a:rPr lang="zh-CN" altLang="en-US" sz="1400" b="1" kern="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纳米技术</a:t>
            </a:r>
          </a:p>
        </p:txBody>
      </p:sp>
      <p:sp>
        <p:nvSpPr>
          <p:cNvPr id="45" name="文本框 44">
            <a:extLst>
              <a:ext uri="{FF2B5EF4-FFF2-40B4-BE49-F238E27FC236}">
                <a16:creationId xmlns:a16="http://schemas.microsoft.com/office/drawing/2014/main" xmlns="" id="{EBB268E9-2E4D-410F-8FC4-9CF0389C1043}"/>
              </a:ext>
            </a:extLst>
          </p:cNvPr>
          <p:cNvSpPr txBox="1"/>
          <p:nvPr/>
        </p:nvSpPr>
        <p:spPr bwMode="gray">
          <a:xfrm>
            <a:off x="9817099" y="3229544"/>
            <a:ext cx="1203139" cy="543739"/>
          </a:xfrm>
          <a:prstGeom prst="rect">
            <a:avLst/>
          </a:prstGeom>
          <a:solidFill>
            <a:srgbClr val="EC7061"/>
          </a:solid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t">
            <a:spAutoFit/>
          </a:bodyPr>
          <a:lstStyle/>
          <a:p>
            <a:pPr algn="ctr" defTabSz="412750" hangingPunct="0"/>
            <a:r>
              <a:rPr lang="en-US" altLang="zh-CN" sz="1600" b="1" kern="0" dirty="0">
                <a:solidFill>
                  <a:schemeClr val="bg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AI</a:t>
            </a:r>
          </a:p>
          <a:p>
            <a:pPr algn="ctr" defTabSz="412750" hangingPunct="0"/>
            <a:r>
              <a:rPr lang="zh-CN" altLang="en-US" sz="1600" b="1" kern="0" dirty="0">
                <a:solidFill>
                  <a:schemeClr val="bg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人工智能</a:t>
            </a:r>
            <a:endParaRPr lang="en-US" altLang="zh-CN" sz="1600" b="1" kern="0" dirty="0">
              <a:solidFill>
                <a:schemeClr val="bg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46" name="线条">
            <a:extLst>
              <a:ext uri="{FF2B5EF4-FFF2-40B4-BE49-F238E27FC236}">
                <a16:creationId xmlns:a16="http://schemas.microsoft.com/office/drawing/2014/main" xmlns="" id="{8A767EC9-935C-45C6-8112-DDE043670680}"/>
              </a:ext>
            </a:extLst>
          </p:cNvPr>
          <p:cNvSpPr/>
          <p:nvPr/>
        </p:nvSpPr>
        <p:spPr bwMode="gray">
          <a:xfrm>
            <a:off x="1489256" y="2354053"/>
            <a:ext cx="2090734" cy="0"/>
          </a:xfrm>
          <a:prstGeom prst="line">
            <a:avLst/>
          </a:prstGeom>
          <a:ln w="25400">
            <a:solidFill>
              <a:srgbClr val="56C4D2"/>
            </a:solidFill>
            <a:miter lim="400000"/>
            <a:headEnd type="none"/>
          </a:ln>
        </p:spPr>
        <p:txBody>
          <a:bodyPr lIns="27093" tIns="27093" rIns="27093" bIns="27093" anchor="ctr"/>
          <a:lstStyle/>
          <a:p>
            <a:pPr algn="ctr" defTabSz="440266" hangingPunct="0">
              <a:defRPr sz="2400" b="0">
                <a:latin typeface="+mn-lt"/>
                <a:ea typeface="+mn-ea"/>
                <a:cs typeface="+mn-cs"/>
                <a:sym typeface="Helvetica Neue Medium"/>
              </a:defRPr>
            </a:pPr>
            <a:endParaRPr sz="1600" kern="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47" name="线条">
            <a:extLst>
              <a:ext uri="{FF2B5EF4-FFF2-40B4-BE49-F238E27FC236}">
                <a16:creationId xmlns:a16="http://schemas.microsoft.com/office/drawing/2014/main" xmlns="" id="{9F28C540-EFCB-433D-92AC-80797D25C691}"/>
              </a:ext>
            </a:extLst>
          </p:cNvPr>
          <p:cNvSpPr/>
          <p:nvPr/>
        </p:nvSpPr>
        <p:spPr bwMode="gray">
          <a:xfrm>
            <a:off x="3810736" y="2354053"/>
            <a:ext cx="2090734" cy="0"/>
          </a:xfrm>
          <a:prstGeom prst="line">
            <a:avLst/>
          </a:prstGeom>
          <a:ln w="25400">
            <a:solidFill>
              <a:srgbClr val="56C4D2"/>
            </a:solidFill>
            <a:miter lim="400000"/>
            <a:headEnd type="none"/>
          </a:ln>
        </p:spPr>
        <p:txBody>
          <a:bodyPr lIns="27093" tIns="27093" rIns="27093" bIns="27093" anchor="ctr"/>
          <a:lstStyle/>
          <a:p>
            <a:pPr algn="ctr" defTabSz="440266" hangingPunct="0">
              <a:defRPr sz="2400" b="0">
                <a:latin typeface="+mn-lt"/>
                <a:ea typeface="+mn-ea"/>
                <a:cs typeface="+mn-cs"/>
                <a:sym typeface="Helvetica Neue Medium"/>
              </a:defRPr>
            </a:pPr>
            <a:endParaRPr sz="1600" kern="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48" name="线条">
            <a:extLst>
              <a:ext uri="{FF2B5EF4-FFF2-40B4-BE49-F238E27FC236}">
                <a16:creationId xmlns:a16="http://schemas.microsoft.com/office/drawing/2014/main" xmlns="" id="{80B0F46D-748E-4904-87D8-49BC642FA246}"/>
              </a:ext>
            </a:extLst>
          </p:cNvPr>
          <p:cNvSpPr/>
          <p:nvPr/>
        </p:nvSpPr>
        <p:spPr bwMode="gray">
          <a:xfrm>
            <a:off x="6128931" y="2354053"/>
            <a:ext cx="1897686" cy="0"/>
          </a:xfrm>
          <a:prstGeom prst="line">
            <a:avLst/>
          </a:prstGeom>
          <a:ln w="25400">
            <a:solidFill>
              <a:srgbClr val="56C4D2"/>
            </a:solidFill>
            <a:miter lim="400000"/>
            <a:headEnd type="none"/>
          </a:ln>
        </p:spPr>
        <p:txBody>
          <a:bodyPr lIns="27093" tIns="27093" rIns="27093" bIns="27093" anchor="ctr"/>
          <a:lstStyle/>
          <a:p>
            <a:pPr algn="ctr" defTabSz="440266" hangingPunct="0">
              <a:defRPr sz="2400" b="0">
                <a:latin typeface="+mn-lt"/>
                <a:ea typeface="+mn-ea"/>
                <a:cs typeface="+mn-cs"/>
                <a:sym typeface="Helvetica Neue Medium"/>
              </a:defRPr>
            </a:pPr>
            <a:endParaRPr sz="1600" kern="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49" name="线条">
            <a:extLst>
              <a:ext uri="{FF2B5EF4-FFF2-40B4-BE49-F238E27FC236}">
                <a16:creationId xmlns:a16="http://schemas.microsoft.com/office/drawing/2014/main" xmlns="" id="{9E3A9A3F-DB56-40F6-B975-FA60A54049BD}"/>
              </a:ext>
            </a:extLst>
          </p:cNvPr>
          <p:cNvSpPr/>
          <p:nvPr/>
        </p:nvSpPr>
        <p:spPr bwMode="gray">
          <a:xfrm>
            <a:off x="8257295" y="2354053"/>
            <a:ext cx="1977980" cy="0"/>
          </a:xfrm>
          <a:prstGeom prst="line">
            <a:avLst/>
          </a:prstGeom>
          <a:ln w="25400">
            <a:solidFill>
              <a:srgbClr val="56C4D2"/>
            </a:solidFill>
            <a:miter lim="400000"/>
            <a:headEnd type="none"/>
          </a:ln>
        </p:spPr>
        <p:txBody>
          <a:bodyPr lIns="27093" tIns="27093" rIns="27093" bIns="27093" anchor="ctr"/>
          <a:lstStyle/>
          <a:p>
            <a:pPr algn="ctr" defTabSz="440266" hangingPunct="0">
              <a:defRPr sz="2400" b="0">
                <a:latin typeface="+mn-lt"/>
                <a:ea typeface="+mn-ea"/>
                <a:cs typeface="+mn-cs"/>
                <a:sym typeface="Helvetica Neue Medium"/>
              </a:defRPr>
            </a:pPr>
            <a:endParaRPr sz="1600" kern="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50" name="线条">
            <a:extLst>
              <a:ext uri="{FF2B5EF4-FFF2-40B4-BE49-F238E27FC236}">
                <a16:creationId xmlns:a16="http://schemas.microsoft.com/office/drawing/2014/main" xmlns="" id="{B15CB084-0275-4BDD-B0E1-D20E4C8CBFF2}"/>
              </a:ext>
            </a:extLst>
          </p:cNvPr>
          <p:cNvSpPr/>
          <p:nvPr/>
        </p:nvSpPr>
        <p:spPr bwMode="gray">
          <a:xfrm flipH="1">
            <a:off x="10466740" y="2354053"/>
            <a:ext cx="556018" cy="0"/>
          </a:xfrm>
          <a:prstGeom prst="line">
            <a:avLst/>
          </a:prstGeom>
          <a:ln w="25400">
            <a:solidFill>
              <a:srgbClr val="56C4D2"/>
            </a:solidFill>
            <a:miter lim="400000"/>
            <a:headEnd type="oval"/>
          </a:ln>
        </p:spPr>
        <p:txBody>
          <a:bodyPr lIns="27093" tIns="27093" rIns="27093" bIns="27093" anchor="ctr"/>
          <a:lstStyle/>
          <a:p>
            <a:pPr algn="ctr" defTabSz="440266" hangingPunct="0">
              <a:defRPr sz="2400" b="0">
                <a:latin typeface="+mn-lt"/>
                <a:ea typeface="+mn-ea"/>
                <a:cs typeface="+mn-cs"/>
                <a:sym typeface="Helvetica Neue Medium"/>
              </a:defRPr>
            </a:pPr>
            <a:endParaRPr sz="1600" kern="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Tree>
    <p:extLst>
      <p:ext uri="{BB962C8B-B14F-4D97-AF65-F5344CB8AC3E}">
        <p14:creationId xmlns:p14="http://schemas.microsoft.com/office/powerpoint/2010/main" val="13930928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0AFBF2A0-7FB4-47FA-9E91-C71C002B6FF8}"/>
              </a:ext>
            </a:extLst>
          </p:cNvPr>
          <p:cNvSpPr>
            <a:spLocks noGrp="1"/>
          </p:cNvSpPr>
          <p:nvPr>
            <p:ph type="title"/>
          </p:nvPr>
        </p:nvSpPr>
        <p:spPr bwMode="gray"/>
        <p:txBody>
          <a:bodyPr/>
          <a:lstStyle/>
          <a:p>
            <a:r>
              <a:rPr lang="en-US" altLang="zh-CN" smtClean="0">
                <a:sym typeface="Huawei Sans" panose="020C0503030203020204" pitchFamily="34" charset="0"/>
              </a:rPr>
              <a:t>AI</a:t>
            </a:r>
            <a:r>
              <a:rPr lang="zh-CN" altLang="en-US" smtClean="0">
                <a:sym typeface="Huawei Sans" panose="020C0503030203020204" pitchFamily="34" charset="0"/>
              </a:rPr>
              <a:t>引入网络成为产业共识</a:t>
            </a:r>
            <a:endParaRPr lang="zh-CN" altLang="en-US">
              <a:sym typeface="Huawei Sans" panose="020C0503030203020204" pitchFamily="34" charset="0"/>
            </a:endParaRPr>
          </a:p>
        </p:txBody>
      </p:sp>
      <p:graphicFrame>
        <p:nvGraphicFramePr>
          <p:cNvPr id="41" name="表格 40">
            <a:extLst>
              <a:ext uri="{FF2B5EF4-FFF2-40B4-BE49-F238E27FC236}">
                <a16:creationId xmlns:a16="http://schemas.microsoft.com/office/drawing/2014/main" xmlns="" id="{421110D0-312B-4060-B6FC-B8DDEC49E0D3}"/>
              </a:ext>
            </a:extLst>
          </p:cNvPr>
          <p:cNvGraphicFramePr>
            <a:graphicFrameLocks noGrp="1"/>
          </p:cNvGraphicFramePr>
          <p:nvPr>
            <p:extLst>
              <p:ext uri="{D42A27DB-BD31-4B8C-83A1-F6EECF244321}">
                <p14:modId xmlns:p14="http://schemas.microsoft.com/office/powerpoint/2010/main" val="3368409987"/>
              </p:ext>
            </p:extLst>
          </p:nvPr>
        </p:nvGraphicFramePr>
        <p:xfrm>
          <a:off x="581737" y="1864698"/>
          <a:ext cx="11028525" cy="3219222"/>
        </p:xfrm>
        <a:graphic>
          <a:graphicData uri="http://schemas.openxmlformats.org/drawingml/2006/table">
            <a:tbl>
              <a:tblPr firstRow="1" bandRow="1">
                <a:tableStyleId>{5C22544A-7EE6-4342-B048-85BDC9FD1C3A}</a:tableStyleId>
              </a:tblPr>
              <a:tblGrid>
                <a:gridCol w="1595914">
                  <a:extLst>
                    <a:ext uri="{9D8B030D-6E8A-4147-A177-3AD203B41FA5}">
                      <a16:colId xmlns:a16="http://schemas.microsoft.com/office/drawing/2014/main" xmlns="" val="20000"/>
                    </a:ext>
                  </a:extLst>
                </a:gridCol>
                <a:gridCol w="1079186">
                  <a:extLst>
                    <a:ext uri="{9D8B030D-6E8A-4147-A177-3AD203B41FA5}">
                      <a16:colId xmlns:a16="http://schemas.microsoft.com/office/drawing/2014/main" xmlns="" val="20001"/>
                    </a:ext>
                  </a:extLst>
                </a:gridCol>
                <a:gridCol w="1466850">
                  <a:extLst>
                    <a:ext uri="{9D8B030D-6E8A-4147-A177-3AD203B41FA5}">
                      <a16:colId xmlns:a16="http://schemas.microsoft.com/office/drawing/2014/main" xmlns="" val="20002"/>
                    </a:ext>
                  </a:extLst>
                </a:gridCol>
                <a:gridCol w="1666875">
                  <a:extLst>
                    <a:ext uri="{9D8B030D-6E8A-4147-A177-3AD203B41FA5}">
                      <a16:colId xmlns:a16="http://schemas.microsoft.com/office/drawing/2014/main" xmlns="" val="20003"/>
                    </a:ext>
                  </a:extLst>
                </a:gridCol>
                <a:gridCol w="1895475">
                  <a:extLst>
                    <a:ext uri="{9D8B030D-6E8A-4147-A177-3AD203B41FA5}">
                      <a16:colId xmlns:a16="http://schemas.microsoft.com/office/drawing/2014/main" xmlns="" val="20004"/>
                    </a:ext>
                  </a:extLst>
                </a:gridCol>
                <a:gridCol w="1685925">
                  <a:extLst>
                    <a:ext uri="{9D8B030D-6E8A-4147-A177-3AD203B41FA5}">
                      <a16:colId xmlns:a16="http://schemas.microsoft.com/office/drawing/2014/main" xmlns="" val="20005"/>
                    </a:ext>
                  </a:extLst>
                </a:gridCol>
                <a:gridCol w="1638300">
                  <a:extLst>
                    <a:ext uri="{9D8B030D-6E8A-4147-A177-3AD203B41FA5}">
                      <a16:colId xmlns:a16="http://schemas.microsoft.com/office/drawing/2014/main" xmlns="" val="20006"/>
                    </a:ext>
                  </a:extLst>
                </a:gridCol>
              </a:tblGrid>
              <a:tr h="757086">
                <a:tc>
                  <a:txBody>
                    <a:bodyPr/>
                    <a:lstStyle/>
                    <a:p>
                      <a:pPr algn="ctr" defTabSz="913853"/>
                      <a:r>
                        <a:rPr lang="zh-CN" altLang="en-US" sz="1400" b="1"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等级定义</a:t>
                      </a:r>
                      <a:endParaRPr lang="en-US" altLang="zh-CN" sz="1400" b="1"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defTabSz="913853"/>
                      <a:r>
                        <a:rPr lang="en-US" altLang="zh-CN" sz="1400" b="1"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L0</a:t>
                      </a:r>
                    </a:p>
                    <a:p>
                      <a:pPr algn="ctr" defTabSz="913853"/>
                      <a:r>
                        <a:rPr lang="zh-CN" altLang="en-US" sz="1400" b="1"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人工作业</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defTabSz="913853"/>
                      <a:r>
                        <a:rPr lang="en-US" altLang="zh-CN" sz="1400" b="1"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 L1</a:t>
                      </a:r>
                    </a:p>
                    <a:p>
                      <a:pPr algn="ctr" defTabSz="913853"/>
                      <a:r>
                        <a:rPr lang="zh-CN" altLang="en-US" sz="1400" b="1"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工具辅助自动化</a:t>
                      </a:r>
                      <a:endParaRPr lang="en-US" altLang="zh-CN" sz="1400" b="1"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defTabSz="913853"/>
                      <a:r>
                        <a:rPr lang="en-US" altLang="zh-CN" sz="1400" b="1"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L2</a:t>
                      </a:r>
                    </a:p>
                    <a:p>
                      <a:pPr algn="ctr" defTabSz="913853"/>
                      <a:r>
                        <a:rPr lang="zh-CN" altLang="en-US" sz="1400" b="1"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部分自动驾驶网络</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defTabSz="913853"/>
                      <a:r>
                        <a:rPr lang="en-US" altLang="zh-CN" sz="1400" b="1"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L3</a:t>
                      </a:r>
                    </a:p>
                    <a:p>
                      <a:pPr algn="ctr" defTabSz="913853"/>
                      <a:r>
                        <a:rPr lang="zh-CN" altLang="en-US" sz="1400" b="1"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限制条件的自动网络</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defTabSz="913853"/>
                      <a:r>
                        <a:rPr lang="en-US" altLang="zh-CN" sz="1400" b="1"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L4</a:t>
                      </a:r>
                    </a:p>
                    <a:p>
                      <a:pPr algn="ctr" defTabSz="913853"/>
                      <a:r>
                        <a:rPr lang="zh-CN" altLang="en-US" sz="1400" b="1"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高度自动驾驶网络</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defTabSz="913853"/>
                      <a:r>
                        <a:rPr lang="en-US" altLang="zh-CN" sz="1400" b="1"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L5</a:t>
                      </a:r>
                    </a:p>
                    <a:p>
                      <a:pPr algn="ctr" defTabSz="913853"/>
                      <a:r>
                        <a:rPr lang="zh-CN" altLang="en-US" sz="1400" b="1"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完全自动驾驶网络</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xmlns="" val="10000"/>
                  </a:ext>
                </a:extLst>
              </a:tr>
              <a:tr h="488625">
                <a:tc>
                  <a:txBody>
                    <a:bodyPr/>
                    <a:lstStyle/>
                    <a:p>
                      <a:pPr algn="ctr"/>
                      <a:r>
                        <a:rPr lang="zh-CN" altLang="en-US" sz="1400" b="1"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重复执行</a:t>
                      </a:r>
                      <a:endParaRPr lang="en-US" altLang="zh-CN" sz="1400" b="1"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1888938" rtl="0" eaLnBrk="1" fontAlgn="auto" latinLnBrk="0" hangingPunct="1">
                        <a:lnSpc>
                          <a:spcPct val="100000"/>
                        </a:lnSpc>
                        <a:spcBef>
                          <a:spcPts val="0"/>
                        </a:spcBef>
                        <a:spcAft>
                          <a:spcPts val="0"/>
                        </a:spcAft>
                        <a:buClrTx/>
                        <a:buSzTx/>
                        <a:buFontTx/>
                        <a:buNone/>
                        <a:tabLst/>
                        <a:defRPr/>
                      </a:pPr>
                      <a:r>
                        <a:rPr lang="zh-CN" altLang="en-US" sz="1200" b="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人</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1888938" rtl="0" eaLnBrk="1" fontAlgn="auto" latinLnBrk="0" hangingPunct="1">
                        <a:lnSpc>
                          <a:spcPct val="100000"/>
                        </a:lnSpc>
                        <a:spcBef>
                          <a:spcPts val="0"/>
                        </a:spcBef>
                        <a:spcAft>
                          <a:spcPts val="0"/>
                        </a:spcAft>
                        <a:buClrTx/>
                        <a:buSzTx/>
                        <a:buFontTx/>
                        <a:buNone/>
                        <a:tabLst/>
                        <a:defRPr/>
                      </a:pPr>
                      <a:r>
                        <a:rPr lang="zh-CN" altLang="en-US" sz="1200" b="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人</a:t>
                      </a:r>
                      <a:r>
                        <a:rPr lang="en-US" altLang="zh-CN" sz="1200" b="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a:t>
                      </a:r>
                      <a:r>
                        <a:rPr lang="zh-CN" altLang="en-US" sz="1200" b="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机</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1888938" rtl="0" eaLnBrk="1" fontAlgn="auto" latinLnBrk="0" hangingPunct="1">
                        <a:lnSpc>
                          <a:spcPct val="100000"/>
                        </a:lnSpc>
                        <a:spcBef>
                          <a:spcPts val="0"/>
                        </a:spcBef>
                        <a:spcAft>
                          <a:spcPts val="0"/>
                        </a:spcAft>
                        <a:buClrTx/>
                        <a:buSzTx/>
                        <a:buFontTx/>
                        <a:buNone/>
                        <a:tabLst/>
                        <a:defRPr/>
                      </a:pPr>
                      <a:r>
                        <a:rPr lang="zh-CN" altLang="en-US" sz="1200" b="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机</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1888938" rtl="0" eaLnBrk="1" fontAlgn="auto" latinLnBrk="0" hangingPunct="1">
                        <a:lnSpc>
                          <a:spcPct val="100000"/>
                        </a:lnSpc>
                        <a:spcBef>
                          <a:spcPts val="0"/>
                        </a:spcBef>
                        <a:spcAft>
                          <a:spcPts val="0"/>
                        </a:spcAft>
                        <a:buClrTx/>
                        <a:buSzTx/>
                        <a:buFontTx/>
                        <a:buNone/>
                        <a:tabLst/>
                        <a:defRPr/>
                      </a:pPr>
                      <a:r>
                        <a:rPr lang="zh-CN" altLang="en-US" sz="1200" b="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机</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1888938" rtl="0" eaLnBrk="1" fontAlgn="auto" latinLnBrk="0" hangingPunct="1">
                        <a:lnSpc>
                          <a:spcPct val="100000"/>
                        </a:lnSpc>
                        <a:spcBef>
                          <a:spcPts val="0"/>
                        </a:spcBef>
                        <a:spcAft>
                          <a:spcPts val="0"/>
                        </a:spcAft>
                        <a:buClrTx/>
                        <a:buSzTx/>
                        <a:buFontTx/>
                        <a:buNone/>
                        <a:tabLst/>
                        <a:defRPr/>
                      </a:pPr>
                      <a:r>
                        <a:rPr lang="zh-CN" altLang="en-US" sz="1200" b="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机</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1888938" rtl="0" eaLnBrk="1" fontAlgn="auto" latinLnBrk="0" hangingPunct="1">
                        <a:lnSpc>
                          <a:spcPct val="100000"/>
                        </a:lnSpc>
                        <a:spcBef>
                          <a:spcPts val="0"/>
                        </a:spcBef>
                        <a:spcAft>
                          <a:spcPts val="0"/>
                        </a:spcAft>
                        <a:buClrTx/>
                        <a:buSzTx/>
                        <a:buFontTx/>
                        <a:buNone/>
                        <a:tabLst/>
                        <a:defRPr/>
                      </a:pPr>
                      <a:r>
                        <a:rPr lang="zh-CN" altLang="en-US" sz="1200" b="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机</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xmlns="" val="10001"/>
                  </a:ext>
                </a:extLst>
              </a:tr>
              <a:tr h="488625">
                <a:tc>
                  <a:txBody>
                    <a:bodyPr/>
                    <a:lstStyle/>
                    <a:p>
                      <a:pPr algn="ctr"/>
                      <a:r>
                        <a:rPr lang="zh-CN" altLang="en-US" sz="1400" b="1"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环境感知</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buFont typeface="Arial" pitchFamily="34" charset="0"/>
                        <a:buNone/>
                      </a:pPr>
                      <a:r>
                        <a:rPr lang="zh-CN" altLang="en-US" sz="1200" b="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人</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Font typeface="Arial" pitchFamily="34" charset="0"/>
                        <a:buNone/>
                      </a:pPr>
                      <a:r>
                        <a:rPr lang="zh-CN" altLang="en-US" sz="1200" b="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人</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Font typeface="Arial" pitchFamily="34" charset="0"/>
                        <a:buNone/>
                      </a:pPr>
                      <a:r>
                        <a:rPr lang="zh-CN" altLang="en-US" sz="1200" b="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人</a:t>
                      </a:r>
                      <a:r>
                        <a:rPr lang="en-US" altLang="zh-CN" sz="1200" b="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a:t>
                      </a:r>
                      <a:r>
                        <a:rPr lang="zh-CN" altLang="en-US" sz="1200" b="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机</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Font typeface="Arial" pitchFamily="34" charset="0"/>
                        <a:buNone/>
                      </a:pPr>
                      <a:r>
                        <a:rPr lang="zh-CN" altLang="en-US" sz="1200" b="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机</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Font typeface="Arial" pitchFamily="34" charset="0"/>
                        <a:buNone/>
                      </a:pPr>
                      <a:r>
                        <a:rPr lang="zh-CN" altLang="en-US" sz="1200" b="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机</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Font typeface="Arial" pitchFamily="34" charset="0"/>
                        <a:buNone/>
                      </a:pPr>
                      <a:r>
                        <a:rPr lang="zh-CN" altLang="en-US" sz="1200" b="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机</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xmlns="" val="10002"/>
                  </a:ext>
                </a:extLst>
              </a:tr>
              <a:tr h="488625">
                <a:tc>
                  <a:txBody>
                    <a:bodyPr/>
                    <a:lstStyle/>
                    <a:p>
                      <a:pPr algn="ctr"/>
                      <a:r>
                        <a:rPr lang="zh-CN" altLang="en-US" sz="1400" b="1"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分析决策</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buFont typeface="Arial" pitchFamily="34" charset="0"/>
                        <a:buNone/>
                      </a:pPr>
                      <a:r>
                        <a:rPr lang="zh-CN" altLang="en-US" sz="1200" b="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人</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Font typeface="Arial" pitchFamily="34" charset="0"/>
                        <a:buNone/>
                      </a:pPr>
                      <a:r>
                        <a:rPr lang="zh-CN" altLang="en-US" sz="1200" b="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人</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Font typeface="Arial" pitchFamily="34" charset="0"/>
                        <a:buNone/>
                      </a:pPr>
                      <a:r>
                        <a:rPr lang="zh-CN" altLang="en-US" sz="1200" b="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人</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Font typeface="Arial" pitchFamily="34" charset="0"/>
                        <a:buNone/>
                      </a:pPr>
                      <a:r>
                        <a:rPr lang="zh-CN" altLang="en-US" sz="1200" b="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人</a:t>
                      </a:r>
                      <a:r>
                        <a:rPr lang="en-US" altLang="zh-CN" sz="1200" b="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a:t>
                      </a:r>
                      <a:r>
                        <a:rPr lang="zh-CN" altLang="en-US" sz="1200" b="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机</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Font typeface="Arial" pitchFamily="34" charset="0"/>
                        <a:buNone/>
                      </a:pPr>
                      <a:r>
                        <a:rPr lang="zh-CN" altLang="en-US" sz="1200" b="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人</a:t>
                      </a:r>
                      <a:r>
                        <a:rPr lang="en-US" altLang="zh-CN" sz="1200" b="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a:t>
                      </a:r>
                      <a:r>
                        <a:rPr lang="zh-CN" altLang="en-US" sz="1200" b="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机</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Font typeface="Arial" pitchFamily="34" charset="0"/>
                        <a:buNone/>
                      </a:pPr>
                      <a:r>
                        <a:rPr lang="zh-CN" altLang="en-US" sz="1200" b="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机</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xmlns="" val="10003"/>
                  </a:ext>
                </a:extLst>
              </a:tr>
              <a:tr h="488625">
                <a:tc>
                  <a:txBody>
                    <a:bodyPr/>
                    <a:lstStyle/>
                    <a:p>
                      <a:pPr algn="ctr"/>
                      <a:r>
                        <a:rPr lang="zh-CN" altLang="en-US" sz="1400" b="1"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业务体验</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buFont typeface="Arial" pitchFamily="34" charset="0"/>
                        <a:buNone/>
                      </a:pPr>
                      <a:r>
                        <a:rPr lang="zh-CN" altLang="en-US" sz="1200" b="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人</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Font typeface="Arial" pitchFamily="34" charset="0"/>
                        <a:buNone/>
                      </a:pPr>
                      <a:r>
                        <a:rPr lang="zh-CN" altLang="en-US" sz="1200" b="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人</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Font typeface="Arial" pitchFamily="34" charset="0"/>
                        <a:buNone/>
                      </a:pPr>
                      <a:r>
                        <a:rPr lang="zh-CN" altLang="en-US" sz="1200" b="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人</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Font typeface="Arial" pitchFamily="34" charset="0"/>
                        <a:buNone/>
                      </a:pPr>
                      <a:r>
                        <a:rPr lang="zh-CN" altLang="en-US" sz="1200" b="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人</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Font typeface="Arial" pitchFamily="34" charset="0"/>
                        <a:buNone/>
                      </a:pPr>
                      <a:r>
                        <a:rPr lang="zh-CN" altLang="en-US" sz="1200" b="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人</a:t>
                      </a:r>
                      <a:r>
                        <a:rPr lang="en-US" altLang="zh-CN" sz="1200" b="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a:t>
                      </a:r>
                      <a:r>
                        <a:rPr lang="zh-CN" altLang="en-US" sz="1200" b="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机</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Font typeface="Arial" pitchFamily="34" charset="0"/>
                        <a:buNone/>
                      </a:pPr>
                      <a:r>
                        <a:rPr lang="zh-CN" altLang="en-US" sz="1200" b="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机</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xmlns="" val="10004"/>
                  </a:ext>
                </a:extLst>
              </a:tr>
              <a:tr h="507636">
                <a:tc>
                  <a:txBody>
                    <a:bodyPr/>
                    <a:lstStyle/>
                    <a:p>
                      <a:pPr algn="ctr"/>
                      <a:r>
                        <a:rPr lang="zh-CN" altLang="en-US" sz="1400" b="1"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范围</a:t>
                      </a:r>
                      <a:endParaRPr lang="en-US" altLang="zh-CN" sz="1400" b="1"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1888938" rtl="0" eaLnBrk="1" fontAlgn="auto" latinLnBrk="0" hangingPunct="1">
                        <a:lnSpc>
                          <a:spcPct val="100000"/>
                        </a:lnSpc>
                        <a:spcBef>
                          <a:spcPts val="0"/>
                        </a:spcBef>
                        <a:spcAft>
                          <a:spcPts val="0"/>
                        </a:spcAft>
                        <a:buClrTx/>
                        <a:buSzTx/>
                        <a:buFontTx/>
                        <a:buNone/>
                        <a:tabLst/>
                        <a:defRPr/>
                      </a:pPr>
                      <a:r>
                        <a:rPr lang="en-US" altLang="zh-CN" sz="1200" b="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NA</a:t>
                      </a:r>
                      <a:endParaRPr lang="zh-CN" altLang="en-US" sz="1200" b="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1888938" rtl="0" eaLnBrk="1" fontAlgn="auto" latinLnBrk="0" hangingPunct="1">
                        <a:lnSpc>
                          <a:spcPct val="100000"/>
                        </a:lnSpc>
                        <a:spcBef>
                          <a:spcPts val="0"/>
                        </a:spcBef>
                        <a:spcAft>
                          <a:spcPts val="0"/>
                        </a:spcAft>
                        <a:buClrTx/>
                        <a:buSzTx/>
                        <a:buFontTx/>
                        <a:buNone/>
                        <a:tabLst/>
                        <a:defRPr/>
                      </a:pPr>
                      <a:r>
                        <a:rPr lang="zh-CN" altLang="en-US" sz="1200" b="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子任务级</a:t>
                      </a:r>
                      <a:endParaRPr lang="en-US" altLang="zh-CN" sz="1200" b="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1888938" rtl="0" eaLnBrk="1" fontAlgn="auto" latinLnBrk="0" hangingPunct="1">
                        <a:lnSpc>
                          <a:spcPct val="100000"/>
                        </a:lnSpc>
                        <a:spcBef>
                          <a:spcPts val="0"/>
                        </a:spcBef>
                        <a:spcAft>
                          <a:spcPts val="0"/>
                        </a:spcAft>
                        <a:buClrTx/>
                        <a:buSzTx/>
                        <a:buFontTx/>
                        <a:buNone/>
                        <a:tabLst/>
                        <a:defRPr/>
                      </a:pPr>
                      <a:r>
                        <a:rPr lang="zh-CN" altLang="en-US" sz="1200" b="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单元级</a:t>
                      </a:r>
                      <a:endParaRPr lang="en-US" altLang="zh-CN" sz="1200" b="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1888938" rtl="0" eaLnBrk="1" fontAlgn="auto" latinLnBrk="0" hangingPunct="1">
                        <a:lnSpc>
                          <a:spcPct val="100000"/>
                        </a:lnSpc>
                        <a:spcBef>
                          <a:spcPts val="0"/>
                        </a:spcBef>
                        <a:spcAft>
                          <a:spcPts val="0"/>
                        </a:spcAft>
                        <a:buClrTx/>
                        <a:buSzTx/>
                        <a:buFontTx/>
                        <a:buNone/>
                        <a:tabLst/>
                        <a:defRPr/>
                      </a:pPr>
                      <a:r>
                        <a:rPr lang="zh-CN" altLang="en-US" sz="1200" b="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领域级</a:t>
                      </a:r>
                      <a:endParaRPr lang="en-US" altLang="zh-CN" sz="1200" b="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1888938" rtl="0" eaLnBrk="1" fontAlgn="auto" latinLnBrk="0" hangingPunct="1">
                        <a:lnSpc>
                          <a:spcPct val="100000"/>
                        </a:lnSpc>
                        <a:spcBef>
                          <a:spcPts val="0"/>
                        </a:spcBef>
                        <a:spcAft>
                          <a:spcPts val="0"/>
                        </a:spcAft>
                        <a:buClrTx/>
                        <a:buSzTx/>
                        <a:buFontTx/>
                        <a:buNone/>
                        <a:tabLst/>
                        <a:defRPr/>
                      </a:pPr>
                      <a:r>
                        <a:rPr lang="zh-CN" altLang="en-US" sz="1200" b="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业务级</a:t>
                      </a:r>
                      <a:r>
                        <a:rPr lang="en-US" altLang="zh-CN" sz="1200" b="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a:t>
                      </a:r>
                      <a:r>
                        <a:rPr lang="zh-CN" altLang="en-US" sz="1200" b="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跨领域</a:t>
                      </a:r>
                      <a:endParaRPr lang="en-US" altLang="zh-CN" sz="1200" b="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1888938" rtl="0" eaLnBrk="1" fontAlgn="auto" latinLnBrk="0" hangingPunct="1">
                        <a:lnSpc>
                          <a:spcPct val="100000"/>
                        </a:lnSpc>
                        <a:spcBef>
                          <a:spcPts val="0"/>
                        </a:spcBef>
                        <a:spcAft>
                          <a:spcPts val="0"/>
                        </a:spcAft>
                        <a:buClrTx/>
                        <a:buSzTx/>
                        <a:buFontTx/>
                        <a:buNone/>
                        <a:tabLst/>
                        <a:defRPr/>
                      </a:pPr>
                      <a:r>
                        <a:rPr lang="zh-CN" altLang="en-US" sz="1200" b="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公共</a:t>
                      </a:r>
                      <a:r>
                        <a:rPr lang="en-US" altLang="zh-CN" sz="1200" b="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ICT</a:t>
                      </a:r>
                      <a:r>
                        <a:rPr lang="zh-CN" altLang="en-US" sz="1200" b="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基础设施</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xmlns="" val="10005"/>
                  </a:ext>
                </a:extLst>
              </a:tr>
            </a:tbl>
          </a:graphicData>
        </a:graphic>
      </p:graphicFrame>
      <p:sp>
        <p:nvSpPr>
          <p:cNvPr id="42" name="矩形 41">
            <a:extLst>
              <a:ext uri="{FF2B5EF4-FFF2-40B4-BE49-F238E27FC236}">
                <a16:creationId xmlns:a16="http://schemas.microsoft.com/office/drawing/2014/main" xmlns="" id="{2BA1C3CE-A9AB-4A6B-BDC0-AAE094F5C7EA}"/>
              </a:ext>
            </a:extLst>
          </p:cNvPr>
          <p:cNvSpPr/>
          <p:nvPr/>
        </p:nvSpPr>
        <p:spPr bwMode="gray">
          <a:xfrm>
            <a:off x="1876286" y="1407195"/>
            <a:ext cx="9511222" cy="423275"/>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3" name="文本框 42">
            <a:extLst>
              <a:ext uri="{FF2B5EF4-FFF2-40B4-BE49-F238E27FC236}">
                <a16:creationId xmlns:a16="http://schemas.microsoft.com/office/drawing/2014/main" xmlns="" id="{2BA43213-E5B4-4B23-BB58-D8FA398AC215}"/>
              </a:ext>
            </a:extLst>
          </p:cNvPr>
          <p:cNvSpPr txBox="1"/>
          <p:nvPr/>
        </p:nvSpPr>
        <p:spPr bwMode="gray">
          <a:xfrm>
            <a:off x="4453227" y="1484313"/>
            <a:ext cx="4339650" cy="338554"/>
          </a:xfrm>
          <a:prstGeom prst="rect">
            <a:avLst/>
          </a:prstGeom>
          <a:noFill/>
        </p:spPr>
        <p:txBody>
          <a:bodyPr wrap="square" rtlCol="0">
            <a:spAutoFit/>
          </a:bodyPr>
          <a:lstStyle>
            <a:defPPr>
              <a:defRPr lang="en-US"/>
            </a:defPPr>
            <a:lvl1pPr>
              <a:defRPr sz="2000" b="1">
                <a:gradFill>
                  <a:gsLst>
                    <a:gs pos="100000">
                      <a:srgbClr val="FFC000">
                        <a:lumMod val="75000"/>
                      </a:srgbClr>
                    </a:gs>
                    <a:gs pos="70000">
                      <a:srgbClr val="FFC000">
                        <a:lumMod val="60000"/>
                        <a:lumOff val="40000"/>
                      </a:srgbClr>
                    </a:gs>
                    <a:gs pos="0">
                      <a:prstClr val="white"/>
                    </a:gs>
                  </a:gsLst>
                  <a:lin ang="5400000" scaled="1"/>
                </a:gradFill>
                <a:latin typeface="微软雅黑" panose="020B0503020204020204" pitchFamily="34" charset="-122"/>
                <a:ea typeface="微软雅黑" panose="020B0503020204020204" pitchFamily="34" charset="-122"/>
              </a:defRPr>
            </a:lvl1pPr>
          </a:lstStyle>
          <a:p>
            <a:r>
              <a:rPr lang="zh-CN" alt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人工处理 </a:t>
            </a:r>
            <a:r>
              <a:rPr lang="en-US" altLang="zh-CN"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-&gt; </a:t>
            </a:r>
            <a:r>
              <a:rPr lang="zh-CN" alt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工具辅助 </a:t>
            </a:r>
            <a:r>
              <a:rPr lang="en-US" altLang="zh-CN"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-&gt; </a:t>
            </a:r>
            <a:r>
              <a:rPr lang="zh-CN" alt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智能处理  </a:t>
            </a:r>
          </a:p>
        </p:txBody>
      </p:sp>
    </p:spTree>
    <p:extLst>
      <p:ext uri="{BB962C8B-B14F-4D97-AF65-F5344CB8AC3E}">
        <p14:creationId xmlns:p14="http://schemas.microsoft.com/office/powerpoint/2010/main" val="165111722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E72A110B-18DE-41C9-8580-6F97BCCDBCE1}"/>
              </a:ext>
            </a:extLst>
          </p:cNvPr>
          <p:cNvSpPr>
            <a:spLocks noGrp="1"/>
          </p:cNvSpPr>
          <p:nvPr>
            <p:ph type="title"/>
          </p:nvPr>
        </p:nvSpPr>
        <p:spPr bwMode="gray"/>
        <p:txBody>
          <a:bodyPr/>
          <a:lstStyle/>
          <a:p>
            <a:r>
              <a:rPr lang="en-US" altLang="zh-CN" smtClean="0">
                <a:sym typeface="Huawei Sans" panose="020C0503030203020204" pitchFamily="34" charset="0"/>
              </a:rPr>
              <a:t>AI</a:t>
            </a:r>
            <a:r>
              <a:rPr lang="zh-CN" altLang="en-US" smtClean="0">
                <a:sym typeface="Huawei Sans" panose="020C0503030203020204" pitchFamily="34" charset="0"/>
              </a:rPr>
              <a:t>落地有诸多挑战</a:t>
            </a:r>
            <a:endParaRPr lang="zh-CN" altLang="en-US">
              <a:sym typeface="Huawei Sans" panose="020C0503030203020204" pitchFamily="34" charset="0"/>
            </a:endParaRPr>
          </a:p>
        </p:txBody>
      </p:sp>
      <p:sp>
        <p:nvSpPr>
          <p:cNvPr id="4" name="流程图: 磁盘 1">
            <a:extLst>
              <a:ext uri="{FF2B5EF4-FFF2-40B4-BE49-F238E27FC236}">
                <a16:creationId xmlns:a16="http://schemas.microsoft.com/office/drawing/2014/main" xmlns="" id="{B65FA763-D1E3-4A72-B017-5D62A97F5192}"/>
              </a:ext>
            </a:extLst>
          </p:cNvPr>
          <p:cNvSpPr/>
          <p:nvPr/>
        </p:nvSpPr>
        <p:spPr bwMode="gray">
          <a:xfrm>
            <a:off x="825671" y="2198611"/>
            <a:ext cx="703742" cy="569020"/>
          </a:xfrm>
          <a:prstGeom prst="flowChartMagneticDisk">
            <a:avLst/>
          </a:prstGeom>
          <a:ln w="19050">
            <a:solidFill>
              <a:srgbClr val="94DAE2"/>
            </a:solidFill>
          </a:ln>
        </p:spPr>
        <p:txBody>
          <a:bodyPr rot="0" spcFirstLastPara="0" vertOverflow="overflow" horzOverflow="overflow" vert="horz" wrap="square" lIns="68524" tIns="34263" rIns="68524" bIns="34263" numCol="1" spcCol="0" rtlCol="0" fromWordArt="0" anchor="ctr" anchorCtr="0" forceAA="0" compatLnSpc="1">
            <a:prstTxWarp prst="textNoShape">
              <a:avLst/>
            </a:prstTxWarp>
            <a:noAutofit/>
          </a:bodyPr>
          <a:lstStyle/>
          <a:p>
            <a:pPr algn="ctr" defTabSz="685183">
              <a:lnSpc>
                <a:spcPct val="90000"/>
              </a:lnSpc>
              <a:spcBef>
                <a:spcPct val="0"/>
              </a:spcBef>
            </a:pPr>
            <a:r>
              <a:rPr lang="zh-CN" altLang="en-US" sz="1600" kern="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数据</a:t>
            </a:r>
          </a:p>
        </p:txBody>
      </p:sp>
      <p:cxnSp>
        <p:nvCxnSpPr>
          <p:cNvPr id="5" name="直接箭头连接符 4">
            <a:extLst>
              <a:ext uri="{FF2B5EF4-FFF2-40B4-BE49-F238E27FC236}">
                <a16:creationId xmlns:a16="http://schemas.microsoft.com/office/drawing/2014/main" xmlns="" id="{0F9176F0-731E-4C2D-9491-86194ED94528}"/>
              </a:ext>
            </a:extLst>
          </p:cNvPr>
          <p:cNvCxnSpPr>
            <a:cxnSpLocks/>
            <a:stCxn id="4" idx="4"/>
            <a:endCxn id="6" idx="1"/>
          </p:cNvCxnSpPr>
          <p:nvPr/>
        </p:nvCxnSpPr>
        <p:spPr bwMode="gray">
          <a:xfrm flipV="1">
            <a:off x="1529413" y="2482240"/>
            <a:ext cx="474239" cy="881"/>
          </a:xfrm>
          <a:prstGeom prst="straightConnector1">
            <a:avLst/>
          </a:prstGeom>
          <a:noFill/>
          <a:ln w="12700" cap="flat" cmpd="sng" algn="ctr">
            <a:solidFill>
              <a:schemeClr val="tx1"/>
            </a:solidFill>
            <a:prstDash val="solid"/>
            <a:miter lim="800000"/>
            <a:tailEnd type="triangle"/>
          </a:ln>
          <a:effectLst/>
        </p:spPr>
      </p:cxnSp>
      <p:sp>
        <p:nvSpPr>
          <p:cNvPr id="6" name="矩形 5">
            <a:extLst>
              <a:ext uri="{FF2B5EF4-FFF2-40B4-BE49-F238E27FC236}">
                <a16:creationId xmlns:a16="http://schemas.microsoft.com/office/drawing/2014/main" xmlns="" id="{6D13E9B6-F49A-4A98-A19E-288A6542709B}"/>
              </a:ext>
            </a:extLst>
          </p:cNvPr>
          <p:cNvSpPr/>
          <p:nvPr/>
        </p:nvSpPr>
        <p:spPr bwMode="gray">
          <a:xfrm>
            <a:off x="2003652" y="2254877"/>
            <a:ext cx="1266294" cy="454726"/>
          </a:xfrm>
          <a:prstGeom prst="rect">
            <a:avLst/>
          </a:prstGeom>
          <a:ln w="19050">
            <a:solidFill>
              <a:srgbClr val="94DAE2"/>
            </a:solidFill>
          </a:ln>
        </p:spPr>
        <p:txBody>
          <a:bodyPr rot="0" spcFirstLastPara="0" vertOverflow="overflow" horzOverflow="overflow" vert="horz" wrap="square" lIns="68524" tIns="34263" rIns="68524" bIns="34263" numCol="1" spcCol="0" rtlCol="0" fromWordArt="0" anchor="ctr" anchorCtr="0" forceAA="0" compatLnSpc="1">
            <a:prstTxWarp prst="textNoShape">
              <a:avLst/>
            </a:prstTxWarp>
            <a:noAutofit/>
          </a:bodyPr>
          <a:lstStyle/>
          <a:p>
            <a:pPr algn="ctr" defTabSz="685183">
              <a:lnSpc>
                <a:spcPct val="90000"/>
              </a:lnSpc>
              <a:spcBef>
                <a:spcPct val="0"/>
              </a:spcBef>
            </a:pPr>
            <a:r>
              <a:rPr lang="zh-CN" altLang="en-US" sz="1600" kern="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数据处理</a:t>
            </a:r>
          </a:p>
        </p:txBody>
      </p:sp>
      <p:sp>
        <p:nvSpPr>
          <p:cNvPr id="7" name="矩形 6">
            <a:extLst>
              <a:ext uri="{FF2B5EF4-FFF2-40B4-BE49-F238E27FC236}">
                <a16:creationId xmlns:a16="http://schemas.microsoft.com/office/drawing/2014/main" xmlns="" id="{F6A64259-2BC7-4D28-9B4B-BD02E4DE5217}"/>
              </a:ext>
            </a:extLst>
          </p:cNvPr>
          <p:cNvSpPr/>
          <p:nvPr/>
        </p:nvSpPr>
        <p:spPr bwMode="gray">
          <a:xfrm>
            <a:off x="3382540" y="2254877"/>
            <a:ext cx="1264035" cy="454726"/>
          </a:xfrm>
          <a:prstGeom prst="rect">
            <a:avLst/>
          </a:prstGeom>
          <a:ln w="19050">
            <a:solidFill>
              <a:srgbClr val="94DAE2"/>
            </a:solidFill>
          </a:ln>
        </p:spPr>
        <p:txBody>
          <a:bodyPr rot="0" spcFirstLastPara="0" vertOverflow="overflow" horzOverflow="overflow" vert="horz" wrap="square" lIns="68524" tIns="34263" rIns="68524" bIns="34263" numCol="1" spcCol="0" rtlCol="0" fromWordArt="0" anchor="ctr" anchorCtr="0" forceAA="0" compatLnSpc="1">
            <a:prstTxWarp prst="textNoShape">
              <a:avLst/>
            </a:prstTxWarp>
            <a:noAutofit/>
          </a:bodyPr>
          <a:lstStyle/>
          <a:p>
            <a:pPr algn="ctr" defTabSz="685183">
              <a:lnSpc>
                <a:spcPct val="90000"/>
              </a:lnSpc>
              <a:spcBef>
                <a:spcPct val="0"/>
              </a:spcBef>
            </a:pPr>
            <a:r>
              <a:rPr lang="zh-CN" altLang="en-US" sz="1600" kern="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模型训练</a:t>
            </a:r>
            <a:endParaRPr lang="en-US" altLang="zh-CN" sz="1600" kern="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8" name="矩形 7">
            <a:extLst>
              <a:ext uri="{FF2B5EF4-FFF2-40B4-BE49-F238E27FC236}">
                <a16:creationId xmlns:a16="http://schemas.microsoft.com/office/drawing/2014/main" xmlns="" id="{37927D9E-E7FF-4D62-9F7A-4E93994D6E51}"/>
              </a:ext>
            </a:extLst>
          </p:cNvPr>
          <p:cNvSpPr/>
          <p:nvPr/>
        </p:nvSpPr>
        <p:spPr bwMode="gray">
          <a:xfrm>
            <a:off x="4909780" y="2254877"/>
            <a:ext cx="1264035" cy="454726"/>
          </a:xfrm>
          <a:prstGeom prst="rect">
            <a:avLst/>
          </a:prstGeom>
          <a:ln w="19050">
            <a:solidFill>
              <a:srgbClr val="94DAE2"/>
            </a:solidFill>
          </a:ln>
        </p:spPr>
        <p:txBody>
          <a:bodyPr rot="0" spcFirstLastPara="0" vertOverflow="overflow" horzOverflow="overflow" vert="horz" wrap="square" lIns="68524" tIns="34263" rIns="68524" bIns="34263" numCol="1" spcCol="0" rtlCol="0" fromWordArt="0" anchor="ctr" anchorCtr="0" forceAA="0" compatLnSpc="1">
            <a:prstTxWarp prst="textNoShape">
              <a:avLst/>
            </a:prstTxWarp>
            <a:noAutofit/>
          </a:bodyPr>
          <a:lstStyle/>
          <a:p>
            <a:pPr algn="ctr" defTabSz="685183">
              <a:lnSpc>
                <a:spcPct val="90000"/>
              </a:lnSpc>
              <a:spcBef>
                <a:spcPct val="0"/>
              </a:spcBef>
              <a:defRPr/>
            </a:pPr>
            <a:r>
              <a:rPr lang="zh-CN" altLang="en-US" sz="1600" kern="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模型管理</a:t>
            </a:r>
            <a:endParaRPr lang="en-US" altLang="zh-CN" sz="1600" kern="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9" name="矩形 8">
            <a:extLst>
              <a:ext uri="{FF2B5EF4-FFF2-40B4-BE49-F238E27FC236}">
                <a16:creationId xmlns:a16="http://schemas.microsoft.com/office/drawing/2014/main" xmlns="" id="{9189783F-293E-4B7B-9CC9-76CED78AEE0F}"/>
              </a:ext>
            </a:extLst>
          </p:cNvPr>
          <p:cNvSpPr/>
          <p:nvPr/>
        </p:nvSpPr>
        <p:spPr bwMode="gray">
          <a:xfrm>
            <a:off x="6437022" y="2254877"/>
            <a:ext cx="1264035" cy="454726"/>
          </a:xfrm>
          <a:prstGeom prst="rect">
            <a:avLst/>
          </a:prstGeom>
          <a:noFill/>
          <a:ln w="19050" cap="flat" cmpd="sng" algn="ctr">
            <a:solidFill>
              <a:srgbClr val="94DAE2"/>
            </a:solidFill>
            <a:prstDash val="solid"/>
            <a:miter lim="800000"/>
          </a:ln>
          <a:effectLst/>
        </p:spPr>
        <p:txBody>
          <a:bodyPr rot="0" spcFirstLastPara="0" vertOverflow="overflow" horzOverflow="overflow" vert="horz" wrap="square" lIns="68524" tIns="34263" rIns="68524" bIns="34263" numCol="1" spcCol="0" rtlCol="0" fromWordArt="0" anchor="ctr" anchorCtr="0" forceAA="0" compatLnSpc="1">
            <a:prstTxWarp prst="textNoShape">
              <a:avLst/>
            </a:prstTxWarp>
            <a:noAutofit/>
          </a:bodyPr>
          <a:lstStyle/>
          <a:p>
            <a:pPr algn="ctr" defTabSz="685183">
              <a:lnSpc>
                <a:spcPct val="90000"/>
              </a:lnSpc>
              <a:spcBef>
                <a:spcPct val="0"/>
              </a:spcBef>
              <a:defRPr/>
            </a:pPr>
            <a:r>
              <a:rPr lang="zh-CN" altLang="en-US" sz="1600" kern="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部署</a:t>
            </a:r>
            <a:endParaRPr lang="en-US" altLang="zh-CN" sz="1600" kern="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cxnSp>
        <p:nvCxnSpPr>
          <p:cNvPr id="10" name="直接箭头连接符 4">
            <a:extLst>
              <a:ext uri="{FF2B5EF4-FFF2-40B4-BE49-F238E27FC236}">
                <a16:creationId xmlns:a16="http://schemas.microsoft.com/office/drawing/2014/main" xmlns="" id="{4E9BF704-200E-4976-8C4E-A40F75B8C9A3}"/>
              </a:ext>
            </a:extLst>
          </p:cNvPr>
          <p:cNvCxnSpPr>
            <a:stCxn id="6" idx="3"/>
            <a:endCxn id="7" idx="1"/>
          </p:cNvCxnSpPr>
          <p:nvPr/>
        </p:nvCxnSpPr>
        <p:spPr bwMode="gray">
          <a:xfrm>
            <a:off x="3269946" y="2482240"/>
            <a:ext cx="112594" cy="0"/>
          </a:xfrm>
          <a:prstGeom prst="straightConnector1">
            <a:avLst/>
          </a:prstGeom>
          <a:noFill/>
          <a:ln w="12700" cap="flat" cmpd="sng" algn="ctr">
            <a:solidFill>
              <a:schemeClr val="tx1"/>
            </a:solidFill>
            <a:prstDash val="solid"/>
            <a:miter lim="800000"/>
            <a:tailEnd type="triangle"/>
          </a:ln>
          <a:effectLst/>
        </p:spPr>
      </p:cxnSp>
      <p:cxnSp>
        <p:nvCxnSpPr>
          <p:cNvPr id="11" name="直接箭头连接符 4">
            <a:extLst>
              <a:ext uri="{FF2B5EF4-FFF2-40B4-BE49-F238E27FC236}">
                <a16:creationId xmlns:a16="http://schemas.microsoft.com/office/drawing/2014/main" xmlns="" id="{428E8DCA-CF3C-4B83-A219-94C977A05A8F}"/>
              </a:ext>
            </a:extLst>
          </p:cNvPr>
          <p:cNvCxnSpPr>
            <a:stCxn id="7" idx="3"/>
            <a:endCxn id="8" idx="1"/>
          </p:cNvCxnSpPr>
          <p:nvPr/>
        </p:nvCxnSpPr>
        <p:spPr bwMode="gray">
          <a:xfrm>
            <a:off x="4646575" y="2482240"/>
            <a:ext cx="263205" cy="0"/>
          </a:xfrm>
          <a:prstGeom prst="straightConnector1">
            <a:avLst/>
          </a:prstGeom>
          <a:noFill/>
          <a:ln w="12700" cap="flat" cmpd="sng" algn="ctr">
            <a:solidFill>
              <a:schemeClr val="tx1"/>
            </a:solidFill>
            <a:prstDash val="solid"/>
            <a:miter lim="800000"/>
            <a:tailEnd type="triangle"/>
          </a:ln>
          <a:effectLst/>
        </p:spPr>
      </p:cxnSp>
      <p:cxnSp>
        <p:nvCxnSpPr>
          <p:cNvPr id="12" name="直接箭头连接符 4">
            <a:extLst>
              <a:ext uri="{FF2B5EF4-FFF2-40B4-BE49-F238E27FC236}">
                <a16:creationId xmlns:a16="http://schemas.microsoft.com/office/drawing/2014/main" xmlns="" id="{55018D79-1E8C-42F1-AF2A-B4D7DE18179C}"/>
              </a:ext>
            </a:extLst>
          </p:cNvPr>
          <p:cNvCxnSpPr>
            <a:stCxn id="8" idx="3"/>
            <a:endCxn id="9" idx="1"/>
          </p:cNvCxnSpPr>
          <p:nvPr/>
        </p:nvCxnSpPr>
        <p:spPr bwMode="gray">
          <a:xfrm>
            <a:off x="6173816" y="2482240"/>
            <a:ext cx="263206" cy="0"/>
          </a:xfrm>
          <a:prstGeom prst="straightConnector1">
            <a:avLst/>
          </a:prstGeom>
          <a:noFill/>
          <a:ln w="12700" cap="flat" cmpd="sng" algn="ctr">
            <a:solidFill>
              <a:schemeClr val="tx1"/>
            </a:solidFill>
            <a:prstDash val="solid"/>
            <a:miter lim="800000"/>
            <a:tailEnd type="triangle"/>
          </a:ln>
          <a:effectLst/>
        </p:spPr>
      </p:cxnSp>
      <p:cxnSp>
        <p:nvCxnSpPr>
          <p:cNvPr id="13" name="直接箭头连接符 4">
            <a:extLst>
              <a:ext uri="{FF2B5EF4-FFF2-40B4-BE49-F238E27FC236}">
                <a16:creationId xmlns:a16="http://schemas.microsoft.com/office/drawing/2014/main" xmlns="" id="{72F43F3A-0952-48DB-AA21-4636B40B36D5}"/>
              </a:ext>
            </a:extLst>
          </p:cNvPr>
          <p:cNvCxnSpPr>
            <a:stCxn id="9" idx="3"/>
          </p:cNvCxnSpPr>
          <p:nvPr/>
        </p:nvCxnSpPr>
        <p:spPr bwMode="gray">
          <a:xfrm flipV="1">
            <a:off x="7701057" y="2482239"/>
            <a:ext cx="339275" cy="1"/>
          </a:xfrm>
          <a:prstGeom prst="straightConnector1">
            <a:avLst/>
          </a:prstGeom>
          <a:noFill/>
          <a:ln w="12700" cap="flat" cmpd="sng" algn="ctr">
            <a:solidFill>
              <a:schemeClr val="tx1"/>
            </a:solidFill>
            <a:prstDash val="solid"/>
            <a:miter lim="800000"/>
            <a:tailEnd type="triangle"/>
          </a:ln>
          <a:effectLst/>
        </p:spPr>
      </p:cxnSp>
      <p:sp>
        <p:nvSpPr>
          <p:cNvPr id="14" name="矩形 13">
            <a:extLst>
              <a:ext uri="{FF2B5EF4-FFF2-40B4-BE49-F238E27FC236}">
                <a16:creationId xmlns:a16="http://schemas.microsoft.com/office/drawing/2014/main" xmlns="" id="{4F33BB1B-2BDD-4256-86F3-5CC366CDD232}"/>
              </a:ext>
            </a:extLst>
          </p:cNvPr>
          <p:cNvSpPr/>
          <p:nvPr/>
        </p:nvSpPr>
        <p:spPr bwMode="gray">
          <a:xfrm>
            <a:off x="6437022" y="3313773"/>
            <a:ext cx="1264035" cy="454726"/>
          </a:xfrm>
          <a:prstGeom prst="rect">
            <a:avLst/>
          </a:prstGeom>
          <a:noFill/>
          <a:ln w="19050" cap="flat" cmpd="sng" algn="ctr">
            <a:solidFill>
              <a:srgbClr val="94DAE2"/>
            </a:solidFill>
            <a:prstDash val="solid"/>
            <a:miter lim="800000"/>
          </a:ln>
          <a:effectLst/>
        </p:spPr>
        <p:txBody>
          <a:bodyPr rot="0" spcFirstLastPara="0" vertOverflow="overflow" horzOverflow="overflow" vert="horz" wrap="square" lIns="68524" tIns="34263" rIns="68524" bIns="34263" numCol="1" spcCol="0" rtlCol="0" fromWordArt="0" anchor="ctr" anchorCtr="0" forceAA="0" compatLnSpc="1">
            <a:prstTxWarp prst="textNoShape">
              <a:avLst/>
            </a:prstTxWarp>
            <a:noAutofit/>
          </a:bodyPr>
          <a:lstStyle/>
          <a:p>
            <a:pPr algn="ctr" defTabSz="1219272">
              <a:lnSpc>
                <a:spcPct val="90000"/>
              </a:lnSpc>
              <a:spcBef>
                <a:spcPct val="0"/>
              </a:spcBef>
              <a:spcAft>
                <a:spcPts val="405"/>
              </a:spcAft>
              <a:buSzPct val="80000"/>
              <a:defRPr/>
            </a:pPr>
            <a:r>
              <a:rPr lang="en-US" altLang="zh-CN" sz="1600" kern="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AI </a:t>
            </a:r>
            <a:r>
              <a:rPr lang="zh-CN" altLang="en-US" sz="1600" kern="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市场</a:t>
            </a:r>
            <a:endParaRPr lang="en-US" altLang="zh-CN" sz="16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cxnSp>
        <p:nvCxnSpPr>
          <p:cNvPr id="15" name="直接箭头连接符 4">
            <a:extLst>
              <a:ext uri="{FF2B5EF4-FFF2-40B4-BE49-F238E27FC236}">
                <a16:creationId xmlns:a16="http://schemas.microsoft.com/office/drawing/2014/main" xmlns="" id="{4FB1E68F-E90A-4908-B89B-20E887E4AAE1}"/>
              </a:ext>
            </a:extLst>
          </p:cNvPr>
          <p:cNvCxnSpPr>
            <a:stCxn id="14" idx="3"/>
          </p:cNvCxnSpPr>
          <p:nvPr/>
        </p:nvCxnSpPr>
        <p:spPr bwMode="gray">
          <a:xfrm flipV="1">
            <a:off x="7701057" y="3541135"/>
            <a:ext cx="339275" cy="1"/>
          </a:xfrm>
          <a:prstGeom prst="straightConnector1">
            <a:avLst/>
          </a:prstGeom>
          <a:noFill/>
          <a:ln w="12700" cap="flat" cmpd="sng" algn="ctr">
            <a:solidFill>
              <a:schemeClr val="tx1"/>
            </a:solidFill>
            <a:prstDash val="solid"/>
            <a:miter lim="800000"/>
            <a:tailEnd type="triangle"/>
          </a:ln>
          <a:effectLst/>
        </p:spPr>
      </p:cxnSp>
      <p:cxnSp>
        <p:nvCxnSpPr>
          <p:cNvPr id="16" name="肘形连接符 20">
            <a:extLst>
              <a:ext uri="{FF2B5EF4-FFF2-40B4-BE49-F238E27FC236}">
                <a16:creationId xmlns:a16="http://schemas.microsoft.com/office/drawing/2014/main" xmlns="" id="{E3535760-A76A-4067-B8AB-068F94E49712}"/>
              </a:ext>
            </a:extLst>
          </p:cNvPr>
          <p:cNvCxnSpPr>
            <a:endCxn id="8" idx="0"/>
          </p:cNvCxnSpPr>
          <p:nvPr/>
        </p:nvCxnSpPr>
        <p:spPr bwMode="gray">
          <a:xfrm rot="16200000" flipH="1" flipV="1">
            <a:off x="6968461" y="777804"/>
            <a:ext cx="50410" cy="2903735"/>
          </a:xfrm>
          <a:prstGeom prst="bentConnector3">
            <a:avLst>
              <a:gd name="adj1" fmla="val -453481"/>
            </a:avLst>
          </a:prstGeom>
          <a:ln w="19050">
            <a:solidFill>
              <a:srgbClr val="94DAE2"/>
            </a:solidFill>
            <a:tailEnd type="triangle"/>
          </a:ln>
        </p:spPr>
        <p:style>
          <a:lnRef idx="1">
            <a:schemeClr val="accent6"/>
          </a:lnRef>
          <a:fillRef idx="0">
            <a:schemeClr val="accent6"/>
          </a:fillRef>
          <a:effectRef idx="0">
            <a:schemeClr val="accent6"/>
          </a:effectRef>
          <a:fontRef idx="minor">
            <a:schemeClr val="tx1"/>
          </a:fontRef>
        </p:style>
      </p:cxnSp>
      <p:cxnSp>
        <p:nvCxnSpPr>
          <p:cNvPr id="17" name="肘形连接符 21">
            <a:extLst>
              <a:ext uri="{FF2B5EF4-FFF2-40B4-BE49-F238E27FC236}">
                <a16:creationId xmlns:a16="http://schemas.microsoft.com/office/drawing/2014/main" xmlns="" id="{2C9EF4AD-C06F-49A8-A3CA-9C697039AA2E}"/>
              </a:ext>
            </a:extLst>
          </p:cNvPr>
          <p:cNvCxnSpPr>
            <a:stCxn id="8" idx="2"/>
            <a:endCxn id="14" idx="1"/>
          </p:cNvCxnSpPr>
          <p:nvPr/>
        </p:nvCxnSpPr>
        <p:spPr bwMode="gray">
          <a:xfrm rot="16200000" flipH="1">
            <a:off x="5573643" y="2677757"/>
            <a:ext cx="831533" cy="895224"/>
          </a:xfrm>
          <a:prstGeom prst="bentConnector2">
            <a:avLst/>
          </a:prstGeom>
          <a:ln w="12700">
            <a:solidFill>
              <a:schemeClr val="tx1"/>
            </a:solidFill>
            <a:tailEnd type="triangle"/>
          </a:ln>
        </p:spPr>
        <p:style>
          <a:lnRef idx="1">
            <a:schemeClr val="accent6"/>
          </a:lnRef>
          <a:fillRef idx="0">
            <a:schemeClr val="accent6"/>
          </a:fillRef>
          <a:effectRef idx="0">
            <a:schemeClr val="accent6"/>
          </a:effectRef>
          <a:fontRef idx="minor">
            <a:schemeClr val="tx1"/>
          </a:fontRef>
        </p:style>
      </p:cxnSp>
      <p:sp>
        <p:nvSpPr>
          <p:cNvPr id="18" name="60713695">
            <a:extLst>
              <a:ext uri="{FF2B5EF4-FFF2-40B4-BE49-F238E27FC236}">
                <a16:creationId xmlns:a16="http://schemas.microsoft.com/office/drawing/2014/main" xmlns="" id="{EE837B85-7614-4FBF-BB5C-0F3A049DA778}"/>
              </a:ext>
            </a:extLst>
          </p:cNvPr>
          <p:cNvSpPr txBox="1"/>
          <p:nvPr/>
        </p:nvSpPr>
        <p:spPr bwMode="gray">
          <a:xfrm>
            <a:off x="8040332" y="2295446"/>
            <a:ext cx="1266295" cy="338554"/>
          </a:xfrm>
          <a:prstGeom prst="rect">
            <a:avLst/>
          </a:prstGeom>
          <a:noFill/>
          <a:ln>
            <a:solidFill>
              <a:schemeClr val="tx1"/>
            </a:solidFill>
          </a:ln>
        </p:spPr>
        <p:txBody>
          <a:bodyPr wrap="square" rtlCol="0">
            <a:spAutoFit/>
          </a:bodyPr>
          <a:lstStyle>
            <a:defPPr>
              <a:defRPr lang="zh-CN"/>
            </a:defPPr>
            <a:lvl1pPr marL="0" algn="l" defTabSz="1219272" rtl="0" eaLnBrk="1" latinLnBrk="0" hangingPunct="1">
              <a:defRPr sz="2400" kern="1200">
                <a:solidFill>
                  <a:schemeClr val="tx1"/>
                </a:solidFill>
                <a:latin typeface="+mn-lt"/>
                <a:ea typeface="+mn-ea"/>
                <a:cs typeface="+mn-cs"/>
              </a:defRPr>
            </a:lvl1pPr>
            <a:lvl2pPr marL="609636" algn="l" defTabSz="1219272" rtl="0" eaLnBrk="1" latinLnBrk="0" hangingPunct="1">
              <a:defRPr sz="2400" kern="1200">
                <a:solidFill>
                  <a:schemeClr val="tx1"/>
                </a:solidFill>
                <a:latin typeface="+mn-lt"/>
                <a:ea typeface="+mn-ea"/>
                <a:cs typeface="+mn-cs"/>
              </a:defRPr>
            </a:lvl2pPr>
            <a:lvl3pPr marL="1219272" algn="l" defTabSz="1219272" rtl="0" eaLnBrk="1" latinLnBrk="0" hangingPunct="1">
              <a:defRPr sz="2400" kern="1200">
                <a:solidFill>
                  <a:schemeClr val="tx1"/>
                </a:solidFill>
                <a:latin typeface="+mn-lt"/>
                <a:ea typeface="+mn-ea"/>
                <a:cs typeface="+mn-cs"/>
              </a:defRPr>
            </a:lvl3pPr>
            <a:lvl4pPr marL="1828908" algn="l" defTabSz="1219272" rtl="0" eaLnBrk="1" latinLnBrk="0" hangingPunct="1">
              <a:defRPr sz="2400" kern="1200">
                <a:solidFill>
                  <a:schemeClr val="tx1"/>
                </a:solidFill>
                <a:latin typeface="+mn-lt"/>
                <a:ea typeface="+mn-ea"/>
                <a:cs typeface="+mn-cs"/>
              </a:defRPr>
            </a:lvl4pPr>
            <a:lvl5pPr marL="2438545" algn="l" defTabSz="1219272" rtl="0" eaLnBrk="1" latinLnBrk="0" hangingPunct="1">
              <a:defRPr sz="2400" kern="1200">
                <a:solidFill>
                  <a:schemeClr val="tx1"/>
                </a:solidFill>
                <a:latin typeface="+mn-lt"/>
                <a:ea typeface="+mn-ea"/>
                <a:cs typeface="+mn-cs"/>
              </a:defRPr>
            </a:lvl5pPr>
            <a:lvl6pPr marL="3048180" algn="l" defTabSz="1219272" rtl="0" eaLnBrk="1" latinLnBrk="0" hangingPunct="1">
              <a:defRPr sz="2400" kern="1200">
                <a:solidFill>
                  <a:schemeClr val="tx1"/>
                </a:solidFill>
                <a:latin typeface="+mn-lt"/>
                <a:ea typeface="+mn-ea"/>
                <a:cs typeface="+mn-cs"/>
              </a:defRPr>
            </a:lvl6pPr>
            <a:lvl7pPr marL="3657816" algn="l" defTabSz="1219272" rtl="0" eaLnBrk="1" latinLnBrk="0" hangingPunct="1">
              <a:defRPr sz="2400" kern="1200">
                <a:solidFill>
                  <a:schemeClr val="tx1"/>
                </a:solidFill>
                <a:latin typeface="+mn-lt"/>
                <a:ea typeface="+mn-ea"/>
                <a:cs typeface="+mn-cs"/>
              </a:defRPr>
            </a:lvl7pPr>
            <a:lvl8pPr marL="4267452" algn="l" defTabSz="1219272" rtl="0" eaLnBrk="1" latinLnBrk="0" hangingPunct="1">
              <a:defRPr sz="2400" kern="1200">
                <a:solidFill>
                  <a:schemeClr val="tx1"/>
                </a:solidFill>
                <a:latin typeface="+mn-lt"/>
                <a:ea typeface="+mn-ea"/>
                <a:cs typeface="+mn-cs"/>
              </a:defRPr>
            </a:lvl8pPr>
            <a:lvl9pPr marL="4877087" algn="l" defTabSz="1219272" rtl="0" eaLnBrk="1" latinLnBrk="0" hangingPunct="1">
              <a:defRPr sz="2400" kern="1200">
                <a:solidFill>
                  <a:schemeClr val="tx1"/>
                </a:solidFill>
                <a:latin typeface="+mn-lt"/>
                <a:ea typeface="+mn-ea"/>
                <a:cs typeface="+mn-cs"/>
              </a:defRPr>
            </a:lvl9pPr>
          </a:lstStyle>
          <a:p>
            <a:pPr algn="ctr">
              <a:spcAft>
                <a:spcPts val="405"/>
              </a:spcAft>
              <a:buSzPct val="80000"/>
            </a:pPr>
            <a:r>
              <a:rPr lang="en-US" altLang="zh-CN" sz="16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AI </a:t>
            </a:r>
            <a:r>
              <a:rPr lang="zh-CN" altLang="en-US" sz="16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应用</a:t>
            </a:r>
            <a:r>
              <a:rPr lang="en-US" altLang="zh-CN" sz="16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 1</a:t>
            </a:r>
            <a:endParaRPr lang="zh-CN" altLang="en-US" sz="16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19" name="60713695">
            <a:extLst>
              <a:ext uri="{FF2B5EF4-FFF2-40B4-BE49-F238E27FC236}">
                <a16:creationId xmlns:a16="http://schemas.microsoft.com/office/drawing/2014/main" xmlns="" id="{4C032A99-8462-4B25-B2E8-A76837ADE3EA}"/>
              </a:ext>
            </a:extLst>
          </p:cNvPr>
          <p:cNvSpPr txBox="1"/>
          <p:nvPr/>
        </p:nvSpPr>
        <p:spPr bwMode="gray">
          <a:xfrm>
            <a:off x="8040332" y="3352287"/>
            <a:ext cx="1266295" cy="338554"/>
          </a:xfrm>
          <a:prstGeom prst="rect">
            <a:avLst/>
          </a:prstGeom>
          <a:noFill/>
          <a:ln>
            <a:solidFill>
              <a:schemeClr val="tx1"/>
            </a:solidFill>
          </a:ln>
        </p:spPr>
        <p:txBody>
          <a:bodyPr wrap="square" rtlCol="0">
            <a:spAutoFit/>
          </a:bodyPr>
          <a:lstStyle>
            <a:defPPr>
              <a:defRPr lang="zh-CN"/>
            </a:defPPr>
            <a:lvl1pPr marL="0" algn="l" defTabSz="1219272" rtl="0" eaLnBrk="1" latinLnBrk="0" hangingPunct="1">
              <a:defRPr sz="2400" kern="1200">
                <a:solidFill>
                  <a:schemeClr val="tx1"/>
                </a:solidFill>
                <a:latin typeface="+mn-lt"/>
                <a:ea typeface="+mn-ea"/>
                <a:cs typeface="+mn-cs"/>
              </a:defRPr>
            </a:lvl1pPr>
            <a:lvl2pPr marL="609636" algn="l" defTabSz="1219272" rtl="0" eaLnBrk="1" latinLnBrk="0" hangingPunct="1">
              <a:defRPr sz="2400" kern="1200">
                <a:solidFill>
                  <a:schemeClr val="tx1"/>
                </a:solidFill>
                <a:latin typeface="+mn-lt"/>
                <a:ea typeface="+mn-ea"/>
                <a:cs typeface="+mn-cs"/>
              </a:defRPr>
            </a:lvl2pPr>
            <a:lvl3pPr marL="1219272" algn="l" defTabSz="1219272" rtl="0" eaLnBrk="1" latinLnBrk="0" hangingPunct="1">
              <a:defRPr sz="2400" kern="1200">
                <a:solidFill>
                  <a:schemeClr val="tx1"/>
                </a:solidFill>
                <a:latin typeface="+mn-lt"/>
                <a:ea typeface="+mn-ea"/>
                <a:cs typeface="+mn-cs"/>
              </a:defRPr>
            </a:lvl3pPr>
            <a:lvl4pPr marL="1828908" algn="l" defTabSz="1219272" rtl="0" eaLnBrk="1" latinLnBrk="0" hangingPunct="1">
              <a:defRPr sz="2400" kern="1200">
                <a:solidFill>
                  <a:schemeClr val="tx1"/>
                </a:solidFill>
                <a:latin typeface="+mn-lt"/>
                <a:ea typeface="+mn-ea"/>
                <a:cs typeface="+mn-cs"/>
              </a:defRPr>
            </a:lvl4pPr>
            <a:lvl5pPr marL="2438545" algn="l" defTabSz="1219272" rtl="0" eaLnBrk="1" latinLnBrk="0" hangingPunct="1">
              <a:defRPr sz="2400" kern="1200">
                <a:solidFill>
                  <a:schemeClr val="tx1"/>
                </a:solidFill>
                <a:latin typeface="+mn-lt"/>
                <a:ea typeface="+mn-ea"/>
                <a:cs typeface="+mn-cs"/>
              </a:defRPr>
            </a:lvl5pPr>
            <a:lvl6pPr marL="3048180" algn="l" defTabSz="1219272" rtl="0" eaLnBrk="1" latinLnBrk="0" hangingPunct="1">
              <a:defRPr sz="2400" kern="1200">
                <a:solidFill>
                  <a:schemeClr val="tx1"/>
                </a:solidFill>
                <a:latin typeface="+mn-lt"/>
                <a:ea typeface="+mn-ea"/>
                <a:cs typeface="+mn-cs"/>
              </a:defRPr>
            </a:lvl6pPr>
            <a:lvl7pPr marL="3657816" algn="l" defTabSz="1219272" rtl="0" eaLnBrk="1" latinLnBrk="0" hangingPunct="1">
              <a:defRPr sz="2400" kern="1200">
                <a:solidFill>
                  <a:schemeClr val="tx1"/>
                </a:solidFill>
                <a:latin typeface="+mn-lt"/>
                <a:ea typeface="+mn-ea"/>
                <a:cs typeface="+mn-cs"/>
              </a:defRPr>
            </a:lvl7pPr>
            <a:lvl8pPr marL="4267452" algn="l" defTabSz="1219272" rtl="0" eaLnBrk="1" latinLnBrk="0" hangingPunct="1">
              <a:defRPr sz="2400" kern="1200">
                <a:solidFill>
                  <a:schemeClr val="tx1"/>
                </a:solidFill>
                <a:latin typeface="+mn-lt"/>
                <a:ea typeface="+mn-ea"/>
                <a:cs typeface="+mn-cs"/>
              </a:defRPr>
            </a:lvl8pPr>
            <a:lvl9pPr marL="4877087" algn="l" defTabSz="1219272" rtl="0" eaLnBrk="1" latinLnBrk="0" hangingPunct="1">
              <a:defRPr sz="2400" kern="1200">
                <a:solidFill>
                  <a:schemeClr val="tx1"/>
                </a:solidFill>
                <a:latin typeface="+mn-lt"/>
                <a:ea typeface="+mn-ea"/>
                <a:cs typeface="+mn-cs"/>
              </a:defRPr>
            </a:lvl9pPr>
          </a:lstStyle>
          <a:p>
            <a:pPr algn="ctr">
              <a:spcAft>
                <a:spcPts val="405"/>
              </a:spcAft>
              <a:buSzPct val="80000"/>
            </a:pPr>
            <a:r>
              <a:rPr lang="en-US" altLang="zh-CN" sz="16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AI </a:t>
            </a:r>
            <a:r>
              <a:rPr lang="zh-CN" altLang="en-US" sz="16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应用</a:t>
            </a:r>
            <a:r>
              <a:rPr lang="en-US" altLang="zh-CN" sz="16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 2</a:t>
            </a:r>
            <a:endParaRPr lang="zh-CN" altLang="en-US" sz="16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20" name="60713695">
            <a:extLst>
              <a:ext uri="{FF2B5EF4-FFF2-40B4-BE49-F238E27FC236}">
                <a16:creationId xmlns:a16="http://schemas.microsoft.com/office/drawing/2014/main" xmlns="" id="{F3888153-ED89-489E-B847-06F27C042505}"/>
              </a:ext>
            </a:extLst>
          </p:cNvPr>
          <p:cNvSpPr txBox="1"/>
          <p:nvPr/>
        </p:nvSpPr>
        <p:spPr bwMode="gray">
          <a:xfrm>
            <a:off x="6173816" y="1586647"/>
            <a:ext cx="1324297" cy="338554"/>
          </a:xfrm>
          <a:prstGeom prst="rect">
            <a:avLst/>
          </a:prstGeom>
          <a:noFill/>
          <a:ln>
            <a:noFill/>
          </a:ln>
        </p:spPr>
        <p:txBody>
          <a:bodyPr wrap="square" rtlCol="0">
            <a:spAutoFit/>
          </a:bodyPr>
          <a:lstStyle>
            <a:defPPr>
              <a:defRPr lang="zh-CN"/>
            </a:defPPr>
            <a:lvl1pPr marL="0" algn="l" defTabSz="1219272" rtl="0" eaLnBrk="1" latinLnBrk="0" hangingPunct="1">
              <a:defRPr sz="2400" kern="1200">
                <a:solidFill>
                  <a:schemeClr val="tx1"/>
                </a:solidFill>
                <a:latin typeface="+mn-lt"/>
                <a:ea typeface="+mn-ea"/>
                <a:cs typeface="+mn-cs"/>
              </a:defRPr>
            </a:lvl1pPr>
            <a:lvl2pPr marL="609636" algn="l" defTabSz="1219272" rtl="0" eaLnBrk="1" latinLnBrk="0" hangingPunct="1">
              <a:defRPr sz="2400" kern="1200">
                <a:solidFill>
                  <a:schemeClr val="tx1"/>
                </a:solidFill>
                <a:latin typeface="+mn-lt"/>
                <a:ea typeface="+mn-ea"/>
                <a:cs typeface="+mn-cs"/>
              </a:defRPr>
            </a:lvl2pPr>
            <a:lvl3pPr marL="1219272" algn="l" defTabSz="1219272" rtl="0" eaLnBrk="1" latinLnBrk="0" hangingPunct="1">
              <a:defRPr sz="2400" kern="1200">
                <a:solidFill>
                  <a:schemeClr val="tx1"/>
                </a:solidFill>
                <a:latin typeface="+mn-lt"/>
                <a:ea typeface="+mn-ea"/>
                <a:cs typeface="+mn-cs"/>
              </a:defRPr>
            </a:lvl3pPr>
            <a:lvl4pPr marL="1828908" algn="l" defTabSz="1219272" rtl="0" eaLnBrk="1" latinLnBrk="0" hangingPunct="1">
              <a:defRPr sz="2400" kern="1200">
                <a:solidFill>
                  <a:schemeClr val="tx1"/>
                </a:solidFill>
                <a:latin typeface="+mn-lt"/>
                <a:ea typeface="+mn-ea"/>
                <a:cs typeface="+mn-cs"/>
              </a:defRPr>
            </a:lvl4pPr>
            <a:lvl5pPr marL="2438545" algn="l" defTabSz="1219272" rtl="0" eaLnBrk="1" latinLnBrk="0" hangingPunct="1">
              <a:defRPr sz="2400" kern="1200">
                <a:solidFill>
                  <a:schemeClr val="tx1"/>
                </a:solidFill>
                <a:latin typeface="+mn-lt"/>
                <a:ea typeface="+mn-ea"/>
                <a:cs typeface="+mn-cs"/>
              </a:defRPr>
            </a:lvl5pPr>
            <a:lvl6pPr marL="3048180" algn="l" defTabSz="1219272" rtl="0" eaLnBrk="1" latinLnBrk="0" hangingPunct="1">
              <a:defRPr sz="2400" kern="1200">
                <a:solidFill>
                  <a:schemeClr val="tx1"/>
                </a:solidFill>
                <a:latin typeface="+mn-lt"/>
                <a:ea typeface="+mn-ea"/>
                <a:cs typeface="+mn-cs"/>
              </a:defRPr>
            </a:lvl6pPr>
            <a:lvl7pPr marL="3657816" algn="l" defTabSz="1219272" rtl="0" eaLnBrk="1" latinLnBrk="0" hangingPunct="1">
              <a:defRPr sz="2400" kern="1200">
                <a:solidFill>
                  <a:schemeClr val="tx1"/>
                </a:solidFill>
                <a:latin typeface="+mn-lt"/>
                <a:ea typeface="+mn-ea"/>
                <a:cs typeface="+mn-cs"/>
              </a:defRPr>
            </a:lvl7pPr>
            <a:lvl8pPr marL="4267452" algn="l" defTabSz="1219272" rtl="0" eaLnBrk="1" latinLnBrk="0" hangingPunct="1">
              <a:defRPr sz="2400" kern="1200">
                <a:solidFill>
                  <a:schemeClr val="tx1"/>
                </a:solidFill>
                <a:latin typeface="+mn-lt"/>
                <a:ea typeface="+mn-ea"/>
                <a:cs typeface="+mn-cs"/>
              </a:defRPr>
            </a:lvl8pPr>
            <a:lvl9pPr marL="4877087" algn="l" defTabSz="1219272" rtl="0" eaLnBrk="1" latinLnBrk="0" hangingPunct="1">
              <a:defRPr sz="2400" kern="1200">
                <a:solidFill>
                  <a:schemeClr val="tx1"/>
                </a:solidFill>
                <a:latin typeface="+mn-lt"/>
                <a:ea typeface="+mn-ea"/>
                <a:cs typeface="+mn-cs"/>
              </a:defRPr>
            </a:lvl9pPr>
          </a:lstStyle>
          <a:p>
            <a:pPr algn="ctr">
              <a:spcAft>
                <a:spcPts val="405"/>
              </a:spcAft>
              <a:buSzPct val="80000"/>
            </a:pPr>
            <a:r>
              <a:rPr lang="zh-CN" altLang="en-US" sz="16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模型更新</a:t>
            </a:r>
          </a:p>
        </p:txBody>
      </p:sp>
      <p:cxnSp>
        <p:nvCxnSpPr>
          <p:cNvPr id="21" name="肘形连接符 25">
            <a:extLst>
              <a:ext uri="{FF2B5EF4-FFF2-40B4-BE49-F238E27FC236}">
                <a16:creationId xmlns:a16="http://schemas.microsoft.com/office/drawing/2014/main" xmlns="" id="{429C9AEC-EFDC-46CC-A73A-8C3252F5D4B7}"/>
              </a:ext>
            </a:extLst>
          </p:cNvPr>
          <p:cNvCxnSpPr>
            <a:cxnSpLocks/>
            <a:endCxn id="4" idx="1"/>
          </p:cNvCxnSpPr>
          <p:nvPr/>
        </p:nvCxnSpPr>
        <p:spPr bwMode="gray">
          <a:xfrm rot="10800000">
            <a:off x="1177543" y="2198611"/>
            <a:ext cx="7267991" cy="5856"/>
          </a:xfrm>
          <a:prstGeom prst="bentConnector4">
            <a:avLst>
              <a:gd name="adj1" fmla="val 85"/>
              <a:gd name="adj2" fmla="val 11377322"/>
            </a:avLst>
          </a:prstGeom>
          <a:ln w="19050">
            <a:solidFill>
              <a:srgbClr val="94DAE2"/>
            </a:solidFill>
            <a:tailEnd type="triangle"/>
          </a:ln>
        </p:spPr>
        <p:style>
          <a:lnRef idx="1">
            <a:schemeClr val="accent6"/>
          </a:lnRef>
          <a:fillRef idx="0">
            <a:schemeClr val="accent6"/>
          </a:fillRef>
          <a:effectRef idx="0">
            <a:schemeClr val="accent6"/>
          </a:effectRef>
          <a:fontRef idx="minor">
            <a:schemeClr val="tx1"/>
          </a:fontRef>
        </p:style>
      </p:cxnSp>
      <p:sp>
        <p:nvSpPr>
          <p:cNvPr id="22" name="60713695">
            <a:extLst>
              <a:ext uri="{FF2B5EF4-FFF2-40B4-BE49-F238E27FC236}">
                <a16:creationId xmlns:a16="http://schemas.microsoft.com/office/drawing/2014/main" xmlns="" id="{147A5971-0682-472A-935D-6709D0C0FEC2}"/>
              </a:ext>
            </a:extLst>
          </p:cNvPr>
          <p:cNvSpPr txBox="1"/>
          <p:nvPr/>
        </p:nvSpPr>
        <p:spPr bwMode="gray">
          <a:xfrm>
            <a:off x="4288241" y="1143063"/>
            <a:ext cx="1683931" cy="338554"/>
          </a:xfrm>
          <a:prstGeom prst="rect">
            <a:avLst/>
          </a:prstGeom>
          <a:noFill/>
          <a:ln>
            <a:noFill/>
          </a:ln>
        </p:spPr>
        <p:txBody>
          <a:bodyPr wrap="square" rtlCol="0">
            <a:spAutoFit/>
          </a:bodyPr>
          <a:lstStyle>
            <a:defPPr>
              <a:defRPr lang="zh-CN"/>
            </a:defPPr>
            <a:lvl1pPr marL="0" algn="l" defTabSz="1219272" rtl="0" eaLnBrk="1" latinLnBrk="0" hangingPunct="1">
              <a:defRPr sz="2400" kern="1200">
                <a:solidFill>
                  <a:schemeClr val="tx1"/>
                </a:solidFill>
                <a:latin typeface="+mn-lt"/>
                <a:ea typeface="+mn-ea"/>
                <a:cs typeface="+mn-cs"/>
              </a:defRPr>
            </a:lvl1pPr>
            <a:lvl2pPr marL="609636" algn="l" defTabSz="1219272" rtl="0" eaLnBrk="1" latinLnBrk="0" hangingPunct="1">
              <a:defRPr sz="2400" kern="1200">
                <a:solidFill>
                  <a:schemeClr val="tx1"/>
                </a:solidFill>
                <a:latin typeface="+mn-lt"/>
                <a:ea typeface="+mn-ea"/>
                <a:cs typeface="+mn-cs"/>
              </a:defRPr>
            </a:lvl2pPr>
            <a:lvl3pPr marL="1219272" algn="l" defTabSz="1219272" rtl="0" eaLnBrk="1" latinLnBrk="0" hangingPunct="1">
              <a:defRPr sz="2400" kern="1200">
                <a:solidFill>
                  <a:schemeClr val="tx1"/>
                </a:solidFill>
                <a:latin typeface="+mn-lt"/>
                <a:ea typeface="+mn-ea"/>
                <a:cs typeface="+mn-cs"/>
              </a:defRPr>
            </a:lvl3pPr>
            <a:lvl4pPr marL="1828908" algn="l" defTabSz="1219272" rtl="0" eaLnBrk="1" latinLnBrk="0" hangingPunct="1">
              <a:defRPr sz="2400" kern="1200">
                <a:solidFill>
                  <a:schemeClr val="tx1"/>
                </a:solidFill>
                <a:latin typeface="+mn-lt"/>
                <a:ea typeface="+mn-ea"/>
                <a:cs typeface="+mn-cs"/>
              </a:defRPr>
            </a:lvl4pPr>
            <a:lvl5pPr marL="2438545" algn="l" defTabSz="1219272" rtl="0" eaLnBrk="1" latinLnBrk="0" hangingPunct="1">
              <a:defRPr sz="2400" kern="1200">
                <a:solidFill>
                  <a:schemeClr val="tx1"/>
                </a:solidFill>
                <a:latin typeface="+mn-lt"/>
                <a:ea typeface="+mn-ea"/>
                <a:cs typeface="+mn-cs"/>
              </a:defRPr>
            </a:lvl5pPr>
            <a:lvl6pPr marL="3048180" algn="l" defTabSz="1219272" rtl="0" eaLnBrk="1" latinLnBrk="0" hangingPunct="1">
              <a:defRPr sz="2400" kern="1200">
                <a:solidFill>
                  <a:schemeClr val="tx1"/>
                </a:solidFill>
                <a:latin typeface="+mn-lt"/>
                <a:ea typeface="+mn-ea"/>
                <a:cs typeface="+mn-cs"/>
              </a:defRPr>
            </a:lvl6pPr>
            <a:lvl7pPr marL="3657816" algn="l" defTabSz="1219272" rtl="0" eaLnBrk="1" latinLnBrk="0" hangingPunct="1">
              <a:defRPr sz="2400" kern="1200">
                <a:solidFill>
                  <a:schemeClr val="tx1"/>
                </a:solidFill>
                <a:latin typeface="+mn-lt"/>
                <a:ea typeface="+mn-ea"/>
                <a:cs typeface="+mn-cs"/>
              </a:defRPr>
            </a:lvl7pPr>
            <a:lvl8pPr marL="4267452" algn="l" defTabSz="1219272" rtl="0" eaLnBrk="1" latinLnBrk="0" hangingPunct="1">
              <a:defRPr sz="2400" kern="1200">
                <a:solidFill>
                  <a:schemeClr val="tx1"/>
                </a:solidFill>
                <a:latin typeface="+mn-lt"/>
                <a:ea typeface="+mn-ea"/>
                <a:cs typeface="+mn-cs"/>
              </a:defRPr>
            </a:lvl8pPr>
            <a:lvl9pPr marL="4877087" algn="l" defTabSz="1219272" rtl="0" eaLnBrk="1" latinLnBrk="0" hangingPunct="1">
              <a:defRPr sz="2400" kern="1200">
                <a:solidFill>
                  <a:schemeClr val="tx1"/>
                </a:solidFill>
                <a:latin typeface="+mn-lt"/>
                <a:ea typeface="+mn-ea"/>
                <a:cs typeface="+mn-cs"/>
              </a:defRPr>
            </a:lvl9pPr>
          </a:lstStyle>
          <a:p>
            <a:pPr algn="ctr">
              <a:spcAft>
                <a:spcPts val="405"/>
              </a:spcAft>
              <a:buSzPct val="80000"/>
            </a:pPr>
            <a:r>
              <a:rPr lang="zh-CN" altLang="en-US" sz="16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数据优化</a:t>
            </a:r>
          </a:p>
        </p:txBody>
      </p:sp>
      <p:sp>
        <p:nvSpPr>
          <p:cNvPr id="23" name="文本框 22">
            <a:extLst>
              <a:ext uri="{FF2B5EF4-FFF2-40B4-BE49-F238E27FC236}">
                <a16:creationId xmlns:a16="http://schemas.microsoft.com/office/drawing/2014/main" xmlns="" id="{667E58B0-1E58-456A-8708-54C1AA9E996B}"/>
              </a:ext>
            </a:extLst>
          </p:cNvPr>
          <p:cNvSpPr txBox="1"/>
          <p:nvPr/>
        </p:nvSpPr>
        <p:spPr bwMode="gray">
          <a:xfrm>
            <a:off x="3046974" y="3405848"/>
            <a:ext cx="1989354" cy="1754326"/>
          </a:xfrm>
          <a:prstGeom prst="rect">
            <a:avLst/>
          </a:prstGeom>
          <a:noFill/>
        </p:spPr>
        <p:txBody>
          <a:bodyPr wrap="square" rtlCol="0">
            <a:spAutoFit/>
          </a:bodyPr>
          <a:lstStyle/>
          <a:p>
            <a:pPr marL="171450" marR="0" lvl="0" indent="-171450" defTabSz="91440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altLang="zh-CN" sz="1400" i="0" u="none" strike="noStrike" kern="0" cap="none" spc="0" normalizeH="0" baseline="0" noProof="0" dirty="0">
                <a:ln>
                  <a:noFill/>
                </a:ln>
                <a:effectLst/>
                <a:uLnTx/>
                <a:uFillTx/>
                <a:latin typeface="Huawei Sans" panose="020C0503030203020204" pitchFamily="34" charset="0"/>
                <a:ea typeface="方正兰亭黑简体" panose="02000000000000000000" pitchFamily="2" charset="-122"/>
                <a:sym typeface="Huawei Sans" panose="020C0503030203020204" pitchFamily="34" charset="0"/>
              </a:rPr>
              <a:t>AI</a:t>
            </a:r>
            <a:r>
              <a:rPr kumimoji="0" lang="zh-CN" altLang="en-US" sz="1400" i="0" u="none" strike="noStrike" kern="0" cap="none" spc="0" normalizeH="0" baseline="0" noProof="0" dirty="0">
                <a:ln>
                  <a:noFill/>
                </a:ln>
                <a:effectLst/>
                <a:uLnTx/>
                <a:uFillTx/>
                <a:latin typeface="Huawei Sans" panose="020C0503030203020204" pitchFamily="34" charset="0"/>
                <a:ea typeface="方正兰亭黑简体" panose="02000000000000000000" pitchFamily="2" charset="-122"/>
                <a:sym typeface="Huawei Sans" panose="020C0503030203020204" pitchFamily="34" charset="0"/>
              </a:rPr>
              <a:t>算力和环境难以获得，成本高</a:t>
            </a:r>
            <a:endParaRPr kumimoji="0" lang="en-US" altLang="zh-CN" sz="1400" i="0" u="none" strike="noStrike" kern="0" cap="none" spc="0" normalizeH="0" baseline="0" noProof="0" dirty="0">
              <a:ln>
                <a:noFill/>
              </a:ln>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a:p>
            <a:pPr marL="171450" indent="-171450" defTabSz="914400">
              <a:spcBef>
                <a:spcPts val="600"/>
              </a:spcBef>
              <a:buFont typeface="Arial" panose="020B0604020202020204" pitchFamily="34" charset="0"/>
              <a:buChar char="•"/>
            </a:pPr>
            <a:r>
              <a:rPr lang="zh-CN" altLang="en-US" sz="1400" kern="0" dirty="0">
                <a:latin typeface="Huawei Sans" panose="020C0503030203020204" pitchFamily="34" charset="0"/>
                <a:ea typeface="方正兰亭黑简体" panose="02000000000000000000" pitchFamily="2" charset="-122"/>
                <a:sym typeface="Huawei Sans" panose="020C0503030203020204" pitchFamily="34" charset="0"/>
              </a:rPr>
              <a:t>快速找到最合适算法和评价模型，不同场景有不同标准</a:t>
            </a:r>
          </a:p>
          <a:p>
            <a:pPr marL="171450" indent="-171450" defTabSz="914400">
              <a:spcBef>
                <a:spcPts val="600"/>
              </a:spcBef>
              <a:buFont typeface="Arial" panose="020B0604020202020204" pitchFamily="34" charset="0"/>
              <a:buChar char="•"/>
            </a:pPr>
            <a:r>
              <a:rPr lang="en-US" altLang="zh-CN" sz="1400" kern="0" dirty="0">
                <a:latin typeface="Huawei Sans" panose="020C0503030203020204" pitchFamily="34" charset="0"/>
                <a:ea typeface="方正兰亭黑简体" panose="02000000000000000000" pitchFamily="2" charset="-122"/>
                <a:sym typeface="Huawei Sans" panose="020C0503030203020204" pitchFamily="34" charset="0"/>
              </a:rPr>
              <a:t>AI</a:t>
            </a:r>
            <a:r>
              <a:rPr lang="zh-CN" altLang="en-US" sz="1400" kern="0" dirty="0">
                <a:latin typeface="Huawei Sans" panose="020C0503030203020204" pitchFamily="34" charset="0"/>
                <a:ea typeface="方正兰亭黑简体" panose="02000000000000000000" pitchFamily="2" charset="-122"/>
                <a:sym typeface="Huawei Sans" panose="020C0503030203020204" pitchFamily="34" charset="0"/>
              </a:rPr>
              <a:t>模型的训练和优化需要大量专家经验</a:t>
            </a:r>
            <a:endParaRPr kumimoji="0" lang="en-US" altLang="zh-CN" sz="1400" i="0" u="none" strike="noStrike" kern="0" cap="none" spc="0" normalizeH="0" baseline="0" noProof="0" dirty="0">
              <a:ln>
                <a:noFill/>
              </a:ln>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 name="文本框 23">
            <a:extLst>
              <a:ext uri="{FF2B5EF4-FFF2-40B4-BE49-F238E27FC236}">
                <a16:creationId xmlns:a16="http://schemas.microsoft.com/office/drawing/2014/main" xmlns="" id="{5FAC2FB6-07CA-4825-B8FA-86947D80FA0D}"/>
              </a:ext>
            </a:extLst>
          </p:cNvPr>
          <p:cNvSpPr txBox="1"/>
          <p:nvPr/>
        </p:nvSpPr>
        <p:spPr bwMode="gray">
          <a:xfrm>
            <a:off x="7609927" y="4299383"/>
            <a:ext cx="1930441" cy="1246495"/>
          </a:xfrm>
          <a:prstGeom prst="rect">
            <a:avLst/>
          </a:prstGeom>
          <a:noFill/>
        </p:spPr>
        <p:txBody>
          <a:bodyPr wrap="square" rtlCol="0">
            <a:spAutoFit/>
          </a:bodyPr>
          <a:lstStyle>
            <a:defPPr>
              <a:defRPr lang="en-US"/>
            </a:defPPr>
            <a:lvl1pPr marL="171450" marR="0" lvl="0" indent="-171450" defTabSz="914400" fontAlgn="auto">
              <a:lnSpc>
                <a:spcPct val="100000"/>
              </a:lnSpc>
              <a:spcBef>
                <a:spcPts val="600"/>
              </a:spcBef>
              <a:spcAft>
                <a:spcPts val="0"/>
              </a:spcAft>
              <a:buClrTx/>
              <a:buSzTx/>
              <a:buFont typeface="Arial" panose="020B0604020202020204" pitchFamily="34" charset="0"/>
              <a:buChar char="•"/>
              <a:tabLst/>
              <a:defRPr kumimoji="0" sz="1100" b="0" i="0" u="none" strike="noStrike" kern="0" cap="none" spc="0" normalizeH="0" baseline="0">
                <a:ln>
                  <a:noFill/>
                </a:ln>
                <a:solidFill>
                  <a:prstClr val="white"/>
                </a:solidFill>
                <a:effectLst/>
                <a:uLnTx/>
                <a:uFillTx/>
                <a:latin typeface="Microsoft YaHei" panose="020B0503020204020204" pitchFamily="34" charset="-122"/>
                <a:ea typeface="Microsoft YaHei" panose="020B0503020204020204" pitchFamily="34" charset="-122"/>
              </a:defRPr>
            </a:lvl1pPr>
          </a:lstStyle>
          <a:p>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应用系统多种多样，模型部署集成工作繁重</a:t>
            </a:r>
            <a:endPar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AI</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模型更新频繁，迭代安全需重视</a:t>
            </a:r>
            <a:endPar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文本框 24">
            <a:extLst>
              <a:ext uri="{FF2B5EF4-FFF2-40B4-BE49-F238E27FC236}">
                <a16:creationId xmlns:a16="http://schemas.microsoft.com/office/drawing/2014/main" xmlns="" id="{EEB95A11-86DD-4D9A-B192-E7F15E9F0EAF}"/>
              </a:ext>
            </a:extLst>
          </p:cNvPr>
          <p:cNvSpPr txBox="1"/>
          <p:nvPr/>
        </p:nvSpPr>
        <p:spPr bwMode="gray">
          <a:xfrm>
            <a:off x="567101" y="3703107"/>
            <a:ext cx="1633175" cy="1031051"/>
          </a:xfrm>
          <a:prstGeom prst="rect">
            <a:avLst/>
          </a:prstGeom>
          <a:noFill/>
        </p:spPr>
        <p:txBody>
          <a:bodyPr wrap="square" rtlCol="0">
            <a:spAutoFit/>
          </a:bodyPr>
          <a:lstStyle/>
          <a:p>
            <a:pPr marL="171450" marR="0" lvl="0" indent="-171450" defTabSz="91440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zh-CN" altLang="en-US" sz="1400" i="0" u="none" strike="noStrike" kern="0" cap="none" spc="0" normalizeH="0" baseline="0" noProof="0" dirty="0">
                <a:ln>
                  <a:noFill/>
                </a:ln>
                <a:effectLst/>
                <a:uLnTx/>
                <a:uFillTx/>
                <a:latin typeface="Huawei Sans" panose="020C0503030203020204" pitchFamily="34" charset="0"/>
                <a:ea typeface="方正兰亭黑简体" panose="02000000000000000000" pitchFamily="2" charset="-122"/>
                <a:sym typeface="Huawei Sans" panose="020C0503030203020204" pitchFamily="34" charset="0"/>
              </a:rPr>
              <a:t>没数据、缺乏数据、数据</a:t>
            </a:r>
            <a:r>
              <a:rPr kumimoji="0" lang="zh-CN" altLang="en-US" sz="1400" i="0" u="none" strike="noStrike" kern="0" cap="none" spc="0" normalizeH="0" baseline="0" noProof="0" dirty="0" smtClean="0">
                <a:ln>
                  <a:noFill/>
                </a:ln>
                <a:effectLst/>
                <a:uLnTx/>
                <a:uFillTx/>
                <a:latin typeface="Huawei Sans" panose="020C0503030203020204" pitchFamily="34" charset="0"/>
                <a:ea typeface="方正兰亭黑简体" panose="02000000000000000000" pitchFamily="2" charset="-122"/>
                <a:sym typeface="Huawei Sans" panose="020C0503030203020204" pitchFamily="34" charset="0"/>
              </a:rPr>
              <a:t>不足</a:t>
            </a:r>
            <a:endParaRPr kumimoji="0" lang="en-US" altLang="zh-CN" sz="1400" i="0" u="none" strike="noStrike" kern="0" cap="none" spc="0" normalizeH="0" baseline="0" noProof="0" dirty="0">
              <a:ln>
                <a:noFill/>
              </a:ln>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a:p>
            <a:pPr marL="171450" marR="0" lvl="0" indent="-171450" defTabSz="91440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zh-CN" altLang="en-US" sz="1400" i="0" u="none" strike="noStrike" kern="0" cap="none" spc="0" normalizeH="0" baseline="0" noProof="0" dirty="0">
                <a:ln>
                  <a:noFill/>
                </a:ln>
                <a:effectLst/>
                <a:uLnTx/>
                <a:uFillTx/>
                <a:latin typeface="Huawei Sans" panose="020C0503030203020204" pitchFamily="34" charset="0"/>
                <a:ea typeface="方正兰亭黑简体" panose="02000000000000000000" pitchFamily="2" charset="-122"/>
                <a:sym typeface="Huawei Sans" panose="020C0503030203020204" pitchFamily="34" charset="0"/>
              </a:rPr>
              <a:t>不同场景需要不同数据</a:t>
            </a:r>
            <a:endParaRPr kumimoji="0" lang="en-US" altLang="zh-CN" sz="1400" i="0" u="none" strike="noStrike" kern="0" cap="none" spc="0" normalizeH="0" baseline="0" noProof="0" dirty="0">
              <a:ln>
                <a:noFill/>
              </a:ln>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26" name="直接连接符 25">
            <a:extLst>
              <a:ext uri="{FF2B5EF4-FFF2-40B4-BE49-F238E27FC236}">
                <a16:creationId xmlns:a16="http://schemas.microsoft.com/office/drawing/2014/main" xmlns="" id="{23515501-A685-4D3A-B3CE-BB8FDA3949DA}"/>
              </a:ext>
            </a:extLst>
          </p:cNvPr>
          <p:cNvCxnSpPr/>
          <p:nvPr/>
        </p:nvCxnSpPr>
        <p:spPr bwMode="gray">
          <a:xfrm>
            <a:off x="9781662" y="1197912"/>
            <a:ext cx="0" cy="4633892"/>
          </a:xfrm>
          <a:prstGeom prst="line">
            <a:avLst/>
          </a:prstGeom>
          <a:noFill/>
          <a:ln w="6350" cap="flat" cmpd="sng" algn="ctr">
            <a:solidFill>
              <a:srgbClr val="94DAE2"/>
            </a:solidFill>
            <a:prstDash val="sysDash"/>
            <a:miter lim="800000"/>
          </a:ln>
          <a:effectLst/>
        </p:spPr>
      </p:cxnSp>
      <p:sp>
        <p:nvSpPr>
          <p:cNvPr id="27" name="矩形 26">
            <a:extLst>
              <a:ext uri="{FF2B5EF4-FFF2-40B4-BE49-F238E27FC236}">
                <a16:creationId xmlns:a16="http://schemas.microsoft.com/office/drawing/2014/main" xmlns="" id="{56640362-B715-42E4-8B33-AA5613800ED0}"/>
              </a:ext>
            </a:extLst>
          </p:cNvPr>
          <p:cNvSpPr/>
          <p:nvPr/>
        </p:nvSpPr>
        <p:spPr bwMode="gray">
          <a:xfrm>
            <a:off x="7609927" y="1787415"/>
            <a:ext cx="1915150" cy="3841589"/>
          </a:xfrm>
          <a:prstGeom prst="rect">
            <a:avLst/>
          </a:prstGeom>
          <a:noFill/>
          <a:ln w="19050">
            <a:solidFill>
              <a:srgbClr val="EC706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 name="矩形 27">
            <a:extLst>
              <a:ext uri="{FF2B5EF4-FFF2-40B4-BE49-F238E27FC236}">
                <a16:creationId xmlns:a16="http://schemas.microsoft.com/office/drawing/2014/main" xmlns="" id="{451B1F1D-43A5-4E2C-A1BE-4C626CD65972}"/>
              </a:ext>
            </a:extLst>
          </p:cNvPr>
          <p:cNvSpPr/>
          <p:nvPr/>
        </p:nvSpPr>
        <p:spPr bwMode="gray">
          <a:xfrm>
            <a:off x="3095498" y="1787415"/>
            <a:ext cx="1925320" cy="3841589"/>
          </a:xfrm>
          <a:prstGeom prst="rect">
            <a:avLst/>
          </a:prstGeom>
          <a:noFill/>
          <a:ln w="19050">
            <a:solidFill>
              <a:srgbClr val="EC706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 name="矩形 28">
            <a:extLst>
              <a:ext uri="{FF2B5EF4-FFF2-40B4-BE49-F238E27FC236}">
                <a16:creationId xmlns:a16="http://schemas.microsoft.com/office/drawing/2014/main" xmlns="" id="{058C1F5D-B5A8-4D30-A044-D0CF76AD11BA}"/>
              </a:ext>
            </a:extLst>
          </p:cNvPr>
          <p:cNvSpPr/>
          <p:nvPr/>
        </p:nvSpPr>
        <p:spPr bwMode="gray">
          <a:xfrm>
            <a:off x="550594" y="1787415"/>
            <a:ext cx="1565651" cy="3841589"/>
          </a:xfrm>
          <a:prstGeom prst="rect">
            <a:avLst/>
          </a:prstGeom>
          <a:noFill/>
          <a:ln w="19050">
            <a:solidFill>
              <a:srgbClr val="EC706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文本框 40">
            <a:extLst>
              <a:ext uri="{FF2B5EF4-FFF2-40B4-BE49-F238E27FC236}">
                <a16:creationId xmlns:a16="http://schemas.microsoft.com/office/drawing/2014/main" xmlns="" id="{BD9BCFFC-51D5-4ED4-98FE-33E0FC5D217D}"/>
              </a:ext>
            </a:extLst>
          </p:cNvPr>
          <p:cNvSpPr txBox="1"/>
          <p:nvPr/>
        </p:nvSpPr>
        <p:spPr bwMode="gray">
          <a:xfrm>
            <a:off x="9905503" y="2683861"/>
            <a:ext cx="1855464" cy="1569660"/>
          </a:xfrm>
          <a:prstGeom prst="rect">
            <a:avLst/>
          </a:prstGeom>
          <a:noFill/>
        </p:spPr>
        <p:txBody>
          <a:bodyPr wrap="square" rtlCol="0">
            <a:spAutoFit/>
          </a:bodyPr>
          <a:lstStyle/>
          <a:p>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AI</a:t>
            </a:r>
            <a:r>
              <a:rPr lang="zh-CN" altLang="en-US" sz="1600">
                <a:latin typeface="Huawei Sans" panose="020C0503030203020204" pitchFamily="34" charset="0"/>
                <a:ea typeface="方正兰亭黑简体" panose="02000000000000000000" pitchFamily="2" charset="-122"/>
                <a:sym typeface="Huawei Sans" panose="020C0503030203020204" pitchFamily="34" charset="0"/>
              </a:rPr>
              <a:t>落地同样存在相当的非技术挑战，包括与技术匹配的组织变更、</a:t>
            </a:r>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AI</a:t>
            </a:r>
            <a:r>
              <a:rPr lang="zh-CN" altLang="en-US" sz="1600">
                <a:latin typeface="Huawei Sans" panose="020C0503030203020204" pitchFamily="34" charset="0"/>
                <a:ea typeface="方正兰亭黑简体" panose="02000000000000000000" pitchFamily="2" charset="-122"/>
                <a:sym typeface="Huawei Sans" panose="020C0503030203020204" pitchFamily="34" charset="0"/>
              </a:rPr>
              <a:t>人才培养、数据安全、流程等。</a:t>
            </a:r>
          </a:p>
        </p:txBody>
      </p:sp>
    </p:spTree>
    <p:extLst>
      <p:ext uri="{BB962C8B-B14F-4D97-AF65-F5344CB8AC3E}">
        <p14:creationId xmlns:p14="http://schemas.microsoft.com/office/powerpoint/2010/main" val="359068115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4D536103-A650-41BB-9EF2-B98564974B71}"/>
              </a:ext>
            </a:extLst>
          </p:cNvPr>
          <p:cNvSpPr>
            <a:spLocks noGrp="1"/>
          </p:cNvSpPr>
          <p:nvPr>
            <p:ph type="title"/>
          </p:nvPr>
        </p:nvSpPr>
        <p:spPr bwMode="gray"/>
        <p:txBody>
          <a:bodyPr/>
          <a:lstStyle/>
          <a:p>
            <a:r>
              <a:rPr lang="zh-CN" altLang="en-US" dirty="0" smtClean="0">
                <a:sym typeface="Huawei Sans" panose="020C0503030203020204" pitchFamily="34" charset="0"/>
              </a:rPr>
              <a:t>网络人工智能引擎</a:t>
            </a:r>
            <a:r>
              <a:rPr lang="en-US" altLang="zh-CN" dirty="0" smtClean="0">
                <a:sym typeface="Huawei Sans" panose="020C0503030203020204" pitchFamily="34" charset="0"/>
              </a:rPr>
              <a:t>iMaster NAIE</a:t>
            </a:r>
            <a:endParaRPr lang="zh-CN" altLang="en-US" dirty="0">
              <a:sym typeface="Huawei Sans" panose="020C0503030203020204" pitchFamily="34" charset="0"/>
            </a:endParaRPr>
          </a:p>
        </p:txBody>
      </p:sp>
      <p:sp>
        <p:nvSpPr>
          <p:cNvPr id="3" name="文本占位符 2">
            <a:extLst>
              <a:ext uri="{FF2B5EF4-FFF2-40B4-BE49-F238E27FC236}">
                <a16:creationId xmlns:a16="http://schemas.microsoft.com/office/drawing/2014/main" xmlns="" id="{AF011B99-F1F9-441B-976B-3CEE626880C4}"/>
              </a:ext>
            </a:extLst>
          </p:cNvPr>
          <p:cNvSpPr>
            <a:spLocks noGrp="1"/>
          </p:cNvSpPr>
          <p:nvPr>
            <p:ph type="body" sz="quarter" idx="10"/>
          </p:nvPr>
        </p:nvSpPr>
        <p:spPr bwMode="gray"/>
        <p:txBody>
          <a:bodyPr/>
          <a:lstStyle/>
          <a:p>
            <a:r>
              <a:rPr lang="zh-CN" altLang="en-US" sz="1800" dirty="0" smtClean="0">
                <a:sym typeface="Huawei Sans" panose="020C0503030203020204" pitchFamily="34" charset="0"/>
              </a:rPr>
              <a:t>网络人工智能引擎</a:t>
            </a:r>
            <a:r>
              <a:rPr lang="en-US" altLang="zh-CN" sz="1800" dirty="0" smtClean="0">
                <a:sym typeface="Huawei Sans" panose="020C0503030203020204" pitchFamily="34" charset="0"/>
              </a:rPr>
              <a:t>iMaster NAIE</a:t>
            </a:r>
            <a:r>
              <a:rPr lang="zh-CN" altLang="en-US" sz="1800" dirty="0" smtClean="0">
                <a:sym typeface="Huawei Sans" panose="020C0503030203020204" pitchFamily="34" charset="0"/>
              </a:rPr>
              <a:t>是华为将</a:t>
            </a:r>
            <a:r>
              <a:rPr lang="en-US" altLang="zh-CN" sz="1800" dirty="0" smtClean="0">
                <a:sym typeface="Huawei Sans" panose="020C0503030203020204" pitchFamily="34" charset="0"/>
              </a:rPr>
              <a:t>AI</a:t>
            </a:r>
            <a:r>
              <a:rPr lang="zh-CN" altLang="en-US" sz="1800" dirty="0" smtClean="0">
                <a:sym typeface="Huawei Sans" panose="020C0503030203020204" pitchFamily="34" charset="0"/>
              </a:rPr>
              <a:t>技术引入到电信网络中的一站式</a:t>
            </a:r>
            <a:r>
              <a:rPr lang="en-US" altLang="zh-CN" sz="1800" dirty="0" smtClean="0">
                <a:sym typeface="Huawei Sans" panose="020C0503030203020204" pitchFamily="34" charset="0"/>
              </a:rPr>
              <a:t>AI</a:t>
            </a:r>
            <a:r>
              <a:rPr lang="zh-CN" altLang="en-US" sz="1800" dirty="0" smtClean="0">
                <a:sym typeface="Huawei Sans" panose="020C0503030203020204" pitchFamily="34" charset="0"/>
              </a:rPr>
              <a:t>应用开发云平台。基于公有云模式，提供数据服务，模型训练服务、模型生成服务和通信模型</a:t>
            </a:r>
            <a:r>
              <a:rPr lang="zh-CN" altLang="en-US" sz="1800" smtClean="0">
                <a:sym typeface="Huawei Sans" panose="020C0503030203020204" pitchFamily="34" charset="0"/>
              </a:rPr>
              <a:t>服务，涵盖了</a:t>
            </a:r>
            <a:r>
              <a:rPr lang="zh-CN" altLang="en-US" sz="1800" dirty="0" smtClean="0">
                <a:sym typeface="Huawei Sans" panose="020C0503030203020204" pitchFamily="34" charset="0"/>
              </a:rPr>
              <a:t>网络</a:t>
            </a:r>
            <a:r>
              <a:rPr lang="en-US" altLang="zh-CN" sz="1800" dirty="0" smtClean="0">
                <a:sym typeface="Huawei Sans" panose="020C0503030203020204" pitchFamily="34" charset="0"/>
              </a:rPr>
              <a:t>AI</a:t>
            </a:r>
            <a:r>
              <a:rPr lang="zh-CN" altLang="en-US" sz="1800" dirty="0" smtClean="0">
                <a:sym typeface="Huawei Sans" panose="020C0503030203020204" pitchFamily="34" charset="0"/>
              </a:rPr>
              <a:t>应用开发业务中最复杂部分的工作，如数据准备，数据特征探索，模型调优等，便于开发者快速获取到</a:t>
            </a:r>
            <a:r>
              <a:rPr lang="en-US" altLang="zh-CN" sz="1800" dirty="0" smtClean="0">
                <a:sym typeface="Huawei Sans" panose="020C0503030203020204" pitchFamily="34" charset="0"/>
              </a:rPr>
              <a:t>NAIE</a:t>
            </a:r>
            <a:r>
              <a:rPr lang="zh-CN" altLang="en-US" sz="1800" dirty="0" smtClean="0">
                <a:sym typeface="Huawei Sans" panose="020C0503030203020204" pitchFamily="34" charset="0"/>
              </a:rPr>
              <a:t>能力。</a:t>
            </a:r>
            <a:endParaRPr lang="zh-CN" altLang="en-US" sz="1800" dirty="0">
              <a:sym typeface="Huawei Sans" panose="020C0503030203020204" pitchFamily="34" charset="0"/>
            </a:endParaRPr>
          </a:p>
        </p:txBody>
      </p:sp>
      <p:grpSp>
        <p:nvGrpSpPr>
          <p:cNvPr id="4" name="组合 3">
            <a:extLst>
              <a:ext uri="{FF2B5EF4-FFF2-40B4-BE49-F238E27FC236}">
                <a16:creationId xmlns:a16="http://schemas.microsoft.com/office/drawing/2014/main" xmlns="" id="{537924A9-4D66-4007-860D-B912E69B8CB8}"/>
              </a:ext>
            </a:extLst>
          </p:cNvPr>
          <p:cNvGrpSpPr/>
          <p:nvPr/>
        </p:nvGrpSpPr>
        <p:grpSpPr bwMode="gray">
          <a:xfrm>
            <a:off x="810530" y="4123272"/>
            <a:ext cx="3927751" cy="794344"/>
            <a:chOff x="1799815" y="2106108"/>
            <a:chExt cx="3169775" cy="521267"/>
          </a:xfrm>
          <a:solidFill>
            <a:srgbClr val="94DAE2"/>
          </a:solidFill>
        </p:grpSpPr>
        <p:sp>
          <p:nvSpPr>
            <p:cNvPr id="5" name="梯形 4">
              <a:extLst>
                <a:ext uri="{FF2B5EF4-FFF2-40B4-BE49-F238E27FC236}">
                  <a16:creationId xmlns:a16="http://schemas.microsoft.com/office/drawing/2014/main" xmlns="" id="{11FF6327-5E1B-4D23-9FA5-3DCC7D316BF1}"/>
                </a:ext>
              </a:extLst>
            </p:cNvPr>
            <p:cNvSpPr/>
            <p:nvPr/>
          </p:nvSpPr>
          <p:spPr bwMode="gray">
            <a:xfrm>
              <a:off x="1799815" y="2106108"/>
              <a:ext cx="3169775" cy="521267"/>
            </a:xfrm>
            <a:prstGeom prst="trapezoid">
              <a:avLst>
                <a:gd name="adj" fmla="val 86951"/>
              </a:avLst>
            </a:prstGeom>
            <a:grpFill/>
            <a:ln w="3175">
              <a:noFill/>
              <a:miter lim="800000"/>
              <a:headEnd/>
              <a:tailEnd/>
            </a:ln>
          </p:spPr>
          <p:txBody>
            <a:bodyPr/>
            <a:lstStyle/>
            <a:p>
              <a:endParaRPr lang="zh-CN" altLang="en-US" sz="160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 name="梯形 5">
              <a:extLst>
                <a:ext uri="{FF2B5EF4-FFF2-40B4-BE49-F238E27FC236}">
                  <a16:creationId xmlns:a16="http://schemas.microsoft.com/office/drawing/2014/main" xmlns="" id="{58CDF0D3-0438-46D4-83CA-07DEED1A7246}"/>
                </a:ext>
              </a:extLst>
            </p:cNvPr>
            <p:cNvSpPr/>
            <p:nvPr/>
          </p:nvSpPr>
          <p:spPr bwMode="gray">
            <a:xfrm>
              <a:off x="1814726" y="2118178"/>
              <a:ext cx="3139222" cy="508023"/>
            </a:xfrm>
            <a:prstGeom prst="trapezoid">
              <a:avLst>
                <a:gd name="adj" fmla="val 69565"/>
              </a:avLst>
            </a:prstGeom>
            <a:grpFill/>
            <a:ln w="6350">
              <a:noFill/>
            </a:ln>
          </p:spPr>
          <p:style>
            <a:lnRef idx="1">
              <a:schemeClr val="accent1"/>
            </a:lnRef>
            <a:fillRef idx="0">
              <a:schemeClr val="accent1"/>
            </a:fillRef>
            <a:effectRef idx="0">
              <a:schemeClr val="accent1"/>
            </a:effectRef>
            <a:fontRef idx="minor">
              <a:schemeClr val="tx1"/>
            </a:fontRef>
          </p:style>
          <p:txBody>
            <a:bodyPr rtlCol="0" anchor="ctr"/>
            <a:lstStyle/>
            <a:p>
              <a:pPr algn="ctr" defTabSz="958848"/>
              <a:endParaRPr lang="zh-CN" altLang="en-US" sz="1600" dirty="0">
                <a:solidFill>
                  <a:prstClr val="black"/>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endParaRPr>
            </a:p>
          </p:txBody>
        </p:sp>
      </p:grpSp>
      <p:sp>
        <p:nvSpPr>
          <p:cNvPr id="7" name="任意多边形 114">
            <a:extLst>
              <a:ext uri="{FF2B5EF4-FFF2-40B4-BE49-F238E27FC236}">
                <a16:creationId xmlns:a16="http://schemas.microsoft.com/office/drawing/2014/main" xmlns="" id="{2D7CFB23-1314-4EF1-BA18-A1CE70863CFD}"/>
              </a:ext>
            </a:extLst>
          </p:cNvPr>
          <p:cNvSpPr/>
          <p:nvPr/>
        </p:nvSpPr>
        <p:spPr bwMode="gray">
          <a:xfrm>
            <a:off x="1248233" y="3394897"/>
            <a:ext cx="3090478" cy="1268917"/>
          </a:xfrm>
          <a:custGeom>
            <a:avLst/>
            <a:gdLst>
              <a:gd name="connsiteX0" fmla="*/ 1755172 w 2494079"/>
              <a:gd name="connsiteY0" fmla="*/ 0 h 832693"/>
              <a:gd name="connsiteX1" fmla="*/ 1772220 w 2494079"/>
              <a:gd name="connsiteY1" fmla="*/ 0 h 832693"/>
              <a:gd name="connsiteX2" fmla="*/ 1793530 w 2494079"/>
              <a:gd name="connsiteY2" fmla="*/ 502 h 832693"/>
              <a:gd name="connsiteX3" fmla="*/ 1814839 w 2494079"/>
              <a:gd name="connsiteY3" fmla="*/ 2009 h 832693"/>
              <a:gd name="connsiteX4" fmla="*/ 1835616 w 2494079"/>
              <a:gd name="connsiteY4" fmla="*/ 4018 h 832693"/>
              <a:gd name="connsiteX5" fmla="*/ 1856393 w 2494079"/>
              <a:gd name="connsiteY5" fmla="*/ 7533 h 832693"/>
              <a:gd name="connsiteX6" fmla="*/ 1876637 w 2494079"/>
              <a:gd name="connsiteY6" fmla="*/ 11551 h 832693"/>
              <a:gd name="connsiteX7" fmla="*/ 1896881 w 2494079"/>
              <a:gd name="connsiteY7" fmla="*/ 16573 h 832693"/>
              <a:gd name="connsiteX8" fmla="*/ 1916592 w 2494079"/>
              <a:gd name="connsiteY8" fmla="*/ 22600 h 832693"/>
              <a:gd name="connsiteX9" fmla="*/ 1935770 w 2494079"/>
              <a:gd name="connsiteY9" fmla="*/ 29129 h 832693"/>
              <a:gd name="connsiteX10" fmla="*/ 1954416 w 2494079"/>
              <a:gd name="connsiteY10" fmla="*/ 36663 h 832693"/>
              <a:gd name="connsiteX11" fmla="*/ 1972529 w 2494079"/>
              <a:gd name="connsiteY11" fmla="*/ 45200 h 832693"/>
              <a:gd name="connsiteX12" fmla="*/ 1990110 w 2494079"/>
              <a:gd name="connsiteY12" fmla="*/ 54240 h 832693"/>
              <a:gd name="connsiteX13" fmla="*/ 2007690 w 2494079"/>
              <a:gd name="connsiteY13" fmla="*/ 64285 h 832693"/>
              <a:gd name="connsiteX14" fmla="*/ 2024205 w 2494079"/>
              <a:gd name="connsiteY14" fmla="*/ 74330 h 832693"/>
              <a:gd name="connsiteX15" fmla="*/ 2040720 w 2494079"/>
              <a:gd name="connsiteY15" fmla="*/ 85881 h 832693"/>
              <a:gd name="connsiteX16" fmla="*/ 2056169 w 2494079"/>
              <a:gd name="connsiteY16" fmla="*/ 97432 h 832693"/>
              <a:gd name="connsiteX17" fmla="*/ 2071618 w 2494079"/>
              <a:gd name="connsiteY17" fmla="*/ 109988 h 832693"/>
              <a:gd name="connsiteX18" fmla="*/ 2086002 w 2494079"/>
              <a:gd name="connsiteY18" fmla="*/ 123046 h 832693"/>
              <a:gd name="connsiteX19" fmla="*/ 2099854 w 2494079"/>
              <a:gd name="connsiteY19" fmla="*/ 137108 h 832693"/>
              <a:gd name="connsiteX20" fmla="*/ 2112639 w 2494079"/>
              <a:gd name="connsiteY20" fmla="*/ 151171 h 832693"/>
              <a:gd name="connsiteX21" fmla="*/ 2124892 w 2494079"/>
              <a:gd name="connsiteY21" fmla="*/ 166237 h 832693"/>
              <a:gd name="connsiteX22" fmla="*/ 2137145 w 2494079"/>
              <a:gd name="connsiteY22" fmla="*/ 181806 h 832693"/>
              <a:gd name="connsiteX23" fmla="*/ 2147800 w 2494079"/>
              <a:gd name="connsiteY23" fmla="*/ 197375 h 832693"/>
              <a:gd name="connsiteX24" fmla="*/ 2157922 w 2494079"/>
              <a:gd name="connsiteY24" fmla="*/ 213949 h 832693"/>
              <a:gd name="connsiteX25" fmla="*/ 2167511 w 2494079"/>
              <a:gd name="connsiteY25" fmla="*/ 231025 h 832693"/>
              <a:gd name="connsiteX26" fmla="*/ 2176035 w 2494079"/>
              <a:gd name="connsiteY26" fmla="*/ 248100 h 832693"/>
              <a:gd name="connsiteX27" fmla="*/ 2184026 w 2494079"/>
              <a:gd name="connsiteY27" fmla="*/ 265678 h 832693"/>
              <a:gd name="connsiteX28" fmla="*/ 2190952 w 2494079"/>
              <a:gd name="connsiteY28" fmla="*/ 284261 h 832693"/>
              <a:gd name="connsiteX29" fmla="*/ 2196812 w 2494079"/>
              <a:gd name="connsiteY29" fmla="*/ 302341 h 832693"/>
              <a:gd name="connsiteX30" fmla="*/ 2202139 w 2494079"/>
              <a:gd name="connsiteY30" fmla="*/ 321426 h 832693"/>
              <a:gd name="connsiteX31" fmla="*/ 2206401 w 2494079"/>
              <a:gd name="connsiteY31" fmla="*/ 340510 h 832693"/>
              <a:gd name="connsiteX32" fmla="*/ 2209597 w 2494079"/>
              <a:gd name="connsiteY32" fmla="*/ 360097 h 832693"/>
              <a:gd name="connsiteX33" fmla="*/ 2212261 w 2494079"/>
              <a:gd name="connsiteY33" fmla="*/ 380186 h 832693"/>
              <a:gd name="connsiteX34" fmla="*/ 2221850 w 2494079"/>
              <a:gd name="connsiteY34" fmla="*/ 378680 h 832693"/>
              <a:gd name="connsiteX35" fmla="*/ 2231972 w 2494079"/>
              <a:gd name="connsiteY35" fmla="*/ 377675 h 832693"/>
              <a:gd name="connsiteX36" fmla="*/ 2242094 w 2494079"/>
              <a:gd name="connsiteY36" fmla="*/ 376671 h 832693"/>
              <a:gd name="connsiteX37" fmla="*/ 2252216 w 2494079"/>
              <a:gd name="connsiteY37" fmla="*/ 376671 h 832693"/>
              <a:gd name="connsiteX38" fmla="*/ 2265002 w 2494079"/>
              <a:gd name="connsiteY38" fmla="*/ 377173 h 832693"/>
              <a:gd name="connsiteX39" fmla="*/ 2277255 w 2494079"/>
              <a:gd name="connsiteY39" fmla="*/ 377675 h 832693"/>
              <a:gd name="connsiteX40" fmla="*/ 2288975 w 2494079"/>
              <a:gd name="connsiteY40" fmla="*/ 379182 h 832693"/>
              <a:gd name="connsiteX41" fmla="*/ 2301228 w 2494079"/>
              <a:gd name="connsiteY41" fmla="*/ 381191 h 832693"/>
              <a:gd name="connsiteX42" fmla="*/ 2312949 w 2494079"/>
              <a:gd name="connsiteY42" fmla="*/ 383702 h 832693"/>
              <a:gd name="connsiteX43" fmla="*/ 2324136 w 2494079"/>
              <a:gd name="connsiteY43" fmla="*/ 386715 h 832693"/>
              <a:gd name="connsiteX44" fmla="*/ 2335323 w 2494079"/>
              <a:gd name="connsiteY44" fmla="*/ 390733 h 832693"/>
              <a:gd name="connsiteX45" fmla="*/ 2346511 w 2494079"/>
              <a:gd name="connsiteY45" fmla="*/ 394751 h 832693"/>
              <a:gd name="connsiteX46" fmla="*/ 2357166 w 2494079"/>
              <a:gd name="connsiteY46" fmla="*/ 399271 h 832693"/>
              <a:gd name="connsiteX47" fmla="*/ 2367820 w 2494079"/>
              <a:gd name="connsiteY47" fmla="*/ 404293 h 832693"/>
              <a:gd name="connsiteX48" fmla="*/ 2377942 w 2494079"/>
              <a:gd name="connsiteY48" fmla="*/ 409818 h 832693"/>
              <a:gd name="connsiteX49" fmla="*/ 2387532 w 2494079"/>
              <a:gd name="connsiteY49" fmla="*/ 415844 h 832693"/>
              <a:gd name="connsiteX50" fmla="*/ 2397121 w 2494079"/>
              <a:gd name="connsiteY50" fmla="*/ 421871 h 832693"/>
              <a:gd name="connsiteX51" fmla="*/ 2406178 w 2494079"/>
              <a:gd name="connsiteY51" fmla="*/ 428902 h 832693"/>
              <a:gd name="connsiteX52" fmla="*/ 2415234 w 2494079"/>
              <a:gd name="connsiteY52" fmla="*/ 435933 h 832693"/>
              <a:gd name="connsiteX53" fmla="*/ 2423225 w 2494079"/>
              <a:gd name="connsiteY53" fmla="*/ 443467 h 832693"/>
              <a:gd name="connsiteX54" fmla="*/ 2431216 w 2494079"/>
              <a:gd name="connsiteY54" fmla="*/ 451502 h 832693"/>
              <a:gd name="connsiteX55" fmla="*/ 2439207 w 2494079"/>
              <a:gd name="connsiteY55" fmla="*/ 459538 h 832693"/>
              <a:gd name="connsiteX56" fmla="*/ 2446133 w 2494079"/>
              <a:gd name="connsiteY56" fmla="*/ 468076 h 832693"/>
              <a:gd name="connsiteX57" fmla="*/ 2453058 w 2494079"/>
              <a:gd name="connsiteY57" fmla="*/ 477116 h 832693"/>
              <a:gd name="connsiteX58" fmla="*/ 2459451 w 2494079"/>
              <a:gd name="connsiteY58" fmla="*/ 486658 h 832693"/>
              <a:gd name="connsiteX59" fmla="*/ 2464779 w 2494079"/>
              <a:gd name="connsiteY59" fmla="*/ 496201 h 832693"/>
              <a:gd name="connsiteX60" fmla="*/ 2470106 w 2494079"/>
              <a:gd name="connsiteY60" fmla="*/ 505743 h 832693"/>
              <a:gd name="connsiteX61" fmla="*/ 2475433 w 2494079"/>
              <a:gd name="connsiteY61" fmla="*/ 515788 h 832693"/>
              <a:gd name="connsiteX62" fmla="*/ 2479695 w 2494079"/>
              <a:gd name="connsiteY62" fmla="*/ 526334 h 832693"/>
              <a:gd name="connsiteX63" fmla="*/ 2483425 w 2494079"/>
              <a:gd name="connsiteY63" fmla="*/ 536881 h 832693"/>
              <a:gd name="connsiteX64" fmla="*/ 2486621 w 2494079"/>
              <a:gd name="connsiteY64" fmla="*/ 547930 h 832693"/>
              <a:gd name="connsiteX65" fmla="*/ 2489285 w 2494079"/>
              <a:gd name="connsiteY65" fmla="*/ 558477 h 832693"/>
              <a:gd name="connsiteX66" fmla="*/ 2491416 w 2494079"/>
              <a:gd name="connsiteY66" fmla="*/ 570028 h 832693"/>
              <a:gd name="connsiteX67" fmla="*/ 2493014 w 2494079"/>
              <a:gd name="connsiteY67" fmla="*/ 581579 h 832693"/>
              <a:gd name="connsiteX68" fmla="*/ 2494079 w 2494079"/>
              <a:gd name="connsiteY68" fmla="*/ 593131 h 832693"/>
              <a:gd name="connsiteX69" fmla="*/ 2494079 w 2494079"/>
              <a:gd name="connsiteY69" fmla="*/ 604682 h 832693"/>
              <a:gd name="connsiteX70" fmla="*/ 2494079 w 2494079"/>
              <a:gd name="connsiteY70" fmla="*/ 616233 h 832693"/>
              <a:gd name="connsiteX71" fmla="*/ 2493014 w 2494079"/>
              <a:gd name="connsiteY71" fmla="*/ 627784 h 832693"/>
              <a:gd name="connsiteX72" fmla="*/ 2491416 w 2494079"/>
              <a:gd name="connsiteY72" fmla="*/ 639336 h 832693"/>
              <a:gd name="connsiteX73" fmla="*/ 2489285 w 2494079"/>
              <a:gd name="connsiteY73" fmla="*/ 650385 h 832693"/>
              <a:gd name="connsiteX74" fmla="*/ 2486621 w 2494079"/>
              <a:gd name="connsiteY74" fmla="*/ 661434 h 832693"/>
              <a:gd name="connsiteX75" fmla="*/ 2483425 w 2494079"/>
              <a:gd name="connsiteY75" fmla="*/ 672483 h 832693"/>
              <a:gd name="connsiteX76" fmla="*/ 2479695 w 2494079"/>
              <a:gd name="connsiteY76" fmla="*/ 683029 h 832693"/>
              <a:gd name="connsiteX77" fmla="*/ 2475433 w 2494079"/>
              <a:gd name="connsiteY77" fmla="*/ 693576 h 832693"/>
              <a:gd name="connsiteX78" fmla="*/ 2470106 w 2494079"/>
              <a:gd name="connsiteY78" fmla="*/ 703621 h 832693"/>
              <a:gd name="connsiteX79" fmla="*/ 2464779 w 2494079"/>
              <a:gd name="connsiteY79" fmla="*/ 713163 h 832693"/>
              <a:gd name="connsiteX80" fmla="*/ 2459451 w 2494079"/>
              <a:gd name="connsiteY80" fmla="*/ 722705 h 832693"/>
              <a:gd name="connsiteX81" fmla="*/ 2453058 w 2494079"/>
              <a:gd name="connsiteY81" fmla="*/ 732248 h 832693"/>
              <a:gd name="connsiteX82" fmla="*/ 2446133 w 2494079"/>
              <a:gd name="connsiteY82" fmla="*/ 741288 h 832693"/>
              <a:gd name="connsiteX83" fmla="*/ 2439207 w 2494079"/>
              <a:gd name="connsiteY83" fmla="*/ 749826 h 832693"/>
              <a:gd name="connsiteX84" fmla="*/ 2431216 w 2494079"/>
              <a:gd name="connsiteY84" fmla="*/ 757861 h 832693"/>
              <a:gd name="connsiteX85" fmla="*/ 2423225 w 2494079"/>
              <a:gd name="connsiteY85" fmla="*/ 765897 h 832693"/>
              <a:gd name="connsiteX86" fmla="*/ 2415234 w 2494079"/>
              <a:gd name="connsiteY86" fmla="*/ 773430 h 832693"/>
              <a:gd name="connsiteX87" fmla="*/ 2406178 w 2494079"/>
              <a:gd name="connsiteY87" fmla="*/ 780462 h 832693"/>
              <a:gd name="connsiteX88" fmla="*/ 2397121 w 2494079"/>
              <a:gd name="connsiteY88" fmla="*/ 787493 h 832693"/>
              <a:gd name="connsiteX89" fmla="*/ 2387532 w 2494079"/>
              <a:gd name="connsiteY89" fmla="*/ 793519 h 832693"/>
              <a:gd name="connsiteX90" fmla="*/ 2377942 w 2494079"/>
              <a:gd name="connsiteY90" fmla="*/ 799546 h 832693"/>
              <a:gd name="connsiteX91" fmla="*/ 2367820 w 2494079"/>
              <a:gd name="connsiteY91" fmla="*/ 805071 h 832693"/>
              <a:gd name="connsiteX92" fmla="*/ 2357166 w 2494079"/>
              <a:gd name="connsiteY92" fmla="*/ 810093 h 832693"/>
              <a:gd name="connsiteX93" fmla="*/ 2346511 w 2494079"/>
              <a:gd name="connsiteY93" fmla="*/ 814613 h 832693"/>
              <a:gd name="connsiteX94" fmla="*/ 2335323 w 2494079"/>
              <a:gd name="connsiteY94" fmla="*/ 818631 h 832693"/>
              <a:gd name="connsiteX95" fmla="*/ 2324136 w 2494079"/>
              <a:gd name="connsiteY95" fmla="*/ 822649 h 832693"/>
              <a:gd name="connsiteX96" fmla="*/ 2312949 w 2494079"/>
              <a:gd name="connsiteY96" fmla="*/ 825662 h 832693"/>
              <a:gd name="connsiteX97" fmla="*/ 2301228 w 2494079"/>
              <a:gd name="connsiteY97" fmla="*/ 828173 h 832693"/>
              <a:gd name="connsiteX98" fmla="*/ 2288975 w 2494079"/>
              <a:gd name="connsiteY98" fmla="*/ 830182 h 832693"/>
              <a:gd name="connsiteX99" fmla="*/ 2277255 w 2494079"/>
              <a:gd name="connsiteY99" fmla="*/ 831689 h 832693"/>
              <a:gd name="connsiteX100" fmla="*/ 2265002 w 2494079"/>
              <a:gd name="connsiteY100" fmla="*/ 832191 h 832693"/>
              <a:gd name="connsiteX101" fmla="*/ 2252216 w 2494079"/>
              <a:gd name="connsiteY101" fmla="*/ 832693 h 832693"/>
              <a:gd name="connsiteX102" fmla="*/ 1215383 w 2494079"/>
              <a:gd name="connsiteY102" fmla="*/ 832693 h 832693"/>
              <a:gd name="connsiteX103" fmla="*/ 1207897 w 2494079"/>
              <a:gd name="connsiteY103" fmla="*/ 832693 h 832693"/>
              <a:gd name="connsiteX104" fmla="*/ 1032780 w 2494079"/>
              <a:gd name="connsiteY104" fmla="*/ 832693 h 832693"/>
              <a:gd name="connsiteX105" fmla="*/ 1023724 w 2494079"/>
              <a:gd name="connsiteY105" fmla="*/ 832693 h 832693"/>
              <a:gd name="connsiteX106" fmla="*/ 199922 w 2494079"/>
              <a:gd name="connsiteY106" fmla="*/ 832693 h 832693"/>
              <a:gd name="connsiteX107" fmla="*/ 189353 w 2494079"/>
              <a:gd name="connsiteY107" fmla="*/ 832232 h 832693"/>
              <a:gd name="connsiteX108" fmla="*/ 179225 w 2494079"/>
              <a:gd name="connsiteY108" fmla="*/ 831771 h 832693"/>
              <a:gd name="connsiteX109" fmla="*/ 169537 w 2494079"/>
              <a:gd name="connsiteY109" fmla="*/ 830387 h 832693"/>
              <a:gd name="connsiteX110" fmla="*/ 159409 w 2494079"/>
              <a:gd name="connsiteY110" fmla="*/ 828541 h 832693"/>
              <a:gd name="connsiteX111" fmla="*/ 149721 w 2494079"/>
              <a:gd name="connsiteY111" fmla="*/ 826235 h 832693"/>
              <a:gd name="connsiteX112" fmla="*/ 140474 w 2494079"/>
              <a:gd name="connsiteY112" fmla="*/ 823467 h 832693"/>
              <a:gd name="connsiteX113" fmla="*/ 131226 w 2494079"/>
              <a:gd name="connsiteY113" fmla="*/ 819776 h 832693"/>
              <a:gd name="connsiteX114" fmla="*/ 121979 w 2494079"/>
              <a:gd name="connsiteY114" fmla="*/ 816086 h 832693"/>
              <a:gd name="connsiteX115" fmla="*/ 113172 w 2494079"/>
              <a:gd name="connsiteY115" fmla="*/ 811934 h 832693"/>
              <a:gd name="connsiteX116" fmla="*/ 104365 w 2494079"/>
              <a:gd name="connsiteY116" fmla="*/ 807321 h 832693"/>
              <a:gd name="connsiteX117" fmla="*/ 95998 w 2494079"/>
              <a:gd name="connsiteY117" fmla="*/ 802246 h 832693"/>
              <a:gd name="connsiteX118" fmla="*/ 88071 w 2494079"/>
              <a:gd name="connsiteY118" fmla="*/ 796711 h 832693"/>
              <a:gd name="connsiteX119" fmla="*/ 80145 w 2494079"/>
              <a:gd name="connsiteY119" fmla="*/ 791175 h 832693"/>
              <a:gd name="connsiteX120" fmla="*/ 72659 w 2494079"/>
              <a:gd name="connsiteY120" fmla="*/ 784716 h 832693"/>
              <a:gd name="connsiteX121" fmla="*/ 65173 w 2494079"/>
              <a:gd name="connsiteY121" fmla="*/ 778258 h 832693"/>
              <a:gd name="connsiteX122" fmla="*/ 58568 w 2494079"/>
              <a:gd name="connsiteY122" fmla="*/ 771338 h 832693"/>
              <a:gd name="connsiteX123" fmla="*/ 51962 w 2494079"/>
              <a:gd name="connsiteY123" fmla="*/ 763957 h 832693"/>
              <a:gd name="connsiteX124" fmla="*/ 45357 w 2494079"/>
              <a:gd name="connsiteY124" fmla="*/ 756576 h 832693"/>
              <a:gd name="connsiteX125" fmla="*/ 39632 w 2494079"/>
              <a:gd name="connsiteY125" fmla="*/ 748734 h 832693"/>
              <a:gd name="connsiteX126" fmla="*/ 33908 w 2494079"/>
              <a:gd name="connsiteY126" fmla="*/ 740430 h 832693"/>
              <a:gd name="connsiteX127" fmla="*/ 28623 w 2494079"/>
              <a:gd name="connsiteY127" fmla="*/ 731665 h 832693"/>
              <a:gd name="connsiteX128" fmla="*/ 24220 w 2494079"/>
              <a:gd name="connsiteY128" fmla="*/ 722900 h 832693"/>
              <a:gd name="connsiteX129" fmla="*/ 19816 w 2494079"/>
              <a:gd name="connsiteY129" fmla="*/ 714135 h 832693"/>
              <a:gd name="connsiteX130" fmla="*/ 15413 w 2494079"/>
              <a:gd name="connsiteY130" fmla="*/ 704909 h 832693"/>
              <a:gd name="connsiteX131" fmla="*/ 11890 w 2494079"/>
              <a:gd name="connsiteY131" fmla="*/ 695221 h 832693"/>
              <a:gd name="connsiteX132" fmla="*/ 8807 w 2494079"/>
              <a:gd name="connsiteY132" fmla="*/ 685533 h 832693"/>
              <a:gd name="connsiteX133" fmla="*/ 6165 w 2494079"/>
              <a:gd name="connsiteY133" fmla="*/ 675384 h 832693"/>
              <a:gd name="connsiteX134" fmla="*/ 3963 w 2494079"/>
              <a:gd name="connsiteY134" fmla="*/ 665235 h 832693"/>
              <a:gd name="connsiteX135" fmla="*/ 2202 w 2494079"/>
              <a:gd name="connsiteY135" fmla="*/ 655086 h 832693"/>
              <a:gd name="connsiteX136" fmla="*/ 881 w 2494079"/>
              <a:gd name="connsiteY136" fmla="*/ 644476 h 832693"/>
              <a:gd name="connsiteX137" fmla="*/ 0 w 2494079"/>
              <a:gd name="connsiteY137" fmla="*/ 633866 h 832693"/>
              <a:gd name="connsiteX138" fmla="*/ 0 w 2494079"/>
              <a:gd name="connsiteY138" fmla="*/ 623256 h 832693"/>
              <a:gd name="connsiteX139" fmla="*/ 0 w 2494079"/>
              <a:gd name="connsiteY139" fmla="*/ 612645 h 832693"/>
              <a:gd name="connsiteX140" fmla="*/ 881 w 2494079"/>
              <a:gd name="connsiteY140" fmla="*/ 602035 h 832693"/>
              <a:gd name="connsiteX141" fmla="*/ 2202 w 2494079"/>
              <a:gd name="connsiteY141" fmla="*/ 591425 h 832693"/>
              <a:gd name="connsiteX142" fmla="*/ 3963 w 2494079"/>
              <a:gd name="connsiteY142" fmla="*/ 580815 h 832693"/>
              <a:gd name="connsiteX143" fmla="*/ 6165 w 2494079"/>
              <a:gd name="connsiteY143" fmla="*/ 571127 h 832693"/>
              <a:gd name="connsiteX144" fmla="*/ 8807 w 2494079"/>
              <a:gd name="connsiteY144" fmla="*/ 560978 h 832693"/>
              <a:gd name="connsiteX145" fmla="*/ 11890 w 2494079"/>
              <a:gd name="connsiteY145" fmla="*/ 551290 h 832693"/>
              <a:gd name="connsiteX146" fmla="*/ 15413 w 2494079"/>
              <a:gd name="connsiteY146" fmla="*/ 541603 h 832693"/>
              <a:gd name="connsiteX147" fmla="*/ 19816 w 2494079"/>
              <a:gd name="connsiteY147" fmla="*/ 532376 h 832693"/>
              <a:gd name="connsiteX148" fmla="*/ 24220 w 2494079"/>
              <a:gd name="connsiteY148" fmla="*/ 523611 h 832693"/>
              <a:gd name="connsiteX149" fmla="*/ 28623 w 2494079"/>
              <a:gd name="connsiteY149" fmla="*/ 514846 h 832693"/>
              <a:gd name="connsiteX150" fmla="*/ 33908 w 2494079"/>
              <a:gd name="connsiteY150" fmla="*/ 506081 h 832693"/>
              <a:gd name="connsiteX151" fmla="*/ 39632 w 2494079"/>
              <a:gd name="connsiteY151" fmla="*/ 497778 h 832693"/>
              <a:gd name="connsiteX152" fmla="*/ 45357 w 2494079"/>
              <a:gd name="connsiteY152" fmla="*/ 489935 h 832693"/>
              <a:gd name="connsiteX153" fmla="*/ 51962 w 2494079"/>
              <a:gd name="connsiteY153" fmla="*/ 482554 h 832693"/>
              <a:gd name="connsiteX154" fmla="*/ 58568 w 2494079"/>
              <a:gd name="connsiteY154" fmla="*/ 475173 h 832693"/>
              <a:gd name="connsiteX155" fmla="*/ 65173 w 2494079"/>
              <a:gd name="connsiteY155" fmla="*/ 468253 h 832693"/>
              <a:gd name="connsiteX156" fmla="*/ 72659 w 2494079"/>
              <a:gd name="connsiteY156" fmla="*/ 461795 h 832693"/>
              <a:gd name="connsiteX157" fmla="*/ 80145 w 2494079"/>
              <a:gd name="connsiteY157" fmla="*/ 455337 h 832693"/>
              <a:gd name="connsiteX158" fmla="*/ 88071 w 2494079"/>
              <a:gd name="connsiteY158" fmla="*/ 449801 h 832693"/>
              <a:gd name="connsiteX159" fmla="*/ 95998 w 2494079"/>
              <a:gd name="connsiteY159" fmla="*/ 444265 h 832693"/>
              <a:gd name="connsiteX160" fmla="*/ 104365 w 2494079"/>
              <a:gd name="connsiteY160" fmla="*/ 439190 h 832693"/>
              <a:gd name="connsiteX161" fmla="*/ 113172 w 2494079"/>
              <a:gd name="connsiteY161" fmla="*/ 434577 h 832693"/>
              <a:gd name="connsiteX162" fmla="*/ 121979 w 2494079"/>
              <a:gd name="connsiteY162" fmla="*/ 430425 h 832693"/>
              <a:gd name="connsiteX163" fmla="*/ 131226 w 2494079"/>
              <a:gd name="connsiteY163" fmla="*/ 426735 h 832693"/>
              <a:gd name="connsiteX164" fmla="*/ 140474 w 2494079"/>
              <a:gd name="connsiteY164" fmla="*/ 423044 h 832693"/>
              <a:gd name="connsiteX165" fmla="*/ 149721 w 2494079"/>
              <a:gd name="connsiteY165" fmla="*/ 420277 h 832693"/>
              <a:gd name="connsiteX166" fmla="*/ 159409 w 2494079"/>
              <a:gd name="connsiteY166" fmla="*/ 417970 h 832693"/>
              <a:gd name="connsiteX167" fmla="*/ 169537 w 2494079"/>
              <a:gd name="connsiteY167" fmla="*/ 416125 h 832693"/>
              <a:gd name="connsiteX168" fmla="*/ 179225 w 2494079"/>
              <a:gd name="connsiteY168" fmla="*/ 414741 h 832693"/>
              <a:gd name="connsiteX169" fmla="*/ 189353 w 2494079"/>
              <a:gd name="connsiteY169" fmla="*/ 414279 h 832693"/>
              <a:gd name="connsiteX170" fmla="*/ 199922 w 2494079"/>
              <a:gd name="connsiteY170" fmla="*/ 413818 h 832693"/>
              <a:gd name="connsiteX171" fmla="*/ 208289 w 2494079"/>
              <a:gd name="connsiteY171" fmla="*/ 413818 h 832693"/>
              <a:gd name="connsiteX172" fmla="*/ 216655 w 2494079"/>
              <a:gd name="connsiteY172" fmla="*/ 414741 h 832693"/>
              <a:gd name="connsiteX173" fmla="*/ 225022 w 2494079"/>
              <a:gd name="connsiteY173" fmla="*/ 415663 h 832693"/>
              <a:gd name="connsiteX174" fmla="*/ 232949 w 2494079"/>
              <a:gd name="connsiteY174" fmla="*/ 417047 h 832693"/>
              <a:gd name="connsiteX175" fmla="*/ 235150 w 2494079"/>
              <a:gd name="connsiteY175" fmla="*/ 398595 h 832693"/>
              <a:gd name="connsiteX176" fmla="*/ 237792 w 2494079"/>
              <a:gd name="connsiteY176" fmla="*/ 380603 h 832693"/>
              <a:gd name="connsiteX177" fmla="*/ 241315 w 2494079"/>
              <a:gd name="connsiteY177" fmla="*/ 363073 h 832693"/>
              <a:gd name="connsiteX178" fmla="*/ 245719 w 2494079"/>
              <a:gd name="connsiteY178" fmla="*/ 345543 h 832693"/>
              <a:gd name="connsiteX179" fmla="*/ 250563 w 2494079"/>
              <a:gd name="connsiteY179" fmla="*/ 328936 h 832693"/>
              <a:gd name="connsiteX180" fmla="*/ 256287 w 2494079"/>
              <a:gd name="connsiteY180" fmla="*/ 311867 h 832693"/>
              <a:gd name="connsiteX181" fmla="*/ 262893 w 2494079"/>
              <a:gd name="connsiteY181" fmla="*/ 295721 h 832693"/>
              <a:gd name="connsiteX182" fmla="*/ 269938 w 2494079"/>
              <a:gd name="connsiteY182" fmla="*/ 280036 h 832693"/>
              <a:gd name="connsiteX183" fmla="*/ 277865 w 2494079"/>
              <a:gd name="connsiteY183" fmla="*/ 264352 h 832693"/>
              <a:gd name="connsiteX184" fmla="*/ 286232 w 2494079"/>
              <a:gd name="connsiteY184" fmla="*/ 249128 h 832693"/>
              <a:gd name="connsiteX185" fmla="*/ 295039 w 2494079"/>
              <a:gd name="connsiteY185" fmla="*/ 234827 h 832693"/>
              <a:gd name="connsiteX186" fmla="*/ 305167 w 2494079"/>
              <a:gd name="connsiteY186" fmla="*/ 220527 h 832693"/>
              <a:gd name="connsiteX187" fmla="*/ 315295 w 2494079"/>
              <a:gd name="connsiteY187" fmla="*/ 206687 h 832693"/>
              <a:gd name="connsiteX188" fmla="*/ 325864 w 2494079"/>
              <a:gd name="connsiteY188" fmla="*/ 193770 h 832693"/>
              <a:gd name="connsiteX189" fmla="*/ 337313 w 2494079"/>
              <a:gd name="connsiteY189" fmla="*/ 180853 h 832693"/>
              <a:gd name="connsiteX190" fmla="*/ 349203 w 2494079"/>
              <a:gd name="connsiteY190" fmla="*/ 168859 h 832693"/>
              <a:gd name="connsiteX191" fmla="*/ 361973 w 2494079"/>
              <a:gd name="connsiteY191" fmla="*/ 157326 h 832693"/>
              <a:gd name="connsiteX192" fmla="*/ 374743 w 2494079"/>
              <a:gd name="connsiteY192" fmla="*/ 146716 h 832693"/>
              <a:gd name="connsiteX193" fmla="*/ 388394 w 2494079"/>
              <a:gd name="connsiteY193" fmla="*/ 136106 h 832693"/>
              <a:gd name="connsiteX194" fmla="*/ 402045 w 2494079"/>
              <a:gd name="connsiteY194" fmla="*/ 126880 h 832693"/>
              <a:gd name="connsiteX195" fmla="*/ 416577 w 2494079"/>
              <a:gd name="connsiteY195" fmla="*/ 117653 h 832693"/>
              <a:gd name="connsiteX196" fmla="*/ 431109 w 2494079"/>
              <a:gd name="connsiteY196" fmla="*/ 109350 h 832693"/>
              <a:gd name="connsiteX197" fmla="*/ 446081 w 2494079"/>
              <a:gd name="connsiteY197" fmla="*/ 101507 h 832693"/>
              <a:gd name="connsiteX198" fmla="*/ 461493 w 2494079"/>
              <a:gd name="connsiteY198" fmla="*/ 94587 h 832693"/>
              <a:gd name="connsiteX199" fmla="*/ 477346 w 2494079"/>
              <a:gd name="connsiteY199" fmla="*/ 88590 h 832693"/>
              <a:gd name="connsiteX200" fmla="*/ 493639 w 2494079"/>
              <a:gd name="connsiteY200" fmla="*/ 83054 h 832693"/>
              <a:gd name="connsiteX201" fmla="*/ 510373 w 2494079"/>
              <a:gd name="connsiteY201" fmla="*/ 78441 h 832693"/>
              <a:gd name="connsiteX202" fmla="*/ 527107 w 2494079"/>
              <a:gd name="connsiteY202" fmla="*/ 74751 h 832693"/>
              <a:gd name="connsiteX203" fmla="*/ 544280 w 2494079"/>
              <a:gd name="connsiteY203" fmla="*/ 71522 h 832693"/>
              <a:gd name="connsiteX204" fmla="*/ 561454 w 2494079"/>
              <a:gd name="connsiteY204" fmla="*/ 69676 h 832693"/>
              <a:gd name="connsiteX205" fmla="*/ 579069 w 2494079"/>
              <a:gd name="connsiteY205" fmla="*/ 68292 h 832693"/>
              <a:gd name="connsiteX206" fmla="*/ 596683 w 2494079"/>
              <a:gd name="connsiteY206" fmla="*/ 67831 h 832693"/>
              <a:gd name="connsiteX207" fmla="*/ 610774 w 2494079"/>
              <a:gd name="connsiteY207" fmla="*/ 67831 h 832693"/>
              <a:gd name="connsiteX208" fmla="*/ 624866 w 2494079"/>
              <a:gd name="connsiteY208" fmla="*/ 68754 h 832693"/>
              <a:gd name="connsiteX209" fmla="*/ 638517 w 2494079"/>
              <a:gd name="connsiteY209" fmla="*/ 70138 h 832693"/>
              <a:gd name="connsiteX210" fmla="*/ 652168 w 2494079"/>
              <a:gd name="connsiteY210" fmla="*/ 71983 h 832693"/>
              <a:gd name="connsiteX211" fmla="*/ 665819 w 2494079"/>
              <a:gd name="connsiteY211" fmla="*/ 74751 h 832693"/>
              <a:gd name="connsiteX212" fmla="*/ 679029 w 2494079"/>
              <a:gd name="connsiteY212" fmla="*/ 77519 h 832693"/>
              <a:gd name="connsiteX213" fmla="*/ 692240 w 2494079"/>
              <a:gd name="connsiteY213" fmla="*/ 80748 h 832693"/>
              <a:gd name="connsiteX214" fmla="*/ 705010 w 2494079"/>
              <a:gd name="connsiteY214" fmla="*/ 84900 h 832693"/>
              <a:gd name="connsiteX215" fmla="*/ 717781 w 2494079"/>
              <a:gd name="connsiteY215" fmla="*/ 89052 h 832693"/>
              <a:gd name="connsiteX216" fmla="*/ 730111 w 2494079"/>
              <a:gd name="connsiteY216" fmla="*/ 94126 h 832693"/>
              <a:gd name="connsiteX217" fmla="*/ 742441 w 2494079"/>
              <a:gd name="connsiteY217" fmla="*/ 99662 h 832693"/>
              <a:gd name="connsiteX218" fmla="*/ 754771 w 2494079"/>
              <a:gd name="connsiteY218" fmla="*/ 105198 h 832693"/>
              <a:gd name="connsiteX219" fmla="*/ 766660 w 2494079"/>
              <a:gd name="connsiteY219" fmla="*/ 111656 h 832693"/>
              <a:gd name="connsiteX220" fmla="*/ 778110 w 2494079"/>
              <a:gd name="connsiteY220" fmla="*/ 118115 h 832693"/>
              <a:gd name="connsiteX221" fmla="*/ 789559 w 2494079"/>
              <a:gd name="connsiteY221" fmla="*/ 125034 h 832693"/>
              <a:gd name="connsiteX222" fmla="*/ 800568 w 2494079"/>
              <a:gd name="connsiteY222" fmla="*/ 132877 h 832693"/>
              <a:gd name="connsiteX223" fmla="*/ 811136 w 2494079"/>
              <a:gd name="connsiteY223" fmla="*/ 140719 h 832693"/>
              <a:gd name="connsiteX224" fmla="*/ 821705 w 2494079"/>
              <a:gd name="connsiteY224" fmla="*/ 149023 h 832693"/>
              <a:gd name="connsiteX225" fmla="*/ 831833 w 2494079"/>
              <a:gd name="connsiteY225" fmla="*/ 157788 h 832693"/>
              <a:gd name="connsiteX226" fmla="*/ 841521 w 2494079"/>
              <a:gd name="connsiteY226" fmla="*/ 166553 h 832693"/>
              <a:gd name="connsiteX227" fmla="*/ 851209 w 2494079"/>
              <a:gd name="connsiteY227" fmla="*/ 176240 h 832693"/>
              <a:gd name="connsiteX228" fmla="*/ 860456 w 2494079"/>
              <a:gd name="connsiteY228" fmla="*/ 185928 h 832693"/>
              <a:gd name="connsiteX229" fmla="*/ 869263 w 2494079"/>
              <a:gd name="connsiteY229" fmla="*/ 195616 h 832693"/>
              <a:gd name="connsiteX230" fmla="*/ 878070 w 2494079"/>
              <a:gd name="connsiteY230" fmla="*/ 206226 h 832693"/>
              <a:gd name="connsiteX231" fmla="*/ 885997 w 2494079"/>
              <a:gd name="connsiteY231" fmla="*/ 216836 h 832693"/>
              <a:gd name="connsiteX232" fmla="*/ 893923 w 2494079"/>
              <a:gd name="connsiteY232" fmla="*/ 227908 h 832693"/>
              <a:gd name="connsiteX233" fmla="*/ 901409 w 2494079"/>
              <a:gd name="connsiteY233" fmla="*/ 239441 h 832693"/>
              <a:gd name="connsiteX234" fmla="*/ 908455 w 2494079"/>
              <a:gd name="connsiteY234" fmla="*/ 250974 h 832693"/>
              <a:gd name="connsiteX235" fmla="*/ 915060 w 2494079"/>
              <a:gd name="connsiteY235" fmla="*/ 262968 h 832693"/>
              <a:gd name="connsiteX236" fmla="*/ 921225 w 2494079"/>
              <a:gd name="connsiteY236" fmla="*/ 274962 h 832693"/>
              <a:gd name="connsiteX237" fmla="*/ 927390 w 2494079"/>
              <a:gd name="connsiteY237" fmla="*/ 287418 h 832693"/>
              <a:gd name="connsiteX238" fmla="*/ 932675 w 2494079"/>
              <a:gd name="connsiteY238" fmla="*/ 300334 h 832693"/>
              <a:gd name="connsiteX239" fmla="*/ 947206 w 2494079"/>
              <a:gd name="connsiteY239" fmla="*/ 298950 h 832693"/>
              <a:gd name="connsiteX240" fmla="*/ 961738 w 2494079"/>
              <a:gd name="connsiteY240" fmla="*/ 298489 h 832693"/>
              <a:gd name="connsiteX241" fmla="*/ 973628 w 2494079"/>
              <a:gd name="connsiteY241" fmla="*/ 298950 h 832693"/>
              <a:gd name="connsiteX242" fmla="*/ 985517 w 2494079"/>
              <a:gd name="connsiteY242" fmla="*/ 299412 h 832693"/>
              <a:gd name="connsiteX243" fmla="*/ 996967 w 2494079"/>
              <a:gd name="connsiteY243" fmla="*/ 300796 h 832693"/>
              <a:gd name="connsiteX244" fmla="*/ 1008416 w 2494079"/>
              <a:gd name="connsiteY244" fmla="*/ 303102 h 832693"/>
              <a:gd name="connsiteX245" fmla="*/ 1019865 w 2494079"/>
              <a:gd name="connsiteY245" fmla="*/ 305409 h 832693"/>
              <a:gd name="connsiteX246" fmla="*/ 1030874 w 2494079"/>
              <a:gd name="connsiteY246" fmla="*/ 308177 h 832693"/>
              <a:gd name="connsiteX247" fmla="*/ 1041883 w 2494079"/>
              <a:gd name="connsiteY247" fmla="*/ 311867 h 832693"/>
              <a:gd name="connsiteX248" fmla="*/ 1052451 w 2494079"/>
              <a:gd name="connsiteY248" fmla="*/ 315558 h 832693"/>
              <a:gd name="connsiteX249" fmla="*/ 1062580 w 2494079"/>
              <a:gd name="connsiteY249" fmla="*/ 320171 h 832693"/>
              <a:gd name="connsiteX250" fmla="*/ 1073148 w 2494079"/>
              <a:gd name="connsiteY250" fmla="*/ 325245 h 832693"/>
              <a:gd name="connsiteX251" fmla="*/ 1082836 w 2494079"/>
              <a:gd name="connsiteY251" fmla="*/ 330320 h 832693"/>
              <a:gd name="connsiteX252" fmla="*/ 1092524 w 2494079"/>
              <a:gd name="connsiteY252" fmla="*/ 336317 h 832693"/>
              <a:gd name="connsiteX253" fmla="*/ 1102212 w 2494079"/>
              <a:gd name="connsiteY253" fmla="*/ 342314 h 832693"/>
              <a:gd name="connsiteX254" fmla="*/ 1104422 w 2494079"/>
              <a:gd name="connsiteY254" fmla="*/ 344051 h 832693"/>
              <a:gd name="connsiteX255" fmla="*/ 1109495 w 2494079"/>
              <a:gd name="connsiteY255" fmla="*/ 339004 h 832693"/>
              <a:gd name="connsiteX256" fmla="*/ 1119084 w 2494079"/>
              <a:gd name="connsiteY256" fmla="*/ 330466 h 832693"/>
              <a:gd name="connsiteX257" fmla="*/ 1128673 w 2494079"/>
              <a:gd name="connsiteY257" fmla="*/ 321928 h 832693"/>
              <a:gd name="connsiteX258" fmla="*/ 1139328 w 2494079"/>
              <a:gd name="connsiteY258" fmla="*/ 313892 h 832693"/>
              <a:gd name="connsiteX259" fmla="*/ 1149983 w 2494079"/>
              <a:gd name="connsiteY259" fmla="*/ 306359 h 832693"/>
              <a:gd name="connsiteX260" fmla="*/ 1160637 w 2494079"/>
              <a:gd name="connsiteY260" fmla="*/ 298825 h 832693"/>
              <a:gd name="connsiteX261" fmla="*/ 1172358 w 2494079"/>
              <a:gd name="connsiteY261" fmla="*/ 292296 h 832693"/>
              <a:gd name="connsiteX262" fmla="*/ 1184078 w 2494079"/>
              <a:gd name="connsiteY262" fmla="*/ 285767 h 832693"/>
              <a:gd name="connsiteX263" fmla="*/ 1195798 w 2494079"/>
              <a:gd name="connsiteY263" fmla="*/ 280243 h 832693"/>
              <a:gd name="connsiteX264" fmla="*/ 1208584 w 2494079"/>
              <a:gd name="connsiteY264" fmla="*/ 274718 h 832693"/>
              <a:gd name="connsiteX265" fmla="*/ 1220837 w 2494079"/>
              <a:gd name="connsiteY265" fmla="*/ 269696 h 832693"/>
              <a:gd name="connsiteX266" fmla="*/ 1233622 w 2494079"/>
              <a:gd name="connsiteY266" fmla="*/ 265678 h 832693"/>
              <a:gd name="connsiteX267" fmla="*/ 1246941 w 2494079"/>
              <a:gd name="connsiteY267" fmla="*/ 261661 h 832693"/>
              <a:gd name="connsiteX268" fmla="*/ 1260259 w 2494079"/>
              <a:gd name="connsiteY268" fmla="*/ 258647 h 832693"/>
              <a:gd name="connsiteX269" fmla="*/ 1274111 w 2494079"/>
              <a:gd name="connsiteY269" fmla="*/ 256136 h 832693"/>
              <a:gd name="connsiteX270" fmla="*/ 1287962 w 2494079"/>
              <a:gd name="connsiteY270" fmla="*/ 253625 h 832693"/>
              <a:gd name="connsiteX271" fmla="*/ 1301813 w 2494079"/>
              <a:gd name="connsiteY271" fmla="*/ 252118 h 832693"/>
              <a:gd name="connsiteX272" fmla="*/ 1316197 w 2494079"/>
              <a:gd name="connsiteY272" fmla="*/ 251616 h 832693"/>
              <a:gd name="connsiteX273" fmla="*/ 1330581 w 2494079"/>
              <a:gd name="connsiteY273" fmla="*/ 251114 h 832693"/>
              <a:gd name="connsiteX274" fmla="*/ 1348161 w 2494079"/>
              <a:gd name="connsiteY274" fmla="*/ 251616 h 832693"/>
              <a:gd name="connsiteX275" fmla="*/ 1365741 w 2494079"/>
              <a:gd name="connsiteY275" fmla="*/ 253123 h 832693"/>
              <a:gd name="connsiteX276" fmla="*/ 1372134 w 2494079"/>
              <a:gd name="connsiteY276" fmla="*/ 239060 h 832693"/>
              <a:gd name="connsiteX277" fmla="*/ 1379593 w 2494079"/>
              <a:gd name="connsiteY277" fmla="*/ 225500 h 832693"/>
              <a:gd name="connsiteX278" fmla="*/ 1387051 w 2494079"/>
              <a:gd name="connsiteY278" fmla="*/ 212442 h 832693"/>
              <a:gd name="connsiteX279" fmla="*/ 1395042 w 2494079"/>
              <a:gd name="connsiteY279" fmla="*/ 199384 h 832693"/>
              <a:gd name="connsiteX280" fmla="*/ 1403566 w 2494079"/>
              <a:gd name="connsiteY280" fmla="*/ 186829 h 832693"/>
              <a:gd name="connsiteX281" fmla="*/ 1412622 w 2494079"/>
              <a:gd name="connsiteY281" fmla="*/ 174273 h 832693"/>
              <a:gd name="connsiteX282" fmla="*/ 1422212 w 2494079"/>
              <a:gd name="connsiteY282" fmla="*/ 162220 h 832693"/>
              <a:gd name="connsiteX283" fmla="*/ 1431801 w 2494079"/>
              <a:gd name="connsiteY283" fmla="*/ 150668 h 832693"/>
              <a:gd name="connsiteX284" fmla="*/ 1442456 w 2494079"/>
              <a:gd name="connsiteY284" fmla="*/ 139117 h 832693"/>
              <a:gd name="connsiteX285" fmla="*/ 1453110 w 2494079"/>
              <a:gd name="connsiteY285" fmla="*/ 128570 h 832693"/>
              <a:gd name="connsiteX286" fmla="*/ 1464298 w 2494079"/>
              <a:gd name="connsiteY286" fmla="*/ 118024 h 832693"/>
              <a:gd name="connsiteX287" fmla="*/ 1476018 w 2494079"/>
              <a:gd name="connsiteY287" fmla="*/ 107477 h 832693"/>
              <a:gd name="connsiteX288" fmla="*/ 1487738 w 2494079"/>
              <a:gd name="connsiteY288" fmla="*/ 97934 h 832693"/>
              <a:gd name="connsiteX289" fmla="*/ 1499991 w 2494079"/>
              <a:gd name="connsiteY289" fmla="*/ 88392 h 832693"/>
              <a:gd name="connsiteX290" fmla="*/ 1512777 w 2494079"/>
              <a:gd name="connsiteY290" fmla="*/ 79352 h 832693"/>
              <a:gd name="connsiteX291" fmla="*/ 1525563 w 2494079"/>
              <a:gd name="connsiteY291" fmla="*/ 70814 h 832693"/>
              <a:gd name="connsiteX292" fmla="*/ 1538881 w 2494079"/>
              <a:gd name="connsiteY292" fmla="*/ 62276 h 832693"/>
              <a:gd name="connsiteX293" fmla="*/ 1552732 w 2494079"/>
              <a:gd name="connsiteY293" fmla="*/ 54743 h 832693"/>
              <a:gd name="connsiteX294" fmla="*/ 1566583 w 2494079"/>
              <a:gd name="connsiteY294" fmla="*/ 47712 h 832693"/>
              <a:gd name="connsiteX295" fmla="*/ 1580967 w 2494079"/>
              <a:gd name="connsiteY295" fmla="*/ 40680 h 832693"/>
              <a:gd name="connsiteX296" fmla="*/ 1595884 w 2494079"/>
              <a:gd name="connsiteY296" fmla="*/ 34654 h 832693"/>
              <a:gd name="connsiteX297" fmla="*/ 1610801 w 2494079"/>
              <a:gd name="connsiteY297" fmla="*/ 28627 h 832693"/>
              <a:gd name="connsiteX298" fmla="*/ 1625717 w 2494079"/>
              <a:gd name="connsiteY298" fmla="*/ 23102 h 832693"/>
              <a:gd name="connsiteX299" fmla="*/ 1641167 w 2494079"/>
              <a:gd name="connsiteY299" fmla="*/ 18582 h 832693"/>
              <a:gd name="connsiteX300" fmla="*/ 1656616 w 2494079"/>
              <a:gd name="connsiteY300" fmla="*/ 14062 h 832693"/>
              <a:gd name="connsiteX301" fmla="*/ 1672598 w 2494079"/>
              <a:gd name="connsiteY301" fmla="*/ 10547 h 832693"/>
              <a:gd name="connsiteX302" fmla="*/ 1688580 w 2494079"/>
              <a:gd name="connsiteY302" fmla="*/ 7533 h 832693"/>
              <a:gd name="connsiteX303" fmla="*/ 1705095 w 2494079"/>
              <a:gd name="connsiteY303" fmla="*/ 4520 h 832693"/>
              <a:gd name="connsiteX304" fmla="*/ 1721610 w 2494079"/>
              <a:gd name="connsiteY304" fmla="*/ 2511 h 832693"/>
              <a:gd name="connsiteX305" fmla="*/ 1738125 w 2494079"/>
              <a:gd name="connsiteY305" fmla="*/ 1004 h 832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Lst>
            <a:rect l="l" t="t" r="r" b="b"/>
            <a:pathLst>
              <a:path w="2494079" h="832693">
                <a:moveTo>
                  <a:pt x="1755172" y="0"/>
                </a:moveTo>
                <a:lnTo>
                  <a:pt x="1772220" y="0"/>
                </a:lnTo>
                <a:lnTo>
                  <a:pt x="1793530" y="502"/>
                </a:lnTo>
                <a:lnTo>
                  <a:pt x="1814839" y="2009"/>
                </a:lnTo>
                <a:lnTo>
                  <a:pt x="1835616" y="4018"/>
                </a:lnTo>
                <a:lnTo>
                  <a:pt x="1856393" y="7533"/>
                </a:lnTo>
                <a:lnTo>
                  <a:pt x="1876637" y="11551"/>
                </a:lnTo>
                <a:lnTo>
                  <a:pt x="1896881" y="16573"/>
                </a:lnTo>
                <a:lnTo>
                  <a:pt x="1916592" y="22600"/>
                </a:lnTo>
                <a:lnTo>
                  <a:pt x="1935770" y="29129"/>
                </a:lnTo>
                <a:lnTo>
                  <a:pt x="1954416" y="36663"/>
                </a:lnTo>
                <a:lnTo>
                  <a:pt x="1972529" y="45200"/>
                </a:lnTo>
                <a:lnTo>
                  <a:pt x="1990110" y="54240"/>
                </a:lnTo>
                <a:lnTo>
                  <a:pt x="2007690" y="64285"/>
                </a:lnTo>
                <a:lnTo>
                  <a:pt x="2024205" y="74330"/>
                </a:lnTo>
                <a:lnTo>
                  <a:pt x="2040720" y="85881"/>
                </a:lnTo>
                <a:lnTo>
                  <a:pt x="2056169" y="97432"/>
                </a:lnTo>
                <a:lnTo>
                  <a:pt x="2071618" y="109988"/>
                </a:lnTo>
                <a:lnTo>
                  <a:pt x="2086002" y="123046"/>
                </a:lnTo>
                <a:lnTo>
                  <a:pt x="2099854" y="137108"/>
                </a:lnTo>
                <a:lnTo>
                  <a:pt x="2112639" y="151171"/>
                </a:lnTo>
                <a:lnTo>
                  <a:pt x="2124892" y="166237"/>
                </a:lnTo>
                <a:lnTo>
                  <a:pt x="2137145" y="181806"/>
                </a:lnTo>
                <a:lnTo>
                  <a:pt x="2147800" y="197375"/>
                </a:lnTo>
                <a:lnTo>
                  <a:pt x="2157922" y="213949"/>
                </a:lnTo>
                <a:lnTo>
                  <a:pt x="2167511" y="231025"/>
                </a:lnTo>
                <a:lnTo>
                  <a:pt x="2176035" y="248100"/>
                </a:lnTo>
                <a:lnTo>
                  <a:pt x="2184026" y="265678"/>
                </a:lnTo>
                <a:lnTo>
                  <a:pt x="2190952" y="284261"/>
                </a:lnTo>
                <a:lnTo>
                  <a:pt x="2196812" y="302341"/>
                </a:lnTo>
                <a:lnTo>
                  <a:pt x="2202139" y="321426"/>
                </a:lnTo>
                <a:lnTo>
                  <a:pt x="2206401" y="340510"/>
                </a:lnTo>
                <a:lnTo>
                  <a:pt x="2209597" y="360097"/>
                </a:lnTo>
                <a:lnTo>
                  <a:pt x="2212261" y="380186"/>
                </a:lnTo>
                <a:lnTo>
                  <a:pt x="2221850" y="378680"/>
                </a:lnTo>
                <a:lnTo>
                  <a:pt x="2231972" y="377675"/>
                </a:lnTo>
                <a:lnTo>
                  <a:pt x="2242094" y="376671"/>
                </a:lnTo>
                <a:lnTo>
                  <a:pt x="2252216" y="376671"/>
                </a:lnTo>
                <a:lnTo>
                  <a:pt x="2265002" y="377173"/>
                </a:lnTo>
                <a:lnTo>
                  <a:pt x="2277255" y="377675"/>
                </a:lnTo>
                <a:lnTo>
                  <a:pt x="2288975" y="379182"/>
                </a:lnTo>
                <a:lnTo>
                  <a:pt x="2301228" y="381191"/>
                </a:lnTo>
                <a:lnTo>
                  <a:pt x="2312949" y="383702"/>
                </a:lnTo>
                <a:lnTo>
                  <a:pt x="2324136" y="386715"/>
                </a:lnTo>
                <a:lnTo>
                  <a:pt x="2335323" y="390733"/>
                </a:lnTo>
                <a:lnTo>
                  <a:pt x="2346511" y="394751"/>
                </a:lnTo>
                <a:lnTo>
                  <a:pt x="2357166" y="399271"/>
                </a:lnTo>
                <a:lnTo>
                  <a:pt x="2367820" y="404293"/>
                </a:lnTo>
                <a:lnTo>
                  <a:pt x="2377942" y="409818"/>
                </a:lnTo>
                <a:lnTo>
                  <a:pt x="2387532" y="415844"/>
                </a:lnTo>
                <a:lnTo>
                  <a:pt x="2397121" y="421871"/>
                </a:lnTo>
                <a:lnTo>
                  <a:pt x="2406178" y="428902"/>
                </a:lnTo>
                <a:lnTo>
                  <a:pt x="2415234" y="435933"/>
                </a:lnTo>
                <a:lnTo>
                  <a:pt x="2423225" y="443467"/>
                </a:lnTo>
                <a:lnTo>
                  <a:pt x="2431216" y="451502"/>
                </a:lnTo>
                <a:lnTo>
                  <a:pt x="2439207" y="459538"/>
                </a:lnTo>
                <a:lnTo>
                  <a:pt x="2446133" y="468076"/>
                </a:lnTo>
                <a:lnTo>
                  <a:pt x="2453058" y="477116"/>
                </a:lnTo>
                <a:lnTo>
                  <a:pt x="2459451" y="486658"/>
                </a:lnTo>
                <a:lnTo>
                  <a:pt x="2464779" y="496201"/>
                </a:lnTo>
                <a:lnTo>
                  <a:pt x="2470106" y="505743"/>
                </a:lnTo>
                <a:lnTo>
                  <a:pt x="2475433" y="515788"/>
                </a:lnTo>
                <a:lnTo>
                  <a:pt x="2479695" y="526334"/>
                </a:lnTo>
                <a:lnTo>
                  <a:pt x="2483425" y="536881"/>
                </a:lnTo>
                <a:lnTo>
                  <a:pt x="2486621" y="547930"/>
                </a:lnTo>
                <a:lnTo>
                  <a:pt x="2489285" y="558477"/>
                </a:lnTo>
                <a:lnTo>
                  <a:pt x="2491416" y="570028"/>
                </a:lnTo>
                <a:lnTo>
                  <a:pt x="2493014" y="581579"/>
                </a:lnTo>
                <a:lnTo>
                  <a:pt x="2494079" y="593131"/>
                </a:lnTo>
                <a:lnTo>
                  <a:pt x="2494079" y="604682"/>
                </a:lnTo>
                <a:lnTo>
                  <a:pt x="2494079" y="616233"/>
                </a:lnTo>
                <a:lnTo>
                  <a:pt x="2493014" y="627784"/>
                </a:lnTo>
                <a:lnTo>
                  <a:pt x="2491416" y="639336"/>
                </a:lnTo>
                <a:lnTo>
                  <a:pt x="2489285" y="650385"/>
                </a:lnTo>
                <a:lnTo>
                  <a:pt x="2486621" y="661434"/>
                </a:lnTo>
                <a:lnTo>
                  <a:pt x="2483425" y="672483"/>
                </a:lnTo>
                <a:lnTo>
                  <a:pt x="2479695" y="683029"/>
                </a:lnTo>
                <a:lnTo>
                  <a:pt x="2475433" y="693576"/>
                </a:lnTo>
                <a:lnTo>
                  <a:pt x="2470106" y="703621"/>
                </a:lnTo>
                <a:lnTo>
                  <a:pt x="2464779" y="713163"/>
                </a:lnTo>
                <a:lnTo>
                  <a:pt x="2459451" y="722705"/>
                </a:lnTo>
                <a:lnTo>
                  <a:pt x="2453058" y="732248"/>
                </a:lnTo>
                <a:lnTo>
                  <a:pt x="2446133" y="741288"/>
                </a:lnTo>
                <a:lnTo>
                  <a:pt x="2439207" y="749826"/>
                </a:lnTo>
                <a:lnTo>
                  <a:pt x="2431216" y="757861"/>
                </a:lnTo>
                <a:lnTo>
                  <a:pt x="2423225" y="765897"/>
                </a:lnTo>
                <a:lnTo>
                  <a:pt x="2415234" y="773430"/>
                </a:lnTo>
                <a:lnTo>
                  <a:pt x="2406178" y="780462"/>
                </a:lnTo>
                <a:lnTo>
                  <a:pt x="2397121" y="787493"/>
                </a:lnTo>
                <a:lnTo>
                  <a:pt x="2387532" y="793519"/>
                </a:lnTo>
                <a:lnTo>
                  <a:pt x="2377942" y="799546"/>
                </a:lnTo>
                <a:lnTo>
                  <a:pt x="2367820" y="805071"/>
                </a:lnTo>
                <a:lnTo>
                  <a:pt x="2357166" y="810093"/>
                </a:lnTo>
                <a:lnTo>
                  <a:pt x="2346511" y="814613"/>
                </a:lnTo>
                <a:lnTo>
                  <a:pt x="2335323" y="818631"/>
                </a:lnTo>
                <a:lnTo>
                  <a:pt x="2324136" y="822649"/>
                </a:lnTo>
                <a:lnTo>
                  <a:pt x="2312949" y="825662"/>
                </a:lnTo>
                <a:lnTo>
                  <a:pt x="2301228" y="828173"/>
                </a:lnTo>
                <a:lnTo>
                  <a:pt x="2288975" y="830182"/>
                </a:lnTo>
                <a:lnTo>
                  <a:pt x="2277255" y="831689"/>
                </a:lnTo>
                <a:lnTo>
                  <a:pt x="2265002" y="832191"/>
                </a:lnTo>
                <a:lnTo>
                  <a:pt x="2252216" y="832693"/>
                </a:lnTo>
                <a:lnTo>
                  <a:pt x="1215383" y="832693"/>
                </a:lnTo>
                <a:lnTo>
                  <a:pt x="1207897" y="832693"/>
                </a:lnTo>
                <a:lnTo>
                  <a:pt x="1032780" y="832693"/>
                </a:lnTo>
                <a:lnTo>
                  <a:pt x="1023724" y="832693"/>
                </a:lnTo>
                <a:lnTo>
                  <a:pt x="199922" y="832693"/>
                </a:lnTo>
                <a:lnTo>
                  <a:pt x="189353" y="832232"/>
                </a:lnTo>
                <a:lnTo>
                  <a:pt x="179225" y="831771"/>
                </a:lnTo>
                <a:lnTo>
                  <a:pt x="169537" y="830387"/>
                </a:lnTo>
                <a:lnTo>
                  <a:pt x="159409" y="828541"/>
                </a:lnTo>
                <a:lnTo>
                  <a:pt x="149721" y="826235"/>
                </a:lnTo>
                <a:lnTo>
                  <a:pt x="140474" y="823467"/>
                </a:lnTo>
                <a:lnTo>
                  <a:pt x="131226" y="819776"/>
                </a:lnTo>
                <a:lnTo>
                  <a:pt x="121979" y="816086"/>
                </a:lnTo>
                <a:lnTo>
                  <a:pt x="113172" y="811934"/>
                </a:lnTo>
                <a:lnTo>
                  <a:pt x="104365" y="807321"/>
                </a:lnTo>
                <a:lnTo>
                  <a:pt x="95998" y="802246"/>
                </a:lnTo>
                <a:lnTo>
                  <a:pt x="88071" y="796711"/>
                </a:lnTo>
                <a:lnTo>
                  <a:pt x="80145" y="791175"/>
                </a:lnTo>
                <a:lnTo>
                  <a:pt x="72659" y="784716"/>
                </a:lnTo>
                <a:lnTo>
                  <a:pt x="65173" y="778258"/>
                </a:lnTo>
                <a:lnTo>
                  <a:pt x="58568" y="771338"/>
                </a:lnTo>
                <a:lnTo>
                  <a:pt x="51962" y="763957"/>
                </a:lnTo>
                <a:lnTo>
                  <a:pt x="45357" y="756576"/>
                </a:lnTo>
                <a:lnTo>
                  <a:pt x="39632" y="748734"/>
                </a:lnTo>
                <a:lnTo>
                  <a:pt x="33908" y="740430"/>
                </a:lnTo>
                <a:lnTo>
                  <a:pt x="28623" y="731665"/>
                </a:lnTo>
                <a:lnTo>
                  <a:pt x="24220" y="722900"/>
                </a:lnTo>
                <a:lnTo>
                  <a:pt x="19816" y="714135"/>
                </a:lnTo>
                <a:lnTo>
                  <a:pt x="15413" y="704909"/>
                </a:lnTo>
                <a:lnTo>
                  <a:pt x="11890" y="695221"/>
                </a:lnTo>
                <a:lnTo>
                  <a:pt x="8807" y="685533"/>
                </a:lnTo>
                <a:lnTo>
                  <a:pt x="6165" y="675384"/>
                </a:lnTo>
                <a:lnTo>
                  <a:pt x="3963" y="665235"/>
                </a:lnTo>
                <a:lnTo>
                  <a:pt x="2202" y="655086"/>
                </a:lnTo>
                <a:lnTo>
                  <a:pt x="881" y="644476"/>
                </a:lnTo>
                <a:lnTo>
                  <a:pt x="0" y="633866"/>
                </a:lnTo>
                <a:lnTo>
                  <a:pt x="0" y="623256"/>
                </a:lnTo>
                <a:lnTo>
                  <a:pt x="0" y="612645"/>
                </a:lnTo>
                <a:lnTo>
                  <a:pt x="881" y="602035"/>
                </a:lnTo>
                <a:lnTo>
                  <a:pt x="2202" y="591425"/>
                </a:lnTo>
                <a:lnTo>
                  <a:pt x="3963" y="580815"/>
                </a:lnTo>
                <a:lnTo>
                  <a:pt x="6165" y="571127"/>
                </a:lnTo>
                <a:lnTo>
                  <a:pt x="8807" y="560978"/>
                </a:lnTo>
                <a:lnTo>
                  <a:pt x="11890" y="551290"/>
                </a:lnTo>
                <a:lnTo>
                  <a:pt x="15413" y="541603"/>
                </a:lnTo>
                <a:lnTo>
                  <a:pt x="19816" y="532376"/>
                </a:lnTo>
                <a:lnTo>
                  <a:pt x="24220" y="523611"/>
                </a:lnTo>
                <a:lnTo>
                  <a:pt x="28623" y="514846"/>
                </a:lnTo>
                <a:lnTo>
                  <a:pt x="33908" y="506081"/>
                </a:lnTo>
                <a:lnTo>
                  <a:pt x="39632" y="497778"/>
                </a:lnTo>
                <a:lnTo>
                  <a:pt x="45357" y="489935"/>
                </a:lnTo>
                <a:lnTo>
                  <a:pt x="51962" y="482554"/>
                </a:lnTo>
                <a:lnTo>
                  <a:pt x="58568" y="475173"/>
                </a:lnTo>
                <a:lnTo>
                  <a:pt x="65173" y="468253"/>
                </a:lnTo>
                <a:lnTo>
                  <a:pt x="72659" y="461795"/>
                </a:lnTo>
                <a:lnTo>
                  <a:pt x="80145" y="455337"/>
                </a:lnTo>
                <a:lnTo>
                  <a:pt x="88071" y="449801"/>
                </a:lnTo>
                <a:lnTo>
                  <a:pt x="95998" y="444265"/>
                </a:lnTo>
                <a:lnTo>
                  <a:pt x="104365" y="439190"/>
                </a:lnTo>
                <a:lnTo>
                  <a:pt x="113172" y="434577"/>
                </a:lnTo>
                <a:lnTo>
                  <a:pt x="121979" y="430425"/>
                </a:lnTo>
                <a:lnTo>
                  <a:pt x="131226" y="426735"/>
                </a:lnTo>
                <a:lnTo>
                  <a:pt x="140474" y="423044"/>
                </a:lnTo>
                <a:lnTo>
                  <a:pt x="149721" y="420277"/>
                </a:lnTo>
                <a:lnTo>
                  <a:pt x="159409" y="417970"/>
                </a:lnTo>
                <a:lnTo>
                  <a:pt x="169537" y="416125"/>
                </a:lnTo>
                <a:lnTo>
                  <a:pt x="179225" y="414741"/>
                </a:lnTo>
                <a:lnTo>
                  <a:pt x="189353" y="414279"/>
                </a:lnTo>
                <a:lnTo>
                  <a:pt x="199922" y="413818"/>
                </a:lnTo>
                <a:lnTo>
                  <a:pt x="208289" y="413818"/>
                </a:lnTo>
                <a:lnTo>
                  <a:pt x="216655" y="414741"/>
                </a:lnTo>
                <a:lnTo>
                  <a:pt x="225022" y="415663"/>
                </a:lnTo>
                <a:lnTo>
                  <a:pt x="232949" y="417047"/>
                </a:lnTo>
                <a:lnTo>
                  <a:pt x="235150" y="398595"/>
                </a:lnTo>
                <a:lnTo>
                  <a:pt x="237792" y="380603"/>
                </a:lnTo>
                <a:lnTo>
                  <a:pt x="241315" y="363073"/>
                </a:lnTo>
                <a:lnTo>
                  <a:pt x="245719" y="345543"/>
                </a:lnTo>
                <a:lnTo>
                  <a:pt x="250563" y="328936"/>
                </a:lnTo>
                <a:lnTo>
                  <a:pt x="256287" y="311867"/>
                </a:lnTo>
                <a:lnTo>
                  <a:pt x="262893" y="295721"/>
                </a:lnTo>
                <a:lnTo>
                  <a:pt x="269938" y="280036"/>
                </a:lnTo>
                <a:lnTo>
                  <a:pt x="277865" y="264352"/>
                </a:lnTo>
                <a:lnTo>
                  <a:pt x="286232" y="249128"/>
                </a:lnTo>
                <a:lnTo>
                  <a:pt x="295039" y="234827"/>
                </a:lnTo>
                <a:lnTo>
                  <a:pt x="305167" y="220527"/>
                </a:lnTo>
                <a:lnTo>
                  <a:pt x="315295" y="206687"/>
                </a:lnTo>
                <a:lnTo>
                  <a:pt x="325864" y="193770"/>
                </a:lnTo>
                <a:lnTo>
                  <a:pt x="337313" y="180853"/>
                </a:lnTo>
                <a:lnTo>
                  <a:pt x="349203" y="168859"/>
                </a:lnTo>
                <a:lnTo>
                  <a:pt x="361973" y="157326"/>
                </a:lnTo>
                <a:lnTo>
                  <a:pt x="374743" y="146716"/>
                </a:lnTo>
                <a:lnTo>
                  <a:pt x="388394" y="136106"/>
                </a:lnTo>
                <a:lnTo>
                  <a:pt x="402045" y="126880"/>
                </a:lnTo>
                <a:lnTo>
                  <a:pt x="416577" y="117653"/>
                </a:lnTo>
                <a:lnTo>
                  <a:pt x="431109" y="109350"/>
                </a:lnTo>
                <a:lnTo>
                  <a:pt x="446081" y="101507"/>
                </a:lnTo>
                <a:lnTo>
                  <a:pt x="461493" y="94587"/>
                </a:lnTo>
                <a:lnTo>
                  <a:pt x="477346" y="88590"/>
                </a:lnTo>
                <a:lnTo>
                  <a:pt x="493639" y="83054"/>
                </a:lnTo>
                <a:lnTo>
                  <a:pt x="510373" y="78441"/>
                </a:lnTo>
                <a:lnTo>
                  <a:pt x="527107" y="74751"/>
                </a:lnTo>
                <a:lnTo>
                  <a:pt x="544280" y="71522"/>
                </a:lnTo>
                <a:lnTo>
                  <a:pt x="561454" y="69676"/>
                </a:lnTo>
                <a:lnTo>
                  <a:pt x="579069" y="68292"/>
                </a:lnTo>
                <a:lnTo>
                  <a:pt x="596683" y="67831"/>
                </a:lnTo>
                <a:lnTo>
                  <a:pt x="610774" y="67831"/>
                </a:lnTo>
                <a:lnTo>
                  <a:pt x="624866" y="68754"/>
                </a:lnTo>
                <a:lnTo>
                  <a:pt x="638517" y="70138"/>
                </a:lnTo>
                <a:lnTo>
                  <a:pt x="652168" y="71983"/>
                </a:lnTo>
                <a:lnTo>
                  <a:pt x="665819" y="74751"/>
                </a:lnTo>
                <a:lnTo>
                  <a:pt x="679029" y="77519"/>
                </a:lnTo>
                <a:lnTo>
                  <a:pt x="692240" y="80748"/>
                </a:lnTo>
                <a:lnTo>
                  <a:pt x="705010" y="84900"/>
                </a:lnTo>
                <a:lnTo>
                  <a:pt x="717781" y="89052"/>
                </a:lnTo>
                <a:lnTo>
                  <a:pt x="730111" y="94126"/>
                </a:lnTo>
                <a:lnTo>
                  <a:pt x="742441" y="99662"/>
                </a:lnTo>
                <a:lnTo>
                  <a:pt x="754771" y="105198"/>
                </a:lnTo>
                <a:lnTo>
                  <a:pt x="766660" y="111656"/>
                </a:lnTo>
                <a:lnTo>
                  <a:pt x="778110" y="118115"/>
                </a:lnTo>
                <a:lnTo>
                  <a:pt x="789559" y="125034"/>
                </a:lnTo>
                <a:lnTo>
                  <a:pt x="800568" y="132877"/>
                </a:lnTo>
                <a:lnTo>
                  <a:pt x="811136" y="140719"/>
                </a:lnTo>
                <a:lnTo>
                  <a:pt x="821705" y="149023"/>
                </a:lnTo>
                <a:lnTo>
                  <a:pt x="831833" y="157788"/>
                </a:lnTo>
                <a:lnTo>
                  <a:pt x="841521" y="166553"/>
                </a:lnTo>
                <a:lnTo>
                  <a:pt x="851209" y="176240"/>
                </a:lnTo>
                <a:lnTo>
                  <a:pt x="860456" y="185928"/>
                </a:lnTo>
                <a:lnTo>
                  <a:pt x="869263" y="195616"/>
                </a:lnTo>
                <a:lnTo>
                  <a:pt x="878070" y="206226"/>
                </a:lnTo>
                <a:lnTo>
                  <a:pt x="885997" y="216836"/>
                </a:lnTo>
                <a:lnTo>
                  <a:pt x="893923" y="227908"/>
                </a:lnTo>
                <a:lnTo>
                  <a:pt x="901409" y="239441"/>
                </a:lnTo>
                <a:lnTo>
                  <a:pt x="908455" y="250974"/>
                </a:lnTo>
                <a:lnTo>
                  <a:pt x="915060" y="262968"/>
                </a:lnTo>
                <a:lnTo>
                  <a:pt x="921225" y="274962"/>
                </a:lnTo>
                <a:lnTo>
                  <a:pt x="927390" y="287418"/>
                </a:lnTo>
                <a:lnTo>
                  <a:pt x="932675" y="300334"/>
                </a:lnTo>
                <a:lnTo>
                  <a:pt x="947206" y="298950"/>
                </a:lnTo>
                <a:lnTo>
                  <a:pt x="961738" y="298489"/>
                </a:lnTo>
                <a:lnTo>
                  <a:pt x="973628" y="298950"/>
                </a:lnTo>
                <a:lnTo>
                  <a:pt x="985517" y="299412"/>
                </a:lnTo>
                <a:lnTo>
                  <a:pt x="996967" y="300796"/>
                </a:lnTo>
                <a:lnTo>
                  <a:pt x="1008416" y="303102"/>
                </a:lnTo>
                <a:lnTo>
                  <a:pt x="1019865" y="305409"/>
                </a:lnTo>
                <a:lnTo>
                  <a:pt x="1030874" y="308177"/>
                </a:lnTo>
                <a:lnTo>
                  <a:pt x="1041883" y="311867"/>
                </a:lnTo>
                <a:lnTo>
                  <a:pt x="1052451" y="315558"/>
                </a:lnTo>
                <a:lnTo>
                  <a:pt x="1062580" y="320171"/>
                </a:lnTo>
                <a:lnTo>
                  <a:pt x="1073148" y="325245"/>
                </a:lnTo>
                <a:lnTo>
                  <a:pt x="1082836" y="330320"/>
                </a:lnTo>
                <a:lnTo>
                  <a:pt x="1092524" y="336317"/>
                </a:lnTo>
                <a:lnTo>
                  <a:pt x="1102212" y="342314"/>
                </a:lnTo>
                <a:lnTo>
                  <a:pt x="1104422" y="344051"/>
                </a:lnTo>
                <a:lnTo>
                  <a:pt x="1109495" y="339004"/>
                </a:lnTo>
                <a:lnTo>
                  <a:pt x="1119084" y="330466"/>
                </a:lnTo>
                <a:lnTo>
                  <a:pt x="1128673" y="321928"/>
                </a:lnTo>
                <a:lnTo>
                  <a:pt x="1139328" y="313892"/>
                </a:lnTo>
                <a:lnTo>
                  <a:pt x="1149983" y="306359"/>
                </a:lnTo>
                <a:lnTo>
                  <a:pt x="1160637" y="298825"/>
                </a:lnTo>
                <a:lnTo>
                  <a:pt x="1172358" y="292296"/>
                </a:lnTo>
                <a:lnTo>
                  <a:pt x="1184078" y="285767"/>
                </a:lnTo>
                <a:lnTo>
                  <a:pt x="1195798" y="280243"/>
                </a:lnTo>
                <a:lnTo>
                  <a:pt x="1208584" y="274718"/>
                </a:lnTo>
                <a:lnTo>
                  <a:pt x="1220837" y="269696"/>
                </a:lnTo>
                <a:lnTo>
                  <a:pt x="1233622" y="265678"/>
                </a:lnTo>
                <a:lnTo>
                  <a:pt x="1246941" y="261661"/>
                </a:lnTo>
                <a:lnTo>
                  <a:pt x="1260259" y="258647"/>
                </a:lnTo>
                <a:lnTo>
                  <a:pt x="1274111" y="256136"/>
                </a:lnTo>
                <a:lnTo>
                  <a:pt x="1287962" y="253625"/>
                </a:lnTo>
                <a:lnTo>
                  <a:pt x="1301813" y="252118"/>
                </a:lnTo>
                <a:lnTo>
                  <a:pt x="1316197" y="251616"/>
                </a:lnTo>
                <a:lnTo>
                  <a:pt x="1330581" y="251114"/>
                </a:lnTo>
                <a:lnTo>
                  <a:pt x="1348161" y="251616"/>
                </a:lnTo>
                <a:lnTo>
                  <a:pt x="1365741" y="253123"/>
                </a:lnTo>
                <a:lnTo>
                  <a:pt x="1372134" y="239060"/>
                </a:lnTo>
                <a:lnTo>
                  <a:pt x="1379593" y="225500"/>
                </a:lnTo>
                <a:lnTo>
                  <a:pt x="1387051" y="212442"/>
                </a:lnTo>
                <a:lnTo>
                  <a:pt x="1395042" y="199384"/>
                </a:lnTo>
                <a:lnTo>
                  <a:pt x="1403566" y="186829"/>
                </a:lnTo>
                <a:lnTo>
                  <a:pt x="1412622" y="174273"/>
                </a:lnTo>
                <a:lnTo>
                  <a:pt x="1422212" y="162220"/>
                </a:lnTo>
                <a:lnTo>
                  <a:pt x="1431801" y="150668"/>
                </a:lnTo>
                <a:lnTo>
                  <a:pt x="1442456" y="139117"/>
                </a:lnTo>
                <a:lnTo>
                  <a:pt x="1453110" y="128570"/>
                </a:lnTo>
                <a:lnTo>
                  <a:pt x="1464298" y="118024"/>
                </a:lnTo>
                <a:lnTo>
                  <a:pt x="1476018" y="107477"/>
                </a:lnTo>
                <a:lnTo>
                  <a:pt x="1487738" y="97934"/>
                </a:lnTo>
                <a:lnTo>
                  <a:pt x="1499991" y="88392"/>
                </a:lnTo>
                <a:lnTo>
                  <a:pt x="1512777" y="79352"/>
                </a:lnTo>
                <a:lnTo>
                  <a:pt x="1525563" y="70814"/>
                </a:lnTo>
                <a:lnTo>
                  <a:pt x="1538881" y="62276"/>
                </a:lnTo>
                <a:lnTo>
                  <a:pt x="1552732" y="54743"/>
                </a:lnTo>
                <a:lnTo>
                  <a:pt x="1566583" y="47712"/>
                </a:lnTo>
                <a:lnTo>
                  <a:pt x="1580967" y="40680"/>
                </a:lnTo>
                <a:lnTo>
                  <a:pt x="1595884" y="34654"/>
                </a:lnTo>
                <a:lnTo>
                  <a:pt x="1610801" y="28627"/>
                </a:lnTo>
                <a:lnTo>
                  <a:pt x="1625717" y="23102"/>
                </a:lnTo>
                <a:lnTo>
                  <a:pt x="1641167" y="18582"/>
                </a:lnTo>
                <a:lnTo>
                  <a:pt x="1656616" y="14062"/>
                </a:lnTo>
                <a:lnTo>
                  <a:pt x="1672598" y="10547"/>
                </a:lnTo>
                <a:lnTo>
                  <a:pt x="1688580" y="7533"/>
                </a:lnTo>
                <a:lnTo>
                  <a:pt x="1705095" y="4520"/>
                </a:lnTo>
                <a:lnTo>
                  <a:pt x="1721610" y="2511"/>
                </a:lnTo>
                <a:lnTo>
                  <a:pt x="1738125" y="1004"/>
                </a:lnTo>
                <a:close/>
              </a:path>
            </a:pathLst>
          </a:custGeom>
          <a:solidFill>
            <a:srgbClr val="BEE9EE"/>
          </a:solidFill>
          <a:ln w="12700">
            <a:solidFill>
              <a:srgbClr val="94DAE2"/>
            </a:solidFill>
          </a:ln>
        </p:spPr>
        <p:style>
          <a:lnRef idx="1">
            <a:schemeClr val="accent1"/>
          </a:lnRef>
          <a:fillRef idx="0">
            <a:schemeClr val="accent1"/>
          </a:fillRef>
          <a:effectRef idx="0">
            <a:schemeClr val="accent1"/>
          </a:effectRef>
          <a:fontRef idx="minor">
            <a:schemeClr val="tx1"/>
          </a:fontRef>
        </p:style>
        <p:txBody>
          <a:bodyPr wrap="square" rtlCol="0" anchor="ctr">
            <a:noAutofit/>
          </a:bodyPr>
          <a:lstStyle/>
          <a:p>
            <a:pPr algn="ctr" defTabSz="958848"/>
            <a:endParaRPr lang="zh-CN" altLang="en-US" sz="1600">
              <a:solidFill>
                <a:prstClr val="black"/>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endParaRPr>
          </a:p>
        </p:txBody>
      </p:sp>
      <p:sp>
        <p:nvSpPr>
          <p:cNvPr id="8" name="文本框 55">
            <a:extLst>
              <a:ext uri="{FF2B5EF4-FFF2-40B4-BE49-F238E27FC236}">
                <a16:creationId xmlns:a16="http://schemas.microsoft.com/office/drawing/2014/main" xmlns="" id="{5A8A5AC0-1944-4604-AA10-FF4FB9A9BD8E}"/>
              </a:ext>
            </a:extLst>
          </p:cNvPr>
          <p:cNvSpPr txBox="1"/>
          <p:nvPr/>
        </p:nvSpPr>
        <p:spPr bwMode="gray">
          <a:xfrm>
            <a:off x="3638631" y="4979465"/>
            <a:ext cx="1242055" cy="338554"/>
          </a:xfrm>
          <a:prstGeom prst="rect">
            <a:avLst/>
          </a:prstGeom>
          <a:noFill/>
        </p:spPr>
        <p:txBody>
          <a:bodyPr wrap="square" rtlCol="0">
            <a:spAutoFit/>
          </a:bodyPr>
          <a:lstStyle/>
          <a:p>
            <a:pPr algn="ctr" defTabSz="958848"/>
            <a:r>
              <a:rPr lang="zh-CN" altLang="en-US" sz="1600" dirty="0">
                <a:solidFill>
                  <a:srgbClr val="1D1D1A"/>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训练数据</a:t>
            </a:r>
            <a:endParaRPr lang="en-US" sz="1600" dirty="0">
              <a:solidFill>
                <a:srgbClr val="1D1D1A"/>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endParaRPr>
          </a:p>
        </p:txBody>
      </p:sp>
      <p:grpSp>
        <p:nvGrpSpPr>
          <p:cNvPr id="9" name="组合 8">
            <a:extLst>
              <a:ext uri="{FF2B5EF4-FFF2-40B4-BE49-F238E27FC236}">
                <a16:creationId xmlns:a16="http://schemas.microsoft.com/office/drawing/2014/main" xmlns="" id="{5F25764F-BC9F-4990-8FF4-11AB842DB653}"/>
              </a:ext>
            </a:extLst>
          </p:cNvPr>
          <p:cNvGrpSpPr/>
          <p:nvPr/>
        </p:nvGrpSpPr>
        <p:grpSpPr bwMode="gray">
          <a:xfrm>
            <a:off x="3509229" y="5048632"/>
            <a:ext cx="163140" cy="254442"/>
            <a:chOff x="3236394" y="6355976"/>
            <a:chExt cx="165443" cy="253880"/>
          </a:xfrm>
        </p:grpSpPr>
        <p:sp>
          <p:nvSpPr>
            <p:cNvPr id="10" name="燕尾形 235">
              <a:extLst>
                <a:ext uri="{FF2B5EF4-FFF2-40B4-BE49-F238E27FC236}">
                  <a16:creationId xmlns:a16="http://schemas.microsoft.com/office/drawing/2014/main" xmlns="" id="{0D24A2C2-6E5F-40D1-9BFF-56D8175D81D1}"/>
                </a:ext>
              </a:extLst>
            </p:cNvPr>
            <p:cNvSpPr/>
            <p:nvPr/>
          </p:nvSpPr>
          <p:spPr bwMode="gray">
            <a:xfrm rot="16200000" flipV="1">
              <a:off x="3252228" y="6460246"/>
              <a:ext cx="133776" cy="165443"/>
            </a:xfrm>
            <a:prstGeom prst="chevron">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58848"/>
              <a:endParaRPr lang="zh-CN" altLang="en-US" sz="1600">
                <a:solidFill>
                  <a:srgbClr val="1D1D1A"/>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endParaRPr>
            </a:p>
          </p:txBody>
        </p:sp>
        <p:sp>
          <p:nvSpPr>
            <p:cNvPr id="11" name="燕尾形 236">
              <a:extLst>
                <a:ext uri="{FF2B5EF4-FFF2-40B4-BE49-F238E27FC236}">
                  <a16:creationId xmlns:a16="http://schemas.microsoft.com/office/drawing/2014/main" xmlns="" id="{367C32E1-D233-4F35-A2D1-E2EF69638A9E}"/>
                </a:ext>
              </a:extLst>
            </p:cNvPr>
            <p:cNvSpPr/>
            <p:nvPr/>
          </p:nvSpPr>
          <p:spPr bwMode="gray">
            <a:xfrm rot="16200000" flipV="1">
              <a:off x="3252228" y="6340142"/>
              <a:ext cx="133776" cy="165443"/>
            </a:xfrm>
            <a:prstGeom prst="chevron">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58848"/>
              <a:endParaRPr lang="zh-CN" altLang="en-US" sz="1600">
                <a:solidFill>
                  <a:srgbClr val="1D1D1A"/>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endParaRPr>
            </a:p>
          </p:txBody>
        </p:sp>
      </p:grpSp>
      <p:grpSp>
        <p:nvGrpSpPr>
          <p:cNvPr id="12" name="组合 11">
            <a:extLst>
              <a:ext uri="{FF2B5EF4-FFF2-40B4-BE49-F238E27FC236}">
                <a16:creationId xmlns:a16="http://schemas.microsoft.com/office/drawing/2014/main" xmlns="" id="{7C43A072-F642-444D-BD47-18EFFDEA9977}"/>
              </a:ext>
            </a:extLst>
          </p:cNvPr>
          <p:cNvGrpSpPr/>
          <p:nvPr/>
        </p:nvGrpSpPr>
        <p:grpSpPr bwMode="gray">
          <a:xfrm>
            <a:off x="1066578" y="5060734"/>
            <a:ext cx="184098" cy="242829"/>
            <a:chOff x="4348613" y="6304371"/>
            <a:chExt cx="106382" cy="302349"/>
          </a:xfrm>
        </p:grpSpPr>
        <p:sp>
          <p:nvSpPr>
            <p:cNvPr id="13" name="燕尾形 233">
              <a:extLst>
                <a:ext uri="{FF2B5EF4-FFF2-40B4-BE49-F238E27FC236}">
                  <a16:creationId xmlns:a16="http://schemas.microsoft.com/office/drawing/2014/main" xmlns="" id="{F1CC46D2-ACFB-4C05-8AA3-74FF3BE5257C}"/>
                </a:ext>
              </a:extLst>
            </p:cNvPr>
            <p:cNvSpPr/>
            <p:nvPr/>
          </p:nvSpPr>
          <p:spPr bwMode="gray">
            <a:xfrm rot="5400000" flipV="1">
              <a:off x="4316887" y="6336097"/>
              <a:ext cx="169834" cy="106381"/>
            </a:xfrm>
            <a:prstGeom prst="chevron">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58848"/>
              <a:endParaRPr lang="zh-CN" altLang="en-US" sz="1600">
                <a:solidFill>
                  <a:srgbClr val="1D1D1A"/>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endParaRPr>
            </a:p>
          </p:txBody>
        </p:sp>
        <p:sp>
          <p:nvSpPr>
            <p:cNvPr id="14" name="燕尾形 234">
              <a:extLst>
                <a:ext uri="{FF2B5EF4-FFF2-40B4-BE49-F238E27FC236}">
                  <a16:creationId xmlns:a16="http://schemas.microsoft.com/office/drawing/2014/main" xmlns="" id="{6A0346A3-E1E4-4F73-B8E2-31E87576121D}"/>
                </a:ext>
              </a:extLst>
            </p:cNvPr>
            <p:cNvSpPr/>
            <p:nvPr/>
          </p:nvSpPr>
          <p:spPr bwMode="gray">
            <a:xfrm rot="5400000" flipV="1">
              <a:off x="4316888" y="6468612"/>
              <a:ext cx="169834" cy="106381"/>
            </a:xfrm>
            <a:prstGeom prst="chevron">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58848"/>
              <a:endParaRPr lang="zh-CN" altLang="en-US" sz="1600">
                <a:solidFill>
                  <a:srgbClr val="1D1D1A"/>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endParaRPr>
            </a:p>
          </p:txBody>
        </p:sp>
      </p:grpSp>
      <p:sp>
        <p:nvSpPr>
          <p:cNvPr id="15" name="文本框 55">
            <a:extLst>
              <a:ext uri="{FF2B5EF4-FFF2-40B4-BE49-F238E27FC236}">
                <a16:creationId xmlns:a16="http://schemas.microsoft.com/office/drawing/2014/main" xmlns="" id="{7C37248B-5B46-41D3-BC21-C367B419E784}"/>
              </a:ext>
            </a:extLst>
          </p:cNvPr>
          <p:cNvSpPr txBox="1"/>
          <p:nvPr/>
        </p:nvSpPr>
        <p:spPr bwMode="gray">
          <a:xfrm>
            <a:off x="1383745" y="4092919"/>
            <a:ext cx="753470" cy="584775"/>
          </a:xfrm>
          <a:prstGeom prst="rect">
            <a:avLst/>
          </a:prstGeom>
          <a:noFill/>
        </p:spPr>
        <p:txBody>
          <a:bodyPr wrap="square" rtlCol="0">
            <a:spAutoFit/>
          </a:bodyPr>
          <a:lstStyle/>
          <a:p>
            <a:pPr algn="ctr" defTabSz="958848"/>
            <a:r>
              <a:rPr lang="zh-CN" altLang="en-US" sz="1600" dirty="0">
                <a:solidFill>
                  <a:srgbClr val="4D4D4D"/>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数据服务</a:t>
            </a:r>
            <a:endParaRPr lang="en-US" sz="1600" dirty="0">
              <a:solidFill>
                <a:srgbClr val="4D4D4D"/>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endParaRPr>
          </a:p>
        </p:txBody>
      </p:sp>
      <p:sp>
        <p:nvSpPr>
          <p:cNvPr id="16" name="文本框 55">
            <a:extLst>
              <a:ext uri="{FF2B5EF4-FFF2-40B4-BE49-F238E27FC236}">
                <a16:creationId xmlns:a16="http://schemas.microsoft.com/office/drawing/2014/main" xmlns="" id="{48F14B45-8152-4C41-AB47-918369EEE710}"/>
              </a:ext>
            </a:extLst>
          </p:cNvPr>
          <p:cNvSpPr txBox="1"/>
          <p:nvPr/>
        </p:nvSpPr>
        <p:spPr bwMode="gray">
          <a:xfrm>
            <a:off x="3532367" y="4092919"/>
            <a:ext cx="753470" cy="584775"/>
          </a:xfrm>
          <a:prstGeom prst="rect">
            <a:avLst/>
          </a:prstGeom>
          <a:noFill/>
        </p:spPr>
        <p:txBody>
          <a:bodyPr wrap="square" rtlCol="0">
            <a:spAutoFit/>
          </a:bodyPr>
          <a:lstStyle/>
          <a:p>
            <a:pPr algn="ctr" defTabSz="958848"/>
            <a:r>
              <a:rPr lang="zh-CN" altLang="en-US" sz="1600" dirty="0">
                <a:solidFill>
                  <a:srgbClr val="4D4D4D"/>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生态服务</a:t>
            </a:r>
            <a:endParaRPr lang="en-US" sz="1600" dirty="0">
              <a:solidFill>
                <a:srgbClr val="4D4D4D"/>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endParaRPr>
          </a:p>
        </p:txBody>
      </p:sp>
      <p:sp>
        <p:nvSpPr>
          <p:cNvPr id="17" name="文本框 16">
            <a:extLst>
              <a:ext uri="{FF2B5EF4-FFF2-40B4-BE49-F238E27FC236}">
                <a16:creationId xmlns:a16="http://schemas.microsoft.com/office/drawing/2014/main" xmlns="" id="{341A9705-20BC-4C7A-965A-AACFFDF18426}"/>
              </a:ext>
            </a:extLst>
          </p:cNvPr>
          <p:cNvSpPr txBox="1"/>
          <p:nvPr/>
        </p:nvSpPr>
        <p:spPr bwMode="gray">
          <a:xfrm>
            <a:off x="1498609" y="2801239"/>
            <a:ext cx="2499306" cy="503836"/>
          </a:xfrm>
          <a:prstGeom prst="rect">
            <a:avLst/>
          </a:prstGeom>
          <a:noFill/>
        </p:spPr>
        <p:txBody>
          <a:bodyPr wrap="none" rtlCol="0" anchor="ctr">
            <a:noAutofit/>
          </a:bodyPr>
          <a:lstStyle/>
          <a:p>
            <a:pPr algn="ctr" defTabSz="958848"/>
            <a:r>
              <a:rPr lang="zh-CN" altLang="en-US" sz="1600" dirty="0">
                <a:solidFill>
                  <a:srgbClr val="1D1D1A"/>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云端</a:t>
            </a:r>
            <a:r>
              <a:rPr lang="en-US" altLang="zh-CN" sz="1600" dirty="0">
                <a:solidFill>
                  <a:srgbClr val="1D1D1A"/>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AI</a:t>
            </a:r>
            <a:endParaRPr lang="zh-CN" altLang="en-US" sz="1600"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endParaRPr>
          </a:p>
        </p:txBody>
      </p:sp>
      <p:sp>
        <p:nvSpPr>
          <p:cNvPr id="18" name="文本框 17">
            <a:extLst>
              <a:ext uri="{FF2B5EF4-FFF2-40B4-BE49-F238E27FC236}">
                <a16:creationId xmlns:a16="http://schemas.microsoft.com/office/drawing/2014/main" xmlns="" id="{41A68C73-F12C-4CAF-B1F7-341CEF101490}"/>
              </a:ext>
            </a:extLst>
          </p:cNvPr>
          <p:cNvSpPr txBox="1"/>
          <p:nvPr/>
        </p:nvSpPr>
        <p:spPr bwMode="gray">
          <a:xfrm>
            <a:off x="2001750" y="3634506"/>
            <a:ext cx="1484702" cy="338554"/>
          </a:xfrm>
          <a:prstGeom prst="rect">
            <a:avLst/>
          </a:prstGeom>
          <a:solidFill>
            <a:srgbClr val="EC7061"/>
          </a:solidFill>
        </p:spPr>
        <p:txBody>
          <a:bodyPr wrap="none" rtlCol="0">
            <a:spAutoFit/>
          </a:bodyPr>
          <a:lstStyle/>
          <a:p>
            <a:r>
              <a:rPr lang="en-US" altLang="zh-CN" sz="1600" b="1" dirty="0">
                <a:solidFill>
                  <a:srgbClr val="FFFFFF"/>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iMaster NAIE</a:t>
            </a:r>
            <a:endParaRPr lang="zh-CN" altLang="en-US" sz="1600" b="1" dirty="0">
              <a:solidFill>
                <a:srgbClr val="FFFFFF"/>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endParaRPr>
          </a:p>
        </p:txBody>
      </p:sp>
      <p:sp>
        <p:nvSpPr>
          <p:cNvPr id="19" name="矩形 18">
            <a:extLst>
              <a:ext uri="{FF2B5EF4-FFF2-40B4-BE49-F238E27FC236}">
                <a16:creationId xmlns:a16="http://schemas.microsoft.com/office/drawing/2014/main" xmlns="" id="{2ECCDEF3-C151-4A0D-8A80-A9208E358219}"/>
              </a:ext>
            </a:extLst>
          </p:cNvPr>
          <p:cNvSpPr/>
          <p:nvPr/>
        </p:nvSpPr>
        <p:spPr bwMode="gray">
          <a:xfrm>
            <a:off x="5389781" y="5053729"/>
            <a:ext cx="1761942" cy="338554"/>
          </a:xfrm>
          <a:prstGeom prst="rect">
            <a:avLst/>
          </a:prstGeom>
          <a:noFill/>
        </p:spPr>
        <p:txBody>
          <a:bodyPr wrap="square">
            <a:spAutoFit/>
          </a:bodyPr>
          <a:lstStyle/>
          <a:p>
            <a:pPr defTabSz="685480"/>
            <a:r>
              <a:rPr lang="zh-CN" altLang="en-US" sz="1600" b="1"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云端数据采集</a:t>
            </a:r>
          </a:p>
        </p:txBody>
      </p:sp>
      <p:sp>
        <p:nvSpPr>
          <p:cNvPr id="20" name="矩形 19">
            <a:extLst>
              <a:ext uri="{FF2B5EF4-FFF2-40B4-BE49-F238E27FC236}">
                <a16:creationId xmlns:a16="http://schemas.microsoft.com/office/drawing/2014/main" xmlns="" id="{1076FD20-B48C-472E-862A-82086295B2B9}"/>
              </a:ext>
            </a:extLst>
          </p:cNvPr>
          <p:cNvSpPr/>
          <p:nvPr/>
        </p:nvSpPr>
        <p:spPr bwMode="gray">
          <a:xfrm>
            <a:off x="5389781" y="4018498"/>
            <a:ext cx="3470368" cy="584775"/>
          </a:xfrm>
          <a:prstGeom prst="rect">
            <a:avLst/>
          </a:prstGeom>
        </p:spPr>
        <p:txBody>
          <a:bodyPr wrap="square" lIns="71981" rIns="35991" anchor="ctr">
            <a:spAutoFit/>
          </a:bodyPr>
          <a:lstStyle/>
          <a:p>
            <a:pPr>
              <a:defRPr/>
            </a:pPr>
            <a:r>
              <a:rPr lang="zh-CN" altLang="en-US" sz="1600" kern="0"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治理高效，节省</a:t>
            </a:r>
            <a:r>
              <a:rPr lang="en-US" altLang="zh-CN" sz="1600" kern="0"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90%</a:t>
            </a:r>
            <a:r>
              <a:rPr lang="zh-CN" altLang="en-US" sz="1600" kern="0"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数据准备时间</a:t>
            </a:r>
          </a:p>
          <a:p>
            <a:pPr>
              <a:defRPr/>
            </a:pPr>
            <a:endParaRPr lang="en-US" altLang="zh-CN" sz="1600" kern="0"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endParaRPr>
          </a:p>
        </p:txBody>
      </p:sp>
      <p:sp>
        <p:nvSpPr>
          <p:cNvPr id="21" name="矩形 20">
            <a:extLst>
              <a:ext uri="{FF2B5EF4-FFF2-40B4-BE49-F238E27FC236}">
                <a16:creationId xmlns:a16="http://schemas.microsoft.com/office/drawing/2014/main" xmlns="" id="{8AE528DB-D7A9-4BA3-AA96-46F18CCE52FE}"/>
              </a:ext>
            </a:extLst>
          </p:cNvPr>
          <p:cNvSpPr/>
          <p:nvPr/>
        </p:nvSpPr>
        <p:spPr bwMode="gray">
          <a:xfrm>
            <a:off x="8755741" y="4273320"/>
            <a:ext cx="2988759" cy="1077218"/>
          </a:xfrm>
          <a:prstGeom prst="rect">
            <a:avLst/>
          </a:prstGeom>
        </p:spPr>
        <p:txBody>
          <a:bodyPr wrap="square" lIns="71981" rIns="35991" anchor="ctr">
            <a:spAutoFit/>
          </a:bodyPr>
          <a:lstStyle/>
          <a:p>
            <a:pPr>
              <a:spcBef>
                <a:spcPts val="1299"/>
              </a:spcBef>
            </a:pPr>
            <a:r>
              <a:rPr lang="zh-CN" altLang="en-US" sz="1600" kern="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华为经验</a:t>
            </a:r>
            <a:r>
              <a:rPr lang="zh-CN" altLang="en-US" sz="1600" kern="0"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嵌入，</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提升训练效率</a:t>
            </a:r>
            <a:endParaRPr lang="en-US" altLang="zh-CN" sz="1600"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endParaRPr>
          </a:p>
          <a:p>
            <a:pPr>
              <a:defRPr/>
            </a:pPr>
            <a:endParaRPr lang="en-US" altLang="zh-CN" sz="1600" kern="0"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endParaRPr>
          </a:p>
          <a:p>
            <a:pPr>
              <a:defRPr/>
            </a:pPr>
            <a:r>
              <a:rPr lang="zh-CN" altLang="en-US" sz="1600" kern="0"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低门槛模型生成，</a:t>
            </a:r>
            <a:r>
              <a:rPr lang="en-US" altLang="zh-CN" sz="1600" kern="0"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0</a:t>
            </a:r>
            <a:r>
              <a:rPr lang="zh-CN" altLang="en-US" sz="1600" kern="0"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编码开发</a:t>
            </a:r>
            <a:endParaRPr lang="en-US" altLang="zh-CN" sz="1600" kern="0"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endParaRPr>
          </a:p>
          <a:p>
            <a:pPr>
              <a:defRPr/>
            </a:pPr>
            <a:endParaRPr lang="en-US" altLang="zh-CN" sz="1600" kern="0"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endParaRPr>
          </a:p>
        </p:txBody>
      </p:sp>
      <p:sp>
        <p:nvSpPr>
          <p:cNvPr id="22" name="文本框 55">
            <a:extLst>
              <a:ext uri="{FF2B5EF4-FFF2-40B4-BE49-F238E27FC236}">
                <a16:creationId xmlns:a16="http://schemas.microsoft.com/office/drawing/2014/main" xmlns="" id="{92B17B10-EB1D-4F52-A5F9-CDA6BFCA7686}"/>
              </a:ext>
            </a:extLst>
          </p:cNvPr>
          <p:cNvSpPr txBox="1"/>
          <p:nvPr/>
        </p:nvSpPr>
        <p:spPr bwMode="gray">
          <a:xfrm>
            <a:off x="2496109" y="4092919"/>
            <a:ext cx="753470" cy="584775"/>
          </a:xfrm>
          <a:prstGeom prst="rect">
            <a:avLst/>
          </a:prstGeom>
          <a:noFill/>
        </p:spPr>
        <p:txBody>
          <a:bodyPr wrap="square" rtlCol="0">
            <a:spAutoFit/>
          </a:bodyPr>
          <a:lstStyle/>
          <a:p>
            <a:pPr algn="ctr" defTabSz="958848"/>
            <a:r>
              <a:rPr lang="zh-CN" altLang="en-US" sz="1600" dirty="0">
                <a:solidFill>
                  <a:srgbClr val="4D4D4D"/>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训练服务</a:t>
            </a:r>
            <a:endParaRPr lang="en-US" sz="1600" dirty="0">
              <a:solidFill>
                <a:srgbClr val="4D4D4D"/>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endParaRPr>
          </a:p>
        </p:txBody>
      </p:sp>
      <p:sp>
        <p:nvSpPr>
          <p:cNvPr id="23" name="矩形 22">
            <a:extLst>
              <a:ext uri="{FF2B5EF4-FFF2-40B4-BE49-F238E27FC236}">
                <a16:creationId xmlns:a16="http://schemas.microsoft.com/office/drawing/2014/main" xmlns="" id="{E3D55B55-66A3-4BF3-92A2-4FAD45128063}"/>
              </a:ext>
            </a:extLst>
          </p:cNvPr>
          <p:cNvSpPr/>
          <p:nvPr/>
        </p:nvSpPr>
        <p:spPr bwMode="gray">
          <a:xfrm>
            <a:off x="5389781" y="3060588"/>
            <a:ext cx="1239183" cy="338554"/>
          </a:xfrm>
          <a:prstGeom prst="rect">
            <a:avLst/>
          </a:prstGeom>
          <a:noFill/>
        </p:spPr>
        <p:txBody>
          <a:bodyPr wrap="square">
            <a:spAutoFit/>
          </a:bodyPr>
          <a:lstStyle/>
          <a:p>
            <a:pPr defTabSz="685480"/>
            <a:r>
              <a:rPr lang="zh-CN" altLang="en-US" sz="1600" b="1"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数据处理</a:t>
            </a:r>
          </a:p>
        </p:txBody>
      </p:sp>
      <p:sp>
        <p:nvSpPr>
          <p:cNvPr id="24" name="矩形 23">
            <a:extLst>
              <a:ext uri="{FF2B5EF4-FFF2-40B4-BE49-F238E27FC236}">
                <a16:creationId xmlns:a16="http://schemas.microsoft.com/office/drawing/2014/main" xmlns="" id="{74A0A7E5-EF0E-4F09-8839-837C44BDE428}"/>
              </a:ext>
            </a:extLst>
          </p:cNvPr>
          <p:cNvSpPr/>
          <p:nvPr/>
        </p:nvSpPr>
        <p:spPr bwMode="gray">
          <a:xfrm>
            <a:off x="9117692" y="3060588"/>
            <a:ext cx="1812493" cy="338554"/>
          </a:xfrm>
          <a:prstGeom prst="rect">
            <a:avLst/>
          </a:prstGeom>
          <a:noFill/>
        </p:spPr>
        <p:txBody>
          <a:bodyPr wrap="square">
            <a:spAutoFit/>
          </a:bodyPr>
          <a:lstStyle/>
          <a:p>
            <a:pPr defTabSz="685480"/>
            <a:r>
              <a:rPr lang="zh-CN" altLang="en-US" sz="1600" b="1"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模型开发训练</a:t>
            </a:r>
          </a:p>
        </p:txBody>
      </p:sp>
      <p:sp>
        <p:nvSpPr>
          <p:cNvPr id="25" name="文本框 24">
            <a:extLst>
              <a:ext uri="{FF2B5EF4-FFF2-40B4-BE49-F238E27FC236}">
                <a16:creationId xmlns:a16="http://schemas.microsoft.com/office/drawing/2014/main" xmlns="" id="{D489B7FF-046C-4A6A-8FF3-BCD173BD58CD}"/>
              </a:ext>
            </a:extLst>
          </p:cNvPr>
          <p:cNvSpPr txBox="1"/>
          <p:nvPr/>
        </p:nvSpPr>
        <p:spPr bwMode="gray">
          <a:xfrm>
            <a:off x="9471878" y="2646324"/>
            <a:ext cx="801366" cy="479772"/>
          </a:xfrm>
          <a:prstGeom prst="rect">
            <a:avLst/>
          </a:prstGeom>
          <a:noFill/>
        </p:spPr>
        <p:txBody>
          <a:bodyPr wrap="none" rtlCol="0" anchor="ctr">
            <a:noAutofit/>
          </a:bodyPr>
          <a:lstStyle>
            <a:defPPr>
              <a:defRPr lang="en-US"/>
            </a:defPPr>
            <a:lvl1pPr algn="ctr" defTabSz="539807">
              <a:defRPr sz="1200" b="1">
                <a:solidFill>
                  <a:srgbClr val="C00000"/>
                </a:solidFill>
              </a:defRPr>
            </a:lvl1pPr>
          </a:lstStyle>
          <a:p>
            <a:r>
              <a:rPr lang="en-US" altLang="zh-CN"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3</a:t>
            </a:r>
          </a:p>
        </p:txBody>
      </p:sp>
      <p:sp>
        <p:nvSpPr>
          <p:cNvPr id="26" name="文本框 25">
            <a:extLst>
              <a:ext uri="{FF2B5EF4-FFF2-40B4-BE49-F238E27FC236}">
                <a16:creationId xmlns:a16="http://schemas.microsoft.com/office/drawing/2014/main" xmlns="" id="{1F351E1C-3A63-4B1C-8AF7-18FA6DA35A72}"/>
              </a:ext>
            </a:extLst>
          </p:cNvPr>
          <p:cNvSpPr txBox="1"/>
          <p:nvPr/>
        </p:nvSpPr>
        <p:spPr bwMode="gray">
          <a:xfrm>
            <a:off x="5478018" y="2646324"/>
            <a:ext cx="801366" cy="479772"/>
          </a:xfrm>
          <a:prstGeom prst="rect">
            <a:avLst/>
          </a:prstGeom>
          <a:noFill/>
        </p:spPr>
        <p:txBody>
          <a:bodyPr wrap="none" rtlCol="0" anchor="ctr">
            <a:noAutofit/>
          </a:bodyPr>
          <a:lstStyle>
            <a:defPPr>
              <a:defRPr lang="en-US"/>
            </a:defPPr>
            <a:lvl1pPr algn="ctr" defTabSz="539807">
              <a:defRPr sz="1200" b="1">
                <a:solidFill>
                  <a:srgbClr val="C00000"/>
                </a:solidFill>
              </a:defRPr>
            </a:lvl1pPr>
          </a:lstStyle>
          <a:p>
            <a:r>
              <a:rPr lang="en-US" altLang="zh-CN"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2</a:t>
            </a:r>
          </a:p>
        </p:txBody>
      </p:sp>
      <p:sp>
        <p:nvSpPr>
          <p:cNvPr id="27" name="文本框 55">
            <a:extLst>
              <a:ext uri="{FF2B5EF4-FFF2-40B4-BE49-F238E27FC236}">
                <a16:creationId xmlns:a16="http://schemas.microsoft.com/office/drawing/2014/main" xmlns="" id="{BBD612F6-A6F9-49E3-B53F-BB4A085E73B8}"/>
              </a:ext>
            </a:extLst>
          </p:cNvPr>
          <p:cNvSpPr txBox="1"/>
          <p:nvPr/>
        </p:nvSpPr>
        <p:spPr bwMode="gray">
          <a:xfrm>
            <a:off x="1085124" y="5012629"/>
            <a:ext cx="1215788" cy="338554"/>
          </a:xfrm>
          <a:prstGeom prst="rect">
            <a:avLst/>
          </a:prstGeom>
          <a:noFill/>
        </p:spPr>
        <p:txBody>
          <a:bodyPr wrap="square" rtlCol="0">
            <a:spAutoFit/>
          </a:bodyPr>
          <a:lstStyle/>
          <a:p>
            <a:pPr algn="ctr" defTabSz="958848"/>
            <a:r>
              <a:rPr lang="zh-CN" altLang="en-US" sz="1600" dirty="0">
                <a:solidFill>
                  <a:srgbClr val="1D1D1A"/>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模型</a:t>
            </a:r>
            <a:endParaRPr lang="en-US" sz="1600" dirty="0">
              <a:solidFill>
                <a:srgbClr val="1D1D1A"/>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endParaRPr>
          </a:p>
        </p:txBody>
      </p:sp>
      <p:sp>
        <p:nvSpPr>
          <p:cNvPr id="28" name="燕尾形 131">
            <a:extLst>
              <a:ext uri="{FF2B5EF4-FFF2-40B4-BE49-F238E27FC236}">
                <a16:creationId xmlns:a16="http://schemas.microsoft.com/office/drawing/2014/main" xmlns="" id="{B975F054-8D85-4A29-85BD-663FC2B23815}"/>
              </a:ext>
            </a:extLst>
          </p:cNvPr>
          <p:cNvSpPr/>
          <p:nvPr/>
        </p:nvSpPr>
        <p:spPr bwMode="gray">
          <a:xfrm rot="5400000">
            <a:off x="9723947" y="3607540"/>
            <a:ext cx="306364" cy="234365"/>
          </a:xfrm>
          <a:prstGeom prst="chevron">
            <a:avLst/>
          </a:prstGeom>
          <a:solidFill>
            <a:srgbClr val="EC70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rgbClr val="0070C0"/>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endParaRPr>
          </a:p>
        </p:txBody>
      </p:sp>
      <p:sp>
        <p:nvSpPr>
          <p:cNvPr id="29" name="燕尾形 141">
            <a:extLst>
              <a:ext uri="{FF2B5EF4-FFF2-40B4-BE49-F238E27FC236}">
                <a16:creationId xmlns:a16="http://schemas.microsoft.com/office/drawing/2014/main" xmlns="" id="{045A0D1F-4B53-45B9-A460-303A8E2B4745}"/>
              </a:ext>
            </a:extLst>
          </p:cNvPr>
          <p:cNvSpPr/>
          <p:nvPr/>
        </p:nvSpPr>
        <p:spPr bwMode="gray">
          <a:xfrm rot="5400000" flipH="1">
            <a:off x="5723293" y="3609765"/>
            <a:ext cx="310813" cy="234365"/>
          </a:xfrm>
          <a:prstGeom prst="chevron">
            <a:avLst/>
          </a:prstGeom>
          <a:solidFill>
            <a:srgbClr val="EC70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rgbClr val="0070C0"/>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endParaRPr>
          </a:p>
        </p:txBody>
      </p:sp>
      <p:sp>
        <p:nvSpPr>
          <p:cNvPr id="30" name="文本框 29">
            <a:extLst>
              <a:ext uri="{FF2B5EF4-FFF2-40B4-BE49-F238E27FC236}">
                <a16:creationId xmlns:a16="http://schemas.microsoft.com/office/drawing/2014/main" xmlns="" id="{29FE5D80-A517-457E-8C2B-9A87F6BD152D}"/>
              </a:ext>
            </a:extLst>
          </p:cNvPr>
          <p:cNvSpPr txBox="1"/>
          <p:nvPr/>
        </p:nvSpPr>
        <p:spPr bwMode="gray">
          <a:xfrm>
            <a:off x="5478018" y="4712938"/>
            <a:ext cx="801366" cy="479772"/>
          </a:xfrm>
          <a:prstGeom prst="rect">
            <a:avLst/>
          </a:prstGeom>
          <a:noFill/>
        </p:spPr>
        <p:txBody>
          <a:bodyPr wrap="none" rtlCol="0" anchor="ctr">
            <a:noAutofit/>
          </a:bodyPr>
          <a:lstStyle>
            <a:defPPr>
              <a:defRPr lang="en-US"/>
            </a:defPPr>
            <a:lvl1pPr algn="ctr" defTabSz="539807">
              <a:defRPr sz="1200" b="1">
                <a:solidFill>
                  <a:srgbClr val="C00000"/>
                </a:solidFill>
              </a:defRPr>
            </a:lvl1pPr>
          </a:lstStyle>
          <a:p>
            <a:r>
              <a:rPr lang="en-US" altLang="zh-CN"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1</a:t>
            </a:r>
          </a:p>
        </p:txBody>
      </p:sp>
    </p:spTree>
    <p:extLst>
      <p:ext uri="{BB962C8B-B14F-4D97-AF65-F5344CB8AC3E}">
        <p14:creationId xmlns:p14="http://schemas.microsoft.com/office/powerpoint/2010/main" val="288372685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B5E6F63D-5836-4E7C-A060-328BC87AA1CE}"/>
              </a:ext>
            </a:extLst>
          </p:cNvPr>
          <p:cNvSpPr>
            <a:spLocks noGrp="1"/>
          </p:cNvSpPr>
          <p:nvPr>
            <p:ph type="title"/>
          </p:nvPr>
        </p:nvSpPr>
        <p:spPr bwMode="gray"/>
        <p:txBody>
          <a:bodyPr/>
          <a:lstStyle/>
          <a:p>
            <a:r>
              <a:rPr lang="zh-CN" altLang="en-US" smtClean="0">
                <a:sym typeface="Huawei Sans" panose="020C0503030203020204" pitchFamily="34" charset="0"/>
              </a:rPr>
              <a:t>示例：智能流量分拣</a:t>
            </a:r>
            <a:endParaRPr lang="zh-CN" altLang="en-US">
              <a:sym typeface="Huawei Sans" panose="020C0503030203020204" pitchFamily="34" charset="0"/>
            </a:endParaRPr>
          </a:p>
        </p:txBody>
      </p:sp>
      <p:sp>
        <p:nvSpPr>
          <p:cNvPr id="8" name="文本占位符 7"/>
          <p:cNvSpPr>
            <a:spLocks noGrp="1"/>
          </p:cNvSpPr>
          <p:nvPr>
            <p:ph type="body" sz="quarter" idx="10"/>
          </p:nvPr>
        </p:nvSpPr>
        <p:spPr bwMode="gray"/>
        <p:txBody>
          <a:bodyPr/>
          <a:lstStyle/>
          <a:p>
            <a:r>
              <a:rPr lang="zh-CN" altLang="en-US" sz="1800" dirty="0">
                <a:sym typeface="Huawei Sans" panose="020C0503030203020204" pitchFamily="34" charset="0"/>
              </a:rPr>
              <a:t>需求描述：</a:t>
            </a:r>
          </a:p>
          <a:p>
            <a:pPr lvl="1"/>
            <a:r>
              <a:rPr lang="zh-CN" altLang="en-US" sz="1600" dirty="0">
                <a:sym typeface="Huawei Sans" panose="020C0503030203020204" pitchFamily="34" charset="0"/>
              </a:rPr>
              <a:t>数据中心网络中同时承载着多种业务，常见有大数据业务、分布式存储业务、高性能计算业务、</a:t>
            </a:r>
            <a:r>
              <a:rPr lang="en-US" altLang="zh-CN" sz="1600" dirty="0">
                <a:sym typeface="Huawei Sans" panose="020C0503030203020204" pitchFamily="34" charset="0"/>
              </a:rPr>
              <a:t>GPU</a:t>
            </a:r>
            <a:r>
              <a:rPr lang="zh-CN" altLang="en-US" sz="1600" dirty="0">
                <a:sym typeface="Huawei Sans" panose="020C0503030203020204" pitchFamily="34" charset="0"/>
              </a:rPr>
              <a:t>集群等。流量分拣就是数据中心交换机实现对流量报文进行识别分类，确定每个数据流或者数据报文属于哪种业务。</a:t>
            </a:r>
          </a:p>
          <a:p>
            <a:pPr lvl="1"/>
            <a:r>
              <a:rPr lang="zh-CN" altLang="en-US" sz="1600" dirty="0">
                <a:sym typeface="Huawei Sans" panose="020C0503030203020204" pitchFamily="34" charset="0"/>
              </a:rPr>
              <a:t>要求基于华为</a:t>
            </a:r>
            <a:r>
              <a:rPr lang="en-US" altLang="zh-CN" sz="1600" dirty="0">
                <a:sym typeface="Huawei Sans" panose="020C0503030203020204" pitchFamily="34" charset="0"/>
              </a:rPr>
              <a:t>AI Fabric</a:t>
            </a:r>
            <a:r>
              <a:rPr lang="zh-CN" altLang="en-US" sz="1600" dirty="0">
                <a:sym typeface="Huawei Sans" panose="020C0503030203020204" pitchFamily="34" charset="0"/>
              </a:rPr>
              <a:t>交换机嵌入式</a:t>
            </a:r>
            <a:r>
              <a:rPr lang="en-US" altLang="zh-CN" sz="1600" dirty="0">
                <a:sym typeface="Huawei Sans" panose="020C0503030203020204" pitchFamily="34" charset="0"/>
              </a:rPr>
              <a:t>AI</a:t>
            </a:r>
            <a:r>
              <a:rPr lang="zh-CN" altLang="en-US" sz="1600" dirty="0">
                <a:sym typeface="Huawei Sans" panose="020C0503030203020204" pitchFamily="34" charset="0"/>
              </a:rPr>
              <a:t>平台</a:t>
            </a:r>
            <a:r>
              <a:rPr lang="en-US" altLang="zh-CN" sz="1600" dirty="0">
                <a:sym typeface="Huawei Sans" panose="020C0503030203020204" pitchFamily="34" charset="0"/>
              </a:rPr>
              <a:t>API</a:t>
            </a:r>
            <a:r>
              <a:rPr lang="zh-CN" altLang="en-US" sz="1600" dirty="0">
                <a:sym typeface="Huawei Sans" panose="020C0503030203020204" pitchFamily="34" charset="0"/>
              </a:rPr>
              <a:t>（兼容</a:t>
            </a:r>
            <a:r>
              <a:rPr lang="en-US" altLang="zh-CN" sz="1600" dirty="0" err="1">
                <a:sym typeface="Huawei Sans" panose="020C0503030203020204" pitchFamily="34" charset="0"/>
              </a:rPr>
              <a:t>Tensorflow</a:t>
            </a:r>
            <a:r>
              <a:rPr lang="zh-CN" altLang="en-US" sz="1600" dirty="0">
                <a:sym typeface="Huawei Sans" panose="020C0503030203020204" pitchFamily="34" charset="0"/>
              </a:rPr>
              <a:t>和</a:t>
            </a:r>
            <a:r>
              <a:rPr lang="en-US" altLang="zh-CN" sz="1600" dirty="0" err="1">
                <a:sym typeface="Huawei Sans" panose="020C0503030203020204" pitchFamily="34" charset="0"/>
              </a:rPr>
              <a:t>Caffe</a:t>
            </a:r>
            <a:r>
              <a:rPr lang="zh-CN" altLang="en-US" sz="1600" dirty="0">
                <a:sym typeface="Huawei Sans" panose="020C0503030203020204" pitchFamily="34" charset="0"/>
              </a:rPr>
              <a:t>），实现一个流量分类的</a:t>
            </a:r>
            <a:r>
              <a:rPr lang="en-US" altLang="zh-CN" sz="1600" dirty="0">
                <a:sym typeface="Huawei Sans" panose="020C0503030203020204" pitchFamily="34" charset="0"/>
              </a:rPr>
              <a:t>AI</a:t>
            </a:r>
            <a:r>
              <a:rPr lang="zh-CN" altLang="en-US" sz="1600" dirty="0">
                <a:sym typeface="Huawei Sans" panose="020C0503030203020204" pitchFamily="34" charset="0"/>
              </a:rPr>
              <a:t>算法。</a:t>
            </a:r>
          </a:p>
          <a:p>
            <a:pPr lvl="1"/>
            <a:endParaRPr lang="zh-CN" altLang="en-US" sz="1600" dirty="0">
              <a:sym typeface="Huawei Sans" panose="020C0503030203020204" pitchFamily="34" charset="0"/>
            </a:endParaRPr>
          </a:p>
          <a:p>
            <a:endParaRPr lang="zh-CN" altLang="en-US" sz="1800" dirty="0">
              <a:sym typeface="Huawei Sans" panose="020C0503030203020204" pitchFamily="34" charset="0"/>
            </a:endParaRPr>
          </a:p>
          <a:p>
            <a:endParaRPr lang="zh-CN" altLang="en-US" sz="1800" dirty="0">
              <a:sym typeface="Huawei Sans" panose="020C0503030203020204" pitchFamily="34" charset="0"/>
            </a:endParaRPr>
          </a:p>
          <a:p>
            <a:endParaRPr lang="zh-CN" altLang="en-US" sz="1800" dirty="0">
              <a:sym typeface="Huawei Sans" panose="020C0503030203020204" pitchFamily="34" charset="0"/>
            </a:endParaRPr>
          </a:p>
          <a:p>
            <a:endParaRPr lang="zh-CN" altLang="en-US" sz="1800" dirty="0">
              <a:sym typeface="Huawei Sans" panose="020C0503030203020204" pitchFamily="34" charset="0"/>
            </a:endParaRPr>
          </a:p>
          <a:p>
            <a:endParaRPr lang="zh-CN" altLang="en-US" sz="1800" dirty="0">
              <a:sym typeface="Huawei Sans" panose="020C0503030203020204" pitchFamily="34" charset="0"/>
            </a:endParaRPr>
          </a:p>
        </p:txBody>
      </p:sp>
    </p:spTree>
    <p:extLst>
      <p:ext uri="{BB962C8B-B14F-4D97-AF65-F5344CB8AC3E}">
        <p14:creationId xmlns:p14="http://schemas.microsoft.com/office/powerpoint/2010/main" val="2871341386"/>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B0D90C59-DB44-4461-8CD3-4229A79EC8A3}"/>
              </a:ext>
            </a:extLst>
          </p:cNvPr>
          <p:cNvSpPr>
            <a:spLocks noGrp="1"/>
          </p:cNvSpPr>
          <p:nvPr>
            <p:ph type="title"/>
          </p:nvPr>
        </p:nvSpPr>
        <p:spPr bwMode="gray"/>
        <p:txBody>
          <a:bodyPr/>
          <a:lstStyle/>
          <a:p>
            <a:r>
              <a:rPr lang="zh-CN" altLang="en-US" smtClean="0">
                <a:sym typeface="Huawei Sans" panose="020C0503030203020204" pitchFamily="34" charset="0"/>
              </a:rPr>
              <a:t>智能流量分拣模型训练</a:t>
            </a:r>
            <a:endParaRPr lang="zh-CN" altLang="en-US">
              <a:sym typeface="Huawei Sans" panose="020C0503030203020204" pitchFamily="34" charset="0"/>
            </a:endParaRPr>
          </a:p>
        </p:txBody>
      </p:sp>
      <p:sp>
        <p:nvSpPr>
          <p:cNvPr id="23" name="文本占位符 22"/>
          <p:cNvSpPr>
            <a:spLocks noGrp="1"/>
          </p:cNvSpPr>
          <p:nvPr>
            <p:ph type="body" sz="quarter" idx="10"/>
          </p:nvPr>
        </p:nvSpPr>
        <p:spPr bwMode="gray"/>
        <p:txBody>
          <a:bodyPr/>
          <a:lstStyle/>
          <a:p>
            <a:r>
              <a:rPr lang="zh-CN" altLang="en-US" sz="1800" dirty="0">
                <a:sym typeface="Huawei Sans" panose="020C0503030203020204" pitchFamily="34" charset="0"/>
              </a:rPr>
              <a:t>智能流量</a:t>
            </a:r>
            <a:r>
              <a:rPr lang="zh-CN" altLang="en-US" sz="1800">
                <a:sym typeface="Huawei Sans" panose="020C0503030203020204" pitchFamily="34" charset="0"/>
              </a:rPr>
              <a:t>分拣</a:t>
            </a:r>
            <a:r>
              <a:rPr lang="zh-CN" altLang="en-US" sz="1800" smtClean="0">
                <a:sym typeface="Huawei Sans" panose="020C0503030203020204" pitchFamily="34" charset="0"/>
              </a:rPr>
              <a:t>实现需要</a:t>
            </a:r>
            <a:r>
              <a:rPr lang="zh-CN" altLang="en-US" sz="1800" dirty="0">
                <a:sym typeface="Huawei Sans" panose="020C0503030203020204" pitchFamily="34" charset="0"/>
              </a:rPr>
              <a:t>的数据集、算法模型和训练环境均可由</a:t>
            </a:r>
            <a:r>
              <a:rPr lang="en-US" altLang="zh-CN" sz="1800" dirty="0">
                <a:sym typeface="Huawei Sans" panose="020C0503030203020204" pitchFamily="34" charset="0"/>
              </a:rPr>
              <a:t>iMaster NAIE</a:t>
            </a:r>
            <a:r>
              <a:rPr lang="zh-CN" altLang="en-US" sz="1800" dirty="0">
                <a:sym typeface="Huawei Sans" panose="020C0503030203020204" pitchFamily="34" charset="0"/>
              </a:rPr>
              <a:t>提供。</a:t>
            </a:r>
          </a:p>
          <a:p>
            <a:endParaRPr lang="zh-CN" altLang="en-US" sz="1800" dirty="0">
              <a:sym typeface="Huawei Sans" panose="020C0503030203020204" pitchFamily="34" charset="0"/>
            </a:endParaRPr>
          </a:p>
        </p:txBody>
      </p:sp>
      <p:grpSp>
        <p:nvGrpSpPr>
          <p:cNvPr id="3" name="组合 2">
            <a:extLst>
              <a:ext uri="{FF2B5EF4-FFF2-40B4-BE49-F238E27FC236}">
                <a16:creationId xmlns:a16="http://schemas.microsoft.com/office/drawing/2014/main" xmlns="" id="{126E75AF-C510-478D-A03F-E00DB5CDB553}"/>
              </a:ext>
            </a:extLst>
          </p:cNvPr>
          <p:cNvGrpSpPr/>
          <p:nvPr/>
        </p:nvGrpSpPr>
        <p:grpSpPr bwMode="gray">
          <a:xfrm>
            <a:off x="4095612" y="4796107"/>
            <a:ext cx="3927751" cy="794344"/>
            <a:chOff x="1799815" y="2106108"/>
            <a:chExt cx="3169775" cy="521267"/>
          </a:xfrm>
        </p:grpSpPr>
        <p:sp>
          <p:nvSpPr>
            <p:cNvPr id="4" name="梯形 3">
              <a:extLst>
                <a:ext uri="{FF2B5EF4-FFF2-40B4-BE49-F238E27FC236}">
                  <a16:creationId xmlns:a16="http://schemas.microsoft.com/office/drawing/2014/main" xmlns="" id="{0FEA2BCC-AC57-4385-9334-E0B561A363A4}"/>
                </a:ext>
              </a:extLst>
            </p:cNvPr>
            <p:cNvSpPr/>
            <p:nvPr/>
          </p:nvSpPr>
          <p:spPr bwMode="gray">
            <a:xfrm>
              <a:off x="1799815" y="2106108"/>
              <a:ext cx="3169775" cy="521267"/>
            </a:xfrm>
            <a:prstGeom prst="trapezoid">
              <a:avLst>
                <a:gd name="adj" fmla="val 86951"/>
              </a:avLst>
            </a:prstGeom>
            <a:solidFill>
              <a:srgbClr val="94DAE2"/>
            </a:solidFill>
            <a:ln w="12700">
              <a:solidFill>
                <a:srgbClr val="94DAE2"/>
              </a:solidFill>
            </a:ln>
          </p:spPr>
          <p:style>
            <a:lnRef idx="1">
              <a:schemeClr val="accent1"/>
            </a:lnRef>
            <a:fillRef idx="0">
              <a:schemeClr val="accent1"/>
            </a:fillRef>
            <a:effectRef idx="0">
              <a:schemeClr val="accent1"/>
            </a:effectRef>
            <a:fontRef idx="minor">
              <a:schemeClr val="tx1"/>
            </a:fontRef>
          </p:style>
          <p:txBody>
            <a:bodyPr wrap="square" rtlCol="0" anchor="ctr">
              <a:noAutofit/>
            </a:bodyPr>
            <a:lstStyle/>
            <a:p>
              <a:pPr algn="ctr" defTabSz="958848"/>
              <a:endParaRPr lang="zh-CN" altLang="en-US" sz="1600">
                <a:solidFill>
                  <a:prstClr val="black"/>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endParaRPr>
            </a:p>
          </p:txBody>
        </p:sp>
        <p:sp>
          <p:nvSpPr>
            <p:cNvPr id="5" name="梯形 4">
              <a:extLst>
                <a:ext uri="{FF2B5EF4-FFF2-40B4-BE49-F238E27FC236}">
                  <a16:creationId xmlns:a16="http://schemas.microsoft.com/office/drawing/2014/main" xmlns="" id="{9BFB7E6B-ECC8-4433-891F-2D430AD54F08}"/>
                </a:ext>
              </a:extLst>
            </p:cNvPr>
            <p:cNvSpPr/>
            <p:nvPr/>
          </p:nvSpPr>
          <p:spPr bwMode="gray">
            <a:xfrm>
              <a:off x="1814726" y="2118178"/>
              <a:ext cx="3139222" cy="508023"/>
            </a:xfrm>
            <a:prstGeom prst="trapezoid">
              <a:avLst>
                <a:gd name="adj" fmla="val 69565"/>
              </a:avLst>
            </a:prstGeom>
            <a:grpFill/>
            <a:ln w="6350">
              <a:noFill/>
            </a:ln>
          </p:spPr>
          <p:style>
            <a:lnRef idx="1">
              <a:schemeClr val="accent1"/>
            </a:lnRef>
            <a:fillRef idx="0">
              <a:schemeClr val="accent1"/>
            </a:fillRef>
            <a:effectRef idx="0">
              <a:schemeClr val="accent1"/>
            </a:effectRef>
            <a:fontRef idx="minor">
              <a:schemeClr val="tx1"/>
            </a:fontRef>
          </p:style>
          <p:txBody>
            <a:bodyPr rtlCol="0" anchor="ctr"/>
            <a:lstStyle/>
            <a:p>
              <a:pPr algn="ctr" defTabSz="958848"/>
              <a:endParaRPr lang="zh-CN" altLang="en-US" sz="1600" dirty="0">
                <a:solidFill>
                  <a:prstClr val="black"/>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endParaRPr>
            </a:p>
          </p:txBody>
        </p:sp>
      </p:grpSp>
      <p:sp>
        <p:nvSpPr>
          <p:cNvPr id="6" name="任意多边形 114">
            <a:extLst>
              <a:ext uri="{FF2B5EF4-FFF2-40B4-BE49-F238E27FC236}">
                <a16:creationId xmlns:a16="http://schemas.microsoft.com/office/drawing/2014/main" xmlns="" id="{1E2634B6-AC65-4675-BB25-390498130DF6}"/>
              </a:ext>
            </a:extLst>
          </p:cNvPr>
          <p:cNvSpPr/>
          <p:nvPr/>
        </p:nvSpPr>
        <p:spPr bwMode="gray">
          <a:xfrm>
            <a:off x="4533315" y="4067732"/>
            <a:ext cx="3090478" cy="1268917"/>
          </a:xfrm>
          <a:custGeom>
            <a:avLst/>
            <a:gdLst>
              <a:gd name="connsiteX0" fmla="*/ 1755172 w 2494079"/>
              <a:gd name="connsiteY0" fmla="*/ 0 h 832693"/>
              <a:gd name="connsiteX1" fmla="*/ 1772220 w 2494079"/>
              <a:gd name="connsiteY1" fmla="*/ 0 h 832693"/>
              <a:gd name="connsiteX2" fmla="*/ 1793530 w 2494079"/>
              <a:gd name="connsiteY2" fmla="*/ 502 h 832693"/>
              <a:gd name="connsiteX3" fmla="*/ 1814839 w 2494079"/>
              <a:gd name="connsiteY3" fmla="*/ 2009 h 832693"/>
              <a:gd name="connsiteX4" fmla="*/ 1835616 w 2494079"/>
              <a:gd name="connsiteY4" fmla="*/ 4018 h 832693"/>
              <a:gd name="connsiteX5" fmla="*/ 1856393 w 2494079"/>
              <a:gd name="connsiteY5" fmla="*/ 7533 h 832693"/>
              <a:gd name="connsiteX6" fmla="*/ 1876637 w 2494079"/>
              <a:gd name="connsiteY6" fmla="*/ 11551 h 832693"/>
              <a:gd name="connsiteX7" fmla="*/ 1896881 w 2494079"/>
              <a:gd name="connsiteY7" fmla="*/ 16573 h 832693"/>
              <a:gd name="connsiteX8" fmla="*/ 1916592 w 2494079"/>
              <a:gd name="connsiteY8" fmla="*/ 22600 h 832693"/>
              <a:gd name="connsiteX9" fmla="*/ 1935770 w 2494079"/>
              <a:gd name="connsiteY9" fmla="*/ 29129 h 832693"/>
              <a:gd name="connsiteX10" fmla="*/ 1954416 w 2494079"/>
              <a:gd name="connsiteY10" fmla="*/ 36663 h 832693"/>
              <a:gd name="connsiteX11" fmla="*/ 1972529 w 2494079"/>
              <a:gd name="connsiteY11" fmla="*/ 45200 h 832693"/>
              <a:gd name="connsiteX12" fmla="*/ 1990110 w 2494079"/>
              <a:gd name="connsiteY12" fmla="*/ 54240 h 832693"/>
              <a:gd name="connsiteX13" fmla="*/ 2007690 w 2494079"/>
              <a:gd name="connsiteY13" fmla="*/ 64285 h 832693"/>
              <a:gd name="connsiteX14" fmla="*/ 2024205 w 2494079"/>
              <a:gd name="connsiteY14" fmla="*/ 74330 h 832693"/>
              <a:gd name="connsiteX15" fmla="*/ 2040720 w 2494079"/>
              <a:gd name="connsiteY15" fmla="*/ 85881 h 832693"/>
              <a:gd name="connsiteX16" fmla="*/ 2056169 w 2494079"/>
              <a:gd name="connsiteY16" fmla="*/ 97432 h 832693"/>
              <a:gd name="connsiteX17" fmla="*/ 2071618 w 2494079"/>
              <a:gd name="connsiteY17" fmla="*/ 109988 h 832693"/>
              <a:gd name="connsiteX18" fmla="*/ 2086002 w 2494079"/>
              <a:gd name="connsiteY18" fmla="*/ 123046 h 832693"/>
              <a:gd name="connsiteX19" fmla="*/ 2099854 w 2494079"/>
              <a:gd name="connsiteY19" fmla="*/ 137108 h 832693"/>
              <a:gd name="connsiteX20" fmla="*/ 2112639 w 2494079"/>
              <a:gd name="connsiteY20" fmla="*/ 151171 h 832693"/>
              <a:gd name="connsiteX21" fmla="*/ 2124892 w 2494079"/>
              <a:gd name="connsiteY21" fmla="*/ 166237 h 832693"/>
              <a:gd name="connsiteX22" fmla="*/ 2137145 w 2494079"/>
              <a:gd name="connsiteY22" fmla="*/ 181806 h 832693"/>
              <a:gd name="connsiteX23" fmla="*/ 2147800 w 2494079"/>
              <a:gd name="connsiteY23" fmla="*/ 197375 h 832693"/>
              <a:gd name="connsiteX24" fmla="*/ 2157922 w 2494079"/>
              <a:gd name="connsiteY24" fmla="*/ 213949 h 832693"/>
              <a:gd name="connsiteX25" fmla="*/ 2167511 w 2494079"/>
              <a:gd name="connsiteY25" fmla="*/ 231025 h 832693"/>
              <a:gd name="connsiteX26" fmla="*/ 2176035 w 2494079"/>
              <a:gd name="connsiteY26" fmla="*/ 248100 h 832693"/>
              <a:gd name="connsiteX27" fmla="*/ 2184026 w 2494079"/>
              <a:gd name="connsiteY27" fmla="*/ 265678 h 832693"/>
              <a:gd name="connsiteX28" fmla="*/ 2190952 w 2494079"/>
              <a:gd name="connsiteY28" fmla="*/ 284261 h 832693"/>
              <a:gd name="connsiteX29" fmla="*/ 2196812 w 2494079"/>
              <a:gd name="connsiteY29" fmla="*/ 302341 h 832693"/>
              <a:gd name="connsiteX30" fmla="*/ 2202139 w 2494079"/>
              <a:gd name="connsiteY30" fmla="*/ 321426 h 832693"/>
              <a:gd name="connsiteX31" fmla="*/ 2206401 w 2494079"/>
              <a:gd name="connsiteY31" fmla="*/ 340510 h 832693"/>
              <a:gd name="connsiteX32" fmla="*/ 2209597 w 2494079"/>
              <a:gd name="connsiteY32" fmla="*/ 360097 h 832693"/>
              <a:gd name="connsiteX33" fmla="*/ 2212261 w 2494079"/>
              <a:gd name="connsiteY33" fmla="*/ 380186 h 832693"/>
              <a:gd name="connsiteX34" fmla="*/ 2221850 w 2494079"/>
              <a:gd name="connsiteY34" fmla="*/ 378680 h 832693"/>
              <a:gd name="connsiteX35" fmla="*/ 2231972 w 2494079"/>
              <a:gd name="connsiteY35" fmla="*/ 377675 h 832693"/>
              <a:gd name="connsiteX36" fmla="*/ 2242094 w 2494079"/>
              <a:gd name="connsiteY36" fmla="*/ 376671 h 832693"/>
              <a:gd name="connsiteX37" fmla="*/ 2252216 w 2494079"/>
              <a:gd name="connsiteY37" fmla="*/ 376671 h 832693"/>
              <a:gd name="connsiteX38" fmla="*/ 2265002 w 2494079"/>
              <a:gd name="connsiteY38" fmla="*/ 377173 h 832693"/>
              <a:gd name="connsiteX39" fmla="*/ 2277255 w 2494079"/>
              <a:gd name="connsiteY39" fmla="*/ 377675 h 832693"/>
              <a:gd name="connsiteX40" fmla="*/ 2288975 w 2494079"/>
              <a:gd name="connsiteY40" fmla="*/ 379182 h 832693"/>
              <a:gd name="connsiteX41" fmla="*/ 2301228 w 2494079"/>
              <a:gd name="connsiteY41" fmla="*/ 381191 h 832693"/>
              <a:gd name="connsiteX42" fmla="*/ 2312949 w 2494079"/>
              <a:gd name="connsiteY42" fmla="*/ 383702 h 832693"/>
              <a:gd name="connsiteX43" fmla="*/ 2324136 w 2494079"/>
              <a:gd name="connsiteY43" fmla="*/ 386715 h 832693"/>
              <a:gd name="connsiteX44" fmla="*/ 2335323 w 2494079"/>
              <a:gd name="connsiteY44" fmla="*/ 390733 h 832693"/>
              <a:gd name="connsiteX45" fmla="*/ 2346511 w 2494079"/>
              <a:gd name="connsiteY45" fmla="*/ 394751 h 832693"/>
              <a:gd name="connsiteX46" fmla="*/ 2357166 w 2494079"/>
              <a:gd name="connsiteY46" fmla="*/ 399271 h 832693"/>
              <a:gd name="connsiteX47" fmla="*/ 2367820 w 2494079"/>
              <a:gd name="connsiteY47" fmla="*/ 404293 h 832693"/>
              <a:gd name="connsiteX48" fmla="*/ 2377942 w 2494079"/>
              <a:gd name="connsiteY48" fmla="*/ 409818 h 832693"/>
              <a:gd name="connsiteX49" fmla="*/ 2387532 w 2494079"/>
              <a:gd name="connsiteY49" fmla="*/ 415844 h 832693"/>
              <a:gd name="connsiteX50" fmla="*/ 2397121 w 2494079"/>
              <a:gd name="connsiteY50" fmla="*/ 421871 h 832693"/>
              <a:gd name="connsiteX51" fmla="*/ 2406178 w 2494079"/>
              <a:gd name="connsiteY51" fmla="*/ 428902 h 832693"/>
              <a:gd name="connsiteX52" fmla="*/ 2415234 w 2494079"/>
              <a:gd name="connsiteY52" fmla="*/ 435933 h 832693"/>
              <a:gd name="connsiteX53" fmla="*/ 2423225 w 2494079"/>
              <a:gd name="connsiteY53" fmla="*/ 443467 h 832693"/>
              <a:gd name="connsiteX54" fmla="*/ 2431216 w 2494079"/>
              <a:gd name="connsiteY54" fmla="*/ 451502 h 832693"/>
              <a:gd name="connsiteX55" fmla="*/ 2439207 w 2494079"/>
              <a:gd name="connsiteY55" fmla="*/ 459538 h 832693"/>
              <a:gd name="connsiteX56" fmla="*/ 2446133 w 2494079"/>
              <a:gd name="connsiteY56" fmla="*/ 468076 h 832693"/>
              <a:gd name="connsiteX57" fmla="*/ 2453058 w 2494079"/>
              <a:gd name="connsiteY57" fmla="*/ 477116 h 832693"/>
              <a:gd name="connsiteX58" fmla="*/ 2459451 w 2494079"/>
              <a:gd name="connsiteY58" fmla="*/ 486658 h 832693"/>
              <a:gd name="connsiteX59" fmla="*/ 2464779 w 2494079"/>
              <a:gd name="connsiteY59" fmla="*/ 496201 h 832693"/>
              <a:gd name="connsiteX60" fmla="*/ 2470106 w 2494079"/>
              <a:gd name="connsiteY60" fmla="*/ 505743 h 832693"/>
              <a:gd name="connsiteX61" fmla="*/ 2475433 w 2494079"/>
              <a:gd name="connsiteY61" fmla="*/ 515788 h 832693"/>
              <a:gd name="connsiteX62" fmla="*/ 2479695 w 2494079"/>
              <a:gd name="connsiteY62" fmla="*/ 526334 h 832693"/>
              <a:gd name="connsiteX63" fmla="*/ 2483425 w 2494079"/>
              <a:gd name="connsiteY63" fmla="*/ 536881 h 832693"/>
              <a:gd name="connsiteX64" fmla="*/ 2486621 w 2494079"/>
              <a:gd name="connsiteY64" fmla="*/ 547930 h 832693"/>
              <a:gd name="connsiteX65" fmla="*/ 2489285 w 2494079"/>
              <a:gd name="connsiteY65" fmla="*/ 558477 h 832693"/>
              <a:gd name="connsiteX66" fmla="*/ 2491416 w 2494079"/>
              <a:gd name="connsiteY66" fmla="*/ 570028 h 832693"/>
              <a:gd name="connsiteX67" fmla="*/ 2493014 w 2494079"/>
              <a:gd name="connsiteY67" fmla="*/ 581579 h 832693"/>
              <a:gd name="connsiteX68" fmla="*/ 2494079 w 2494079"/>
              <a:gd name="connsiteY68" fmla="*/ 593131 h 832693"/>
              <a:gd name="connsiteX69" fmla="*/ 2494079 w 2494079"/>
              <a:gd name="connsiteY69" fmla="*/ 604682 h 832693"/>
              <a:gd name="connsiteX70" fmla="*/ 2494079 w 2494079"/>
              <a:gd name="connsiteY70" fmla="*/ 616233 h 832693"/>
              <a:gd name="connsiteX71" fmla="*/ 2493014 w 2494079"/>
              <a:gd name="connsiteY71" fmla="*/ 627784 h 832693"/>
              <a:gd name="connsiteX72" fmla="*/ 2491416 w 2494079"/>
              <a:gd name="connsiteY72" fmla="*/ 639336 h 832693"/>
              <a:gd name="connsiteX73" fmla="*/ 2489285 w 2494079"/>
              <a:gd name="connsiteY73" fmla="*/ 650385 h 832693"/>
              <a:gd name="connsiteX74" fmla="*/ 2486621 w 2494079"/>
              <a:gd name="connsiteY74" fmla="*/ 661434 h 832693"/>
              <a:gd name="connsiteX75" fmla="*/ 2483425 w 2494079"/>
              <a:gd name="connsiteY75" fmla="*/ 672483 h 832693"/>
              <a:gd name="connsiteX76" fmla="*/ 2479695 w 2494079"/>
              <a:gd name="connsiteY76" fmla="*/ 683029 h 832693"/>
              <a:gd name="connsiteX77" fmla="*/ 2475433 w 2494079"/>
              <a:gd name="connsiteY77" fmla="*/ 693576 h 832693"/>
              <a:gd name="connsiteX78" fmla="*/ 2470106 w 2494079"/>
              <a:gd name="connsiteY78" fmla="*/ 703621 h 832693"/>
              <a:gd name="connsiteX79" fmla="*/ 2464779 w 2494079"/>
              <a:gd name="connsiteY79" fmla="*/ 713163 h 832693"/>
              <a:gd name="connsiteX80" fmla="*/ 2459451 w 2494079"/>
              <a:gd name="connsiteY80" fmla="*/ 722705 h 832693"/>
              <a:gd name="connsiteX81" fmla="*/ 2453058 w 2494079"/>
              <a:gd name="connsiteY81" fmla="*/ 732248 h 832693"/>
              <a:gd name="connsiteX82" fmla="*/ 2446133 w 2494079"/>
              <a:gd name="connsiteY82" fmla="*/ 741288 h 832693"/>
              <a:gd name="connsiteX83" fmla="*/ 2439207 w 2494079"/>
              <a:gd name="connsiteY83" fmla="*/ 749826 h 832693"/>
              <a:gd name="connsiteX84" fmla="*/ 2431216 w 2494079"/>
              <a:gd name="connsiteY84" fmla="*/ 757861 h 832693"/>
              <a:gd name="connsiteX85" fmla="*/ 2423225 w 2494079"/>
              <a:gd name="connsiteY85" fmla="*/ 765897 h 832693"/>
              <a:gd name="connsiteX86" fmla="*/ 2415234 w 2494079"/>
              <a:gd name="connsiteY86" fmla="*/ 773430 h 832693"/>
              <a:gd name="connsiteX87" fmla="*/ 2406178 w 2494079"/>
              <a:gd name="connsiteY87" fmla="*/ 780462 h 832693"/>
              <a:gd name="connsiteX88" fmla="*/ 2397121 w 2494079"/>
              <a:gd name="connsiteY88" fmla="*/ 787493 h 832693"/>
              <a:gd name="connsiteX89" fmla="*/ 2387532 w 2494079"/>
              <a:gd name="connsiteY89" fmla="*/ 793519 h 832693"/>
              <a:gd name="connsiteX90" fmla="*/ 2377942 w 2494079"/>
              <a:gd name="connsiteY90" fmla="*/ 799546 h 832693"/>
              <a:gd name="connsiteX91" fmla="*/ 2367820 w 2494079"/>
              <a:gd name="connsiteY91" fmla="*/ 805071 h 832693"/>
              <a:gd name="connsiteX92" fmla="*/ 2357166 w 2494079"/>
              <a:gd name="connsiteY92" fmla="*/ 810093 h 832693"/>
              <a:gd name="connsiteX93" fmla="*/ 2346511 w 2494079"/>
              <a:gd name="connsiteY93" fmla="*/ 814613 h 832693"/>
              <a:gd name="connsiteX94" fmla="*/ 2335323 w 2494079"/>
              <a:gd name="connsiteY94" fmla="*/ 818631 h 832693"/>
              <a:gd name="connsiteX95" fmla="*/ 2324136 w 2494079"/>
              <a:gd name="connsiteY95" fmla="*/ 822649 h 832693"/>
              <a:gd name="connsiteX96" fmla="*/ 2312949 w 2494079"/>
              <a:gd name="connsiteY96" fmla="*/ 825662 h 832693"/>
              <a:gd name="connsiteX97" fmla="*/ 2301228 w 2494079"/>
              <a:gd name="connsiteY97" fmla="*/ 828173 h 832693"/>
              <a:gd name="connsiteX98" fmla="*/ 2288975 w 2494079"/>
              <a:gd name="connsiteY98" fmla="*/ 830182 h 832693"/>
              <a:gd name="connsiteX99" fmla="*/ 2277255 w 2494079"/>
              <a:gd name="connsiteY99" fmla="*/ 831689 h 832693"/>
              <a:gd name="connsiteX100" fmla="*/ 2265002 w 2494079"/>
              <a:gd name="connsiteY100" fmla="*/ 832191 h 832693"/>
              <a:gd name="connsiteX101" fmla="*/ 2252216 w 2494079"/>
              <a:gd name="connsiteY101" fmla="*/ 832693 h 832693"/>
              <a:gd name="connsiteX102" fmla="*/ 1215383 w 2494079"/>
              <a:gd name="connsiteY102" fmla="*/ 832693 h 832693"/>
              <a:gd name="connsiteX103" fmla="*/ 1207897 w 2494079"/>
              <a:gd name="connsiteY103" fmla="*/ 832693 h 832693"/>
              <a:gd name="connsiteX104" fmla="*/ 1032780 w 2494079"/>
              <a:gd name="connsiteY104" fmla="*/ 832693 h 832693"/>
              <a:gd name="connsiteX105" fmla="*/ 1023724 w 2494079"/>
              <a:gd name="connsiteY105" fmla="*/ 832693 h 832693"/>
              <a:gd name="connsiteX106" fmla="*/ 199922 w 2494079"/>
              <a:gd name="connsiteY106" fmla="*/ 832693 h 832693"/>
              <a:gd name="connsiteX107" fmla="*/ 189353 w 2494079"/>
              <a:gd name="connsiteY107" fmla="*/ 832232 h 832693"/>
              <a:gd name="connsiteX108" fmla="*/ 179225 w 2494079"/>
              <a:gd name="connsiteY108" fmla="*/ 831771 h 832693"/>
              <a:gd name="connsiteX109" fmla="*/ 169537 w 2494079"/>
              <a:gd name="connsiteY109" fmla="*/ 830387 h 832693"/>
              <a:gd name="connsiteX110" fmla="*/ 159409 w 2494079"/>
              <a:gd name="connsiteY110" fmla="*/ 828541 h 832693"/>
              <a:gd name="connsiteX111" fmla="*/ 149721 w 2494079"/>
              <a:gd name="connsiteY111" fmla="*/ 826235 h 832693"/>
              <a:gd name="connsiteX112" fmla="*/ 140474 w 2494079"/>
              <a:gd name="connsiteY112" fmla="*/ 823467 h 832693"/>
              <a:gd name="connsiteX113" fmla="*/ 131226 w 2494079"/>
              <a:gd name="connsiteY113" fmla="*/ 819776 h 832693"/>
              <a:gd name="connsiteX114" fmla="*/ 121979 w 2494079"/>
              <a:gd name="connsiteY114" fmla="*/ 816086 h 832693"/>
              <a:gd name="connsiteX115" fmla="*/ 113172 w 2494079"/>
              <a:gd name="connsiteY115" fmla="*/ 811934 h 832693"/>
              <a:gd name="connsiteX116" fmla="*/ 104365 w 2494079"/>
              <a:gd name="connsiteY116" fmla="*/ 807321 h 832693"/>
              <a:gd name="connsiteX117" fmla="*/ 95998 w 2494079"/>
              <a:gd name="connsiteY117" fmla="*/ 802246 h 832693"/>
              <a:gd name="connsiteX118" fmla="*/ 88071 w 2494079"/>
              <a:gd name="connsiteY118" fmla="*/ 796711 h 832693"/>
              <a:gd name="connsiteX119" fmla="*/ 80145 w 2494079"/>
              <a:gd name="connsiteY119" fmla="*/ 791175 h 832693"/>
              <a:gd name="connsiteX120" fmla="*/ 72659 w 2494079"/>
              <a:gd name="connsiteY120" fmla="*/ 784716 h 832693"/>
              <a:gd name="connsiteX121" fmla="*/ 65173 w 2494079"/>
              <a:gd name="connsiteY121" fmla="*/ 778258 h 832693"/>
              <a:gd name="connsiteX122" fmla="*/ 58568 w 2494079"/>
              <a:gd name="connsiteY122" fmla="*/ 771338 h 832693"/>
              <a:gd name="connsiteX123" fmla="*/ 51962 w 2494079"/>
              <a:gd name="connsiteY123" fmla="*/ 763957 h 832693"/>
              <a:gd name="connsiteX124" fmla="*/ 45357 w 2494079"/>
              <a:gd name="connsiteY124" fmla="*/ 756576 h 832693"/>
              <a:gd name="connsiteX125" fmla="*/ 39632 w 2494079"/>
              <a:gd name="connsiteY125" fmla="*/ 748734 h 832693"/>
              <a:gd name="connsiteX126" fmla="*/ 33908 w 2494079"/>
              <a:gd name="connsiteY126" fmla="*/ 740430 h 832693"/>
              <a:gd name="connsiteX127" fmla="*/ 28623 w 2494079"/>
              <a:gd name="connsiteY127" fmla="*/ 731665 h 832693"/>
              <a:gd name="connsiteX128" fmla="*/ 24220 w 2494079"/>
              <a:gd name="connsiteY128" fmla="*/ 722900 h 832693"/>
              <a:gd name="connsiteX129" fmla="*/ 19816 w 2494079"/>
              <a:gd name="connsiteY129" fmla="*/ 714135 h 832693"/>
              <a:gd name="connsiteX130" fmla="*/ 15413 w 2494079"/>
              <a:gd name="connsiteY130" fmla="*/ 704909 h 832693"/>
              <a:gd name="connsiteX131" fmla="*/ 11890 w 2494079"/>
              <a:gd name="connsiteY131" fmla="*/ 695221 h 832693"/>
              <a:gd name="connsiteX132" fmla="*/ 8807 w 2494079"/>
              <a:gd name="connsiteY132" fmla="*/ 685533 h 832693"/>
              <a:gd name="connsiteX133" fmla="*/ 6165 w 2494079"/>
              <a:gd name="connsiteY133" fmla="*/ 675384 h 832693"/>
              <a:gd name="connsiteX134" fmla="*/ 3963 w 2494079"/>
              <a:gd name="connsiteY134" fmla="*/ 665235 h 832693"/>
              <a:gd name="connsiteX135" fmla="*/ 2202 w 2494079"/>
              <a:gd name="connsiteY135" fmla="*/ 655086 h 832693"/>
              <a:gd name="connsiteX136" fmla="*/ 881 w 2494079"/>
              <a:gd name="connsiteY136" fmla="*/ 644476 h 832693"/>
              <a:gd name="connsiteX137" fmla="*/ 0 w 2494079"/>
              <a:gd name="connsiteY137" fmla="*/ 633866 h 832693"/>
              <a:gd name="connsiteX138" fmla="*/ 0 w 2494079"/>
              <a:gd name="connsiteY138" fmla="*/ 623256 h 832693"/>
              <a:gd name="connsiteX139" fmla="*/ 0 w 2494079"/>
              <a:gd name="connsiteY139" fmla="*/ 612645 h 832693"/>
              <a:gd name="connsiteX140" fmla="*/ 881 w 2494079"/>
              <a:gd name="connsiteY140" fmla="*/ 602035 h 832693"/>
              <a:gd name="connsiteX141" fmla="*/ 2202 w 2494079"/>
              <a:gd name="connsiteY141" fmla="*/ 591425 h 832693"/>
              <a:gd name="connsiteX142" fmla="*/ 3963 w 2494079"/>
              <a:gd name="connsiteY142" fmla="*/ 580815 h 832693"/>
              <a:gd name="connsiteX143" fmla="*/ 6165 w 2494079"/>
              <a:gd name="connsiteY143" fmla="*/ 571127 h 832693"/>
              <a:gd name="connsiteX144" fmla="*/ 8807 w 2494079"/>
              <a:gd name="connsiteY144" fmla="*/ 560978 h 832693"/>
              <a:gd name="connsiteX145" fmla="*/ 11890 w 2494079"/>
              <a:gd name="connsiteY145" fmla="*/ 551290 h 832693"/>
              <a:gd name="connsiteX146" fmla="*/ 15413 w 2494079"/>
              <a:gd name="connsiteY146" fmla="*/ 541603 h 832693"/>
              <a:gd name="connsiteX147" fmla="*/ 19816 w 2494079"/>
              <a:gd name="connsiteY147" fmla="*/ 532376 h 832693"/>
              <a:gd name="connsiteX148" fmla="*/ 24220 w 2494079"/>
              <a:gd name="connsiteY148" fmla="*/ 523611 h 832693"/>
              <a:gd name="connsiteX149" fmla="*/ 28623 w 2494079"/>
              <a:gd name="connsiteY149" fmla="*/ 514846 h 832693"/>
              <a:gd name="connsiteX150" fmla="*/ 33908 w 2494079"/>
              <a:gd name="connsiteY150" fmla="*/ 506081 h 832693"/>
              <a:gd name="connsiteX151" fmla="*/ 39632 w 2494079"/>
              <a:gd name="connsiteY151" fmla="*/ 497778 h 832693"/>
              <a:gd name="connsiteX152" fmla="*/ 45357 w 2494079"/>
              <a:gd name="connsiteY152" fmla="*/ 489935 h 832693"/>
              <a:gd name="connsiteX153" fmla="*/ 51962 w 2494079"/>
              <a:gd name="connsiteY153" fmla="*/ 482554 h 832693"/>
              <a:gd name="connsiteX154" fmla="*/ 58568 w 2494079"/>
              <a:gd name="connsiteY154" fmla="*/ 475173 h 832693"/>
              <a:gd name="connsiteX155" fmla="*/ 65173 w 2494079"/>
              <a:gd name="connsiteY155" fmla="*/ 468253 h 832693"/>
              <a:gd name="connsiteX156" fmla="*/ 72659 w 2494079"/>
              <a:gd name="connsiteY156" fmla="*/ 461795 h 832693"/>
              <a:gd name="connsiteX157" fmla="*/ 80145 w 2494079"/>
              <a:gd name="connsiteY157" fmla="*/ 455337 h 832693"/>
              <a:gd name="connsiteX158" fmla="*/ 88071 w 2494079"/>
              <a:gd name="connsiteY158" fmla="*/ 449801 h 832693"/>
              <a:gd name="connsiteX159" fmla="*/ 95998 w 2494079"/>
              <a:gd name="connsiteY159" fmla="*/ 444265 h 832693"/>
              <a:gd name="connsiteX160" fmla="*/ 104365 w 2494079"/>
              <a:gd name="connsiteY160" fmla="*/ 439190 h 832693"/>
              <a:gd name="connsiteX161" fmla="*/ 113172 w 2494079"/>
              <a:gd name="connsiteY161" fmla="*/ 434577 h 832693"/>
              <a:gd name="connsiteX162" fmla="*/ 121979 w 2494079"/>
              <a:gd name="connsiteY162" fmla="*/ 430425 h 832693"/>
              <a:gd name="connsiteX163" fmla="*/ 131226 w 2494079"/>
              <a:gd name="connsiteY163" fmla="*/ 426735 h 832693"/>
              <a:gd name="connsiteX164" fmla="*/ 140474 w 2494079"/>
              <a:gd name="connsiteY164" fmla="*/ 423044 h 832693"/>
              <a:gd name="connsiteX165" fmla="*/ 149721 w 2494079"/>
              <a:gd name="connsiteY165" fmla="*/ 420277 h 832693"/>
              <a:gd name="connsiteX166" fmla="*/ 159409 w 2494079"/>
              <a:gd name="connsiteY166" fmla="*/ 417970 h 832693"/>
              <a:gd name="connsiteX167" fmla="*/ 169537 w 2494079"/>
              <a:gd name="connsiteY167" fmla="*/ 416125 h 832693"/>
              <a:gd name="connsiteX168" fmla="*/ 179225 w 2494079"/>
              <a:gd name="connsiteY168" fmla="*/ 414741 h 832693"/>
              <a:gd name="connsiteX169" fmla="*/ 189353 w 2494079"/>
              <a:gd name="connsiteY169" fmla="*/ 414279 h 832693"/>
              <a:gd name="connsiteX170" fmla="*/ 199922 w 2494079"/>
              <a:gd name="connsiteY170" fmla="*/ 413818 h 832693"/>
              <a:gd name="connsiteX171" fmla="*/ 208289 w 2494079"/>
              <a:gd name="connsiteY171" fmla="*/ 413818 h 832693"/>
              <a:gd name="connsiteX172" fmla="*/ 216655 w 2494079"/>
              <a:gd name="connsiteY172" fmla="*/ 414741 h 832693"/>
              <a:gd name="connsiteX173" fmla="*/ 225022 w 2494079"/>
              <a:gd name="connsiteY173" fmla="*/ 415663 h 832693"/>
              <a:gd name="connsiteX174" fmla="*/ 232949 w 2494079"/>
              <a:gd name="connsiteY174" fmla="*/ 417047 h 832693"/>
              <a:gd name="connsiteX175" fmla="*/ 235150 w 2494079"/>
              <a:gd name="connsiteY175" fmla="*/ 398595 h 832693"/>
              <a:gd name="connsiteX176" fmla="*/ 237792 w 2494079"/>
              <a:gd name="connsiteY176" fmla="*/ 380603 h 832693"/>
              <a:gd name="connsiteX177" fmla="*/ 241315 w 2494079"/>
              <a:gd name="connsiteY177" fmla="*/ 363073 h 832693"/>
              <a:gd name="connsiteX178" fmla="*/ 245719 w 2494079"/>
              <a:gd name="connsiteY178" fmla="*/ 345543 h 832693"/>
              <a:gd name="connsiteX179" fmla="*/ 250563 w 2494079"/>
              <a:gd name="connsiteY179" fmla="*/ 328936 h 832693"/>
              <a:gd name="connsiteX180" fmla="*/ 256287 w 2494079"/>
              <a:gd name="connsiteY180" fmla="*/ 311867 h 832693"/>
              <a:gd name="connsiteX181" fmla="*/ 262893 w 2494079"/>
              <a:gd name="connsiteY181" fmla="*/ 295721 h 832693"/>
              <a:gd name="connsiteX182" fmla="*/ 269938 w 2494079"/>
              <a:gd name="connsiteY182" fmla="*/ 280036 h 832693"/>
              <a:gd name="connsiteX183" fmla="*/ 277865 w 2494079"/>
              <a:gd name="connsiteY183" fmla="*/ 264352 h 832693"/>
              <a:gd name="connsiteX184" fmla="*/ 286232 w 2494079"/>
              <a:gd name="connsiteY184" fmla="*/ 249128 h 832693"/>
              <a:gd name="connsiteX185" fmla="*/ 295039 w 2494079"/>
              <a:gd name="connsiteY185" fmla="*/ 234827 h 832693"/>
              <a:gd name="connsiteX186" fmla="*/ 305167 w 2494079"/>
              <a:gd name="connsiteY186" fmla="*/ 220527 h 832693"/>
              <a:gd name="connsiteX187" fmla="*/ 315295 w 2494079"/>
              <a:gd name="connsiteY187" fmla="*/ 206687 h 832693"/>
              <a:gd name="connsiteX188" fmla="*/ 325864 w 2494079"/>
              <a:gd name="connsiteY188" fmla="*/ 193770 h 832693"/>
              <a:gd name="connsiteX189" fmla="*/ 337313 w 2494079"/>
              <a:gd name="connsiteY189" fmla="*/ 180853 h 832693"/>
              <a:gd name="connsiteX190" fmla="*/ 349203 w 2494079"/>
              <a:gd name="connsiteY190" fmla="*/ 168859 h 832693"/>
              <a:gd name="connsiteX191" fmla="*/ 361973 w 2494079"/>
              <a:gd name="connsiteY191" fmla="*/ 157326 h 832693"/>
              <a:gd name="connsiteX192" fmla="*/ 374743 w 2494079"/>
              <a:gd name="connsiteY192" fmla="*/ 146716 h 832693"/>
              <a:gd name="connsiteX193" fmla="*/ 388394 w 2494079"/>
              <a:gd name="connsiteY193" fmla="*/ 136106 h 832693"/>
              <a:gd name="connsiteX194" fmla="*/ 402045 w 2494079"/>
              <a:gd name="connsiteY194" fmla="*/ 126880 h 832693"/>
              <a:gd name="connsiteX195" fmla="*/ 416577 w 2494079"/>
              <a:gd name="connsiteY195" fmla="*/ 117653 h 832693"/>
              <a:gd name="connsiteX196" fmla="*/ 431109 w 2494079"/>
              <a:gd name="connsiteY196" fmla="*/ 109350 h 832693"/>
              <a:gd name="connsiteX197" fmla="*/ 446081 w 2494079"/>
              <a:gd name="connsiteY197" fmla="*/ 101507 h 832693"/>
              <a:gd name="connsiteX198" fmla="*/ 461493 w 2494079"/>
              <a:gd name="connsiteY198" fmla="*/ 94587 h 832693"/>
              <a:gd name="connsiteX199" fmla="*/ 477346 w 2494079"/>
              <a:gd name="connsiteY199" fmla="*/ 88590 h 832693"/>
              <a:gd name="connsiteX200" fmla="*/ 493639 w 2494079"/>
              <a:gd name="connsiteY200" fmla="*/ 83054 h 832693"/>
              <a:gd name="connsiteX201" fmla="*/ 510373 w 2494079"/>
              <a:gd name="connsiteY201" fmla="*/ 78441 h 832693"/>
              <a:gd name="connsiteX202" fmla="*/ 527107 w 2494079"/>
              <a:gd name="connsiteY202" fmla="*/ 74751 h 832693"/>
              <a:gd name="connsiteX203" fmla="*/ 544280 w 2494079"/>
              <a:gd name="connsiteY203" fmla="*/ 71522 h 832693"/>
              <a:gd name="connsiteX204" fmla="*/ 561454 w 2494079"/>
              <a:gd name="connsiteY204" fmla="*/ 69676 h 832693"/>
              <a:gd name="connsiteX205" fmla="*/ 579069 w 2494079"/>
              <a:gd name="connsiteY205" fmla="*/ 68292 h 832693"/>
              <a:gd name="connsiteX206" fmla="*/ 596683 w 2494079"/>
              <a:gd name="connsiteY206" fmla="*/ 67831 h 832693"/>
              <a:gd name="connsiteX207" fmla="*/ 610774 w 2494079"/>
              <a:gd name="connsiteY207" fmla="*/ 67831 h 832693"/>
              <a:gd name="connsiteX208" fmla="*/ 624866 w 2494079"/>
              <a:gd name="connsiteY208" fmla="*/ 68754 h 832693"/>
              <a:gd name="connsiteX209" fmla="*/ 638517 w 2494079"/>
              <a:gd name="connsiteY209" fmla="*/ 70138 h 832693"/>
              <a:gd name="connsiteX210" fmla="*/ 652168 w 2494079"/>
              <a:gd name="connsiteY210" fmla="*/ 71983 h 832693"/>
              <a:gd name="connsiteX211" fmla="*/ 665819 w 2494079"/>
              <a:gd name="connsiteY211" fmla="*/ 74751 h 832693"/>
              <a:gd name="connsiteX212" fmla="*/ 679029 w 2494079"/>
              <a:gd name="connsiteY212" fmla="*/ 77519 h 832693"/>
              <a:gd name="connsiteX213" fmla="*/ 692240 w 2494079"/>
              <a:gd name="connsiteY213" fmla="*/ 80748 h 832693"/>
              <a:gd name="connsiteX214" fmla="*/ 705010 w 2494079"/>
              <a:gd name="connsiteY214" fmla="*/ 84900 h 832693"/>
              <a:gd name="connsiteX215" fmla="*/ 717781 w 2494079"/>
              <a:gd name="connsiteY215" fmla="*/ 89052 h 832693"/>
              <a:gd name="connsiteX216" fmla="*/ 730111 w 2494079"/>
              <a:gd name="connsiteY216" fmla="*/ 94126 h 832693"/>
              <a:gd name="connsiteX217" fmla="*/ 742441 w 2494079"/>
              <a:gd name="connsiteY217" fmla="*/ 99662 h 832693"/>
              <a:gd name="connsiteX218" fmla="*/ 754771 w 2494079"/>
              <a:gd name="connsiteY218" fmla="*/ 105198 h 832693"/>
              <a:gd name="connsiteX219" fmla="*/ 766660 w 2494079"/>
              <a:gd name="connsiteY219" fmla="*/ 111656 h 832693"/>
              <a:gd name="connsiteX220" fmla="*/ 778110 w 2494079"/>
              <a:gd name="connsiteY220" fmla="*/ 118115 h 832693"/>
              <a:gd name="connsiteX221" fmla="*/ 789559 w 2494079"/>
              <a:gd name="connsiteY221" fmla="*/ 125034 h 832693"/>
              <a:gd name="connsiteX222" fmla="*/ 800568 w 2494079"/>
              <a:gd name="connsiteY222" fmla="*/ 132877 h 832693"/>
              <a:gd name="connsiteX223" fmla="*/ 811136 w 2494079"/>
              <a:gd name="connsiteY223" fmla="*/ 140719 h 832693"/>
              <a:gd name="connsiteX224" fmla="*/ 821705 w 2494079"/>
              <a:gd name="connsiteY224" fmla="*/ 149023 h 832693"/>
              <a:gd name="connsiteX225" fmla="*/ 831833 w 2494079"/>
              <a:gd name="connsiteY225" fmla="*/ 157788 h 832693"/>
              <a:gd name="connsiteX226" fmla="*/ 841521 w 2494079"/>
              <a:gd name="connsiteY226" fmla="*/ 166553 h 832693"/>
              <a:gd name="connsiteX227" fmla="*/ 851209 w 2494079"/>
              <a:gd name="connsiteY227" fmla="*/ 176240 h 832693"/>
              <a:gd name="connsiteX228" fmla="*/ 860456 w 2494079"/>
              <a:gd name="connsiteY228" fmla="*/ 185928 h 832693"/>
              <a:gd name="connsiteX229" fmla="*/ 869263 w 2494079"/>
              <a:gd name="connsiteY229" fmla="*/ 195616 h 832693"/>
              <a:gd name="connsiteX230" fmla="*/ 878070 w 2494079"/>
              <a:gd name="connsiteY230" fmla="*/ 206226 h 832693"/>
              <a:gd name="connsiteX231" fmla="*/ 885997 w 2494079"/>
              <a:gd name="connsiteY231" fmla="*/ 216836 h 832693"/>
              <a:gd name="connsiteX232" fmla="*/ 893923 w 2494079"/>
              <a:gd name="connsiteY232" fmla="*/ 227908 h 832693"/>
              <a:gd name="connsiteX233" fmla="*/ 901409 w 2494079"/>
              <a:gd name="connsiteY233" fmla="*/ 239441 h 832693"/>
              <a:gd name="connsiteX234" fmla="*/ 908455 w 2494079"/>
              <a:gd name="connsiteY234" fmla="*/ 250974 h 832693"/>
              <a:gd name="connsiteX235" fmla="*/ 915060 w 2494079"/>
              <a:gd name="connsiteY235" fmla="*/ 262968 h 832693"/>
              <a:gd name="connsiteX236" fmla="*/ 921225 w 2494079"/>
              <a:gd name="connsiteY236" fmla="*/ 274962 h 832693"/>
              <a:gd name="connsiteX237" fmla="*/ 927390 w 2494079"/>
              <a:gd name="connsiteY237" fmla="*/ 287418 h 832693"/>
              <a:gd name="connsiteX238" fmla="*/ 932675 w 2494079"/>
              <a:gd name="connsiteY238" fmla="*/ 300334 h 832693"/>
              <a:gd name="connsiteX239" fmla="*/ 947206 w 2494079"/>
              <a:gd name="connsiteY239" fmla="*/ 298950 h 832693"/>
              <a:gd name="connsiteX240" fmla="*/ 961738 w 2494079"/>
              <a:gd name="connsiteY240" fmla="*/ 298489 h 832693"/>
              <a:gd name="connsiteX241" fmla="*/ 973628 w 2494079"/>
              <a:gd name="connsiteY241" fmla="*/ 298950 h 832693"/>
              <a:gd name="connsiteX242" fmla="*/ 985517 w 2494079"/>
              <a:gd name="connsiteY242" fmla="*/ 299412 h 832693"/>
              <a:gd name="connsiteX243" fmla="*/ 996967 w 2494079"/>
              <a:gd name="connsiteY243" fmla="*/ 300796 h 832693"/>
              <a:gd name="connsiteX244" fmla="*/ 1008416 w 2494079"/>
              <a:gd name="connsiteY244" fmla="*/ 303102 h 832693"/>
              <a:gd name="connsiteX245" fmla="*/ 1019865 w 2494079"/>
              <a:gd name="connsiteY245" fmla="*/ 305409 h 832693"/>
              <a:gd name="connsiteX246" fmla="*/ 1030874 w 2494079"/>
              <a:gd name="connsiteY246" fmla="*/ 308177 h 832693"/>
              <a:gd name="connsiteX247" fmla="*/ 1041883 w 2494079"/>
              <a:gd name="connsiteY247" fmla="*/ 311867 h 832693"/>
              <a:gd name="connsiteX248" fmla="*/ 1052451 w 2494079"/>
              <a:gd name="connsiteY248" fmla="*/ 315558 h 832693"/>
              <a:gd name="connsiteX249" fmla="*/ 1062580 w 2494079"/>
              <a:gd name="connsiteY249" fmla="*/ 320171 h 832693"/>
              <a:gd name="connsiteX250" fmla="*/ 1073148 w 2494079"/>
              <a:gd name="connsiteY250" fmla="*/ 325245 h 832693"/>
              <a:gd name="connsiteX251" fmla="*/ 1082836 w 2494079"/>
              <a:gd name="connsiteY251" fmla="*/ 330320 h 832693"/>
              <a:gd name="connsiteX252" fmla="*/ 1092524 w 2494079"/>
              <a:gd name="connsiteY252" fmla="*/ 336317 h 832693"/>
              <a:gd name="connsiteX253" fmla="*/ 1102212 w 2494079"/>
              <a:gd name="connsiteY253" fmla="*/ 342314 h 832693"/>
              <a:gd name="connsiteX254" fmla="*/ 1104422 w 2494079"/>
              <a:gd name="connsiteY254" fmla="*/ 344051 h 832693"/>
              <a:gd name="connsiteX255" fmla="*/ 1109495 w 2494079"/>
              <a:gd name="connsiteY255" fmla="*/ 339004 h 832693"/>
              <a:gd name="connsiteX256" fmla="*/ 1119084 w 2494079"/>
              <a:gd name="connsiteY256" fmla="*/ 330466 h 832693"/>
              <a:gd name="connsiteX257" fmla="*/ 1128673 w 2494079"/>
              <a:gd name="connsiteY257" fmla="*/ 321928 h 832693"/>
              <a:gd name="connsiteX258" fmla="*/ 1139328 w 2494079"/>
              <a:gd name="connsiteY258" fmla="*/ 313892 h 832693"/>
              <a:gd name="connsiteX259" fmla="*/ 1149983 w 2494079"/>
              <a:gd name="connsiteY259" fmla="*/ 306359 h 832693"/>
              <a:gd name="connsiteX260" fmla="*/ 1160637 w 2494079"/>
              <a:gd name="connsiteY260" fmla="*/ 298825 h 832693"/>
              <a:gd name="connsiteX261" fmla="*/ 1172358 w 2494079"/>
              <a:gd name="connsiteY261" fmla="*/ 292296 h 832693"/>
              <a:gd name="connsiteX262" fmla="*/ 1184078 w 2494079"/>
              <a:gd name="connsiteY262" fmla="*/ 285767 h 832693"/>
              <a:gd name="connsiteX263" fmla="*/ 1195798 w 2494079"/>
              <a:gd name="connsiteY263" fmla="*/ 280243 h 832693"/>
              <a:gd name="connsiteX264" fmla="*/ 1208584 w 2494079"/>
              <a:gd name="connsiteY264" fmla="*/ 274718 h 832693"/>
              <a:gd name="connsiteX265" fmla="*/ 1220837 w 2494079"/>
              <a:gd name="connsiteY265" fmla="*/ 269696 h 832693"/>
              <a:gd name="connsiteX266" fmla="*/ 1233622 w 2494079"/>
              <a:gd name="connsiteY266" fmla="*/ 265678 h 832693"/>
              <a:gd name="connsiteX267" fmla="*/ 1246941 w 2494079"/>
              <a:gd name="connsiteY267" fmla="*/ 261661 h 832693"/>
              <a:gd name="connsiteX268" fmla="*/ 1260259 w 2494079"/>
              <a:gd name="connsiteY268" fmla="*/ 258647 h 832693"/>
              <a:gd name="connsiteX269" fmla="*/ 1274111 w 2494079"/>
              <a:gd name="connsiteY269" fmla="*/ 256136 h 832693"/>
              <a:gd name="connsiteX270" fmla="*/ 1287962 w 2494079"/>
              <a:gd name="connsiteY270" fmla="*/ 253625 h 832693"/>
              <a:gd name="connsiteX271" fmla="*/ 1301813 w 2494079"/>
              <a:gd name="connsiteY271" fmla="*/ 252118 h 832693"/>
              <a:gd name="connsiteX272" fmla="*/ 1316197 w 2494079"/>
              <a:gd name="connsiteY272" fmla="*/ 251616 h 832693"/>
              <a:gd name="connsiteX273" fmla="*/ 1330581 w 2494079"/>
              <a:gd name="connsiteY273" fmla="*/ 251114 h 832693"/>
              <a:gd name="connsiteX274" fmla="*/ 1348161 w 2494079"/>
              <a:gd name="connsiteY274" fmla="*/ 251616 h 832693"/>
              <a:gd name="connsiteX275" fmla="*/ 1365741 w 2494079"/>
              <a:gd name="connsiteY275" fmla="*/ 253123 h 832693"/>
              <a:gd name="connsiteX276" fmla="*/ 1372134 w 2494079"/>
              <a:gd name="connsiteY276" fmla="*/ 239060 h 832693"/>
              <a:gd name="connsiteX277" fmla="*/ 1379593 w 2494079"/>
              <a:gd name="connsiteY277" fmla="*/ 225500 h 832693"/>
              <a:gd name="connsiteX278" fmla="*/ 1387051 w 2494079"/>
              <a:gd name="connsiteY278" fmla="*/ 212442 h 832693"/>
              <a:gd name="connsiteX279" fmla="*/ 1395042 w 2494079"/>
              <a:gd name="connsiteY279" fmla="*/ 199384 h 832693"/>
              <a:gd name="connsiteX280" fmla="*/ 1403566 w 2494079"/>
              <a:gd name="connsiteY280" fmla="*/ 186829 h 832693"/>
              <a:gd name="connsiteX281" fmla="*/ 1412622 w 2494079"/>
              <a:gd name="connsiteY281" fmla="*/ 174273 h 832693"/>
              <a:gd name="connsiteX282" fmla="*/ 1422212 w 2494079"/>
              <a:gd name="connsiteY282" fmla="*/ 162220 h 832693"/>
              <a:gd name="connsiteX283" fmla="*/ 1431801 w 2494079"/>
              <a:gd name="connsiteY283" fmla="*/ 150668 h 832693"/>
              <a:gd name="connsiteX284" fmla="*/ 1442456 w 2494079"/>
              <a:gd name="connsiteY284" fmla="*/ 139117 h 832693"/>
              <a:gd name="connsiteX285" fmla="*/ 1453110 w 2494079"/>
              <a:gd name="connsiteY285" fmla="*/ 128570 h 832693"/>
              <a:gd name="connsiteX286" fmla="*/ 1464298 w 2494079"/>
              <a:gd name="connsiteY286" fmla="*/ 118024 h 832693"/>
              <a:gd name="connsiteX287" fmla="*/ 1476018 w 2494079"/>
              <a:gd name="connsiteY287" fmla="*/ 107477 h 832693"/>
              <a:gd name="connsiteX288" fmla="*/ 1487738 w 2494079"/>
              <a:gd name="connsiteY288" fmla="*/ 97934 h 832693"/>
              <a:gd name="connsiteX289" fmla="*/ 1499991 w 2494079"/>
              <a:gd name="connsiteY289" fmla="*/ 88392 h 832693"/>
              <a:gd name="connsiteX290" fmla="*/ 1512777 w 2494079"/>
              <a:gd name="connsiteY290" fmla="*/ 79352 h 832693"/>
              <a:gd name="connsiteX291" fmla="*/ 1525563 w 2494079"/>
              <a:gd name="connsiteY291" fmla="*/ 70814 h 832693"/>
              <a:gd name="connsiteX292" fmla="*/ 1538881 w 2494079"/>
              <a:gd name="connsiteY292" fmla="*/ 62276 h 832693"/>
              <a:gd name="connsiteX293" fmla="*/ 1552732 w 2494079"/>
              <a:gd name="connsiteY293" fmla="*/ 54743 h 832693"/>
              <a:gd name="connsiteX294" fmla="*/ 1566583 w 2494079"/>
              <a:gd name="connsiteY294" fmla="*/ 47712 h 832693"/>
              <a:gd name="connsiteX295" fmla="*/ 1580967 w 2494079"/>
              <a:gd name="connsiteY295" fmla="*/ 40680 h 832693"/>
              <a:gd name="connsiteX296" fmla="*/ 1595884 w 2494079"/>
              <a:gd name="connsiteY296" fmla="*/ 34654 h 832693"/>
              <a:gd name="connsiteX297" fmla="*/ 1610801 w 2494079"/>
              <a:gd name="connsiteY297" fmla="*/ 28627 h 832693"/>
              <a:gd name="connsiteX298" fmla="*/ 1625717 w 2494079"/>
              <a:gd name="connsiteY298" fmla="*/ 23102 h 832693"/>
              <a:gd name="connsiteX299" fmla="*/ 1641167 w 2494079"/>
              <a:gd name="connsiteY299" fmla="*/ 18582 h 832693"/>
              <a:gd name="connsiteX300" fmla="*/ 1656616 w 2494079"/>
              <a:gd name="connsiteY300" fmla="*/ 14062 h 832693"/>
              <a:gd name="connsiteX301" fmla="*/ 1672598 w 2494079"/>
              <a:gd name="connsiteY301" fmla="*/ 10547 h 832693"/>
              <a:gd name="connsiteX302" fmla="*/ 1688580 w 2494079"/>
              <a:gd name="connsiteY302" fmla="*/ 7533 h 832693"/>
              <a:gd name="connsiteX303" fmla="*/ 1705095 w 2494079"/>
              <a:gd name="connsiteY303" fmla="*/ 4520 h 832693"/>
              <a:gd name="connsiteX304" fmla="*/ 1721610 w 2494079"/>
              <a:gd name="connsiteY304" fmla="*/ 2511 h 832693"/>
              <a:gd name="connsiteX305" fmla="*/ 1738125 w 2494079"/>
              <a:gd name="connsiteY305" fmla="*/ 1004 h 832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Lst>
            <a:rect l="l" t="t" r="r" b="b"/>
            <a:pathLst>
              <a:path w="2494079" h="832693">
                <a:moveTo>
                  <a:pt x="1755172" y="0"/>
                </a:moveTo>
                <a:lnTo>
                  <a:pt x="1772220" y="0"/>
                </a:lnTo>
                <a:lnTo>
                  <a:pt x="1793530" y="502"/>
                </a:lnTo>
                <a:lnTo>
                  <a:pt x="1814839" y="2009"/>
                </a:lnTo>
                <a:lnTo>
                  <a:pt x="1835616" y="4018"/>
                </a:lnTo>
                <a:lnTo>
                  <a:pt x="1856393" y="7533"/>
                </a:lnTo>
                <a:lnTo>
                  <a:pt x="1876637" y="11551"/>
                </a:lnTo>
                <a:lnTo>
                  <a:pt x="1896881" y="16573"/>
                </a:lnTo>
                <a:lnTo>
                  <a:pt x="1916592" y="22600"/>
                </a:lnTo>
                <a:lnTo>
                  <a:pt x="1935770" y="29129"/>
                </a:lnTo>
                <a:lnTo>
                  <a:pt x="1954416" y="36663"/>
                </a:lnTo>
                <a:lnTo>
                  <a:pt x="1972529" y="45200"/>
                </a:lnTo>
                <a:lnTo>
                  <a:pt x="1990110" y="54240"/>
                </a:lnTo>
                <a:lnTo>
                  <a:pt x="2007690" y="64285"/>
                </a:lnTo>
                <a:lnTo>
                  <a:pt x="2024205" y="74330"/>
                </a:lnTo>
                <a:lnTo>
                  <a:pt x="2040720" y="85881"/>
                </a:lnTo>
                <a:lnTo>
                  <a:pt x="2056169" y="97432"/>
                </a:lnTo>
                <a:lnTo>
                  <a:pt x="2071618" y="109988"/>
                </a:lnTo>
                <a:lnTo>
                  <a:pt x="2086002" y="123046"/>
                </a:lnTo>
                <a:lnTo>
                  <a:pt x="2099854" y="137108"/>
                </a:lnTo>
                <a:lnTo>
                  <a:pt x="2112639" y="151171"/>
                </a:lnTo>
                <a:lnTo>
                  <a:pt x="2124892" y="166237"/>
                </a:lnTo>
                <a:lnTo>
                  <a:pt x="2137145" y="181806"/>
                </a:lnTo>
                <a:lnTo>
                  <a:pt x="2147800" y="197375"/>
                </a:lnTo>
                <a:lnTo>
                  <a:pt x="2157922" y="213949"/>
                </a:lnTo>
                <a:lnTo>
                  <a:pt x="2167511" y="231025"/>
                </a:lnTo>
                <a:lnTo>
                  <a:pt x="2176035" y="248100"/>
                </a:lnTo>
                <a:lnTo>
                  <a:pt x="2184026" y="265678"/>
                </a:lnTo>
                <a:lnTo>
                  <a:pt x="2190952" y="284261"/>
                </a:lnTo>
                <a:lnTo>
                  <a:pt x="2196812" y="302341"/>
                </a:lnTo>
                <a:lnTo>
                  <a:pt x="2202139" y="321426"/>
                </a:lnTo>
                <a:lnTo>
                  <a:pt x="2206401" y="340510"/>
                </a:lnTo>
                <a:lnTo>
                  <a:pt x="2209597" y="360097"/>
                </a:lnTo>
                <a:lnTo>
                  <a:pt x="2212261" y="380186"/>
                </a:lnTo>
                <a:lnTo>
                  <a:pt x="2221850" y="378680"/>
                </a:lnTo>
                <a:lnTo>
                  <a:pt x="2231972" y="377675"/>
                </a:lnTo>
                <a:lnTo>
                  <a:pt x="2242094" y="376671"/>
                </a:lnTo>
                <a:lnTo>
                  <a:pt x="2252216" y="376671"/>
                </a:lnTo>
                <a:lnTo>
                  <a:pt x="2265002" y="377173"/>
                </a:lnTo>
                <a:lnTo>
                  <a:pt x="2277255" y="377675"/>
                </a:lnTo>
                <a:lnTo>
                  <a:pt x="2288975" y="379182"/>
                </a:lnTo>
                <a:lnTo>
                  <a:pt x="2301228" y="381191"/>
                </a:lnTo>
                <a:lnTo>
                  <a:pt x="2312949" y="383702"/>
                </a:lnTo>
                <a:lnTo>
                  <a:pt x="2324136" y="386715"/>
                </a:lnTo>
                <a:lnTo>
                  <a:pt x="2335323" y="390733"/>
                </a:lnTo>
                <a:lnTo>
                  <a:pt x="2346511" y="394751"/>
                </a:lnTo>
                <a:lnTo>
                  <a:pt x="2357166" y="399271"/>
                </a:lnTo>
                <a:lnTo>
                  <a:pt x="2367820" y="404293"/>
                </a:lnTo>
                <a:lnTo>
                  <a:pt x="2377942" y="409818"/>
                </a:lnTo>
                <a:lnTo>
                  <a:pt x="2387532" y="415844"/>
                </a:lnTo>
                <a:lnTo>
                  <a:pt x="2397121" y="421871"/>
                </a:lnTo>
                <a:lnTo>
                  <a:pt x="2406178" y="428902"/>
                </a:lnTo>
                <a:lnTo>
                  <a:pt x="2415234" y="435933"/>
                </a:lnTo>
                <a:lnTo>
                  <a:pt x="2423225" y="443467"/>
                </a:lnTo>
                <a:lnTo>
                  <a:pt x="2431216" y="451502"/>
                </a:lnTo>
                <a:lnTo>
                  <a:pt x="2439207" y="459538"/>
                </a:lnTo>
                <a:lnTo>
                  <a:pt x="2446133" y="468076"/>
                </a:lnTo>
                <a:lnTo>
                  <a:pt x="2453058" y="477116"/>
                </a:lnTo>
                <a:lnTo>
                  <a:pt x="2459451" y="486658"/>
                </a:lnTo>
                <a:lnTo>
                  <a:pt x="2464779" y="496201"/>
                </a:lnTo>
                <a:lnTo>
                  <a:pt x="2470106" y="505743"/>
                </a:lnTo>
                <a:lnTo>
                  <a:pt x="2475433" y="515788"/>
                </a:lnTo>
                <a:lnTo>
                  <a:pt x="2479695" y="526334"/>
                </a:lnTo>
                <a:lnTo>
                  <a:pt x="2483425" y="536881"/>
                </a:lnTo>
                <a:lnTo>
                  <a:pt x="2486621" y="547930"/>
                </a:lnTo>
                <a:lnTo>
                  <a:pt x="2489285" y="558477"/>
                </a:lnTo>
                <a:lnTo>
                  <a:pt x="2491416" y="570028"/>
                </a:lnTo>
                <a:lnTo>
                  <a:pt x="2493014" y="581579"/>
                </a:lnTo>
                <a:lnTo>
                  <a:pt x="2494079" y="593131"/>
                </a:lnTo>
                <a:lnTo>
                  <a:pt x="2494079" y="604682"/>
                </a:lnTo>
                <a:lnTo>
                  <a:pt x="2494079" y="616233"/>
                </a:lnTo>
                <a:lnTo>
                  <a:pt x="2493014" y="627784"/>
                </a:lnTo>
                <a:lnTo>
                  <a:pt x="2491416" y="639336"/>
                </a:lnTo>
                <a:lnTo>
                  <a:pt x="2489285" y="650385"/>
                </a:lnTo>
                <a:lnTo>
                  <a:pt x="2486621" y="661434"/>
                </a:lnTo>
                <a:lnTo>
                  <a:pt x="2483425" y="672483"/>
                </a:lnTo>
                <a:lnTo>
                  <a:pt x="2479695" y="683029"/>
                </a:lnTo>
                <a:lnTo>
                  <a:pt x="2475433" y="693576"/>
                </a:lnTo>
                <a:lnTo>
                  <a:pt x="2470106" y="703621"/>
                </a:lnTo>
                <a:lnTo>
                  <a:pt x="2464779" y="713163"/>
                </a:lnTo>
                <a:lnTo>
                  <a:pt x="2459451" y="722705"/>
                </a:lnTo>
                <a:lnTo>
                  <a:pt x="2453058" y="732248"/>
                </a:lnTo>
                <a:lnTo>
                  <a:pt x="2446133" y="741288"/>
                </a:lnTo>
                <a:lnTo>
                  <a:pt x="2439207" y="749826"/>
                </a:lnTo>
                <a:lnTo>
                  <a:pt x="2431216" y="757861"/>
                </a:lnTo>
                <a:lnTo>
                  <a:pt x="2423225" y="765897"/>
                </a:lnTo>
                <a:lnTo>
                  <a:pt x="2415234" y="773430"/>
                </a:lnTo>
                <a:lnTo>
                  <a:pt x="2406178" y="780462"/>
                </a:lnTo>
                <a:lnTo>
                  <a:pt x="2397121" y="787493"/>
                </a:lnTo>
                <a:lnTo>
                  <a:pt x="2387532" y="793519"/>
                </a:lnTo>
                <a:lnTo>
                  <a:pt x="2377942" y="799546"/>
                </a:lnTo>
                <a:lnTo>
                  <a:pt x="2367820" y="805071"/>
                </a:lnTo>
                <a:lnTo>
                  <a:pt x="2357166" y="810093"/>
                </a:lnTo>
                <a:lnTo>
                  <a:pt x="2346511" y="814613"/>
                </a:lnTo>
                <a:lnTo>
                  <a:pt x="2335323" y="818631"/>
                </a:lnTo>
                <a:lnTo>
                  <a:pt x="2324136" y="822649"/>
                </a:lnTo>
                <a:lnTo>
                  <a:pt x="2312949" y="825662"/>
                </a:lnTo>
                <a:lnTo>
                  <a:pt x="2301228" y="828173"/>
                </a:lnTo>
                <a:lnTo>
                  <a:pt x="2288975" y="830182"/>
                </a:lnTo>
                <a:lnTo>
                  <a:pt x="2277255" y="831689"/>
                </a:lnTo>
                <a:lnTo>
                  <a:pt x="2265002" y="832191"/>
                </a:lnTo>
                <a:lnTo>
                  <a:pt x="2252216" y="832693"/>
                </a:lnTo>
                <a:lnTo>
                  <a:pt x="1215383" y="832693"/>
                </a:lnTo>
                <a:lnTo>
                  <a:pt x="1207897" y="832693"/>
                </a:lnTo>
                <a:lnTo>
                  <a:pt x="1032780" y="832693"/>
                </a:lnTo>
                <a:lnTo>
                  <a:pt x="1023724" y="832693"/>
                </a:lnTo>
                <a:lnTo>
                  <a:pt x="199922" y="832693"/>
                </a:lnTo>
                <a:lnTo>
                  <a:pt x="189353" y="832232"/>
                </a:lnTo>
                <a:lnTo>
                  <a:pt x="179225" y="831771"/>
                </a:lnTo>
                <a:lnTo>
                  <a:pt x="169537" y="830387"/>
                </a:lnTo>
                <a:lnTo>
                  <a:pt x="159409" y="828541"/>
                </a:lnTo>
                <a:lnTo>
                  <a:pt x="149721" y="826235"/>
                </a:lnTo>
                <a:lnTo>
                  <a:pt x="140474" y="823467"/>
                </a:lnTo>
                <a:lnTo>
                  <a:pt x="131226" y="819776"/>
                </a:lnTo>
                <a:lnTo>
                  <a:pt x="121979" y="816086"/>
                </a:lnTo>
                <a:lnTo>
                  <a:pt x="113172" y="811934"/>
                </a:lnTo>
                <a:lnTo>
                  <a:pt x="104365" y="807321"/>
                </a:lnTo>
                <a:lnTo>
                  <a:pt x="95998" y="802246"/>
                </a:lnTo>
                <a:lnTo>
                  <a:pt x="88071" y="796711"/>
                </a:lnTo>
                <a:lnTo>
                  <a:pt x="80145" y="791175"/>
                </a:lnTo>
                <a:lnTo>
                  <a:pt x="72659" y="784716"/>
                </a:lnTo>
                <a:lnTo>
                  <a:pt x="65173" y="778258"/>
                </a:lnTo>
                <a:lnTo>
                  <a:pt x="58568" y="771338"/>
                </a:lnTo>
                <a:lnTo>
                  <a:pt x="51962" y="763957"/>
                </a:lnTo>
                <a:lnTo>
                  <a:pt x="45357" y="756576"/>
                </a:lnTo>
                <a:lnTo>
                  <a:pt x="39632" y="748734"/>
                </a:lnTo>
                <a:lnTo>
                  <a:pt x="33908" y="740430"/>
                </a:lnTo>
                <a:lnTo>
                  <a:pt x="28623" y="731665"/>
                </a:lnTo>
                <a:lnTo>
                  <a:pt x="24220" y="722900"/>
                </a:lnTo>
                <a:lnTo>
                  <a:pt x="19816" y="714135"/>
                </a:lnTo>
                <a:lnTo>
                  <a:pt x="15413" y="704909"/>
                </a:lnTo>
                <a:lnTo>
                  <a:pt x="11890" y="695221"/>
                </a:lnTo>
                <a:lnTo>
                  <a:pt x="8807" y="685533"/>
                </a:lnTo>
                <a:lnTo>
                  <a:pt x="6165" y="675384"/>
                </a:lnTo>
                <a:lnTo>
                  <a:pt x="3963" y="665235"/>
                </a:lnTo>
                <a:lnTo>
                  <a:pt x="2202" y="655086"/>
                </a:lnTo>
                <a:lnTo>
                  <a:pt x="881" y="644476"/>
                </a:lnTo>
                <a:lnTo>
                  <a:pt x="0" y="633866"/>
                </a:lnTo>
                <a:lnTo>
                  <a:pt x="0" y="623256"/>
                </a:lnTo>
                <a:lnTo>
                  <a:pt x="0" y="612645"/>
                </a:lnTo>
                <a:lnTo>
                  <a:pt x="881" y="602035"/>
                </a:lnTo>
                <a:lnTo>
                  <a:pt x="2202" y="591425"/>
                </a:lnTo>
                <a:lnTo>
                  <a:pt x="3963" y="580815"/>
                </a:lnTo>
                <a:lnTo>
                  <a:pt x="6165" y="571127"/>
                </a:lnTo>
                <a:lnTo>
                  <a:pt x="8807" y="560978"/>
                </a:lnTo>
                <a:lnTo>
                  <a:pt x="11890" y="551290"/>
                </a:lnTo>
                <a:lnTo>
                  <a:pt x="15413" y="541603"/>
                </a:lnTo>
                <a:lnTo>
                  <a:pt x="19816" y="532376"/>
                </a:lnTo>
                <a:lnTo>
                  <a:pt x="24220" y="523611"/>
                </a:lnTo>
                <a:lnTo>
                  <a:pt x="28623" y="514846"/>
                </a:lnTo>
                <a:lnTo>
                  <a:pt x="33908" y="506081"/>
                </a:lnTo>
                <a:lnTo>
                  <a:pt x="39632" y="497778"/>
                </a:lnTo>
                <a:lnTo>
                  <a:pt x="45357" y="489935"/>
                </a:lnTo>
                <a:lnTo>
                  <a:pt x="51962" y="482554"/>
                </a:lnTo>
                <a:lnTo>
                  <a:pt x="58568" y="475173"/>
                </a:lnTo>
                <a:lnTo>
                  <a:pt x="65173" y="468253"/>
                </a:lnTo>
                <a:lnTo>
                  <a:pt x="72659" y="461795"/>
                </a:lnTo>
                <a:lnTo>
                  <a:pt x="80145" y="455337"/>
                </a:lnTo>
                <a:lnTo>
                  <a:pt x="88071" y="449801"/>
                </a:lnTo>
                <a:lnTo>
                  <a:pt x="95998" y="444265"/>
                </a:lnTo>
                <a:lnTo>
                  <a:pt x="104365" y="439190"/>
                </a:lnTo>
                <a:lnTo>
                  <a:pt x="113172" y="434577"/>
                </a:lnTo>
                <a:lnTo>
                  <a:pt x="121979" y="430425"/>
                </a:lnTo>
                <a:lnTo>
                  <a:pt x="131226" y="426735"/>
                </a:lnTo>
                <a:lnTo>
                  <a:pt x="140474" y="423044"/>
                </a:lnTo>
                <a:lnTo>
                  <a:pt x="149721" y="420277"/>
                </a:lnTo>
                <a:lnTo>
                  <a:pt x="159409" y="417970"/>
                </a:lnTo>
                <a:lnTo>
                  <a:pt x="169537" y="416125"/>
                </a:lnTo>
                <a:lnTo>
                  <a:pt x="179225" y="414741"/>
                </a:lnTo>
                <a:lnTo>
                  <a:pt x="189353" y="414279"/>
                </a:lnTo>
                <a:lnTo>
                  <a:pt x="199922" y="413818"/>
                </a:lnTo>
                <a:lnTo>
                  <a:pt x="208289" y="413818"/>
                </a:lnTo>
                <a:lnTo>
                  <a:pt x="216655" y="414741"/>
                </a:lnTo>
                <a:lnTo>
                  <a:pt x="225022" y="415663"/>
                </a:lnTo>
                <a:lnTo>
                  <a:pt x="232949" y="417047"/>
                </a:lnTo>
                <a:lnTo>
                  <a:pt x="235150" y="398595"/>
                </a:lnTo>
                <a:lnTo>
                  <a:pt x="237792" y="380603"/>
                </a:lnTo>
                <a:lnTo>
                  <a:pt x="241315" y="363073"/>
                </a:lnTo>
                <a:lnTo>
                  <a:pt x="245719" y="345543"/>
                </a:lnTo>
                <a:lnTo>
                  <a:pt x="250563" y="328936"/>
                </a:lnTo>
                <a:lnTo>
                  <a:pt x="256287" y="311867"/>
                </a:lnTo>
                <a:lnTo>
                  <a:pt x="262893" y="295721"/>
                </a:lnTo>
                <a:lnTo>
                  <a:pt x="269938" y="280036"/>
                </a:lnTo>
                <a:lnTo>
                  <a:pt x="277865" y="264352"/>
                </a:lnTo>
                <a:lnTo>
                  <a:pt x="286232" y="249128"/>
                </a:lnTo>
                <a:lnTo>
                  <a:pt x="295039" y="234827"/>
                </a:lnTo>
                <a:lnTo>
                  <a:pt x="305167" y="220527"/>
                </a:lnTo>
                <a:lnTo>
                  <a:pt x="315295" y="206687"/>
                </a:lnTo>
                <a:lnTo>
                  <a:pt x="325864" y="193770"/>
                </a:lnTo>
                <a:lnTo>
                  <a:pt x="337313" y="180853"/>
                </a:lnTo>
                <a:lnTo>
                  <a:pt x="349203" y="168859"/>
                </a:lnTo>
                <a:lnTo>
                  <a:pt x="361973" y="157326"/>
                </a:lnTo>
                <a:lnTo>
                  <a:pt x="374743" y="146716"/>
                </a:lnTo>
                <a:lnTo>
                  <a:pt x="388394" y="136106"/>
                </a:lnTo>
                <a:lnTo>
                  <a:pt x="402045" y="126880"/>
                </a:lnTo>
                <a:lnTo>
                  <a:pt x="416577" y="117653"/>
                </a:lnTo>
                <a:lnTo>
                  <a:pt x="431109" y="109350"/>
                </a:lnTo>
                <a:lnTo>
                  <a:pt x="446081" y="101507"/>
                </a:lnTo>
                <a:lnTo>
                  <a:pt x="461493" y="94587"/>
                </a:lnTo>
                <a:lnTo>
                  <a:pt x="477346" y="88590"/>
                </a:lnTo>
                <a:lnTo>
                  <a:pt x="493639" y="83054"/>
                </a:lnTo>
                <a:lnTo>
                  <a:pt x="510373" y="78441"/>
                </a:lnTo>
                <a:lnTo>
                  <a:pt x="527107" y="74751"/>
                </a:lnTo>
                <a:lnTo>
                  <a:pt x="544280" y="71522"/>
                </a:lnTo>
                <a:lnTo>
                  <a:pt x="561454" y="69676"/>
                </a:lnTo>
                <a:lnTo>
                  <a:pt x="579069" y="68292"/>
                </a:lnTo>
                <a:lnTo>
                  <a:pt x="596683" y="67831"/>
                </a:lnTo>
                <a:lnTo>
                  <a:pt x="610774" y="67831"/>
                </a:lnTo>
                <a:lnTo>
                  <a:pt x="624866" y="68754"/>
                </a:lnTo>
                <a:lnTo>
                  <a:pt x="638517" y="70138"/>
                </a:lnTo>
                <a:lnTo>
                  <a:pt x="652168" y="71983"/>
                </a:lnTo>
                <a:lnTo>
                  <a:pt x="665819" y="74751"/>
                </a:lnTo>
                <a:lnTo>
                  <a:pt x="679029" y="77519"/>
                </a:lnTo>
                <a:lnTo>
                  <a:pt x="692240" y="80748"/>
                </a:lnTo>
                <a:lnTo>
                  <a:pt x="705010" y="84900"/>
                </a:lnTo>
                <a:lnTo>
                  <a:pt x="717781" y="89052"/>
                </a:lnTo>
                <a:lnTo>
                  <a:pt x="730111" y="94126"/>
                </a:lnTo>
                <a:lnTo>
                  <a:pt x="742441" y="99662"/>
                </a:lnTo>
                <a:lnTo>
                  <a:pt x="754771" y="105198"/>
                </a:lnTo>
                <a:lnTo>
                  <a:pt x="766660" y="111656"/>
                </a:lnTo>
                <a:lnTo>
                  <a:pt x="778110" y="118115"/>
                </a:lnTo>
                <a:lnTo>
                  <a:pt x="789559" y="125034"/>
                </a:lnTo>
                <a:lnTo>
                  <a:pt x="800568" y="132877"/>
                </a:lnTo>
                <a:lnTo>
                  <a:pt x="811136" y="140719"/>
                </a:lnTo>
                <a:lnTo>
                  <a:pt x="821705" y="149023"/>
                </a:lnTo>
                <a:lnTo>
                  <a:pt x="831833" y="157788"/>
                </a:lnTo>
                <a:lnTo>
                  <a:pt x="841521" y="166553"/>
                </a:lnTo>
                <a:lnTo>
                  <a:pt x="851209" y="176240"/>
                </a:lnTo>
                <a:lnTo>
                  <a:pt x="860456" y="185928"/>
                </a:lnTo>
                <a:lnTo>
                  <a:pt x="869263" y="195616"/>
                </a:lnTo>
                <a:lnTo>
                  <a:pt x="878070" y="206226"/>
                </a:lnTo>
                <a:lnTo>
                  <a:pt x="885997" y="216836"/>
                </a:lnTo>
                <a:lnTo>
                  <a:pt x="893923" y="227908"/>
                </a:lnTo>
                <a:lnTo>
                  <a:pt x="901409" y="239441"/>
                </a:lnTo>
                <a:lnTo>
                  <a:pt x="908455" y="250974"/>
                </a:lnTo>
                <a:lnTo>
                  <a:pt x="915060" y="262968"/>
                </a:lnTo>
                <a:lnTo>
                  <a:pt x="921225" y="274962"/>
                </a:lnTo>
                <a:lnTo>
                  <a:pt x="927390" y="287418"/>
                </a:lnTo>
                <a:lnTo>
                  <a:pt x="932675" y="300334"/>
                </a:lnTo>
                <a:lnTo>
                  <a:pt x="947206" y="298950"/>
                </a:lnTo>
                <a:lnTo>
                  <a:pt x="961738" y="298489"/>
                </a:lnTo>
                <a:lnTo>
                  <a:pt x="973628" y="298950"/>
                </a:lnTo>
                <a:lnTo>
                  <a:pt x="985517" y="299412"/>
                </a:lnTo>
                <a:lnTo>
                  <a:pt x="996967" y="300796"/>
                </a:lnTo>
                <a:lnTo>
                  <a:pt x="1008416" y="303102"/>
                </a:lnTo>
                <a:lnTo>
                  <a:pt x="1019865" y="305409"/>
                </a:lnTo>
                <a:lnTo>
                  <a:pt x="1030874" y="308177"/>
                </a:lnTo>
                <a:lnTo>
                  <a:pt x="1041883" y="311867"/>
                </a:lnTo>
                <a:lnTo>
                  <a:pt x="1052451" y="315558"/>
                </a:lnTo>
                <a:lnTo>
                  <a:pt x="1062580" y="320171"/>
                </a:lnTo>
                <a:lnTo>
                  <a:pt x="1073148" y="325245"/>
                </a:lnTo>
                <a:lnTo>
                  <a:pt x="1082836" y="330320"/>
                </a:lnTo>
                <a:lnTo>
                  <a:pt x="1092524" y="336317"/>
                </a:lnTo>
                <a:lnTo>
                  <a:pt x="1102212" y="342314"/>
                </a:lnTo>
                <a:lnTo>
                  <a:pt x="1104422" y="344051"/>
                </a:lnTo>
                <a:lnTo>
                  <a:pt x="1109495" y="339004"/>
                </a:lnTo>
                <a:lnTo>
                  <a:pt x="1119084" y="330466"/>
                </a:lnTo>
                <a:lnTo>
                  <a:pt x="1128673" y="321928"/>
                </a:lnTo>
                <a:lnTo>
                  <a:pt x="1139328" y="313892"/>
                </a:lnTo>
                <a:lnTo>
                  <a:pt x="1149983" y="306359"/>
                </a:lnTo>
                <a:lnTo>
                  <a:pt x="1160637" y="298825"/>
                </a:lnTo>
                <a:lnTo>
                  <a:pt x="1172358" y="292296"/>
                </a:lnTo>
                <a:lnTo>
                  <a:pt x="1184078" y="285767"/>
                </a:lnTo>
                <a:lnTo>
                  <a:pt x="1195798" y="280243"/>
                </a:lnTo>
                <a:lnTo>
                  <a:pt x="1208584" y="274718"/>
                </a:lnTo>
                <a:lnTo>
                  <a:pt x="1220837" y="269696"/>
                </a:lnTo>
                <a:lnTo>
                  <a:pt x="1233622" y="265678"/>
                </a:lnTo>
                <a:lnTo>
                  <a:pt x="1246941" y="261661"/>
                </a:lnTo>
                <a:lnTo>
                  <a:pt x="1260259" y="258647"/>
                </a:lnTo>
                <a:lnTo>
                  <a:pt x="1274111" y="256136"/>
                </a:lnTo>
                <a:lnTo>
                  <a:pt x="1287962" y="253625"/>
                </a:lnTo>
                <a:lnTo>
                  <a:pt x="1301813" y="252118"/>
                </a:lnTo>
                <a:lnTo>
                  <a:pt x="1316197" y="251616"/>
                </a:lnTo>
                <a:lnTo>
                  <a:pt x="1330581" y="251114"/>
                </a:lnTo>
                <a:lnTo>
                  <a:pt x="1348161" y="251616"/>
                </a:lnTo>
                <a:lnTo>
                  <a:pt x="1365741" y="253123"/>
                </a:lnTo>
                <a:lnTo>
                  <a:pt x="1372134" y="239060"/>
                </a:lnTo>
                <a:lnTo>
                  <a:pt x="1379593" y="225500"/>
                </a:lnTo>
                <a:lnTo>
                  <a:pt x="1387051" y="212442"/>
                </a:lnTo>
                <a:lnTo>
                  <a:pt x="1395042" y="199384"/>
                </a:lnTo>
                <a:lnTo>
                  <a:pt x="1403566" y="186829"/>
                </a:lnTo>
                <a:lnTo>
                  <a:pt x="1412622" y="174273"/>
                </a:lnTo>
                <a:lnTo>
                  <a:pt x="1422212" y="162220"/>
                </a:lnTo>
                <a:lnTo>
                  <a:pt x="1431801" y="150668"/>
                </a:lnTo>
                <a:lnTo>
                  <a:pt x="1442456" y="139117"/>
                </a:lnTo>
                <a:lnTo>
                  <a:pt x="1453110" y="128570"/>
                </a:lnTo>
                <a:lnTo>
                  <a:pt x="1464298" y="118024"/>
                </a:lnTo>
                <a:lnTo>
                  <a:pt x="1476018" y="107477"/>
                </a:lnTo>
                <a:lnTo>
                  <a:pt x="1487738" y="97934"/>
                </a:lnTo>
                <a:lnTo>
                  <a:pt x="1499991" y="88392"/>
                </a:lnTo>
                <a:lnTo>
                  <a:pt x="1512777" y="79352"/>
                </a:lnTo>
                <a:lnTo>
                  <a:pt x="1525563" y="70814"/>
                </a:lnTo>
                <a:lnTo>
                  <a:pt x="1538881" y="62276"/>
                </a:lnTo>
                <a:lnTo>
                  <a:pt x="1552732" y="54743"/>
                </a:lnTo>
                <a:lnTo>
                  <a:pt x="1566583" y="47712"/>
                </a:lnTo>
                <a:lnTo>
                  <a:pt x="1580967" y="40680"/>
                </a:lnTo>
                <a:lnTo>
                  <a:pt x="1595884" y="34654"/>
                </a:lnTo>
                <a:lnTo>
                  <a:pt x="1610801" y="28627"/>
                </a:lnTo>
                <a:lnTo>
                  <a:pt x="1625717" y="23102"/>
                </a:lnTo>
                <a:lnTo>
                  <a:pt x="1641167" y="18582"/>
                </a:lnTo>
                <a:lnTo>
                  <a:pt x="1656616" y="14062"/>
                </a:lnTo>
                <a:lnTo>
                  <a:pt x="1672598" y="10547"/>
                </a:lnTo>
                <a:lnTo>
                  <a:pt x="1688580" y="7533"/>
                </a:lnTo>
                <a:lnTo>
                  <a:pt x="1705095" y="4520"/>
                </a:lnTo>
                <a:lnTo>
                  <a:pt x="1721610" y="2511"/>
                </a:lnTo>
                <a:lnTo>
                  <a:pt x="1738125" y="1004"/>
                </a:lnTo>
                <a:close/>
              </a:path>
            </a:pathLst>
          </a:custGeom>
          <a:solidFill>
            <a:srgbClr val="BEE9EE"/>
          </a:solidFill>
          <a:ln w="12700">
            <a:solidFill>
              <a:srgbClr val="94DAE2"/>
            </a:solidFill>
          </a:ln>
        </p:spPr>
        <p:style>
          <a:lnRef idx="1">
            <a:schemeClr val="accent1"/>
          </a:lnRef>
          <a:fillRef idx="0">
            <a:schemeClr val="accent1"/>
          </a:fillRef>
          <a:effectRef idx="0">
            <a:schemeClr val="accent1"/>
          </a:effectRef>
          <a:fontRef idx="minor">
            <a:schemeClr val="tx1"/>
          </a:fontRef>
        </p:style>
        <p:txBody>
          <a:bodyPr wrap="square" rtlCol="0" anchor="ctr">
            <a:noAutofit/>
          </a:bodyPr>
          <a:lstStyle/>
          <a:p>
            <a:pPr algn="ctr" defTabSz="958848"/>
            <a:endParaRPr lang="zh-CN" altLang="en-US" sz="1600">
              <a:solidFill>
                <a:prstClr val="black"/>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endParaRPr>
          </a:p>
        </p:txBody>
      </p:sp>
      <p:sp>
        <p:nvSpPr>
          <p:cNvPr id="7" name="文本框 55">
            <a:extLst>
              <a:ext uri="{FF2B5EF4-FFF2-40B4-BE49-F238E27FC236}">
                <a16:creationId xmlns:a16="http://schemas.microsoft.com/office/drawing/2014/main" xmlns="" id="{EF8B5667-2B4A-4877-A387-57D1B77C5EE3}"/>
              </a:ext>
            </a:extLst>
          </p:cNvPr>
          <p:cNvSpPr txBox="1"/>
          <p:nvPr/>
        </p:nvSpPr>
        <p:spPr bwMode="gray">
          <a:xfrm>
            <a:off x="4668827" y="4765754"/>
            <a:ext cx="753470" cy="584775"/>
          </a:xfrm>
          <a:prstGeom prst="rect">
            <a:avLst/>
          </a:prstGeom>
          <a:noFill/>
        </p:spPr>
        <p:txBody>
          <a:bodyPr wrap="square" rtlCol="0">
            <a:spAutoFit/>
          </a:bodyPr>
          <a:lstStyle/>
          <a:p>
            <a:pPr algn="ctr" defTabSz="958848"/>
            <a:r>
              <a:rPr lang="zh-CN" altLang="en-US" sz="1600" dirty="0">
                <a:solidFill>
                  <a:srgbClr val="4D4D4D"/>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数据服务</a:t>
            </a:r>
            <a:endParaRPr lang="en-US" sz="1600" dirty="0">
              <a:solidFill>
                <a:srgbClr val="4D4D4D"/>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endParaRPr>
          </a:p>
        </p:txBody>
      </p:sp>
      <p:sp>
        <p:nvSpPr>
          <p:cNvPr id="8" name="文本框 55">
            <a:extLst>
              <a:ext uri="{FF2B5EF4-FFF2-40B4-BE49-F238E27FC236}">
                <a16:creationId xmlns:a16="http://schemas.microsoft.com/office/drawing/2014/main" xmlns="" id="{811E4AAC-39BD-4F7A-BCFC-9A835838E3B9}"/>
              </a:ext>
            </a:extLst>
          </p:cNvPr>
          <p:cNvSpPr txBox="1"/>
          <p:nvPr/>
        </p:nvSpPr>
        <p:spPr bwMode="gray">
          <a:xfrm>
            <a:off x="6817449" y="4765754"/>
            <a:ext cx="753470" cy="584775"/>
          </a:xfrm>
          <a:prstGeom prst="rect">
            <a:avLst/>
          </a:prstGeom>
          <a:noFill/>
        </p:spPr>
        <p:txBody>
          <a:bodyPr wrap="square" rtlCol="0">
            <a:spAutoFit/>
          </a:bodyPr>
          <a:lstStyle/>
          <a:p>
            <a:pPr algn="ctr" defTabSz="958848"/>
            <a:r>
              <a:rPr lang="zh-CN" altLang="en-US" sz="1600" dirty="0">
                <a:solidFill>
                  <a:srgbClr val="4D4D4D"/>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生态服务</a:t>
            </a:r>
            <a:endParaRPr lang="en-US" sz="1600" dirty="0">
              <a:solidFill>
                <a:srgbClr val="4D4D4D"/>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endParaRPr>
          </a:p>
        </p:txBody>
      </p:sp>
      <p:sp>
        <p:nvSpPr>
          <p:cNvPr id="9" name="文本框 8">
            <a:extLst>
              <a:ext uri="{FF2B5EF4-FFF2-40B4-BE49-F238E27FC236}">
                <a16:creationId xmlns:a16="http://schemas.microsoft.com/office/drawing/2014/main" xmlns="" id="{0EAA4D25-1631-47BD-85C2-EB99FE0EA489}"/>
              </a:ext>
            </a:extLst>
          </p:cNvPr>
          <p:cNvSpPr txBox="1"/>
          <p:nvPr/>
        </p:nvSpPr>
        <p:spPr bwMode="gray">
          <a:xfrm>
            <a:off x="5286832" y="4307341"/>
            <a:ext cx="1484702" cy="338554"/>
          </a:xfrm>
          <a:prstGeom prst="rect">
            <a:avLst/>
          </a:prstGeom>
          <a:solidFill>
            <a:srgbClr val="EC7061"/>
          </a:solidFill>
        </p:spPr>
        <p:txBody>
          <a:bodyPr wrap="none" rtlCol="0">
            <a:spAutoFit/>
          </a:bodyPr>
          <a:lstStyle/>
          <a:p>
            <a:r>
              <a:rPr lang="en-US" altLang="zh-CN" sz="1600" b="1" dirty="0">
                <a:solidFill>
                  <a:srgbClr val="FFFFFF"/>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iMaster NAIE</a:t>
            </a:r>
            <a:endParaRPr lang="zh-CN" altLang="en-US" sz="1600" b="1" dirty="0">
              <a:solidFill>
                <a:srgbClr val="FFFFFF"/>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endParaRPr>
          </a:p>
        </p:txBody>
      </p:sp>
      <p:sp>
        <p:nvSpPr>
          <p:cNvPr id="10" name="文本框 55">
            <a:extLst>
              <a:ext uri="{FF2B5EF4-FFF2-40B4-BE49-F238E27FC236}">
                <a16:creationId xmlns:a16="http://schemas.microsoft.com/office/drawing/2014/main" xmlns="" id="{0FDE65F5-7A10-4C57-9CB7-DD430835A22D}"/>
              </a:ext>
            </a:extLst>
          </p:cNvPr>
          <p:cNvSpPr txBox="1"/>
          <p:nvPr/>
        </p:nvSpPr>
        <p:spPr bwMode="gray">
          <a:xfrm>
            <a:off x="5781191" y="4765754"/>
            <a:ext cx="753470" cy="584775"/>
          </a:xfrm>
          <a:prstGeom prst="rect">
            <a:avLst/>
          </a:prstGeom>
          <a:noFill/>
        </p:spPr>
        <p:txBody>
          <a:bodyPr wrap="square" rtlCol="0">
            <a:spAutoFit/>
          </a:bodyPr>
          <a:lstStyle/>
          <a:p>
            <a:pPr algn="ctr" defTabSz="958848"/>
            <a:r>
              <a:rPr lang="zh-CN" altLang="en-US" sz="1600" dirty="0">
                <a:solidFill>
                  <a:srgbClr val="4D4D4D"/>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训练服务</a:t>
            </a:r>
            <a:endParaRPr lang="en-US" sz="1600" dirty="0">
              <a:solidFill>
                <a:srgbClr val="4D4D4D"/>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endParaRPr>
          </a:p>
        </p:txBody>
      </p:sp>
      <p:sp>
        <p:nvSpPr>
          <p:cNvPr id="11" name="文本占位符 2">
            <a:extLst>
              <a:ext uri="{FF2B5EF4-FFF2-40B4-BE49-F238E27FC236}">
                <a16:creationId xmlns:a16="http://schemas.microsoft.com/office/drawing/2014/main" xmlns="" id="{8E050E64-DBE9-43D3-BCBE-88787F12035B}"/>
              </a:ext>
            </a:extLst>
          </p:cNvPr>
          <p:cNvSpPr txBox="1">
            <a:spLocks/>
          </p:cNvSpPr>
          <p:nvPr/>
        </p:nvSpPr>
        <p:spPr bwMode="gray">
          <a:xfrm>
            <a:off x="468317" y="1233488"/>
            <a:ext cx="11276183" cy="794344"/>
          </a:xfrm>
          <a:prstGeom prst="rect">
            <a:avLst/>
          </a:prstGeom>
        </p:spPr>
        <p:txBody>
          <a:bodyPr/>
          <a:lstStyle>
            <a:lvl1pPr marL="302279" indent="-302279" algn="l" defTabSz="914034" rtl="0" eaLnBrk="1" latinLnBrk="0" hangingPunct="1">
              <a:lnSpc>
                <a:spcPct val="140000"/>
              </a:lnSpc>
              <a:spcBef>
                <a:spcPts val="792"/>
              </a:spcBef>
              <a:buFont typeface="Arial" panose="020B0604020202020204" pitchFamily="34" charset="0"/>
              <a:buChar char="•"/>
              <a:defRPr sz="2199" kern="1200">
                <a:solidFill>
                  <a:schemeClr val="tx1"/>
                </a:solidFill>
                <a:latin typeface="+mn-lt"/>
                <a:ea typeface="+mn-ea"/>
                <a:cs typeface="+mn-cs"/>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endParaRPr lang="zh-CN" altLang="en-US" sz="18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 name="文本框 11">
            <a:extLst>
              <a:ext uri="{FF2B5EF4-FFF2-40B4-BE49-F238E27FC236}">
                <a16:creationId xmlns:a16="http://schemas.microsoft.com/office/drawing/2014/main" xmlns="" id="{3758DE09-8683-4F73-B606-7BC8505B0023}"/>
              </a:ext>
            </a:extLst>
          </p:cNvPr>
          <p:cNvSpPr txBox="1"/>
          <p:nvPr/>
        </p:nvSpPr>
        <p:spPr bwMode="gray">
          <a:xfrm>
            <a:off x="2391333" y="1903290"/>
            <a:ext cx="1210588" cy="338554"/>
          </a:xfrm>
          <a:prstGeom prst="rect">
            <a:avLst/>
          </a:prstGeom>
          <a:solidFill>
            <a:srgbClr val="30B5C5"/>
          </a:solidFill>
        </p:spPr>
        <p:txBody>
          <a:bodyPr wrap="none" rtlCol="0">
            <a:spAutoFit/>
          </a:bodyPr>
          <a:lstStyle/>
          <a:p>
            <a:r>
              <a:rPr lang="zh-CN" altLang="en-US" sz="16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训练数据集</a:t>
            </a:r>
          </a:p>
        </p:txBody>
      </p:sp>
      <p:sp>
        <p:nvSpPr>
          <p:cNvPr id="13" name="文本框 12">
            <a:extLst>
              <a:ext uri="{FF2B5EF4-FFF2-40B4-BE49-F238E27FC236}">
                <a16:creationId xmlns:a16="http://schemas.microsoft.com/office/drawing/2014/main" xmlns="" id="{99E4ED2A-E438-4CCD-A5E1-1B6324C87CE7}"/>
              </a:ext>
            </a:extLst>
          </p:cNvPr>
          <p:cNvSpPr txBox="1"/>
          <p:nvPr/>
        </p:nvSpPr>
        <p:spPr bwMode="gray">
          <a:xfrm>
            <a:off x="2391333" y="2921611"/>
            <a:ext cx="1210588" cy="338554"/>
          </a:xfrm>
          <a:prstGeom prst="rect">
            <a:avLst/>
          </a:prstGeom>
          <a:solidFill>
            <a:srgbClr val="30B5C5"/>
          </a:solidFill>
        </p:spPr>
        <p:txBody>
          <a:bodyPr wrap="none" rtlCol="0">
            <a:spAutoFit/>
          </a:bodyPr>
          <a:lstStyle/>
          <a:p>
            <a:r>
              <a:rPr lang="zh-CN" altLang="en-US" sz="16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测试数据集</a:t>
            </a:r>
          </a:p>
        </p:txBody>
      </p:sp>
      <p:sp>
        <p:nvSpPr>
          <p:cNvPr id="14" name="文本框 13">
            <a:extLst>
              <a:ext uri="{FF2B5EF4-FFF2-40B4-BE49-F238E27FC236}">
                <a16:creationId xmlns:a16="http://schemas.microsoft.com/office/drawing/2014/main" xmlns="" id="{005B6A93-A9E7-4074-8091-F1DC34F20EAD}"/>
              </a:ext>
            </a:extLst>
          </p:cNvPr>
          <p:cNvSpPr txBox="1"/>
          <p:nvPr/>
        </p:nvSpPr>
        <p:spPr bwMode="gray">
          <a:xfrm>
            <a:off x="5632502" y="2382687"/>
            <a:ext cx="1005403" cy="338554"/>
          </a:xfrm>
          <a:prstGeom prst="rect">
            <a:avLst/>
          </a:prstGeom>
          <a:solidFill>
            <a:srgbClr val="30B5C5"/>
          </a:solidFill>
        </p:spPr>
        <p:txBody>
          <a:bodyPr wrap="none" rtlCol="0">
            <a:spAutoFit/>
          </a:bodyPr>
          <a:lstStyle/>
          <a:p>
            <a:r>
              <a:rPr lang="zh-CN" altLang="en-US" sz="16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算法模型</a:t>
            </a:r>
          </a:p>
        </p:txBody>
      </p:sp>
      <p:sp>
        <p:nvSpPr>
          <p:cNvPr id="15" name="文本框 14">
            <a:extLst>
              <a:ext uri="{FF2B5EF4-FFF2-40B4-BE49-F238E27FC236}">
                <a16:creationId xmlns:a16="http://schemas.microsoft.com/office/drawing/2014/main" xmlns="" id="{78293BD1-594B-4F94-9093-B3703E29D9AA}"/>
              </a:ext>
            </a:extLst>
          </p:cNvPr>
          <p:cNvSpPr txBox="1"/>
          <p:nvPr/>
        </p:nvSpPr>
        <p:spPr bwMode="gray">
          <a:xfrm>
            <a:off x="7652249" y="2393044"/>
            <a:ext cx="2252540" cy="338554"/>
          </a:xfrm>
          <a:prstGeom prst="rect">
            <a:avLst/>
          </a:prstGeom>
          <a:solidFill>
            <a:srgbClr val="30B5C5"/>
          </a:solidFill>
        </p:spPr>
        <p:txBody>
          <a:bodyPr wrap="none" rtlCol="0">
            <a:spAutoFit/>
          </a:bodyPr>
          <a:lstStyle/>
          <a:p>
            <a:r>
              <a:rPr lang="zh-CN" altLang="en-US" sz="16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训练结果（预测结果）</a:t>
            </a:r>
          </a:p>
        </p:txBody>
      </p:sp>
      <p:sp>
        <p:nvSpPr>
          <p:cNvPr id="16" name="文本框 15">
            <a:extLst>
              <a:ext uri="{FF2B5EF4-FFF2-40B4-BE49-F238E27FC236}">
                <a16:creationId xmlns:a16="http://schemas.microsoft.com/office/drawing/2014/main" xmlns="" id="{DFF5D7DD-3340-4B84-A724-88AF4A388A89}"/>
              </a:ext>
            </a:extLst>
          </p:cNvPr>
          <p:cNvSpPr txBox="1"/>
          <p:nvPr/>
        </p:nvSpPr>
        <p:spPr bwMode="gray">
          <a:xfrm>
            <a:off x="5632502" y="2765034"/>
            <a:ext cx="1005403" cy="338554"/>
          </a:xfrm>
          <a:prstGeom prst="rect">
            <a:avLst/>
          </a:prstGeom>
          <a:solidFill>
            <a:schemeClr val="accent3"/>
          </a:solidFill>
        </p:spPr>
        <p:txBody>
          <a:bodyPr wrap="none" rtlCol="0">
            <a:spAutoFit/>
          </a:bodyPr>
          <a:lstStyle/>
          <a:p>
            <a:r>
              <a:rPr lang="zh-CN" altLang="en-US" sz="16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训练环境</a:t>
            </a:r>
          </a:p>
        </p:txBody>
      </p:sp>
      <p:cxnSp>
        <p:nvCxnSpPr>
          <p:cNvPr id="19" name="连接符: 肘形 18">
            <a:extLst>
              <a:ext uri="{FF2B5EF4-FFF2-40B4-BE49-F238E27FC236}">
                <a16:creationId xmlns:a16="http://schemas.microsoft.com/office/drawing/2014/main" xmlns="" id="{423818E2-DB9B-422A-A46C-7DCEC310BA6A}"/>
              </a:ext>
            </a:extLst>
          </p:cNvPr>
          <p:cNvCxnSpPr>
            <a:cxnSpLocks/>
            <a:stCxn id="12" idx="3"/>
            <a:endCxn id="14" idx="1"/>
          </p:cNvCxnSpPr>
          <p:nvPr/>
        </p:nvCxnSpPr>
        <p:spPr bwMode="gray">
          <a:xfrm>
            <a:off x="3601921" y="2072567"/>
            <a:ext cx="2030581" cy="479397"/>
          </a:xfrm>
          <a:prstGeom prst="bentConnector3">
            <a:avLst>
              <a:gd name="adj1" fmla="val 50875"/>
            </a:avLst>
          </a:prstGeom>
          <a:ln w="19050">
            <a:solidFill>
              <a:srgbClr val="30B5C5"/>
            </a:solidFill>
            <a:tailEnd type="triangle"/>
          </a:ln>
        </p:spPr>
        <p:style>
          <a:lnRef idx="1">
            <a:schemeClr val="accent1"/>
          </a:lnRef>
          <a:fillRef idx="0">
            <a:schemeClr val="accent1"/>
          </a:fillRef>
          <a:effectRef idx="0">
            <a:schemeClr val="accent1"/>
          </a:effectRef>
          <a:fontRef idx="minor">
            <a:schemeClr val="tx1"/>
          </a:fontRef>
        </p:style>
      </p:cxnSp>
      <p:cxnSp>
        <p:nvCxnSpPr>
          <p:cNvPr id="31" name="连接符: 肘形 30">
            <a:extLst>
              <a:ext uri="{FF2B5EF4-FFF2-40B4-BE49-F238E27FC236}">
                <a16:creationId xmlns:a16="http://schemas.microsoft.com/office/drawing/2014/main" xmlns="" id="{56DF437F-87C4-4C13-8A4B-CB617DA80780}"/>
              </a:ext>
            </a:extLst>
          </p:cNvPr>
          <p:cNvCxnSpPr>
            <a:stCxn id="13" idx="3"/>
            <a:endCxn id="14" idx="1"/>
          </p:cNvCxnSpPr>
          <p:nvPr/>
        </p:nvCxnSpPr>
        <p:spPr bwMode="gray">
          <a:xfrm flipV="1">
            <a:off x="3601921" y="2551964"/>
            <a:ext cx="2030581" cy="538924"/>
          </a:xfrm>
          <a:prstGeom prst="bentConnector3">
            <a:avLst>
              <a:gd name="adj1" fmla="val 50751"/>
            </a:avLst>
          </a:prstGeom>
          <a:ln w="19050">
            <a:solidFill>
              <a:srgbClr val="30B5C5"/>
            </a:solidFill>
            <a:tailEnd type="triangle"/>
          </a:ln>
        </p:spPr>
        <p:style>
          <a:lnRef idx="1">
            <a:schemeClr val="accent1"/>
          </a:lnRef>
          <a:fillRef idx="0">
            <a:schemeClr val="accent1"/>
          </a:fillRef>
          <a:effectRef idx="0">
            <a:schemeClr val="accent1"/>
          </a:effectRef>
          <a:fontRef idx="minor">
            <a:schemeClr val="tx1"/>
          </a:fontRef>
        </p:style>
      </p:cxnSp>
      <p:cxnSp>
        <p:nvCxnSpPr>
          <p:cNvPr id="37" name="直接箭头连接符 36">
            <a:extLst>
              <a:ext uri="{FF2B5EF4-FFF2-40B4-BE49-F238E27FC236}">
                <a16:creationId xmlns:a16="http://schemas.microsoft.com/office/drawing/2014/main" xmlns="" id="{C7176BC7-692E-49E3-B756-9D1650D1C890}"/>
              </a:ext>
            </a:extLst>
          </p:cNvPr>
          <p:cNvCxnSpPr>
            <a:cxnSpLocks/>
            <a:stCxn id="14" idx="3"/>
            <a:endCxn id="15" idx="1"/>
          </p:cNvCxnSpPr>
          <p:nvPr/>
        </p:nvCxnSpPr>
        <p:spPr bwMode="gray">
          <a:xfrm>
            <a:off x="6637905" y="2551964"/>
            <a:ext cx="1014344" cy="10357"/>
          </a:xfrm>
          <a:prstGeom prst="straightConnector1">
            <a:avLst/>
          </a:prstGeom>
          <a:ln w="19050">
            <a:solidFill>
              <a:srgbClr val="30B5C5"/>
            </a:solidFill>
            <a:tailEnd type="triangle"/>
          </a:ln>
        </p:spPr>
        <p:style>
          <a:lnRef idx="1">
            <a:schemeClr val="accent1"/>
          </a:lnRef>
          <a:fillRef idx="0">
            <a:schemeClr val="accent1"/>
          </a:fillRef>
          <a:effectRef idx="0">
            <a:schemeClr val="accent1"/>
          </a:effectRef>
          <a:fontRef idx="minor">
            <a:schemeClr val="tx1"/>
          </a:fontRef>
        </p:style>
      </p:cxnSp>
      <p:grpSp>
        <p:nvGrpSpPr>
          <p:cNvPr id="38" name="组合 29">
            <a:extLst>
              <a:ext uri="{FF2B5EF4-FFF2-40B4-BE49-F238E27FC236}">
                <a16:creationId xmlns:a16="http://schemas.microsoft.com/office/drawing/2014/main" xmlns="" id="{CEA61F48-D279-4AC0-8B01-7E4D8903099A}"/>
              </a:ext>
            </a:extLst>
          </p:cNvPr>
          <p:cNvGrpSpPr>
            <a:grpSpLocks/>
          </p:cNvGrpSpPr>
          <p:nvPr/>
        </p:nvGrpSpPr>
        <p:grpSpPr bwMode="gray">
          <a:xfrm>
            <a:off x="838506" y="3279216"/>
            <a:ext cx="10638840" cy="572286"/>
            <a:chOff x="437763" y="3816249"/>
            <a:chExt cx="8164900" cy="520901"/>
          </a:xfrm>
          <a:gradFill>
            <a:gsLst>
              <a:gs pos="0">
                <a:schemeClr val="accent1">
                  <a:lumMod val="5000"/>
                  <a:lumOff val="95000"/>
                </a:schemeClr>
              </a:gs>
              <a:gs pos="95000">
                <a:srgbClr val="94DAE2"/>
              </a:gs>
            </a:gsLst>
            <a:lin ang="5400000" scaled="1"/>
          </a:gradFill>
        </p:grpSpPr>
        <p:sp>
          <p:nvSpPr>
            <p:cNvPr id="39" name="Freeform 30">
              <a:extLst>
                <a:ext uri="{FF2B5EF4-FFF2-40B4-BE49-F238E27FC236}">
                  <a16:creationId xmlns:a16="http://schemas.microsoft.com/office/drawing/2014/main" xmlns="" id="{1D6D811E-DCD4-4477-A90D-6A8103F50DC5}"/>
                </a:ext>
              </a:extLst>
            </p:cNvPr>
            <p:cNvSpPr/>
            <p:nvPr/>
          </p:nvSpPr>
          <p:spPr bwMode="gray">
            <a:xfrm>
              <a:off x="437763" y="3816249"/>
              <a:ext cx="8164900" cy="520901"/>
            </a:xfrm>
            <a:custGeom>
              <a:avLst/>
              <a:gdLst/>
              <a:ahLst/>
              <a:cxnLst>
                <a:cxn ang="0">
                  <a:pos x="7443" y="0"/>
                </a:cxn>
                <a:cxn ang="0">
                  <a:pos x="7218" y="0"/>
                </a:cxn>
                <a:cxn ang="0">
                  <a:pos x="6441" y="0"/>
                </a:cxn>
                <a:cxn ang="0">
                  <a:pos x="848" y="0"/>
                </a:cxn>
                <a:cxn ang="0">
                  <a:pos x="0" y="494"/>
                </a:cxn>
                <a:cxn ang="0">
                  <a:pos x="6441" y="494"/>
                </a:cxn>
                <a:cxn ang="0">
                  <a:pos x="7218" y="494"/>
                </a:cxn>
                <a:cxn ang="0">
                  <a:pos x="8291" y="494"/>
                </a:cxn>
                <a:cxn ang="0">
                  <a:pos x="7443" y="0"/>
                </a:cxn>
              </a:cxnLst>
              <a:rect l="0" t="0" r="r" b="b"/>
              <a:pathLst>
                <a:path w="8291" h="494">
                  <a:moveTo>
                    <a:pt x="7443" y="0"/>
                  </a:moveTo>
                  <a:lnTo>
                    <a:pt x="7218" y="0"/>
                  </a:lnTo>
                  <a:lnTo>
                    <a:pt x="6441" y="0"/>
                  </a:lnTo>
                  <a:lnTo>
                    <a:pt x="848" y="0"/>
                  </a:lnTo>
                  <a:lnTo>
                    <a:pt x="0" y="494"/>
                  </a:lnTo>
                  <a:lnTo>
                    <a:pt x="6441" y="494"/>
                  </a:lnTo>
                  <a:lnTo>
                    <a:pt x="7218" y="494"/>
                  </a:lnTo>
                  <a:lnTo>
                    <a:pt x="8291" y="494"/>
                  </a:lnTo>
                  <a:lnTo>
                    <a:pt x="7443" y="0"/>
                  </a:lnTo>
                  <a:close/>
                </a:path>
              </a:pathLst>
            </a:custGeom>
            <a:grpFill/>
            <a:ln w="9525">
              <a:gradFill>
                <a:gsLst>
                  <a:gs pos="0">
                    <a:schemeClr val="accent1">
                      <a:lumMod val="5000"/>
                      <a:lumOff val="95000"/>
                    </a:schemeClr>
                  </a:gs>
                  <a:gs pos="100000">
                    <a:srgbClr val="94DAE2"/>
                  </a:gs>
                </a:gsLst>
                <a:lin ang="5400000" scaled="1"/>
              </a:gradFill>
              <a:miter lim="800000"/>
            </a:ln>
          </p:spPr>
          <p:txBody>
            <a:bodyPr anchor="ctr" anchorCtr="1"/>
            <a:lstStyle/>
            <a:p>
              <a:pPr algn="ctr" defTabSz="177023">
                <a:buSzPct val="100000"/>
                <a:defRPr/>
              </a:pPr>
              <a:endParaRPr lang="zh-CN" altLang="en-US" sz="1100" kern="0" noProof="1">
                <a:solidFill>
                  <a:sysClr val="window" lastClr="FFFFFF"/>
                </a:solidFill>
                <a:effectLst>
                  <a:outerShdw blurRad="50800" dist="50800" dir="5400000" algn="ctr" rotWithShape="0">
                    <a:srgbClr val="0070C0">
                      <a:alpha val="0"/>
                    </a:srgbClr>
                  </a:outerShdw>
                </a:effectLst>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cxnSp>
          <p:nvCxnSpPr>
            <p:cNvPr id="40" name="直接连接符 31">
              <a:extLst>
                <a:ext uri="{FF2B5EF4-FFF2-40B4-BE49-F238E27FC236}">
                  <a16:creationId xmlns:a16="http://schemas.microsoft.com/office/drawing/2014/main" xmlns="" id="{378430EC-03F6-4D1C-8ABC-BA89481B5685}"/>
                </a:ext>
              </a:extLst>
            </p:cNvPr>
            <p:cNvCxnSpPr>
              <a:cxnSpLocks noChangeShapeType="1"/>
            </p:cNvCxnSpPr>
            <p:nvPr/>
          </p:nvCxnSpPr>
          <p:spPr bwMode="gray">
            <a:xfrm>
              <a:off x="453832" y="4333776"/>
              <a:ext cx="8132763" cy="0"/>
            </a:xfrm>
            <a:prstGeom prst="line">
              <a:avLst/>
            </a:prstGeom>
            <a:grpFill/>
            <a:ln w="9525">
              <a:gradFill>
                <a:gsLst>
                  <a:gs pos="0">
                    <a:schemeClr val="accent1">
                      <a:lumMod val="5000"/>
                      <a:lumOff val="95000"/>
                    </a:schemeClr>
                  </a:gs>
                  <a:gs pos="100000">
                    <a:srgbClr val="94DAE2"/>
                  </a:gs>
                </a:gsLst>
                <a:lin ang="5400000" scaled="1"/>
              </a:gradFill>
              <a:round/>
              <a:headEnd/>
              <a:tailEnd/>
            </a:ln>
          </p:spPr>
        </p:cxnSp>
      </p:grpSp>
    </p:spTree>
    <p:extLst>
      <p:ext uri="{BB962C8B-B14F-4D97-AF65-F5344CB8AC3E}">
        <p14:creationId xmlns:p14="http://schemas.microsoft.com/office/powerpoint/2010/main" val="2559696200"/>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bwMode="gray"/>
        <p:txBody>
          <a:bodyPr/>
          <a:lstStyle/>
          <a:p>
            <a:r>
              <a:rPr lang="en-US" altLang="zh-CN" dirty="0" smtClean="0">
                <a:sym typeface="Huawei Sans" panose="020C0503030203020204" pitchFamily="34" charset="0"/>
              </a:rPr>
              <a:t>(</a:t>
            </a:r>
            <a:r>
              <a:rPr lang="zh-CN" altLang="en-US" dirty="0" smtClean="0">
                <a:sym typeface="Huawei Sans" panose="020C0503030203020204" pitchFamily="34" charset="0"/>
              </a:rPr>
              <a:t>多选题</a:t>
            </a:r>
            <a:r>
              <a:rPr lang="en-US" altLang="zh-CN" dirty="0" smtClean="0">
                <a:sym typeface="Huawei Sans" panose="020C0503030203020204" pitchFamily="34" charset="0"/>
              </a:rPr>
              <a:t>)</a:t>
            </a:r>
            <a:r>
              <a:rPr lang="zh-CN" altLang="en-US" dirty="0" smtClean="0">
                <a:sym typeface="Huawei Sans" panose="020C0503030203020204" pitchFamily="34" charset="0"/>
              </a:rPr>
              <a:t>控制器</a:t>
            </a:r>
            <a:r>
              <a:rPr lang="zh-CN" altLang="en-US" dirty="0">
                <a:sym typeface="Huawei Sans" panose="020C0503030203020204" pitchFamily="34" charset="0"/>
              </a:rPr>
              <a:t>与设备交互的</a:t>
            </a:r>
            <a:r>
              <a:rPr lang="zh-CN" altLang="en-US" dirty="0" smtClean="0">
                <a:sym typeface="Huawei Sans" panose="020C0503030203020204" pitchFamily="34" charset="0"/>
              </a:rPr>
              <a:t>协议包括以下哪些选项？</a:t>
            </a:r>
            <a:r>
              <a:rPr lang="en-US" altLang="zh-CN" dirty="0" smtClean="0">
                <a:sym typeface="Huawei Sans" panose="020C0503030203020204" pitchFamily="34" charset="0"/>
              </a:rPr>
              <a:t>(     )</a:t>
            </a:r>
          </a:p>
          <a:p>
            <a:pPr lvl="1"/>
            <a:r>
              <a:rPr lang="en-US" altLang="zh-CN" dirty="0" smtClean="0">
                <a:sym typeface="Huawei Sans" panose="020C0503030203020204" pitchFamily="34" charset="0"/>
              </a:rPr>
              <a:t>NETCONF</a:t>
            </a:r>
            <a:endParaRPr lang="zh-CN" altLang="en-US" dirty="0" smtClean="0">
              <a:sym typeface="Huawei Sans" panose="020C0503030203020204" pitchFamily="34" charset="0"/>
            </a:endParaRPr>
          </a:p>
          <a:p>
            <a:pPr lvl="1"/>
            <a:r>
              <a:rPr lang="en-US" altLang="zh-CN" dirty="0" smtClean="0">
                <a:sym typeface="Huawei Sans" panose="020C0503030203020204" pitchFamily="34" charset="0"/>
              </a:rPr>
              <a:t>SNMP</a:t>
            </a:r>
          </a:p>
          <a:p>
            <a:pPr lvl="1"/>
            <a:r>
              <a:rPr lang="en-US" altLang="zh-CN" dirty="0" err="1" smtClean="0">
                <a:sym typeface="Huawei Sans" panose="020C0503030203020204" pitchFamily="34" charset="0"/>
              </a:rPr>
              <a:t>OpenFlow</a:t>
            </a:r>
            <a:endParaRPr lang="en-US" altLang="zh-CN" dirty="0" smtClean="0">
              <a:sym typeface="Huawei Sans" panose="020C0503030203020204" pitchFamily="34" charset="0"/>
            </a:endParaRPr>
          </a:p>
          <a:p>
            <a:pPr lvl="1"/>
            <a:r>
              <a:rPr lang="en-US" altLang="zh-CN" dirty="0">
                <a:sym typeface="Huawei Sans" panose="020C0503030203020204" pitchFamily="34" charset="0"/>
              </a:rPr>
              <a:t>RESTful </a:t>
            </a:r>
            <a:endParaRPr lang="en-US" altLang="zh-CN" dirty="0" smtClean="0">
              <a:sym typeface="Huawei Sans" panose="020C0503030203020204" pitchFamily="34" charset="0"/>
            </a:endParaRPr>
          </a:p>
        </p:txBody>
      </p:sp>
    </p:spTree>
    <p:extLst>
      <p:ext uri="{BB962C8B-B14F-4D97-AF65-F5344CB8AC3E}">
        <p14:creationId xmlns:p14="http://schemas.microsoft.com/office/powerpoint/2010/main" val="1433177563"/>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0"/>
          </p:nvPr>
        </p:nvSpPr>
        <p:spPr bwMode="gray"/>
        <p:txBody>
          <a:bodyPr/>
          <a:lstStyle/>
          <a:p>
            <a:r>
              <a:rPr lang="zh-CN" altLang="en-US" dirty="0" smtClean="0">
                <a:sym typeface="Huawei Sans" panose="020C0503030203020204" pitchFamily="34" charset="0"/>
              </a:rPr>
              <a:t>网络编程与自动化在开放网络的前提下使用编程的手段实现自动化的网络。网络开放分为两个层次，设备的开放和</a:t>
            </a:r>
            <a:r>
              <a:rPr lang="en-US" altLang="zh-CN" dirty="0" smtClean="0">
                <a:sym typeface="Huawei Sans" panose="020C0503030203020204" pitchFamily="34" charset="0"/>
              </a:rPr>
              <a:t>SDN</a:t>
            </a:r>
            <a:r>
              <a:rPr lang="zh-CN" altLang="en-US" dirty="0" smtClean="0">
                <a:sym typeface="Huawei Sans" panose="020C0503030203020204" pitchFamily="34" charset="0"/>
              </a:rPr>
              <a:t>平台的开放。</a:t>
            </a:r>
            <a:endParaRPr lang="en-US" altLang="zh-CN" dirty="0" smtClean="0">
              <a:sym typeface="Huawei Sans" panose="020C0503030203020204" pitchFamily="34" charset="0"/>
            </a:endParaRPr>
          </a:p>
          <a:p>
            <a:r>
              <a:rPr lang="zh-CN" altLang="en-US" dirty="0" smtClean="0">
                <a:sym typeface="Huawei Sans" panose="020C0503030203020204" pitchFamily="34" charset="0"/>
              </a:rPr>
              <a:t>网络自动化开发工程师需要具备网络工程师、系统工程师和开发工程师的融合能力，支撑企业网络自动化的实现。</a:t>
            </a:r>
            <a:endParaRPr lang="en-US" altLang="zh-CN" dirty="0" smtClean="0">
              <a:sym typeface="Huawei Sans" panose="020C0503030203020204" pitchFamily="34" charset="0"/>
            </a:endParaRPr>
          </a:p>
          <a:p>
            <a:r>
              <a:rPr lang="zh-CN" altLang="en-US" dirty="0" smtClean="0">
                <a:sym typeface="Huawei Sans" panose="020C0503030203020204" pitchFamily="34" charset="0"/>
              </a:rPr>
              <a:t>网络和人工智能的结合是网络产业的发展趋势。</a:t>
            </a:r>
            <a:endParaRPr lang="en-US" altLang="zh-CN" dirty="0" smtClean="0">
              <a:sym typeface="Huawei Sans" panose="020C0503030203020204" pitchFamily="34" charset="0"/>
            </a:endParaRPr>
          </a:p>
          <a:p>
            <a:r>
              <a:rPr lang="zh-CN" altLang="en-US" dirty="0" smtClean="0">
                <a:sym typeface="Huawei Sans" panose="020C0503030203020204" pitchFamily="34" charset="0"/>
              </a:rPr>
              <a:t>华为</a:t>
            </a:r>
            <a:r>
              <a:rPr lang="en-US" altLang="zh-CN" dirty="0" smtClean="0">
                <a:sym typeface="Huawei Sans" panose="020C0503030203020204" pitchFamily="34" charset="0"/>
              </a:rPr>
              <a:t>iMaster NAIE</a:t>
            </a:r>
            <a:r>
              <a:rPr lang="zh-CN" altLang="en-US" dirty="0" smtClean="0">
                <a:sym typeface="Huawei Sans" panose="020C0503030203020204" pitchFamily="34" charset="0"/>
              </a:rPr>
              <a:t>提供基于网络人工智能服务，让您的网络</a:t>
            </a:r>
            <a:r>
              <a:rPr lang="en-US" altLang="zh-CN" dirty="0" smtClean="0">
                <a:sym typeface="Huawei Sans" panose="020C0503030203020204" pitchFamily="34" charset="0"/>
              </a:rPr>
              <a:t>AI</a:t>
            </a:r>
            <a:r>
              <a:rPr lang="zh-CN" altLang="en-US" dirty="0" smtClean="0">
                <a:sym typeface="Huawei Sans" panose="020C0503030203020204" pitchFamily="34" charset="0"/>
              </a:rPr>
              <a:t>开放更简单！</a:t>
            </a:r>
          </a:p>
          <a:p>
            <a:endParaRPr lang="zh-CN" altLang="en-US" dirty="0" smtClean="0">
              <a:sym typeface="Huawei Sans" panose="020C0503030203020204" pitchFamily="34" charset="0"/>
            </a:endParaRPr>
          </a:p>
          <a:p>
            <a:endParaRPr lang="zh-CN" altLang="en-US" dirty="0" smtClean="0">
              <a:sym typeface="Huawei Sans" panose="020C0503030203020204" pitchFamily="34" charset="0"/>
            </a:endParaRPr>
          </a:p>
          <a:p>
            <a:endParaRPr lang="zh-CN" altLang="en-US" dirty="0">
              <a:sym typeface="Huawei Sans" panose="020C0503030203020204" pitchFamily="34" charset="0"/>
            </a:endParaRPr>
          </a:p>
        </p:txBody>
      </p:sp>
    </p:spTree>
    <p:extLst>
      <p:ext uri="{BB962C8B-B14F-4D97-AF65-F5344CB8AC3E}">
        <p14:creationId xmlns:p14="http://schemas.microsoft.com/office/powerpoint/2010/main" val="1884589650"/>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400998978"/>
      </p:ext>
    </p:extLst>
  </p:cSld>
  <p:clrMapOvr>
    <a:masterClrMapping/>
  </p:clrMapOvr>
  <p:timing>
    <p:tnLst>
      <p:par>
        <p:cTn id="1" dur="indefinite" restart="never" nodeType="tmRoot"/>
      </p:par>
    </p:tnLst>
  </p:timing>
</p:sld>
</file>

<file path=ppt/theme/theme1.xml><?xml version="1.0" encoding="utf-8"?>
<a:theme xmlns:a="http://schemas.openxmlformats.org/drawingml/2006/main" name="2_标题页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3_功能页模板">
  <a:themeElements>
    <a:clrScheme name="自定义 2">
      <a:dk1>
        <a:sysClr val="windowText" lastClr="000000"/>
      </a:dk1>
      <a:lt1>
        <a:sysClr val="window" lastClr="FFFFFF"/>
      </a:lt1>
      <a:dk2>
        <a:srgbClr val="44546A"/>
      </a:dk2>
      <a:lt2>
        <a:srgbClr val="E7E6E6"/>
      </a:lt2>
      <a:accent1>
        <a:srgbClr val="C7000B"/>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方正+Huawei">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4_内容页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方正+Huawei">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gradFill flip="none" rotWithShape="1">
          <a:gsLst>
            <a:gs pos="0">
              <a:srgbClr val="5B9BD5">
                <a:lumMod val="5000"/>
                <a:lumOff val="95000"/>
              </a:srgbClr>
            </a:gs>
            <a:gs pos="100000">
              <a:srgbClr val="99CCFF"/>
            </a:gs>
          </a:gsLst>
          <a:lin ang="5400000" scaled="1"/>
          <a:tileRect/>
        </a:gradFill>
        <a:ln w="12700" cap="flat" cmpd="sng" algn="ctr">
          <a:noFill/>
          <a:prstDash val="solid"/>
          <a:miter lim="800000"/>
        </a:ln>
        <a:effectLst/>
      </a:spPr>
      <a:bodyPr rtlCol="0" anchor="ctr"/>
      <a:lstStyle>
        <a:defPPr marL="0" marR="0" indent="0" algn="ctr" defTabSz="914309" eaLnBrk="1" fontAlgn="auto" latinLnBrk="0" hangingPunct="1">
          <a:lnSpc>
            <a:spcPct val="100000"/>
          </a:lnSpc>
          <a:spcBef>
            <a:spcPts val="0"/>
          </a:spcBef>
          <a:spcAft>
            <a:spcPts val="0"/>
          </a:spcAft>
          <a:buClrTx/>
          <a:buSzTx/>
          <a:buFontTx/>
          <a:buNone/>
          <a:tabLst/>
          <a:defRPr kumimoji="0" sz="1800" b="0"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defRPr>
        </a:defPPr>
      </a:lst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5_感谢页模板">
  <a:themeElements>
    <a:clrScheme name="2210">
      <a:dk1>
        <a:srgbClr val="1D1D1A"/>
      </a:dk1>
      <a:lt1>
        <a:srgbClr val="1D1D1A"/>
      </a:lt1>
      <a:dk2>
        <a:srgbClr val="FFFFFF"/>
      </a:dk2>
      <a:lt2>
        <a:srgbClr val="FFFFFF"/>
      </a:lt2>
      <a:accent1>
        <a:srgbClr val="C7000A"/>
      </a:accent1>
      <a:accent2>
        <a:srgbClr val="E9002F"/>
      </a:accent2>
      <a:accent3>
        <a:srgbClr val="F4A100"/>
      </a:accent3>
      <a:accent4>
        <a:srgbClr val="FFFF00"/>
      </a:accent4>
      <a:accent5>
        <a:srgbClr val="232323"/>
      </a:accent5>
      <a:accent6>
        <a:srgbClr val="666666"/>
      </a:accent6>
      <a:hlink>
        <a:srgbClr val="919191"/>
      </a:hlink>
      <a:folHlink>
        <a:srgbClr val="C4C4C4"/>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EA002F"/>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a:defPPr>
      </a:lstStyle>
    </a:txDef>
  </a:objectDefaults>
  <a:extraClrSchemeLst/>
  <a:extLst>
    <a:ext uri="{05A4C25C-085E-4340-85A3-A5531E510DB2}">
      <thm15:themeFamily xmlns:thm15="http://schemas.microsoft.com/office/thememl/2012/main" name="演示文稿1" id="{5D7106B4-FD24-471A-B326-8B58E27A973B}" vid="{1AA013AF-7C2E-4A39-9796-86760F640C19}"/>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方正+Huawei">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2C5B4B712841F4C8A7AAEE2CD191271" ma:contentTypeVersion="1" ma:contentTypeDescription="Create a new document." ma:contentTypeScope="" ma:versionID="fd4f534fc22f1d982cc2e0e62ad2af45">
  <xsd:schema xmlns:xsd="http://www.w3.org/2001/XMLSchema" xmlns:xs="http://www.w3.org/2001/XMLSchema" xmlns:p="http://schemas.microsoft.com/office/2006/metadata/properties" xmlns:ns2="475f1e55-3009-46d8-9566-5d569a2b3a98" targetNamespace="http://schemas.microsoft.com/office/2006/metadata/properties" ma:root="true" ma:fieldsID="1d095aabec1d15598815726bd4b054a7" ns2:_="">
    <xsd:import namespace="475f1e55-3009-46d8-9566-5d569a2b3a98"/>
    <xsd:element name="properties">
      <xsd:complexType>
        <xsd:sequence>
          <xsd:element name="documentManagement">
            <xsd:complexType>
              <xsd:all>
                <xsd:element ref="ns2:SharedWithUser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75f1e55-3009-46d8-9566-5d569a2b3a98"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D684D6A-9766-4DE3-8AD9-CC141E1FFBF7}"/>
</file>

<file path=customXml/itemProps2.xml><?xml version="1.0" encoding="utf-8"?>
<ds:datastoreItem xmlns:ds="http://schemas.openxmlformats.org/officeDocument/2006/customXml" ds:itemID="{DA5960F2-6186-408B-A0DC-5CA5E58B604F}">
  <ds:schemaRefs>
    <ds:schemaRef ds:uri="http://schemas.microsoft.com/office/2006/metadata/properties"/>
    <ds:schemaRef ds:uri="http://purl.org/dc/elements/1.1/"/>
    <ds:schemaRef ds:uri="http://schemas.openxmlformats.org/package/2006/metadata/core-properties"/>
    <ds:schemaRef ds:uri="http://schemas.microsoft.com/office/2006/documentManagement/types"/>
    <ds:schemaRef ds:uri="http://purl.org/dc/terms/"/>
    <ds:schemaRef ds:uri="http://www.w3.org/XML/1998/namespace"/>
    <ds:schemaRef ds:uri="http://purl.org/dc/dcmitype/"/>
    <ds:schemaRef ds:uri="http://schemas.microsoft.com/office/infopath/2007/PartnerControls"/>
    <ds:schemaRef ds:uri="475f1e55-3009-46d8-9566-5d569a2b3a98"/>
  </ds:schemaRefs>
</ds:datastoreItem>
</file>

<file path=customXml/itemProps3.xml><?xml version="1.0" encoding="utf-8"?>
<ds:datastoreItem xmlns:ds="http://schemas.openxmlformats.org/officeDocument/2006/customXml" ds:itemID="{FEDE263F-0510-4442-823E-69B63ECB61E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15921</TotalTime>
  <Words>3048</Words>
  <Application>Microsoft Office PowerPoint</Application>
  <PresentationFormat>宽屏</PresentationFormat>
  <Paragraphs>399</Paragraphs>
  <Slides>29</Slides>
  <Notes>29</Notes>
  <HiddenSlides>1</HiddenSlides>
  <MMClips>0</MMClips>
  <ScaleCrop>false</ScaleCrop>
  <HeadingPairs>
    <vt:vector size="6" baseType="variant">
      <vt:variant>
        <vt:lpstr>已用的字体</vt:lpstr>
      </vt:variant>
      <vt:variant>
        <vt:i4>6</vt:i4>
      </vt:variant>
      <vt:variant>
        <vt:lpstr>主题</vt:lpstr>
      </vt:variant>
      <vt:variant>
        <vt:i4>4</vt:i4>
      </vt:variant>
      <vt:variant>
        <vt:lpstr>幻灯片标题</vt:lpstr>
      </vt:variant>
      <vt:variant>
        <vt:i4>29</vt:i4>
      </vt:variant>
    </vt:vector>
  </HeadingPairs>
  <TitlesOfParts>
    <vt:vector size="39" baseType="lpstr">
      <vt:lpstr>方正兰亭黑简体</vt:lpstr>
      <vt:lpstr>Microsoft YaHei</vt:lpstr>
      <vt:lpstr>Microsoft YaHei</vt:lpstr>
      <vt:lpstr>Arial</vt:lpstr>
      <vt:lpstr>Huawei Sans</vt:lpstr>
      <vt:lpstr>Wingdings</vt:lpstr>
      <vt:lpstr>2_标题页模板</vt:lpstr>
      <vt:lpstr>3_功能页模板</vt:lpstr>
      <vt:lpstr>4_内容页模板</vt:lpstr>
      <vt:lpstr>5_感谢页模板</vt:lpstr>
      <vt:lpstr>PowerPoint 演示文稿</vt:lpstr>
      <vt:lpstr>网络编程自动化概述</vt:lpstr>
      <vt:lpstr>PowerPoint 演示文稿</vt:lpstr>
      <vt:lpstr>PowerPoint 演示文稿</vt:lpstr>
      <vt:lpstr>PowerPoint 演示文稿</vt:lpstr>
      <vt:lpstr>背景：复杂的网络</vt:lpstr>
      <vt:lpstr>背景：网络架构的变革</vt:lpstr>
      <vt:lpstr>初级的网络自动化</vt:lpstr>
      <vt:lpstr>网络自动化的发展</vt:lpstr>
      <vt:lpstr>网络开放与可编程简介</vt:lpstr>
      <vt:lpstr>华为iMaster NCE业务开放可编程</vt:lpstr>
      <vt:lpstr>PowerPoint 演示文稿</vt:lpstr>
      <vt:lpstr>网络自动化开发工程师</vt:lpstr>
      <vt:lpstr>综合能力模型</vt:lpstr>
      <vt:lpstr>专业知识技能</vt:lpstr>
      <vt:lpstr>PowerPoint 演示文稿</vt:lpstr>
      <vt:lpstr>设备开放可编程</vt:lpstr>
      <vt:lpstr>NCE北向开放</vt:lpstr>
      <vt:lpstr>华为iMaster NCE业务开放可编程</vt:lpstr>
      <vt:lpstr>PowerPoint 演示文稿</vt:lpstr>
      <vt:lpstr>AI是一种新的通用目的技术</vt:lpstr>
      <vt:lpstr>AI引入网络成为产业共识</vt:lpstr>
      <vt:lpstr>AI落地有诸多挑战</vt:lpstr>
      <vt:lpstr>网络人工智能引擎iMaster NAIE</vt:lpstr>
      <vt:lpstr>示例：智能流量分拣</vt:lpstr>
      <vt:lpstr>智能流量分拣模型训练</vt:lpstr>
      <vt:lpstr>PowerPoint 演示文稿</vt:lpstr>
      <vt:lpstr>PowerPoint 演示文稿</vt:lpstr>
      <vt:lpstr>PowerPoint 演示文稿</vt:lpstr>
    </vt:vector>
  </TitlesOfParts>
  <Company>Huawei Technologies Co.,Ltd.</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fanyan (A)</dc:creator>
  <cp:lastModifiedBy>hejunjianzjhw</cp:lastModifiedBy>
  <cp:revision>596</cp:revision>
  <cp:lastPrinted>2020-07-31T09:33:18Z</cp:lastPrinted>
  <dcterms:created xsi:type="dcterms:W3CDTF">2018-11-29T10:16:29Z</dcterms:created>
  <dcterms:modified xsi:type="dcterms:W3CDTF">2021-10-21T01:59:42Z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2015_ms_pID_725343">
    <vt:lpwstr>(3)02bE5Idsm6g/2cKbCiD3WAz2XujlbZFhcvAWbQtzg4yG4b3eG/wDEmQurkOxQ59tvluj3gLt
m8N0uRgtnCgSnpsZP9qHDGUsMu9ATIdZYhRODB1jIt5fIW3ZHlpUXlsCo4zLytm6V1vQVCFM
f0eopS0FrgVzl1oLte+2ymbcWjxGShieDb/0+qw2KWMZ3DlmH6rUhMidX3Ay0Oe7DQUrFIVK
3RaThq9MjS4SnSyiUy</vt:lpwstr>
  </property>
  <property fmtid="{D5CDD505-2E9C-101B-9397-08002B2CF9AE}" pid="3" name="_2015_ms_pID_7253431">
    <vt:lpwstr>/PBLZqvCY9v/wuTJnGeP0XrOhZx6BucNOmUaXM53hV75XcsBpjVY+Y
TlaZgdpkmBqjiTHpyUDw+KnQfee0n4Vkga1snVakbc3rcUS/AnURxe7gwPP3aeVHWKfRQ18m
sNhqu+AiRRPpOq6FQKSp+pq9jXl3lgw1TdGEEcT3T3qkKcXVeWgR3cCvZlzIw59rhuu32DHe
myRSxekHYWAx5ewTqfIWNonVycVhBkqsHOup</vt:lpwstr>
  </property>
  <property fmtid="{D5CDD505-2E9C-101B-9397-08002B2CF9AE}" pid="4" name="_2015_ms_pID_7253432">
    <vt:lpwstr>aREaycWnjtzd00fCyYCr81k=</vt:lpwstr>
  </property>
  <property fmtid="{D5CDD505-2E9C-101B-9397-08002B2CF9AE}" pid="5" name="ContentTypeId">
    <vt:lpwstr>0x01010002C5B4B712841F4C8A7AAEE2CD191271</vt:lpwstr>
  </property>
  <property fmtid="{D5CDD505-2E9C-101B-9397-08002B2CF9AE}" pid="6" name="_readonly">
    <vt:lpwstr/>
  </property>
  <property fmtid="{D5CDD505-2E9C-101B-9397-08002B2CF9AE}" pid="7" name="_change">
    <vt:lpwstr/>
  </property>
  <property fmtid="{D5CDD505-2E9C-101B-9397-08002B2CF9AE}" pid="8" name="_full-control">
    <vt:lpwstr/>
  </property>
  <property fmtid="{D5CDD505-2E9C-101B-9397-08002B2CF9AE}" pid="9" name="sflag">
    <vt:lpwstr>1634777000</vt:lpwstr>
  </property>
</Properties>
</file>